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3" r:id="rId4"/>
    <p:sldMasterId id="2147484762" r:id="rId5"/>
  </p:sldMasterIdLst>
  <p:notesMasterIdLst>
    <p:notesMasterId r:id="rId13"/>
  </p:notesMasterIdLst>
  <p:handoutMasterIdLst>
    <p:handoutMasterId r:id="rId14"/>
  </p:handoutMasterIdLst>
  <p:sldIdLst>
    <p:sldId id="328" r:id="rId6"/>
    <p:sldId id="364" r:id="rId7"/>
    <p:sldId id="386" r:id="rId8"/>
    <p:sldId id="388" r:id="rId9"/>
    <p:sldId id="387" r:id="rId10"/>
    <p:sldId id="365" r:id="rId11"/>
    <p:sldId id="287" r:id="rId12"/>
  </p:sldIdLst>
  <p:sldSz cx="12192000" cy="6858000"/>
  <p:notesSz cx="6858000" cy="9144000"/>
  <p:defaultTextStyle>
    <a:defPPr>
      <a:defRPr sz="1800" kern="1200">
        <a:solidFill>
          <a:schemeClr val="tx1"/>
        </a:solidFill>
        <a:latin typeface="+mn-lt"/>
        <a:ea typeface="+mn-ea"/>
        <a:cs typeface="+mn-cs"/>
      </a:defRPr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2205" userDrawn="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95A70C-EE3B-D8A3-6E64-EC75E0DC907E}" name="Wilhelm, Felicitas" initials="FW" userId="S::felicitas.wilhelm@edag.com::3c17e333-495e-451a-8dfb-45c2ccbb39b6" providerId="AD"/>
  <p188:author id="{120D9611-4291-2F2A-5E80-C2DE04E304BA}" name="Branner, Benjamin" initials="BB" userId="S::benjamin.branner@edag.com::1ac27f44-f7d7-4630-b56a-f2fb649383f7" providerId="AD"/>
  <p188:author id="{E9D36D1B-0672-5526-AA4D-DEDB8AE93425}" name="Schmelz, Till" initials="ST" userId="S::till.schmelz@edag.com::487e5f64-0366-48b4-8610-77a9f05d4275" providerId="AD"/>
  <p188:author id="{61AFA331-D17E-F34C-414F-F8604A88C23C}" name="Spannagel, Dominique" initials="SD" userId="S::dominique.spannagel@edag.com::9dbcbf7d-b4d6-461c-8821-c66d6ea45a2d" providerId="AD"/>
  <p188:author id="{50488054-35E6-B7B8-F1AA-EE81F131C942}" name="Lehmann, Sophia" initials="SL" userId="S::sophia.lehmann@edag.com::19e17c5f-d763-4355-8fff-f84a647b12b9" providerId="AD"/>
  <p188:author id="{6FDD3EA7-1E33-FAE9-9B05-48985D7CBC7F}" name="Schuster, Felix" initials="FS" userId="S::felix.schuster@edag.com::72d6796b-04d6-4fdb-b01a-656745a3fae5" providerId="AD"/>
  <p188:author id="{3E955FA7-262E-3538-E9D9-8E34C2E1FE61}" name="Sharma, Sumeet" initials="SS" userId="S::sumeet.sharma@edag.com::c624ab3b-560b-4ec9-ba5e-3f3e40f08e25" providerId="AD"/>
  <p188:author id="{3B8F2AA8-911B-A38F-4ADD-7B62D948C5D7}" name="Wilhelm, Felicitas Anna" initials="WFA" userId="S::felicitas.anna.wilhelm@edag.com::3c17e333-495e-451a-8dfb-45c2ccbb39b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3FEE"/>
    <a:srgbClr val="A1D3C2"/>
    <a:srgbClr val="64966C"/>
    <a:srgbClr val="2F3941"/>
    <a:srgbClr val="772D5D"/>
    <a:srgbClr val="4BACB9"/>
    <a:srgbClr val="E9B73B"/>
    <a:srgbClr val="F4F5F6"/>
    <a:srgbClr val="455561"/>
    <a:srgbClr val="232A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>
        <p:guide orient="horz" pos="220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B996B689-AEB2-8ACA-20EF-B41EFBDDB34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15408A9-8CC6-5F69-BB65-9BBF707DCC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035735-F04D-46D4-A4FE-64467FF07D85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C9A41D8-1DDB-D19F-6809-984287F9844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E5B391-C3B5-9CAF-AEC1-F18DB5708D3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EBD72-5CB5-4B83-BC5A-8266D6B179D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3949825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E55133-E598-4852-B811-C43CF3E6FB2C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C775DD-835E-4F76-96AD-CE8B411EA37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9823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775DD-835E-4F76-96AD-CE8B411EA37F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0069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Empty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8">
            <a:extLst>
              <a:ext uri="{FF2B5EF4-FFF2-40B4-BE49-F238E27FC236}">
                <a16:creationId xmlns:a16="http://schemas.microsoft.com/office/drawing/2014/main" id="{3F56C7C4-697E-B228-69A0-A932272272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916944B-AC94-186F-E25F-948808F5FA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dirty="0"/>
              <a:t>EDAG Electrics/Electronics     Author:</a:t>
            </a:r>
            <a:r>
              <a:rPr lang="de-DE" dirty="0">
                <a:solidFill>
                  <a:srgbClr val="E4E5E6"/>
                </a:solidFill>
              </a:rPr>
              <a:t> I&amp;V Team      </a:t>
            </a:r>
            <a:r>
              <a:rPr lang="en-US" dirty="0"/>
              <a:t>Version: 1.0                                                 Scope: EDAG Group     internal</a:t>
            </a:r>
            <a:endParaRPr lang="de-DE" dirty="0"/>
          </a:p>
        </p:txBody>
      </p:sp>
      <p:sp>
        <p:nvSpPr>
          <p:cNvPr id="25" name="Titel 24">
            <a:extLst>
              <a:ext uri="{FF2B5EF4-FFF2-40B4-BE49-F238E27FC236}">
                <a16:creationId xmlns:a16="http://schemas.microsoft.com/office/drawing/2014/main" id="{A842EFF0-2F55-0D32-4D5B-015657EE5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baseline="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B6175E33-2577-065E-DBAC-90111139FB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1pPr>
            <a:lvl2pPr>
              <a:defRPr sz="2200" b="1" i="0" cap="all" baseline="0">
                <a:solidFill>
                  <a:schemeClr val="bg1"/>
                </a:solidFill>
              </a:defRPr>
            </a:lvl2pPr>
            <a:lvl3pPr>
              <a:defRPr sz="2200" b="1" i="0" cap="all" baseline="0">
                <a:solidFill>
                  <a:schemeClr val="bg1"/>
                </a:solidFill>
              </a:defRPr>
            </a:lvl3pPr>
            <a:lvl4pPr>
              <a:defRPr sz="2200" b="1" i="0" cap="all" baseline="0">
                <a:solidFill>
                  <a:schemeClr val="bg1"/>
                </a:solidFill>
              </a:defRPr>
            </a:lvl4pPr>
            <a:lvl5pPr>
              <a:defRPr sz="2200"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56828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orient="horz" pos="3997" userDrawn="1">
          <p15:clr>
            <a:srgbClr val="FBAE40"/>
          </p15:clr>
        </p15:guide>
        <p15:guide id="3" orient="horz" pos="113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Empty 1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11F28744-F3E2-E92C-82E6-48AEAA12EFFD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EDDF4054-F96A-B12C-7738-A469A13E87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9B6B98F-0FD4-34AC-C5B6-ECBA24DBB8C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EDAG Electrics/Electronics     Author: </a:t>
            </a:r>
            <a:r>
              <a:rPr lang="de-DE"/>
              <a:t>Ahmed Mahmoud         V</a:t>
            </a:r>
            <a:r>
              <a:rPr lang="en-US" err="1"/>
              <a:t>ersion</a:t>
            </a:r>
            <a:r>
              <a:rPr lang="en-US"/>
              <a:t>: 1.0    	    Scope: EDAG Group     internal</a:t>
            </a:r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02A15F6-D232-9E6E-700E-B567FA08F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B6143A93-E373-E409-6858-E73B1A8B5DD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2200" cap="all" baseline="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cap="all" baseline="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cap="all" baseline="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69787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997" userDrawn="1">
          <p15:clr>
            <a:srgbClr val="FBAE40"/>
          </p15:clr>
        </p15:guide>
        <p15:guide id="3" orient="horz" pos="11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Content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18">
            <a:extLst>
              <a:ext uri="{FF2B5EF4-FFF2-40B4-BE49-F238E27FC236}">
                <a16:creationId xmlns:a16="http://schemas.microsoft.com/office/drawing/2014/main" id="{7097C519-8FF8-D3AD-264C-FD167052FB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5435FC5-ED45-DE8A-404D-15F749E2785E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84337FD-9F74-CCC6-6265-ECA4D6FD38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9" name="Inhaltsplatzhalter 18">
            <a:extLst>
              <a:ext uri="{FF2B5EF4-FFF2-40B4-BE49-F238E27FC236}">
                <a16:creationId xmlns:a16="http://schemas.microsoft.com/office/drawing/2014/main" id="{C088DDA5-3F59-DBC6-3B2C-5E171BACBA6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813" y="1808163"/>
            <a:ext cx="10874375" cy="45370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baseline="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baseline="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baseline="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FC073A62-BA8E-9C23-B3F5-8F6C1AF41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141FC5E4-F211-66E2-4F70-E8D970C7FAD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58813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583001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Content 2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F400619-0B10-B07E-9BB8-9AA4A9566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534600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8728EB9F-DE6F-A6C2-E478-993ACDCB31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79728" y="1807200"/>
            <a:ext cx="534600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A7FCAAF-ABC3-F4E5-C922-CDECE717B9A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ußzeilenplatzhalter 17">
            <a:extLst>
              <a:ext uri="{FF2B5EF4-FFF2-40B4-BE49-F238E27FC236}">
                <a16:creationId xmlns:a16="http://schemas.microsoft.com/office/drawing/2014/main" id="{C16CC328-DE64-7934-648C-CCA1B4F8589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8001D6D-45BA-D52C-BC6F-CD4136A3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2" name="Textplatzhalter 21">
            <a:extLst>
              <a:ext uri="{FF2B5EF4-FFF2-40B4-BE49-F238E27FC236}">
                <a16:creationId xmlns:a16="http://schemas.microsoft.com/office/drawing/2014/main" id="{52DC378C-54E8-54C5-4D04-E09CC1D10A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8813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2200" cap="all" baseline="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cap="all" baseline="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cap="all" baseline="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38762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Content 3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F400619-0B10-B07E-9BB8-9AA4A9566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534600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A7FCAAF-ABC3-F4E5-C922-CDECE717B9A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6405A62B-3D69-C581-6D99-1702599BD07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1E29F652-CF77-AD91-75BE-D19B87CE9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2" name="Textplatzhalter 21">
            <a:extLst>
              <a:ext uri="{FF2B5EF4-FFF2-40B4-BE49-F238E27FC236}">
                <a16:creationId xmlns:a16="http://schemas.microsoft.com/office/drawing/2014/main" id="{3ADAE1BB-DCE3-FF9C-20DA-ED87B6D200E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8813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2200" cap="all" baseline="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cap="all" baseline="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cap="all" baseline="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90370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Content 4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F400619-0B10-B07E-9BB8-9AA4A9566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8163"/>
            <a:ext cx="351360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A7FCAAF-ABC3-F4E5-C922-CDECE717B9A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C3A80510-A6A3-D9AE-4F52-08D4117A463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339200" y="1808163"/>
            <a:ext cx="719371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8" name="Fußzeilenplatzhalter 17">
            <a:extLst>
              <a:ext uri="{FF2B5EF4-FFF2-40B4-BE49-F238E27FC236}">
                <a16:creationId xmlns:a16="http://schemas.microsoft.com/office/drawing/2014/main" id="{ADBBC3F2-9608-91A2-D1D2-131BCA00398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209126FD-8922-2E1B-E4C7-CEB9B3E1D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3B4DE3D7-A259-F699-35B9-2702C924338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58813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2200"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23302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Content 5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7CC98CD7-F997-EEDA-026F-8CD0739001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799" y="3788228"/>
            <a:ext cx="10875600" cy="255593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A627E51-4864-561C-19D8-0C45B04198C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36BA7C7D-ED40-B1BF-5681-02CE3BCD2CD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9" name="Textplatzhalter 17">
            <a:extLst>
              <a:ext uri="{FF2B5EF4-FFF2-40B4-BE49-F238E27FC236}">
                <a16:creationId xmlns:a16="http://schemas.microsoft.com/office/drawing/2014/main" id="{186D9C82-05BD-ECFB-01F8-9B2B3BE918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43A7A1AF-4D42-B3D9-5C68-A96804880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8733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F295AE0C-F0A0-991B-B140-989EB9CAD45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8813" y="1808162"/>
            <a:ext cx="10874375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8" name="Foliennummernplatzhalter 18">
            <a:extLst>
              <a:ext uri="{FF2B5EF4-FFF2-40B4-BE49-F238E27FC236}">
                <a16:creationId xmlns:a16="http://schemas.microsoft.com/office/drawing/2014/main" id="{7097C519-8FF8-D3AD-264C-FD167052FB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8A190292-9D02-6106-5A36-A0C3AF103FD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2" name="Titel 11">
            <a:extLst>
              <a:ext uri="{FF2B5EF4-FFF2-40B4-BE49-F238E27FC236}">
                <a16:creationId xmlns:a16="http://schemas.microsoft.com/office/drawing/2014/main" id="{C9943607-F8E9-FE3F-EF77-3050252F8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AABD2338-E585-FC8B-532C-B4564148523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3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200"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2200"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2200"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2200"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7333335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 1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F295AE0C-F0A0-991B-B140-989EB9CAD45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1808162"/>
            <a:ext cx="12191999" cy="4536000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8" name="Foliennummernplatzhalter 18">
            <a:extLst>
              <a:ext uri="{FF2B5EF4-FFF2-40B4-BE49-F238E27FC236}">
                <a16:creationId xmlns:a16="http://schemas.microsoft.com/office/drawing/2014/main" id="{7097C519-8FF8-D3AD-264C-FD167052FB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B2AEEC8F-6DB8-252E-3B33-E1895A290C6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58554137-7C81-E4F9-8C5B-7A239FBCF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919D0062-E36D-F421-788E-34AEC363355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3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200"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2200"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2200"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2200"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68207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 2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54F2A18A-A771-DE68-87E8-7B425413315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8813" y="1807200"/>
            <a:ext cx="5353460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Picture Placeholder 6">
            <a:extLst>
              <a:ext uri="{FF2B5EF4-FFF2-40B4-BE49-F238E27FC236}">
                <a16:creationId xmlns:a16="http://schemas.microsoft.com/office/drawing/2014/main" id="{FD9FAA7E-D7BF-455D-6F89-7675F141A29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1200" y="1807200"/>
            <a:ext cx="5353460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47151B-1E0F-3049-379F-37248A36E6E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C675FC8E-013C-0E8B-DAE8-9414F1E77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4A935402-50DF-8AD8-815D-A1BFC688E40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13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200"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2200"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2200"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2200"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374220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 3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0091DD53-8E82-014E-BE05-8571C5FDFBE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019590" y="1807200"/>
            <a:ext cx="3513599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D830462E-8272-89E7-7AE1-49D09586028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39201" y="1807200"/>
            <a:ext cx="3513599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19" name="Picture Placeholder 6">
            <a:extLst>
              <a:ext uri="{FF2B5EF4-FFF2-40B4-BE49-F238E27FC236}">
                <a16:creationId xmlns:a16="http://schemas.microsoft.com/office/drawing/2014/main" id="{D1C53CAA-4DD4-AA7C-27F7-3F0D08A169B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58813" y="1807200"/>
            <a:ext cx="3513599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9EF5DF2-3021-0B83-FC7D-023FC0E7A5E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7487F8BE-2304-B980-3BB4-3C07BEEB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5855CEE8-8D0E-F119-9E3A-C03F86724D6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58813" y="824400"/>
            <a:ext cx="6840537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200"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2200"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2200"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2200"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948459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 4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Picture Placeholder 6">
            <a:extLst>
              <a:ext uri="{FF2B5EF4-FFF2-40B4-BE49-F238E27FC236}">
                <a16:creationId xmlns:a16="http://schemas.microsoft.com/office/drawing/2014/main" id="{D1C53CAA-4DD4-AA7C-27F7-3F0D08A169B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58813" y="1807200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0091DD53-8E82-014E-BE05-8571C5FDFBE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019590" y="1807200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D830462E-8272-89E7-7AE1-49D09586028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39201" y="1807200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A6B536E5-2CFC-80FB-79EE-5747749E5CC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8813" y="4060319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68BAED4C-07C7-DDED-FBC2-1AC7DCE1823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019590" y="4060319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B2E59335-9009-FACC-7E82-F867E495028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339201" y="4060319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C35C29-847E-789B-FFF8-67C0BD9C1CA4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22" name="Titel 21">
            <a:extLst>
              <a:ext uri="{FF2B5EF4-FFF2-40B4-BE49-F238E27FC236}">
                <a16:creationId xmlns:a16="http://schemas.microsoft.com/office/drawing/2014/main" id="{8ACC91A3-9456-07D1-D649-C209F544E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7FBC9890-DE5B-FEE2-D99E-EB61417FAE9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8813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200"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2200"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2200"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2200"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12109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 5">
    <p:bg>
      <p:bgPr>
        <a:gradFill>
          <a:gsLst>
            <a:gs pos="100000">
              <a:srgbClr val="232A30"/>
            </a:gs>
            <a:gs pos="38000">
              <a:srgbClr val="455561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0D97E437-107A-FF06-85EB-2DF58253C39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553406" y="1808163"/>
            <a:ext cx="3744000" cy="4537075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8BA064-8075-E801-0D81-DD656C63E0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87869FBE-9C86-7817-BEA6-3DCDD2A658C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448000" y="1808163"/>
            <a:ext cx="3744000" cy="4537075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1147468C-8EC9-9468-CE31-40123E99DD2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58812" y="1808163"/>
            <a:ext cx="3744000" cy="4537075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B943AFE-1B8B-6548-5759-CE621635139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0207F9D0-8E34-05B5-3B40-2180BE642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2D0C2362-4536-B573-CDCF-B1DCD22BCC7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8813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200"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2200"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2200"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2200"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826323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 6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A627E51-4864-561C-19D8-0C45B04198C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Picture Placeholder 15">
            <a:extLst>
              <a:ext uri="{FF2B5EF4-FFF2-40B4-BE49-F238E27FC236}">
                <a16:creationId xmlns:a16="http://schemas.microsoft.com/office/drawing/2014/main" id="{4825B1BD-6F5C-73F6-5730-50C5E37F8BF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415834" y="1808162"/>
            <a:ext cx="6117353" cy="4537076"/>
          </a:xfrm>
          <a:custGeom>
            <a:avLst/>
            <a:gdLst>
              <a:gd name="connsiteX0" fmla="*/ 0 w 4494831"/>
              <a:gd name="connsiteY0" fmla="*/ 0 h 3239614"/>
              <a:gd name="connsiteX1" fmla="*/ 4494831 w 4494831"/>
              <a:gd name="connsiteY1" fmla="*/ 0 h 3239614"/>
              <a:gd name="connsiteX2" fmla="*/ 4494831 w 4494831"/>
              <a:gd name="connsiteY2" fmla="*/ 3239614 h 3239614"/>
              <a:gd name="connsiteX3" fmla="*/ 0 w 4494831"/>
              <a:gd name="connsiteY3" fmla="*/ 3239614 h 3239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94831" h="3239614">
                <a:moveTo>
                  <a:pt x="0" y="0"/>
                </a:moveTo>
                <a:lnTo>
                  <a:pt x="4494831" y="0"/>
                </a:lnTo>
                <a:lnTo>
                  <a:pt x="4494831" y="3239614"/>
                </a:lnTo>
                <a:lnTo>
                  <a:pt x="0" y="323961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225EAB02-4FFA-9FB4-151C-0B6F387A4C4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58800" y="1808163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30BD3E8E-738A-73B5-53FD-A529431EB6F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58800" y="3392700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0D025380-9C84-5FAA-0765-5CCB4F4FE71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58800" y="4977238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2" name="Picture Placeholder 10">
            <a:extLst>
              <a:ext uri="{FF2B5EF4-FFF2-40B4-BE49-F238E27FC236}">
                <a16:creationId xmlns:a16="http://schemas.microsoft.com/office/drawing/2014/main" id="{47D6D240-5111-B339-7AA0-079FDFBC38B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038607" y="1808163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6129FB8A-EF42-957B-FFD8-B3665F84C70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38607" y="3392701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8587734C-A6DA-4143-97F5-167A98BEE5C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38607" y="4977238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19" name="Fußzeilenplatzhalter 18">
            <a:extLst>
              <a:ext uri="{FF2B5EF4-FFF2-40B4-BE49-F238E27FC236}">
                <a16:creationId xmlns:a16="http://schemas.microsoft.com/office/drawing/2014/main" id="{ED839F79-268F-20D1-0EA3-76C79E11454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6B410C7C-C896-EAAA-7D06-4D6581D61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5" name="Textplatzhalter 19">
            <a:extLst>
              <a:ext uri="{FF2B5EF4-FFF2-40B4-BE49-F238E27FC236}">
                <a16:creationId xmlns:a16="http://schemas.microsoft.com/office/drawing/2014/main" id="{9887F523-10BB-58A7-FE87-EE95BDC4E61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8813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200"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2200"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2200"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2200"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92506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 7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A59E2A6E-0894-646C-B9EC-689D1F5A1C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953837" y="1808162"/>
            <a:ext cx="7238163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D4A8E89-6F9F-1F32-DB4F-2D2CE042916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80FB5DB-20BF-5B6C-C190-15002CAE3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9E0AEC9-FFC4-3558-73DD-7360CC5EB61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8813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200"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sz="2200"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sz="2200"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sz="2200"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01277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 8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ildplatzhalter 2">
            <a:extLst>
              <a:ext uri="{FF2B5EF4-FFF2-40B4-BE49-F238E27FC236}">
                <a16:creationId xmlns:a16="http://schemas.microsoft.com/office/drawing/2014/main" id="{04218D4A-199F-C473-96CD-22B714A2D46F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8813" y="2384599"/>
            <a:ext cx="2160001" cy="2340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8453BF8-305D-BE06-0011-FA8616AF5E9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76B33212-778D-B9B2-0E50-AB439F397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6DEFEB58-7229-CC9A-79A5-BA340054C11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13" y="824400"/>
            <a:ext cx="6840000" cy="252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lIns="0" tIns="0" rIns="0" bIns="0">
            <a:noAutofit/>
          </a:bodyPr>
          <a:lstStyle>
            <a:lvl1pPr marL="0" indent="0">
              <a:buNone/>
              <a:defRPr sz="2200" b="1" i="0" kern="1200" cap="all" baseline="0">
                <a:solidFill>
                  <a:schemeClr val="bg1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99195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 9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7">
            <a:extLst>
              <a:ext uri="{FF2B5EF4-FFF2-40B4-BE49-F238E27FC236}">
                <a16:creationId xmlns:a16="http://schemas.microsoft.com/office/drawing/2014/main" id="{752B3D55-DF1E-F97F-0495-FC4A82618A2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1"/>
            <a:ext cx="12192000" cy="6345238"/>
          </a:xfrm>
          <a:custGeom>
            <a:avLst/>
            <a:gdLst>
              <a:gd name="connsiteX0" fmla="*/ 0 w 12192000"/>
              <a:gd name="connsiteY0" fmla="*/ 0 h 6345238"/>
              <a:gd name="connsiteX1" fmla="*/ 11134439 w 12192000"/>
              <a:gd name="connsiteY1" fmla="*/ 0 h 6345238"/>
              <a:gd name="connsiteX2" fmla="*/ 12192000 w 12192000"/>
              <a:gd name="connsiteY2" fmla="*/ 1057561 h 6345238"/>
              <a:gd name="connsiteX3" fmla="*/ 12192000 w 12192000"/>
              <a:gd name="connsiteY3" fmla="*/ 6345238 h 6345238"/>
              <a:gd name="connsiteX4" fmla="*/ 0 w 12192000"/>
              <a:gd name="connsiteY4" fmla="*/ 6345238 h 6345238"/>
              <a:gd name="connsiteX5" fmla="*/ 0 w 12192000"/>
              <a:gd name="connsiteY5" fmla="*/ 0 h 6345238"/>
              <a:gd name="connsiteX0" fmla="*/ 0 w 12192000"/>
              <a:gd name="connsiteY0" fmla="*/ 0 h 6345238"/>
              <a:gd name="connsiteX1" fmla="*/ 5307571 w 12192000"/>
              <a:gd name="connsiteY1" fmla="*/ 0 h 6345238"/>
              <a:gd name="connsiteX2" fmla="*/ 12192000 w 12192000"/>
              <a:gd name="connsiteY2" fmla="*/ 1057561 h 6345238"/>
              <a:gd name="connsiteX3" fmla="*/ 12192000 w 12192000"/>
              <a:gd name="connsiteY3" fmla="*/ 6345238 h 6345238"/>
              <a:gd name="connsiteX4" fmla="*/ 0 w 12192000"/>
              <a:gd name="connsiteY4" fmla="*/ 6345238 h 6345238"/>
              <a:gd name="connsiteX5" fmla="*/ 0 w 12192000"/>
              <a:gd name="connsiteY5" fmla="*/ 0 h 6345238"/>
              <a:gd name="connsiteX0" fmla="*/ 0 w 12192000"/>
              <a:gd name="connsiteY0" fmla="*/ 0 h 6345238"/>
              <a:gd name="connsiteX1" fmla="*/ 5307571 w 12192000"/>
              <a:gd name="connsiteY1" fmla="*/ 0 h 6345238"/>
              <a:gd name="connsiteX2" fmla="*/ 12192000 w 12192000"/>
              <a:gd name="connsiteY2" fmla="*/ 1448086 h 6345238"/>
              <a:gd name="connsiteX3" fmla="*/ 12192000 w 12192000"/>
              <a:gd name="connsiteY3" fmla="*/ 6345238 h 6345238"/>
              <a:gd name="connsiteX4" fmla="*/ 0 w 12192000"/>
              <a:gd name="connsiteY4" fmla="*/ 6345238 h 6345238"/>
              <a:gd name="connsiteX5" fmla="*/ 0 w 12192000"/>
              <a:gd name="connsiteY5" fmla="*/ 0 h 6345238"/>
              <a:gd name="connsiteX0" fmla="*/ 0 w 12192000"/>
              <a:gd name="connsiteY0" fmla="*/ 0 h 6345238"/>
              <a:gd name="connsiteX1" fmla="*/ 5326621 w 12192000"/>
              <a:gd name="connsiteY1" fmla="*/ 0 h 6345238"/>
              <a:gd name="connsiteX2" fmla="*/ 12192000 w 12192000"/>
              <a:gd name="connsiteY2" fmla="*/ 1448086 h 6345238"/>
              <a:gd name="connsiteX3" fmla="*/ 12192000 w 12192000"/>
              <a:gd name="connsiteY3" fmla="*/ 6345238 h 6345238"/>
              <a:gd name="connsiteX4" fmla="*/ 0 w 12192000"/>
              <a:gd name="connsiteY4" fmla="*/ 6345238 h 6345238"/>
              <a:gd name="connsiteX5" fmla="*/ 0 w 12192000"/>
              <a:gd name="connsiteY5" fmla="*/ 0 h 6345238"/>
              <a:gd name="connsiteX0" fmla="*/ 0 w 12192000"/>
              <a:gd name="connsiteY0" fmla="*/ 0 h 6345238"/>
              <a:gd name="connsiteX1" fmla="*/ 5326621 w 12192000"/>
              <a:gd name="connsiteY1" fmla="*/ 0 h 6345238"/>
              <a:gd name="connsiteX2" fmla="*/ 12192000 w 12192000"/>
              <a:gd name="connsiteY2" fmla="*/ 1452848 h 6345238"/>
              <a:gd name="connsiteX3" fmla="*/ 12192000 w 12192000"/>
              <a:gd name="connsiteY3" fmla="*/ 6345238 h 6345238"/>
              <a:gd name="connsiteX4" fmla="*/ 0 w 12192000"/>
              <a:gd name="connsiteY4" fmla="*/ 6345238 h 6345238"/>
              <a:gd name="connsiteX5" fmla="*/ 0 w 12192000"/>
              <a:gd name="connsiteY5" fmla="*/ 0 h 6345238"/>
              <a:gd name="connsiteX0" fmla="*/ 0 w 12192000"/>
              <a:gd name="connsiteY0" fmla="*/ 0 h 6345238"/>
              <a:gd name="connsiteX1" fmla="*/ 5336146 w 12192000"/>
              <a:gd name="connsiteY1" fmla="*/ 0 h 6345238"/>
              <a:gd name="connsiteX2" fmla="*/ 12192000 w 12192000"/>
              <a:gd name="connsiteY2" fmla="*/ 1452848 h 6345238"/>
              <a:gd name="connsiteX3" fmla="*/ 12192000 w 12192000"/>
              <a:gd name="connsiteY3" fmla="*/ 6345238 h 6345238"/>
              <a:gd name="connsiteX4" fmla="*/ 0 w 12192000"/>
              <a:gd name="connsiteY4" fmla="*/ 6345238 h 6345238"/>
              <a:gd name="connsiteX5" fmla="*/ 0 w 12192000"/>
              <a:gd name="connsiteY5" fmla="*/ 0 h 6345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345238">
                <a:moveTo>
                  <a:pt x="0" y="0"/>
                </a:moveTo>
                <a:lnTo>
                  <a:pt x="5336146" y="0"/>
                </a:lnTo>
                <a:lnTo>
                  <a:pt x="12192000" y="1452848"/>
                </a:lnTo>
                <a:lnTo>
                  <a:pt x="12192000" y="6345238"/>
                </a:lnTo>
                <a:lnTo>
                  <a:pt x="0" y="6345238"/>
                </a:lnTo>
                <a:lnTo>
                  <a:pt x="0" y="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 anchor="ctr" anchorCtr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648EA5A-3B0B-A9A0-E90B-9AE9B56392C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B58E7674-C4FD-683E-31F5-6CF71BD45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448516C3-724E-0D99-A357-7CF6A24A5FD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9177141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 10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55D99C2F-75E6-B4F9-B4D2-9F643119F44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58800" y="1808165"/>
            <a:ext cx="2449512" cy="3847416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tIns="720000" anchor="ctr"/>
          <a:lstStyle>
            <a:lvl1pPr marL="0" indent="0" algn="ctr"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en-US" noProof="0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356FBEF1-347B-6FB6-BD0D-A2AFF212009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173116" y="3341077"/>
            <a:ext cx="3671721" cy="2314501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tIns="720000" anchor="ctr"/>
          <a:lstStyle>
            <a:lvl1pPr marL="0" indent="0" algn="ctr"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en-US" noProof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C3299ED-EE1C-46D1-F635-1A7D7B8C83E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173116" y="1808163"/>
            <a:ext cx="1800000" cy="1458928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tIns="720000" anchor="ctr"/>
          <a:lstStyle>
            <a:lvl1pPr marL="0" indent="0" algn="ctr"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en-US" noProof="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F31559CB-3D60-8171-A8A3-E6349B311FD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5044838" y="1808163"/>
            <a:ext cx="1800000" cy="1458928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tIns="720000" anchor="ctr"/>
          <a:lstStyle>
            <a:lvl1pPr marL="0" indent="0" algn="ctr"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CAB3F69-DB94-B7B3-4F54-394FC7BC8BD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2CEEE889-BF3C-7DFA-B0BC-784F349A1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69C7BC35-7ED4-A10C-D5A5-82F8FDE93C9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781565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/Text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5AB30D0C-63C7-CEA9-B66D-8F025FC1DB8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58814" y="2650188"/>
            <a:ext cx="2612123" cy="3687763"/>
          </a:xfrm>
          <a:custGeom>
            <a:avLst/>
            <a:gdLst>
              <a:gd name="connsiteX0" fmla="*/ 0 w 2485705"/>
              <a:gd name="connsiteY0" fmla="*/ 0 h 3509288"/>
              <a:gd name="connsiteX1" fmla="*/ 2485705 w 2485705"/>
              <a:gd name="connsiteY1" fmla="*/ 0 h 3509288"/>
              <a:gd name="connsiteX2" fmla="*/ 2485705 w 2485705"/>
              <a:gd name="connsiteY2" fmla="*/ 3509288 h 3509288"/>
              <a:gd name="connsiteX3" fmla="*/ 0 w 2485705"/>
              <a:gd name="connsiteY3" fmla="*/ 3509288 h 3509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8">
                <a:moveTo>
                  <a:pt x="0" y="0"/>
                </a:moveTo>
                <a:lnTo>
                  <a:pt x="2485705" y="0"/>
                </a:lnTo>
                <a:lnTo>
                  <a:pt x="2485705" y="3509288"/>
                </a:lnTo>
                <a:lnTo>
                  <a:pt x="0" y="3509288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05212AB6-D77D-3421-18B6-A996E6DFAB0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19271" y="1808163"/>
            <a:ext cx="2612123" cy="3687762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AF27F708-63A1-8A33-7580-C6944AD0FC3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905625" y="5185887"/>
            <a:ext cx="4620103" cy="11593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AC99773-03C0-51B3-A37A-0E2CBB5EC5D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905624" y="1800876"/>
            <a:ext cx="4620104" cy="175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Rectangle 19">
            <a:extLst>
              <a:ext uri="{FF2B5EF4-FFF2-40B4-BE49-F238E27FC236}">
                <a16:creationId xmlns:a16="http://schemas.microsoft.com/office/drawing/2014/main" id="{E84E3282-A06E-A8C5-4340-FF2AAFC9050E}"/>
              </a:ext>
            </a:extLst>
          </p:cNvPr>
          <p:cNvSpPr/>
          <p:nvPr userDrawn="1"/>
        </p:nvSpPr>
        <p:spPr>
          <a:xfrm>
            <a:off x="3419271" y="1800876"/>
            <a:ext cx="438150" cy="438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18" name="Rectangle 26">
            <a:extLst>
              <a:ext uri="{FF2B5EF4-FFF2-40B4-BE49-F238E27FC236}">
                <a16:creationId xmlns:a16="http://schemas.microsoft.com/office/drawing/2014/main" id="{E990190D-4E97-F2BC-3E90-4759B1DE023A}"/>
              </a:ext>
            </a:extLst>
          </p:cNvPr>
          <p:cNvSpPr/>
          <p:nvPr userDrawn="1"/>
        </p:nvSpPr>
        <p:spPr>
          <a:xfrm>
            <a:off x="666272" y="2650188"/>
            <a:ext cx="438150" cy="438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24" name="Inhaltsplatzhalter 2">
            <a:extLst>
              <a:ext uri="{FF2B5EF4-FFF2-40B4-BE49-F238E27FC236}">
                <a16:creationId xmlns:a16="http://schemas.microsoft.com/office/drawing/2014/main" id="{39AF8783-BEC8-7C6C-BF59-E9B7516783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05625" y="3914393"/>
            <a:ext cx="4620103" cy="11593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8C880B4-6E9A-A99E-8122-A58772FC17F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22" name="Titel 21">
            <a:extLst>
              <a:ext uri="{FF2B5EF4-FFF2-40B4-BE49-F238E27FC236}">
                <a16:creationId xmlns:a16="http://schemas.microsoft.com/office/drawing/2014/main" id="{5F234045-A0C7-D0FD-FE2A-C262E6F34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baseline="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23" name="Textplatzhalter 17">
            <a:extLst>
              <a:ext uri="{FF2B5EF4-FFF2-40B4-BE49-F238E27FC236}">
                <a16:creationId xmlns:a16="http://schemas.microsoft.com/office/drawing/2014/main" id="{D12D40DD-BA25-BD68-60FF-A9434170EDD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485877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/Text 1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692AD83D-68AA-EFB3-61EC-F41A80E953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58813" y="1808163"/>
            <a:ext cx="3744000" cy="45370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57839775-A056-A661-1D36-E3FCFE1426D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57863" y="1808163"/>
            <a:ext cx="3744000" cy="45370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6" name="Inhaltsplatzhalter 2">
            <a:extLst>
              <a:ext uri="{FF2B5EF4-FFF2-40B4-BE49-F238E27FC236}">
                <a16:creationId xmlns:a16="http://schemas.microsoft.com/office/drawing/2014/main" id="{AB35FE18-F01D-5E96-8397-98293418E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2678" y="3248096"/>
            <a:ext cx="3134096" cy="259423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7" name="Inhaltsplatzhalter 2">
            <a:extLst>
              <a:ext uri="{FF2B5EF4-FFF2-40B4-BE49-F238E27FC236}">
                <a16:creationId xmlns:a16="http://schemas.microsoft.com/office/drawing/2014/main" id="{3D370077-F2C5-9C6F-0A3C-BCEA6E3369B3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972678" y="2182979"/>
            <a:ext cx="3134096" cy="85968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0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8" name="Inhaltsplatzhalter 2">
            <a:extLst>
              <a:ext uri="{FF2B5EF4-FFF2-40B4-BE49-F238E27FC236}">
                <a16:creationId xmlns:a16="http://schemas.microsoft.com/office/drawing/2014/main" id="{E782331D-27AA-F1E9-BB04-E35F84498B81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862815" y="3248096"/>
            <a:ext cx="3134096" cy="259423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9" name="Inhaltsplatzhalter 2">
            <a:extLst>
              <a:ext uri="{FF2B5EF4-FFF2-40B4-BE49-F238E27FC236}">
                <a16:creationId xmlns:a16="http://schemas.microsoft.com/office/drawing/2014/main" id="{7200E6A2-DFC2-8AA5-F92A-FF5C7091B1B2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862815" y="2182979"/>
            <a:ext cx="3134096" cy="85968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0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07FA46B-3B3F-3F32-490E-C4257186284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F013105-6899-A90D-429D-16D40826CA2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448000" y="1808162"/>
            <a:ext cx="3744000" cy="4537075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8" name="Fußzeilenplatzhalter 17">
            <a:extLst>
              <a:ext uri="{FF2B5EF4-FFF2-40B4-BE49-F238E27FC236}">
                <a16:creationId xmlns:a16="http://schemas.microsoft.com/office/drawing/2014/main" id="{C169EF15-E24F-FA95-B91B-EC4FD5DA858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8C7E6C06-4D07-8AA9-897E-D8CD76644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0" name="Textplatzhalter 17">
            <a:extLst>
              <a:ext uri="{FF2B5EF4-FFF2-40B4-BE49-F238E27FC236}">
                <a16:creationId xmlns:a16="http://schemas.microsoft.com/office/drawing/2014/main" id="{49296CDA-E927-5F92-68DB-A9159BCC2BE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0525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/Text 2">
    <p:bg>
      <p:bgPr>
        <a:gradFill>
          <a:gsLst>
            <a:gs pos="100000">
              <a:srgbClr val="232A30"/>
            </a:gs>
            <a:gs pos="38000">
              <a:srgbClr val="455561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3">
            <a:extLst>
              <a:ext uri="{FF2B5EF4-FFF2-40B4-BE49-F238E27FC236}">
                <a16:creationId xmlns:a16="http://schemas.microsoft.com/office/drawing/2014/main" id="{BE398209-46F9-AEB2-0368-F7B53762EC5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58813" y="1807200"/>
            <a:ext cx="3744000" cy="45370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A604AC7F-624A-1143-FBB4-6E392986B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2678" y="3248096"/>
            <a:ext cx="3134096" cy="259423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71614C9C-D27A-26BF-9759-EB7FA6A0CD20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972678" y="2182979"/>
            <a:ext cx="3134096" cy="85968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0D97E437-107A-FF06-85EB-2DF58253C39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553406" y="1807200"/>
            <a:ext cx="3744000" cy="4537075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8BA064-8075-E801-0D81-DD656C63E0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87869FBE-9C86-7817-BEA6-3DCDD2A658C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448000" y="1808162"/>
            <a:ext cx="3744000" cy="4537075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9" name="Fußzeilenplatzhalter 18">
            <a:extLst>
              <a:ext uri="{FF2B5EF4-FFF2-40B4-BE49-F238E27FC236}">
                <a16:creationId xmlns:a16="http://schemas.microsoft.com/office/drawing/2014/main" id="{E6430E26-EAD7-6A84-CA0E-8069BA09A66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A24A51B2-109E-AB5C-FD62-E32DCAC0A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Textplatzhalter 17">
            <a:extLst>
              <a:ext uri="{FF2B5EF4-FFF2-40B4-BE49-F238E27FC236}">
                <a16:creationId xmlns:a16="http://schemas.microsoft.com/office/drawing/2014/main" id="{FE150674-46ED-B3E9-3557-2713F002C03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352820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/Text 3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56C3CE-9937-575A-4799-87156AAEEF95}"/>
              </a:ext>
            </a:extLst>
          </p:cNvPr>
          <p:cNvSpPr/>
          <p:nvPr userDrawn="1"/>
        </p:nvSpPr>
        <p:spPr>
          <a:xfrm>
            <a:off x="0" y="1"/>
            <a:ext cx="6098400" cy="634523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F400619-0B10-B07E-9BB8-9AA4A9566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3068061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A7FCAAF-ABC3-F4E5-C922-CDECE717B9A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CE01C8-95AF-7AD2-A082-F5F14A3CCD9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464849" y="1807200"/>
            <a:ext cx="3068061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AD2A60CA-F61B-4612-7D28-449D1492AC1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052094" y="1807200"/>
            <a:ext cx="4087813" cy="4536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7" name="Grafik 2">
            <a:extLst>
              <a:ext uri="{FF2B5EF4-FFF2-40B4-BE49-F238E27FC236}">
                <a16:creationId xmlns:a16="http://schemas.microsoft.com/office/drawing/2014/main" id="{07953E8C-C434-5253-1E00-1F2250051B2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48"/>
          <a:stretch/>
        </p:blipFill>
        <p:spPr>
          <a:xfrm>
            <a:off x="5330548" y="1"/>
            <a:ext cx="6861452" cy="1457999"/>
          </a:xfrm>
          <a:prstGeom prst="rect">
            <a:avLst/>
          </a:prstGeom>
        </p:spPr>
      </p:pic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0AE0904D-C49F-5217-90F8-B09E0F5E1CF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21" name="Textplatzhalter 17">
            <a:extLst>
              <a:ext uri="{FF2B5EF4-FFF2-40B4-BE49-F238E27FC236}">
                <a16:creationId xmlns:a16="http://schemas.microsoft.com/office/drawing/2014/main" id="{EB62BDD5-FE42-9469-E3A4-883472872E3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itel 21">
            <a:extLst>
              <a:ext uri="{FF2B5EF4-FFF2-40B4-BE49-F238E27FC236}">
                <a16:creationId xmlns:a16="http://schemas.microsoft.com/office/drawing/2014/main" id="{5A655427-DAAF-A55D-8504-794A525F9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grpSp>
        <p:nvGrpSpPr>
          <p:cNvPr id="18" name="Grafik 13">
            <a:extLst>
              <a:ext uri="{FF2B5EF4-FFF2-40B4-BE49-F238E27FC236}">
                <a16:creationId xmlns:a16="http://schemas.microsoft.com/office/drawing/2014/main" id="{92301565-0282-331A-F7FC-A636A38FDAA3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321200" y="489600"/>
            <a:ext cx="1209600" cy="299018"/>
            <a:chOff x="8501174" y="2383489"/>
            <a:chExt cx="2699861" cy="667416"/>
          </a:xfrm>
          <a:solidFill>
            <a:schemeClr val="tx1"/>
          </a:solidFill>
        </p:grpSpPr>
        <p:grpSp>
          <p:nvGrpSpPr>
            <p:cNvPr id="19" name="Grafik 13">
              <a:extLst>
                <a:ext uri="{FF2B5EF4-FFF2-40B4-BE49-F238E27FC236}">
                  <a16:creationId xmlns:a16="http://schemas.microsoft.com/office/drawing/2014/main" id="{E3B4A805-8914-4DCF-9B56-0A8DE5412308}"/>
                </a:ext>
              </a:extLst>
            </p:cNvPr>
            <p:cNvGrpSpPr/>
            <p:nvPr/>
          </p:nvGrpSpPr>
          <p:grpSpPr>
            <a:xfrm>
              <a:off x="9461484" y="2955941"/>
              <a:ext cx="876871" cy="94964"/>
              <a:chOff x="9461484" y="2955941"/>
              <a:chExt cx="876871" cy="94964"/>
            </a:xfrm>
            <a:grpFill/>
          </p:grpSpPr>
          <p:sp>
            <p:nvSpPr>
              <p:cNvPr id="31" name="Freihandform: Form 30">
                <a:extLst>
                  <a:ext uri="{FF2B5EF4-FFF2-40B4-BE49-F238E27FC236}">
                    <a16:creationId xmlns:a16="http://schemas.microsoft.com/office/drawing/2014/main" id="{3F11C033-6005-2295-78B1-7855D31A1BA1}"/>
                  </a:ext>
                </a:extLst>
              </p:cNvPr>
              <p:cNvSpPr/>
              <p:nvPr/>
            </p:nvSpPr>
            <p:spPr>
              <a:xfrm>
                <a:off x="9461484" y="2957560"/>
                <a:ext cx="64198" cy="91725"/>
              </a:xfrm>
              <a:custGeom>
                <a:avLst/>
                <a:gdLst>
                  <a:gd name="connsiteX0" fmla="*/ 0 w 64198"/>
                  <a:gd name="connsiteY0" fmla="*/ 91726 h 91725"/>
                  <a:gd name="connsiteX1" fmla="*/ 18955 w 64198"/>
                  <a:gd name="connsiteY1" fmla="*/ 0 h 91725"/>
                  <a:gd name="connsiteX2" fmla="*/ 64198 w 64198"/>
                  <a:gd name="connsiteY2" fmla="*/ 0 h 91725"/>
                  <a:gd name="connsiteX3" fmla="*/ 62770 w 64198"/>
                  <a:gd name="connsiteY3" fmla="*/ 7906 h 91725"/>
                  <a:gd name="connsiteX4" fmla="*/ 26384 w 64198"/>
                  <a:gd name="connsiteY4" fmla="*/ 7906 h 91725"/>
                  <a:gd name="connsiteX5" fmla="*/ 19717 w 64198"/>
                  <a:gd name="connsiteY5" fmla="*/ 40576 h 91725"/>
                  <a:gd name="connsiteX6" fmla="*/ 54007 w 64198"/>
                  <a:gd name="connsiteY6" fmla="*/ 40576 h 91725"/>
                  <a:gd name="connsiteX7" fmla="*/ 52578 w 64198"/>
                  <a:gd name="connsiteY7" fmla="*/ 48482 h 91725"/>
                  <a:gd name="connsiteX8" fmla="*/ 18193 w 64198"/>
                  <a:gd name="connsiteY8" fmla="*/ 48482 h 91725"/>
                  <a:gd name="connsiteX9" fmla="*/ 10858 w 64198"/>
                  <a:gd name="connsiteY9" fmla="*/ 83820 h 91725"/>
                  <a:gd name="connsiteX10" fmla="*/ 48577 w 64198"/>
                  <a:gd name="connsiteY10" fmla="*/ 83820 h 91725"/>
                  <a:gd name="connsiteX11" fmla="*/ 47244 w 64198"/>
                  <a:gd name="connsiteY11" fmla="*/ 91726 h 91725"/>
                  <a:gd name="connsiteX12" fmla="*/ 190 w 64198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4198" h="91725">
                    <a:moveTo>
                      <a:pt x="0" y="91726"/>
                    </a:moveTo>
                    <a:lnTo>
                      <a:pt x="18955" y="0"/>
                    </a:lnTo>
                    <a:lnTo>
                      <a:pt x="64198" y="0"/>
                    </a:lnTo>
                    <a:lnTo>
                      <a:pt x="62770" y="7906"/>
                    </a:lnTo>
                    <a:lnTo>
                      <a:pt x="26384" y="7906"/>
                    </a:lnTo>
                    <a:lnTo>
                      <a:pt x="19717" y="40576"/>
                    </a:lnTo>
                    <a:lnTo>
                      <a:pt x="54007" y="40576"/>
                    </a:lnTo>
                    <a:lnTo>
                      <a:pt x="52578" y="48482"/>
                    </a:lnTo>
                    <a:lnTo>
                      <a:pt x="18193" y="48482"/>
                    </a:lnTo>
                    <a:lnTo>
                      <a:pt x="10858" y="83820"/>
                    </a:lnTo>
                    <a:lnTo>
                      <a:pt x="48577" y="83820"/>
                    </a:lnTo>
                    <a:lnTo>
                      <a:pt x="47244" y="91726"/>
                    </a:lnTo>
                    <a:lnTo>
                      <a:pt x="190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2" name="Freihandform: Form 31">
                <a:extLst>
                  <a:ext uri="{FF2B5EF4-FFF2-40B4-BE49-F238E27FC236}">
                    <a16:creationId xmlns:a16="http://schemas.microsoft.com/office/drawing/2014/main" id="{59BD4F8D-CD29-7C3B-C10F-A2C521163AC4}"/>
                  </a:ext>
                </a:extLst>
              </p:cNvPr>
              <p:cNvSpPr/>
              <p:nvPr/>
            </p:nvSpPr>
            <p:spPr>
              <a:xfrm>
                <a:off x="9534636" y="2957560"/>
                <a:ext cx="48387" cy="91725"/>
              </a:xfrm>
              <a:custGeom>
                <a:avLst/>
                <a:gdLst>
                  <a:gd name="connsiteX0" fmla="*/ 0 w 48387"/>
                  <a:gd name="connsiteY0" fmla="*/ 91726 h 91725"/>
                  <a:gd name="connsiteX1" fmla="*/ 19621 w 48387"/>
                  <a:gd name="connsiteY1" fmla="*/ 0 h 91725"/>
                  <a:gd name="connsiteX2" fmla="*/ 28956 w 48387"/>
                  <a:gd name="connsiteY2" fmla="*/ 0 h 91725"/>
                  <a:gd name="connsiteX3" fmla="*/ 10954 w 48387"/>
                  <a:gd name="connsiteY3" fmla="*/ 83820 h 91725"/>
                  <a:gd name="connsiteX4" fmla="*/ 48387 w 48387"/>
                  <a:gd name="connsiteY4" fmla="*/ 83820 h 91725"/>
                  <a:gd name="connsiteX5" fmla="*/ 46958 w 48387"/>
                  <a:gd name="connsiteY5" fmla="*/ 91726 h 91725"/>
                  <a:gd name="connsiteX6" fmla="*/ 95 w 48387"/>
                  <a:gd name="connsiteY6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8387" h="91725">
                    <a:moveTo>
                      <a:pt x="0" y="91726"/>
                    </a:moveTo>
                    <a:lnTo>
                      <a:pt x="19621" y="0"/>
                    </a:lnTo>
                    <a:lnTo>
                      <a:pt x="28956" y="0"/>
                    </a:lnTo>
                    <a:lnTo>
                      <a:pt x="10954" y="83820"/>
                    </a:lnTo>
                    <a:lnTo>
                      <a:pt x="48387" y="83820"/>
                    </a:lnTo>
                    <a:lnTo>
                      <a:pt x="46958" y="91726"/>
                    </a:lnTo>
                    <a:lnTo>
                      <a:pt x="95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3" name="Freihandform: Form 32">
                <a:extLst>
                  <a:ext uri="{FF2B5EF4-FFF2-40B4-BE49-F238E27FC236}">
                    <a16:creationId xmlns:a16="http://schemas.microsoft.com/office/drawing/2014/main" id="{D4B98960-FE72-FDCD-6930-B309F5343D54}"/>
                  </a:ext>
                </a:extLst>
              </p:cNvPr>
              <p:cNvSpPr/>
              <p:nvPr/>
            </p:nvSpPr>
            <p:spPr>
              <a:xfrm>
                <a:off x="9605216" y="2957560"/>
                <a:ext cx="64198" cy="91725"/>
              </a:xfrm>
              <a:custGeom>
                <a:avLst/>
                <a:gdLst>
                  <a:gd name="connsiteX0" fmla="*/ 0 w 64198"/>
                  <a:gd name="connsiteY0" fmla="*/ 91726 h 91725"/>
                  <a:gd name="connsiteX1" fmla="*/ 18955 w 64198"/>
                  <a:gd name="connsiteY1" fmla="*/ 0 h 91725"/>
                  <a:gd name="connsiteX2" fmla="*/ 64199 w 64198"/>
                  <a:gd name="connsiteY2" fmla="*/ 0 h 91725"/>
                  <a:gd name="connsiteX3" fmla="*/ 62770 w 64198"/>
                  <a:gd name="connsiteY3" fmla="*/ 7906 h 91725"/>
                  <a:gd name="connsiteX4" fmla="*/ 26384 w 64198"/>
                  <a:gd name="connsiteY4" fmla="*/ 7906 h 91725"/>
                  <a:gd name="connsiteX5" fmla="*/ 19717 w 64198"/>
                  <a:gd name="connsiteY5" fmla="*/ 40576 h 91725"/>
                  <a:gd name="connsiteX6" fmla="*/ 54007 w 64198"/>
                  <a:gd name="connsiteY6" fmla="*/ 40576 h 91725"/>
                  <a:gd name="connsiteX7" fmla="*/ 52578 w 64198"/>
                  <a:gd name="connsiteY7" fmla="*/ 48482 h 91725"/>
                  <a:gd name="connsiteX8" fmla="*/ 18193 w 64198"/>
                  <a:gd name="connsiteY8" fmla="*/ 48482 h 91725"/>
                  <a:gd name="connsiteX9" fmla="*/ 10859 w 64198"/>
                  <a:gd name="connsiteY9" fmla="*/ 83820 h 91725"/>
                  <a:gd name="connsiteX10" fmla="*/ 48578 w 64198"/>
                  <a:gd name="connsiteY10" fmla="*/ 83820 h 91725"/>
                  <a:gd name="connsiteX11" fmla="*/ 47244 w 64198"/>
                  <a:gd name="connsiteY11" fmla="*/ 91726 h 91725"/>
                  <a:gd name="connsiteX12" fmla="*/ 191 w 64198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4198" h="91725">
                    <a:moveTo>
                      <a:pt x="0" y="91726"/>
                    </a:moveTo>
                    <a:lnTo>
                      <a:pt x="18955" y="0"/>
                    </a:lnTo>
                    <a:lnTo>
                      <a:pt x="64199" y="0"/>
                    </a:lnTo>
                    <a:lnTo>
                      <a:pt x="62770" y="7906"/>
                    </a:lnTo>
                    <a:lnTo>
                      <a:pt x="26384" y="7906"/>
                    </a:lnTo>
                    <a:lnTo>
                      <a:pt x="19717" y="40576"/>
                    </a:lnTo>
                    <a:lnTo>
                      <a:pt x="54007" y="40576"/>
                    </a:lnTo>
                    <a:lnTo>
                      <a:pt x="52578" y="48482"/>
                    </a:lnTo>
                    <a:lnTo>
                      <a:pt x="18193" y="48482"/>
                    </a:lnTo>
                    <a:lnTo>
                      <a:pt x="10859" y="83820"/>
                    </a:lnTo>
                    <a:lnTo>
                      <a:pt x="48578" y="83820"/>
                    </a:lnTo>
                    <a:lnTo>
                      <a:pt x="47244" y="91726"/>
                    </a:lnTo>
                    <a:lnTo>
                      <a:pt x="191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4" name="Freihandform: Form 33">
                <a:extLst>
                  <a:ext uri="{FF2B5EF4-FFF2-40B4-BE49-F238E27FC236}">
                    <a16:creationId xmlns:a16="http://schemas.microsoft.com/office/drawing/2014/main" id="{56720191-8858-9EAD-35BA-1AD0A4E9098D}"/>
                  </a:ext>
                </a:extLst>
              </p:cNvPr>
              <p:cNvSpPr/>
              <p:nvPr/>
            </p:nvSpPr>
            <p:spPr>
              <a:xfrm>
                <a:off x="9684179" y="2955941"/>
                <a:ext cx="79247" cy="94869"/>
              </a:xfrm>
              <a:custGeom>
                <a:avLst/>
                <a:gdLst>
                  <a:gd name="connsiteX0" fmla="*/ 60960 w 79247"/>
                  <a:gd name="connsiteY0" fmla="*/ 92012 h 94869"/>
                  <a:gd name="connsiteX1" fmla="*/ 43053 w 79247"/>
                  <a:gd name="connsiteY1" fmla="*/ 94869 h 94869"/>
                  <a:gd name="connsiteX2" fmla="*/ 0 w 79247"/>
                  <a:gd name="connsiteY2" fmla="*/ 54674 h 94869"/>
                  <a:gd name="connsiteX3" fmla="*/ 54673 w 79247"/>
                  <a:gd name="connsiteY3" fmla="*/ 0 h 94869"/>
                  <a:gd name="connsiteX4" fmla="*/ 79248 w 79247"/>
                  <a:gd name="connsiteY4" fmla="*/ 4763 h 94869"/>
                  <a:gd name="connsiteX5" fmla="*/ 76105 w 79247"/>
                  <a:gd name="connsiteY5" fmla="*/ 12382 h 94869"/>
                  <a:gd name="connsiteX6" fmla="*/ 54007 w 79247"/>
                  <a:gd name="connsiteY6" fmla="*/ 7906 h 94869"/>
                  <a:gd name="connsiteX7" fmla="*/ 9049 w 79247"/>
                  <a:gd name="connsiteY7" fmla="*/ 54769 h 94869"/>
                  <a:gd name="connsiteX8" fmla="*/ 42577 w 79247"/>
                  <a:gd name="connsiteY8" fmla="*/ 86963 h 94869"/>
                  <a:gd name="connsiteX9" fmla="*/ 62008 w 79247"/>
                  <a:gd name="connsiteY9" fmla="*/ 83915 h 94869"/>
                  <a:gd name="connsiteX10" fmla="*/ 60960 w 79247"/>
                  <a:gd name="connsiteY10" fmla="*/ 91916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9247" h="94869">
                    <a:moveTo>
                      <a:pt x="60960" y="92012"/>
                    </a:moveTo>
                    <a:cubicBezTo>
                      <a:pt x="54293" y="94202"/>
                      <a:pt x="49244" y="94869"/>
                      <a:pt x="43053" y="94869"/>
                    </a:cubicBezTo>
                    <a:cubicBezTo>
                      <a:pt x="19145" y="94869"/>
                      <a:pt x="0" y="79153"/>
                      <a:pt x="0" y="54674"/>
                    </a:cubicBezTo>
                    <a:cubicBezTo>
                      <a:pt x="0" y="23050"/>
                      <a:pt x="22289" y="0"/>
                      <a:pt x="54673" y="0"/>
                    </a:cubicBezTo>
                    <a:cubicBezTo>
                      <a:pt x="66199" y="0"/>
                      <a:pt x="72961" y="1810"/>
                      <a:pt x="79248" y="4763"/>
                    </a:cubicBezTo>
                    <a:lnTo>
                      <a:pt x="76105" y="12382"/>
                    </a:lnTo>
                    <a:cubicBezTo>
                      <a:pt x="69532" y="8858"/>
                      <a:pt x="61817" y="7906"/>
                      <a:pt x="54007" y="7906"/>
                    </a:cubicBezTo>
                    <a:cubicBezTo>
                      <a:pt x="27337" y="7906"/>
                      <a:pt x="9049" y="28289"/>
                      <a:pt x="9049" y="54769"/>
                    </a:cubicBezTo>
                    <a:cubicBezTo>
                      <a:pt x="9049" y="72485"/>
                      <a:pt x="22955" y="86963"/>
                      <a:pt x="42577" y="86963"/>
                    </a:cubicBezTo>
                    <a:cubicBezTo>
                      <a:pt x="48482" y="86963"/>
                      <a:pt x="53721" y="86678"/>
                      <a:pt x="62008" y="83915"/>
                    </a:cubicBezTo>
                    <a:lnTo>
                      <a:pt x="60960" y="9191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32DFC161-78EF-378D-071A-3E27AC21AEC9}"/>
                  </a:ext>
                </a:extLst>
              </p:cNvPr>
              <p:cNvSpPr/>
              <p:nvPr/>
            </p:nvSpPr>
            <p:spPr>
              <a:xfrm>
                <a:off x="9781905" y="2957560"/>
                <a:ext cx="66484" cy="91725"/>
              </a:xfrm>
              <a:custGeom>
                <a:avLst/>
                <a:gdLst>
                  <a:gd name="connsiteX0" fmla="*/ 9906 w 66484"/>
                  <a:gd name="connsiteY0" fmla="*/ 91726 h 91725"/>
                  <a:gd name="connsiteX1" fmla="*/ 27813 w 66484"/>
                  <a:gd name="connsiteY1" fmla="*/ 7906 h 91725"/>
                  <a:gd name="connsiteX2" fmla="*/ 0 w 66484"/>
                  <a:gd name="connsiteY2" fmla="*/ 7906 h 91725"/>
                  <a:gd name="connsiteX3" fmla="*/ 1715 w 66484"/>
                  <a:gd name="connsiteY3" fmla="*/ 0 h 91725"/>
                  <a:gd name="connsiteX4" fmla="*/ 66484 w 66484"/>
                  <a:gd name="connsiteY4" fmla="*/ 0 h 91725"/>
                  <a:gd name="connsiteX5" fmla="*/ 64865 w 66484"/>
                  <a:gd name="connsiteY5" fmla="*/ 7906 h 91725"/>
                  <a:gd name="connsiteX6" fmla="*/ 37052 w 66484"/>
                  <a:gd name="connsiteY6" fmla="*/ 7906 h 91725"/>
                  <a:gd name="connsiteX7" fmla="*/ 19431 w 66484"/>
                  <a:gd name="connsiteY7" fmla="*/ 91726 h 91725"/>
                  <a:gd name="connsiteX8" fmla="*/ 10001 w 66484"/>
                  <a:gd name="connsiteY8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484" h="91725">
                    <a:moveTo>
                      <a:pt x="9906" y="91726"/>
                    </a:moveTo>
                    <a:lnTo>
                      <a:pt x="27813" y="7906"/>
                    </a:lnTo>
                    <a:lnTo>
                      <a:pt x="0" y="7906"/>
                    </a:lnTo>
                    <a:lnTo>
                      <a:pt x="1715" y="0"/>
                    </a:lnTo>
                    <a:lnTo>
                      <a:pt x="66484" y="0"/>
                    </a:lnTo>
                    <a:lnTo>
                      <a:pt x="64865" y="7906"/>
                    </a:lnTo>
                    <a:lnTo>
                      <a:pt x="37052" y="7906"/>
                    </a:lnTo>
                    <a:lnTo>
                      <a:pt x="19431" y="91726"/>
                    </a:lnTo>
                    <a:lnTo>
                      <a:pt x="10001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D8851229-8480-CCEE-86DE-6CD2857C7775}"/>
                  </a:ext>
                </a:extLst>
              </p:cNvPr>
              <p:cNvSpPr/>
              <p:nvPr/>
            </p:nvSpPr>
            <p:spPr>
              <a:xfrm>
                <a:off x="9852104" y="2957560"/>
                <a:ext cx="65912" cy="91725"/>
              </a:xfrm>
              <a:custGeom>
                <a:avLst/>
                <a:gdLst>
                  <a:gd name="connsiteX0" fmla="*/ 49625 w 65912"/>
                  <a:gd name="connsiteY0" fmla="*/ 91726 h 91725"/>
                  <a:gd name="connsiteX1" fmla="*/ 41910 w 65912"/>
                  <a:gd name="connsiteY1" fmla="*/ 58769 h 91725"/>
                  <a:gd name="connsiteX2" fmla="*/ 29051 w 65912"/>
                  <a:gd name="connsiteY2" fmla="*/ 48482 h 91725"/>
                  <a:gd name="connsiteX3" fmla="*/ 18383 w 65912"/>
                  <a:gd name="connsiteY3" fmla="*/ 48482 h 91725"/>
                  <a:gd name="connsiteX4" fmla="*/ 9144 w 65912"/>
                  <a:gd name="connsiteY4" fmla="*/ 91726 h 91725"/>
                  <a:gd name="connsiteX5" fmla="*/ 0 w 65912"/>
                  <a:gd name="connsiteY5" fmla="*/ 91726 h 91725"/>
                  <a:gd name="connsiteX6" fmla="*/ 20003 w 65912"/>
                  <a:gd name="connsiteY6" fmla="*/ 0 h 91725"/>
                  <a:gd name="connsiteX7" fmla="*/ 42291 w 65912"/>
                  <a:gd name="connsiteY7" fmla="*/ 0 h 91725"/>
                  <a:gd name="connsiteX8" fmla="*/ 65913 w 65912"/>
                  <a:gd name="connsiteY8" fmla="*/ 20479 h 91725"/>
                  <a:gd name="connsiteX9" fmla="*/ 40005 w 65912"/>
                  <a:gd name="connsiteY9" fmla="*/ 45053 h 91725"/>
                  <a:gd name="connsiteX10" fmla="*/ 40005 w 65912"/>
                  <a:gd name="connsiteY10" fmla="*/ 45339 h 91725"/>
                  <a:gd name="connsiteX11" fmla="*/ 49721 w 65912"/>
                  <a:gd name="connsiteY11" fmla="*/ 56007 h 91725"/>
                  <a:gd name="connsiteX12" fmla="*/ 58483 w 65912"/>
                  <a:gd name="connsiteY12" fmla="*/ 91726 h 91725"/>
                  <a:gd name="connsiteX13" fmla="*/ 49530 w 65912"/>
                  <a:gd name="connsiteY13" fmla="*/ 91726 h 91725"/>
                  <a:gd name="connsiteX14" fmla="*/ 29242 w 65912"/>
                  <a:gd name="connsiteY14" fmla="*/ 40672 h 91725"/>
                  <a:gd name="connsiteX15" fmla="*/ 56864 w 65912"/>
                  <a:gd name="connsiteY15" fmla="*/ 21717 h 91725"/>
                  <a:gd name="connsiteX16" fmla="*/ 40291 w 65912"/>
                  <a:gd name="connsiteY16" fmla="*/ 7906 h 91725"/>
                  <a:gd name="connsiteX17" fmla="*/ 27051 w 65912"/>
                  <a:gd name="connsiteY17" fmla="*/ 7906 h 91725"/>
                  <a:gd name="connsiteX18" fmla="*/ 20098 w 65912"/>
                  <a:gd name="connsiteY18" fmla="*/ 40576 h 91725"/>
                  <a:gd name="connsiteX19" fmla="*/ 29242 w 65912"/>
                  <a:gd name="connsiteY19" fmla="*/ 4057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5912" h="91725">
                    <a:moveTo>
                      <a:pt x="49625" y="91726"/>
                    </a:moveTo>
                    <a:lnTo>
                      <a:pt x="41910" y="58769"/>
                    </a:lnTo>
                    <a:cubicBezTo>
                      <a:pt x="39910" y="50578"/>
                      <a:pt x="36481" y="48482"/>
                      <a:pt x="29051" y="48482"/>
                    </a:cubicBezTo>
                    <a:lnTo>
                      <a:pt x="18383" y="48482"/>
                    </a:lnTo>
                    <a:lnTo>
                      <a:pt x="9144" y="91726"/>
                    </a:lnTo>
                    <a:lnTo>
                      <a:pt x="0" y="91726"/>
                    </a:lnTo>
                    <a:lnTo>
                      <a:pt x="20003" y="0"/>
                    </a:lnTo>
                    <a:lnTo>
                      <a:pt x="42291" y="0"/>
                    </a:lnTo>
                    <a:cubicBezTo>
                      <a:pt x="57245" y="0"/>
                      <a:pt x="65913" y="6286"/>
                      <a:pt x="65913" y="20479"/>
                    </a:cubicBezTo>
                    <a:cubicBezTo>
                      <a:pt x="65913" y="34671"/>
                      <a:pt x="55531" y="44291"/>
                      <a:pt x="40005" y="45053"/>
                    </a:cubicBezTo>
                    <a:lnTo>
                      <a:pt x="40005" y="45339"/>
                    </a:lnTo>
                    <a:cubicBezTo>
                      <a:pt x="46577" y="46482"/>
                      <a:pt x="48292" y="49911"/>
                      <a:pt x="49721" y="56007"/>
                    </a:cubicBezTo>
                    <a:lnTo>
                      <a:pt x="58483" y="91726"/>
                    </a:lnTo>
                    <a:lnTo>
                      <a:pt x="49530" y="91726"/>
                    </a:lnTo>
                    <a:close/>
                    <a:moveTo>
                      <a:pt x="29242" y="40672"/>
                    </a:moveTo>
                    <a:cubicBezTo>
                      <a:pt x="45149" y="40672"/>
                      <a:pt x="56864" y="34671"/>
                      <a:pt x="56864" y="21717"/>
                    </a:cubicBezTo>
                    <a:cubicBezTo>
                      <a:pt x="56864" y="11716"/>
                      <a:pt x="50197" y="7906"/>
                      <a:pt x="40291" y="7906"/>
                    </a:cubicBezTo>
                    <a:lnTo>
                      <a:pt x="27051" y="7906"/>
                    </a:lnTo>
                    <a:lnTo>
                      <a:pt x="20098" y="40576"/>
                    </a:lnTo>
                    <a:lnTo>
                      <a:pt x="29242" y="4057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7" name="Freihandform: Form 36">
                <a:extLst>
                  <a:ext uri="{FF2B5EF4-FFF2-40B4-BE49-F238E27FC236}">
                    <a16:creationId xmlns:a16="http://schemas.microsoft.com/office/drawing/2014/main" id="{FD93FE03-F917-1D49-589F-1C11FB9BF8CD}"/>
                  </a:ext>
                </a:extLst>
              </p:cNvPr>
              <p:cNvSpPr/>
              <p:nvPr/>
            </p:nvSpPr>
            <p:spPr>
              <a:xfrm>
                <a:off x="9939068" y="2956036"/>
                <a:ext cx="83438" cy="94868"/>
              </a:xfrm>
              <a:custGeom>
                <a:avLst/>
                <a:gdLst>
                  <a:gd name="connsiteX0" fmla="*/ 0 w 83438"/>
                  <a:gd name="connsiteY0" fmla="*/ 57436 h 94868"/>
                  <a:gd name="connsiteX1" fmla="*/ 48768 w 83438"/>
                  <a:gd name="connsiteY1" fmla="*/ 0 h 94868"/>
                  <a:gd name="connsiteX2" fmla="*/ 83439 w 83438"/>
                  <a:gd name="connsiteY2" fmla="*/ 37433 h 94868"/>
                  <a:gd name="connsiteX3" fmla="*/ 34671 w 83438"/>
                  <a:gd name="connsiteY3" fmla="*/ 94869 h 94868"/>
                  <a:gd name="connsiteX4" fmla="*/ 0 w 83438"/>
                  <a:gd name="connsiteY4" fmla="*/ 57436 h 94868"/>
                  <a:gd name="connsiteX5" fmla="*/ 74390 w 83438"/>
                  <a:gd name="connsiteY5" fmla="*/ 38481 h 94868"/>
                  <a:gd name="connsiteX6" fmla="*/ 48387 w 83438"/>
                  <a:gd name="connsiteY6" fmla="*/ 7906 h 94868"/>
                  <a:gd name="connsiteX7" fmla="*/ 9144 w 83438"/>
                  <a:gd name="connsiteY7" fmla="*/ 56674 h 94868"/>
                  <a:gd name="connsiteX8" fmla="*/ 35433 w 83438"/>
                  <a:gd name="connsiteY8" fmla="*/ 87058 h 94868"/>
                  <a:gd name="connsiteX9" fmla="*/ 74486 w 83438"/>
                  <a:gd name="connsiteY9" fmla="*/ 38576 h 94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3438" h="94868">
                    <a:moveTo>
                      <a:pt x="0" y="57436"/>
                    </a:moveTo>
                    <a:cubicBezTo>
                      <a:pt x="0" y="28099"/>
                      <a:pt x="18574" y="0"/>
                      <a:pt x="48768" y="0"/>
                    </a:cubicBezTo>
                    <a:cubicBezTo>
                      <a:pt x="70961" y="0"/>
                      <a:pt x="83439" y="14573"/>
                      <a:pt x="83439" y="37433"/>
                    </a:cubicBezTo>
                    <a:cubicBezTo>
                      <a:pt x="83439" y="66866"/>
                      <a:pt x="64865" y="94869"/>
                      <a:pt x="34671" y="94869"/>
                    </a:cubicBezTo>
                    <a:cubicBezTo>
                      <a:pt x="12383" y="94869"/>
                      <a:pt x="0" y="80010"/>
                      <a:pt x="0" y="57436"/>
                    </a:cubicBezTo>
                    <a:close/>
                    <a:moveTo>
                      <a:pt x="74390" y="38481"/>
                    </a:moveTo>
                    <a:cubicBezTo>
                      <a:pt x="74390" y="19717"/>
                      <a:pt x="64961" y="7906"/>
                      <a:pt x="48387" y="7906"/>
                    </a:cubicBezTo>
                    <a:cubicBezTo>
                      <a:pt x="24384" y="7906"/>
                      <a:pt x="9144" y="33623"/>
                      <a:pt x="9144" y="56674"/>
                    </a:cubicBezTo>
                    <a:cubicBezTo>
                      <a:pt x="9144" y="72485"/>
                      <a:pt x="16383" y="87058"/>
                      <a:pt x="35433" y="87058"/>
                    </a:cubicBezTo>
                    <a:cubicBezTo>
                      <a:pt x="59246" y="87058"/>
                      <a:pt x="74486" y="61055"/>
                      <a:pt x="74486" y="38576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8" name="Freihandform: Form 37">
                <a:extLst>
                  <a:ext uri="{FF2B5EF4-FFF2-40B4-BE49-F238E27FC236}">
                    <a16:creationId xmlns:a16="http://schemas.microsoft.com/office/drawing/2014/main" id="{A2D4D78B-A5D1-D878-1AF3-A00FA5B06944}"/>
                  </a:ext>
                </a:extLst>
              </p:cNvPr>
              <p:cNvSpPr/>
              <p:nvPr/>
            </p:nvSpPr>
            <p:spPr>
              <a:xfrm>
                <a:off x="10040890" y="2957560"/>
                <a:ext cx="86772" cy="91725"/>
              </a:xfrm>
              <a:custGeom>
                <a:avLst/>
                <a:gdLst>
                  <a:gd name="connsiteX0" fmla="*/ 56579 w 86772"/>
                  <a:gd name="connsiteY0" fmla="*/ 91726 h 91725"/>
                  <a:gd name="connsiteX1" fmla="*/ 26003 w 86772"/>
                  <a:gd name="connsiteY1" fmla="*/ 11049 h 91725"/>
                  <a:gd name="connsiteX2" fmla="*/ 25717 w 86772"/>
                  <a:gd name="connsiteY2" fmla="*/ 11049 h 91725"/>
                  <a:gd name="connsiteX3" fmla="*/ 8382 w 86772"/>
                  <a:gd name="connsiteY3" fmla="*/ 91726 h 91725"/>
                  <a:gd name="connsiteX4" fmla="*/ 0 w 86772"/>
                  <a:gd name="connsiteY4" fmla="*/ 91726 h 91725"/>
                  <a:gd name="connsiteX5" fmla="*/ 19812 w 86772"/>
                  <a:gd name="connsiteY5" fmla="*/ 0 h 91725"/>
                  <a:gd name="connsiteX6" fmla="*/ 30575 w 86772"/>
                  <a:gd name="connsiteY6" fmla="*/ 0 h 91725"/>
                  <a:gd name="connsiteX7" fmla="*/ 61150 w 86772"/>
                  <a:gd name="connsiteY7" fmla="*/ 80677 h 91725"/>
                  <a:gd name="connsiteX8" fmla="*/ 61436 w 86772"/>
                  <a:gd name="connsiteY8" fmla="*/ 80677 h 91725"/>
                  <a:gd name="connsiteX9" fmla="*/ 78486 w 86772"/>
                  <a:gd name="connsiteY9" fmla="*/ 0 h 91725"/>
                  <a:gd name="connsiteX10" fmla="*/ 86773 w 86772"/>
                  <a:gd name="connsiteY10" fmla="*/ 0 h 91725"/>
                  <a:gd name="connsiteX11" fmla="*/ 67342 w 86772"/>
                  <a:gd name="connsiteY11" fmla="*/ 91726 h 91725"/>
                  <a:gd name="connsiteX12" fmla="*/ 56579 w 86772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6772" h="91725">
                    <a:moveTo>
                      <a:pt x="56579" y="91726"/>
                    </a:moveTo>
                    <a:lnTo>
                      <a:pt x="26003" y="11049"/>
                    </a:lnTo>
                    <a:lnTo>
                      <a:pt x="25717" y="11049"/>
                    </a:lnTo>
                    <a:lnTo>
                      <a:pt x="8382" y="91726"/>
                    </a:lnTo>
                    <a:lnTo>
                      <a:pt x="0" y="91726"/>
                    </a:lnTo>
                    <a:lnTo>
                      <a:pt x="19812" y="0"/>
                    </a:lnTo>
                    <a:lnTo>
                      <a:pt x="30575" y="0"/>
                    </a:lnTo>
                    <a:lnTo>
                      <a:pt x="61150" y="80677"/>
                    </a:lnTo>
                    <a:lnTo>
                      <a:pt x="61436" y="80677"/>
                    </a:lnTo>
                    <a:lnTo>
                      <a:pt x="78486" y="0"/>
                    </a:lnTo>
                    <a:lnTo>
                      <a:pt x="86773" y="0"/>
                    </a:lnTo>
                    <a:lnTo>
                      <a:pt x="67342" y="91726"/>
                    </a:lnTo>
                    <a:lnTo>
                      <a:pt x="56579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9" name="Freihandform: Form 38">
                <a:extLst>
                  <a:ext uri="{FF2B5EF4-FFF2-40B4-BE49-F238E27FC236}">
                    <a16:creationId xmlns:a16="http://schemas.microsoft.com/office/drawing/2014/main" id="{6427754E-284B-85B2-BF25-8D7D630A6B35}"/>
                  </a:ext>
                </a:extLst>
              </p:cNvPr>
              <p:cNvSpPr/>
              <p:nvPr/>
            </p:nvSpPr>
            <p:spPr>
              <a:xfrm>
                <a:off x="10141379" y="2957560"/>
                <a:ext cx="28479" cy="91725"/>
              </a:xfrm>
              <a:custGeom>
                <a:avLst/>
                <a:gdLst>
                  <a:gd name="connsiteX0" fmla="*/ 0 w 28479"/>
                  <a:gd name="connsiteY0" fmla="*/ 91726 h 91725"/>
                  <a:gd name="connsiteX1" fmla="*/ 19431 w 28479"/>
                  <a:gd name="connsiteY1" fmla="*/ 0 h 91725"/>
                  <a:gd name="connsiteX2" fmla="*/ 28480 w 28479"/>
                  <a:gd name="connsiteY2" fmla="*/ 0 h 91725"/>
                  <a:gd name="connsiteX3" fmla="*/ 9049 w 28479"/>
                  <a:gd name="connsiteY3" fmla="*/ 91726 h 91725"/>
                  <a:gd name="connsiteX4" fmla="*/ 0 w 28479"/>
                  <a:gd name="connsiteY4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479" h="91725">
                    <a:moveTo>
                      <a:pt x="0" y="91726"/>
                    </a:moveTo>
                    <a:lnTo>
                      <a:pt x="19431" y="0"/>
                    </a:lnTo>
                    <a:lnTo>
                      <a:pt x="28480" y="0"/>
                    </a:lnTo>
                    <a:lnTo>
                      <a:pt x="9049" y="91726"/>
                    </a:lnTo>
                    <a:lnTo>
                      <a:pt x="0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40" name="Freihandform: Form 39">
                <a:extLst>
                  <a:ext uri="{FF2B5EF4-FFF2-40B4-BE49-F238E27FC236}">
                    <a16:creationId xmlns:a16="http://schemas.microsoft.com/office/drawing/2014/main" id="{9DD579D0-D1C7-EB7B-9819-3BA1C29A9FE7}"/>
                  </a:ext>
                </a:extLst>
              </p:cNvPr>
              <p:cNvSpPr/>
              <p:nvPr/>
            </p:nvSpPr>
            <p:spPr>
              <a:xfrm>
                <a:off x="10187766" y="2955941"/>
                <a:ext cx="79248" cy="94869"/>
              </a:xfrm>
              <a:custGeom>
                <a:avLst/>
                <a:gdLst>
                  <a:gd name="connsiteX0" fmla="*/ 60960 w 79248"/>
                  <a:gd name="connsiteY0" fmla="*/ 92012 h 94869"/>
                  <a:gd name="connsiteX1" fmla="*/ 43053 w 79248"/>
                  <a:gd name="connsiteY1" fmla="*/ 94869 h 94869"/>
                  <a:gd name="connsiteX2" fmla="*/ 0 w 79248"/>
                  <a:gd name="connsiteY2" fmla="*/ 54674 h 94869"/>
                  <a:gd name="connsiteX3" fmla="*/ 54674 w 79248"/>
                  <a:gd name="connsiteY3" fmla="*/ 0 h 94869"/>
                  <a:gd name="connsiteX4" fmla="*/ 79248 w 79248"/>
                  <a:gd name="connsiteY4" fmla="*/ 4763 h 94869"/>
                  <a:gd name="connsiteX5" fmla="*/ 76105 w 79248"/>
                  <a:gd name="connsiteY5" fmla="*/ 12382 h 94869"/>
                  <a:gd name="connsiteX6" fmla="*/ 54007 w 79248"/>
                  <a:gd name="connsiteY6" fmla="*/ 7906 h 94869"/>
                  <a:gd name="connsiteX7" fmla="*/ 9049 w 79248"/>
                  <a:gd name="connsiteY7" fmla="*/ 54769 h 94869"/>
                  <a:gd name="connsiteX8" fmla="*/ 42577 w 79248"/>
                  <a:gd name="connsiteY8" fmla="*/ 86963 h 94869"/>
                  <a:gd name="connsiteX9" fmla="*/ 62008 w 79248"/>
                  <a:gd name="connsiteY9" fmla="*/ 83915 h 94869"/>
                  <a:gd name="connsiteX10" fmla="*/ 60960 w 79248"/>
                  <a:gd name="connsiteY10" fmla="*/ 91916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9248" h="94869">
                    <a:moveTo>
                      <a:pt x="60960" y="92012"/>
                    </a:moveTo>
                    <a:cubicBezTo>
                      <a:pt x="54292" y="94202"/>
                      <a:pt x="49244" y="94869"/>
                      <a:pt x="43053" y="94869"/>
                    </a:cubicBezTo>
                    <a:cubicBezTo>
                      <a:pt x="19145" y="94869"/>
                      <a:pt x="0" y="79153"/>
                      <a:pt x="0" y="54674"/>
                    </a:cubicBezTo>
                    <a:cubicBezTo>
                      <a:pt x="0" y="23050"/>
                      <a:pt x="22288" y="0"/>
                      <a:pt x="54674" y="0"/>
                    </a:cubicBezTo>
                    <a:cubicBezTo>
                      <a:pt x="66199" y="0"/>
                      <a:pt x="72962" y="1810"/>
                      <a:pt x="79248" y="4763"/>
                    </a:cubicBezTo>
                    <a:lnTo>
                      <a:pt x="76105" y="12382"/>
                    </a:lnTo>
                    <a:cubicBezTo>
                      <a:pt x="69533" y="8858"/>
                      <a:pt x="61817" y="7906"/>
                      <a:pt x="54007" y="7906"/>
                    </a:cubicBezTo>
                    <a:cubicBezTo>
                      <a:pt x="27337" y="7906"/>
                      <a:pt x="9049" y="28289"/>
                      <a:pt x="9049" y="54769"/>
                    </a:cubicBezTo>
                    <a:cubicBezTo>
                      <a:pt x="9049" y="72485"/>
                      <a:pt x="22955" y="86963"/>
                      <a:pt x="42577" y="86963"/>
                    </a:cubicBezTo>
                    <a:cubicBezTo>
                      <a:pt x="48482" y="86963"/>
                      <a:pt x="53721" y="86678"/>
                      <a:pt x="62008" y="83915"/>
                    </a:cubicBezTo>
                    <a:lnTo>
                      <a:pt x="60960" y="9191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41" name="Freihandform: Form 40">
                <a:extLst>
                  <a:ext uri="{FF2B5EF4-FFF2-40B4-BE49-F238E27FC236}">
                    <a16:creationId xmlns:a16="http://schemas.microsoft.com/office/drawing/2014/main" id="{742B250C-543A-8405-E469-967024438E4B}"/>
                  </a:ext>
                </a:extLst>
              </p:cNvPr>
              <p:cNvSpPr/>
              <p:nvPr/>
            </p:nvSpPr>
            <p:spPr>
              <a:xfrm>
                <a:off x="10272062" y="2955941"/>
                <a:ext cx="66293" cy="94869"/>
              </a:xfrm>
              <a:custGeom>
                <a:avLst/>
                <a:gdLst>
                  <a:gd name="connsiteX0" fmla="*/ 2572 w 66293"/>
                  <a:gd name="connsiteY0" fmla="*/ 81248 h 94869"/>
                  <a:gd name="connsiteX1" fmla="*/ 22193 w 66293"/>
                  <a:gd name="connsiteY1" fmla="*/ 87058 h 94869"/>
                  <a:gd name="connsiteX2" fmla="*/ 47720 w 66293"/>
                  <a:gd name="connsiteY2" fmla="*/ 67437 h 94869"/>
                  <a:gd name="connsiteX3" fmla="*/ 34099 w 66293"/>
                  <a:gd name="connsiteY3" fmla="*/ 49435 h 94869"/>
                  <a:gd name="connsiteX4" fmla="*/ 14002 w 66293"/>
                  <a:gd name="connsiteY4" fmla="*/ 25527 h 94869"/>
                  <a:gd name="connsiteX5" fmla="*/ 45053 w 66293"/>
                  <a:gd name="connsiteY5" fmla="*/ 0 h 94869"/>
                  <a:gd name="connsiteX6" fmla="*/ 66294 w 66293"/>
                  <a:gd name="connsiteY6" fmla="*/ 4096 h 94869"/>
                  <a:gd name="connsiteX7" fmla="*/ 63532 w 66293"/>
                  <a:gd name="connsiteY7" fmla="*/ 12382 h 94869"/>
                  <a:gd name="connsiteX8" fmla="*/ 44863 w 66293"/>
                  <a:gd name="connsiteY8" fmla="*/ 7906 h 94869"/>
                  <a:gd name="connsiteX9" fmla="*/ 23050 w 66293"/>
                  <a:gd name="connsiteY9" fmla="*/ 24860 h 94869"/>
                  <a:gd name="connsiteX10" fmla="*/ 36481 w 66293"/>
                  <a:gd name="connsiteY10" fmla="*/ 40481 h 94869"/>
                  <a:gd name="connsiteX11" fmla="*/ 56864 w 66293"/>
                  <a:gd name="connsiteY11" fmla="*/ 66199 h 94869"/>
                  <a:gd name="connsiteX12" fmla="*/ 22955 w 66293"/>
                  <a:gd name="connsiteY12" fmla="*/ 94869 h 94869"/>
                  <a:gd name="connsiteX13" fmla="*/ 0 w 66293"/>
                  <a:gd name="connsiteY13" fmla="*/ 89916 h 94869"/>
                  <a:gd name="connsiteX14" fmla="*/ 2762 w 66293"/>
                  <a:gd name="connsiteY14" fmla="*/ 81248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6293" h="94869">
                    <a:moveTo>
                      <a:pt x="2572" y="81248"/>
                    </a:moveTo>
                    <a:cubicBezTo>
                      <a:pt x="8096" y="84963"/>
                      <a:pt x="15430" y="87058"/>
                      <a:pt x="22193" y="87058"/>
                    </a:cubicBezTo>
                    <a:cubicBezTo>
                      <a:pt x="34576" y="87058"/>
                      <a:pt x="47720" y="81629"/>
                      <a:pt x="47720" y="67437"/>
                    </a:cubicBezTo>
                    <a:cubicBezTo>
                      <a:pt x="47720" y="59912"/>
                      <a:pt x="42767" y="54959"/>
                      <a:pt x="34099" y="49435"/>
                    </a:cubicBezTo>
                    <a:cubicBezTo>
                      <a:pt x="23241" y="42482"/>
                      <a:pt x="14002" y="36957"/>
                      <a:pt x="14002" y="25527"/>
                    </a:cubicBezTo>
                    <a:cubicBezTo>
                      <a:pt x="14002" y="8477"/>
                      <a:pt x="28099" y="0"/>
                      <a:pt x="45053" y="0"/>
                    </a:cubicBezTo>
                    <a:cubicBezTo>
                      <a:pt x="52768" y="0"/>
                      <a:pt x="59912" y="1333"/>
                      <a:pt x="66294" y="4096"/>
                    </a:cubicBezTo>
                    <a:lnTo>
                      <a:pt x="63532" y="12382"/>
                    </a:lnTo>
                    <a:cubicBezTo>
                      <a:pt x="57626" y="9334"/>
                      <a:pt x="51340" y="7906"/>
                      <a:pt x="44863" y="7906"/>
                    </a:cubicBezTo>
                    <a:cubicBezTo>
                      <a:pt x="34861" y="7906"/>
                      <a:pt x="23050" y="12764"/>
                      <a:pt x="23050" y="24860"/>
                    </a:cubicBezTo>
                    <a:cubicBezTo>
                      <a:pt x="23050" y="31051"/>
                      <a:pt x="27527" y="34957"/>
                      <a:pt x="36481" y="40481"/>
                    </a:cubicBezTo>
                    <a:cubicBezTo>
                      <a:pt x="48673" y="48006"/>
                      <a:pt x="56864" y="54293"/>
                      <a:pt x="56864" y="66199"/>
                    </a:cubicBezTo>
                    <a:cubicBezTo>
                      <a:pt x="56864" y="84868"/>
                      <a:pt x="39814" y="94869"/>
                      <a:pt x="22955" y="94869"/>
                    </a:cubicBezTo>
                    <a:cubicBezTo>
                      <a:pt x="14573" y="94869"/>
                      <a:pt x="6382" y="93440"/>
                      <a:pt x="0" y="89916"/>
                    </a:cubicBezTo>
                    <a:lnTo>
                      <a:pt x="2762" y="81248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</p:grp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014C4952-2E1B-CE2E-46B9-ED49A32A2CA2}"/>
                </a:ext>
              </a:extLst>
            </p:cNvPr>
            <p:cNvSpPr/>
            <p:nvPr/>
          </p:nvSpPr>
          <p:spPr>
            <a:xfrm>
              <a:off x="9491583" y="2527792"/>
              <a:ext cx="408717" cy="379666"/>
            </a:xfrm>
            <a:custGeom>
              <a:avLst/>
              <a:gdLst>
                <a:gd name="connsiteX0" fmla="*/ 80486 w 408717"/>
                <a:gd name="connsiteY0" fmla="*/ 0 h 379666"/>
                <a:gd name="connsiteX1" fmla="*/ 80486 w 408717"/>
                <a:gd name="connsiteY1" fmla="*/ 0 h 379666"/>
                <a:gd name="connsiteX2" fmla="*/ 408718 w 408717"/>
                <a:gd name="connsiteY2" fmla="*/ 0 h 379666"/>
                <a:gd name="connsiteX3" fmla="*/ 389477 w 408717"/>
                <a:gd name="connsiteY3" fmla="*/ 91345 h 379666"/>
                <a:gd name="connsiteX4" fmla="*/ 203168 w 408717"/>
                <a:gd name="connsiteY4" fmla="*/ 91345 h 379666"/>
                <a:gd name="connsiteX5" fmla="*/ 191643 w 408717"/>
                <a:gd name="connsiteY5" fmla="*/ 145161 h 379666"/>
                <a:gd name="connsiteX6" fmla="*/ 369760 w 408717"/>
                <a:gd name="connsiteY6" fmla="*/ 145161 h 379666"/>
                <a:gd name="connsiteX7" fmla="*/ 350520 w 408717"/>
                <a:gd name="connsiteY7" fmla="*/ 236506 h 379666"/>
                <a:gd name="connsiteX8" fmla="*/ 172402 w 408717"/>
                <a:gd name="connsiteY8" fmla="*/ 236506 h 379666"/>
                <a:gd name="connsiteX9" fmla="*/ 161353 w 408717"/>
                <a:gd name="connsiteY9" fmla="*/ 287941 h 379666"/>
                <a:gd name="connsiteX10" fmla="*/ 351282 w 408717"/>
                <a:gd name="connsiteY10" fmla="*/ 287941 h 379666"/>
                <a:gd name="connsiteX11" fmla="*/ 331946 w 408717"/>
                <a:gd name="connsiteY11" fmla="*/ 379667 h 379666"/>
                <a:gd name="connsiteX12" fmla="*/ 0 w 408717"/>
                <a:gd name="connsiteY12" fmla="*/ 379667 h 379666"/>
                <a:gd name="connsiteX13" fmla="*/ 80486 w 408717"/>
                <a:gd name="connsiteY13" fmla="*/ 0 h 379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08717" h="379666">
                  <a:moveTo>
                    <a:pt x="80486" y="0"/>
                  </a:moveTo>
                  <a:lnTo>
                    <a:pt x="80486" y="0"/>
                  </a:lnTo>
                  <a:lnTo>
                    <a:pt x="408718" y="0"/>
                  </a:lnTo>
                  <a:lnTo>
                    <a:pt x="389477" y="91345"/>
                  </a:lnTo>
                  <a:lnTo>
                    <a:pt x="203168" y="91345"/>
                  </a:lnTo>
                  <a:lnTo>
                    <a:pt x="191643" y="145161"/>
                  </a:lnTo>
                  <a:lnTo>
                    <a:pt x="369760" y="145161"/>
                  </a:lnTo>
                  <a:lnTo>
                    <a:pt x="350520" y="236506"/>
                  </a:lnTo>
                  <a:lnTo>
                    <a:pt x="172402" y="236506"/>
                  </a:lnTo>
                  <a:lnTo>
                    <a:pt x="161353" y="287941"/>
                  </a:lnTo>
                  <a:lnTo>
                    <a:pt x="351282" y="287941"/>
                  </a:lnTo>
                  <a:lnTo>
                    <a:pt x="331946" y="379667"/>
                  </a:lnTo>
                  <a:lnTo>
                    <a:pt x="0" y="379667"/>
                  </a:lnTo>
                  <a:lnTo>
                    <a:pt x="8048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" name="Freihandform: Form 23">
              <a:extLst>
                <a:ext uri="{FF2B5EF4-FFF2-40B4-BE49-F238E27FC236}">
                  <a16:creationId xmlns:a16="http://schemas.microsoft.com/office/drawing/2014/main" id="{4929EB7A-2F3B-0C2F-F177-C3180D4DB6A1}"/>
                </a:ext>
              </a:extLst>
            </p:cNvPr>
            <p:cNvSpPr/>
            <p:nvPr/>
          </p:nvSpPr>
          <p:spPr>
            <a:xfrm>
              <a:off x="9892110" y="2527792"/>
              <a:ext cx="446790" cy="379571"/>
            </a:xfrm>
            <a:custGeom>
              <a:avLst/>
              <a:gdLst>
                <a:gd name="connsiteX0" fmla="*/ 80486 w 446790"/>
                <a:gd name="connsiteY0" fmla="*/ 0 h 379571"/>
                <a:gd name="connsiteX1" fmla="*/ 293846 w 446790"/>
                <a:gd name="connsiteY1" fmla="*/ 0 h 379571"/>
                <a:gd name="connsiteX2" fmla="*/ 438721 w 446790"/>
                <a:gd name="connsiteY2" fmla="*/ 190786 h 379571"/>
                <a:gd name="connsiteX3" fmla="*/ 207264 w 446790"/>
                <a:gd name="connsiteY3" fmla="*/ 379571 h 379571"/>
                <a:gd name="connsiteX4" fmla="*/ 0 w 446790"/>
                <a:gd name="connsiteY4" fmla="*/ 379571 h 379571"/>
                <a:gd name="connsiteX5" fmla="*/ 80486 w 446790"/>
                <a:gd name="connsiteY5" fmla="*/ 0 h 379571"/>
                <a:gd name="connsiteX6" fmla="*/ 165830 w 446790"/>
                <a:gd name="connsiteY6" fmla="*/ 284988 h 379571"/>
                <a:gd name="connsiteX7" fmla="*/ 201930 w 446790"/>
                <a:gd name="connsiteY7" fmla="*/ 284988 h 379571"/>
                <a:gd name="connsiteX8" fmla="*/ 287274 w 446790"/>
                <a:gd name="connsiteY8" fmla="*/ 186690 h 379571"/>
                <a:gd name="connsiteX9" fmla="*/ 243364 w 446790"/>
                <a:gd name="connsiteY9" fmla="*/ 88011 h 379571"/>
                <a:gd name="connsiteX10" fmla="*/ 207264 w 446790"/>
                <a:gd name="connsiteY10" fmla="*/ 88011 h 379571"/>
                <a:gd name="connsiteX11" fmla="*/ 165830 w 446790"/>
                <a:gd name="connsiteY11" fmla="*/ 284988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6790" h="379571">
                  <a:moveTo>
                    <a:pt x="80486" y="0"/>
                  </a:moveTo>
                  <a:lnTo>
                    <a:pt x="293846" y="0"/>
                  </a:lnTo>
                  <a:cubicBezTo>
                    <a:pt x="402622" y="0"/>
                    <a:pt x="471106" y="36576"/>
                    <a:pt x="438721" y="190786"/>
                  </a:cubicBezTo>
                  <a:cubicBezTo>
                    <a:pt x="407956" y="334328"/>
                    <a:pt x="316039" y="379571"/>
                    <a:pt x="207264" y="379571"/>
                  </a:cubicBezTo>
                  <a:lnTo>
                    <a:pt x="0" y="379571"/>
                  </a:lnTo>
                  <a:lnTo>
                    <a:pt x="80486" y="0"/>
                  </a:lnTo>
                  <a:close/>
                  <a:moveTo>
                    <a:pt x="165830" y="284988"/>
                  </a:moveTo>
                  <a:lnTo>
                    <a:pt x="201930" y="284988"/>
                  </a:lnTo>
                  <a:cubicBezTo>
                    <a:pt x="254889" y="284988"/>
                    <a:pt x="274130" y="250031"/>
                    <a:pt x="287274" y="186690"/>
                  </a:cubicBezTo>
                  <a:cubicBezTo>
                    <a:pt x="301276" y="121730"/>
                    <a:pt x="295465" y="88011"/>
                    <a:pt x="243364" y="88011"/>
                  </a:cubicBezTo>
                  <a:lnTo>
                    <a:pt x="207264" y="88011"/>
                  </a:lnTo>
                  <a:lnTo>
                    <a:pt x="165830" y="284988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1A5D1FD5-EE57-2756-622A-18733DFEE24D}"/>
                </a:ext>
              </a:extLst>
            </p:cNvPr>
            <p:cNvSpPr/>
            <p:nvPr/>
          </p:nvSpPr>
          <p:spPr>
            <a:xfrm>
              <a:off x="10291778" y="2527792"/>
              <a:ext cx="468344" cy="379571"/>
            </a:xfrm>
            <a:custGeom>
              <a:avLst/>
              <a:gdLst>
                <a:gd name="connsiteX0" fmla="*/ 213455 w 468344"/>
                <a:gd name="connsiteY0" fmla="*/ 0 h 379571"/>
                <a:gd name="connsiteX1" fmla="*/ 413766 w 468344"/>
                <a:gd name="connsiteY1" fmla="*/ 0 h 379571"/>
                <a:gd name="connsiteX2" fmla="*/ 468344 w 468344"/>
                <a:gd name="connsiteY2" fmla="*/ 379571 h 379571"/>
                <a:gd name="connsiteX3" fmla="*/ 315659 w 468344"/>
                <a:gd name="connsiteY3" fmla="*/ 379571 h 379571"/>
                <a:gd name="connsiteX4" fmla="*/ 308229 w 468344"/>
                <a:gd name="connsiteY4" fmla="*/ 297275 h 379571"/>
                <a:gd name="connsiteX5" fmla="*/ 185547 w 468344"/>
                <a:gd name="connsiteY5" fmla="*/ 297275 h 379571"/>
                <a:gd name="connsiteX6" fmla="*/ 144875 w 468344"/>
                <a:gd name="connsiteY6" fmla="*/ 379571 h 379571"/>
                <a:gd name="connsiteX7" fmla="*/ 0 w 468344"/>
                <a:gd name="connsiteY7" fmla="*/ 379571 h 379571"/>
                <a:gd name="connsiteX8" fmla="*/ 213360 w 468344"/>
                <a:gd name="connsiteY8" fmla="*/ 0 h 379571"/>
                <a:gd name="connsiteX9" fmla="*/ 224885 w 468344"/>
                <a:gd name="connsiteY9" fmla="*/ 206026 h 379571"/>
                <a:gd name="connsiteX10" fmla="*/ 308991 w 468344"/>
                <a:gd name="connsiteY10" fmla="*/ 206026 h 379571"/>
                <a:gd name="connsiteX11" fmla="*/ 294227 w 468344"/>
                <a:gd name="connsiteY11" fmla="*/ 81439 h 379571"/>
                <a:gd name="connsiteX12" fmla="*/ 292989 w 468344"/>
                <a:gd name="connsiteY12" fmla="*/ 81439 h 379571"/>
                <a:gd name="connsiteX13" fmla="*/ 224885 w 468344"/>
                <a:gd name="connsiteY13" fmla="*/ 206026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68344" h="379571">
                  <a:moveTo>
                    <a:pt x="213455" y="0"/>
                  </a:moveTo>
                  <a:lnTo>
                    <a:pt x="413766" y="0"/>
                  </a:lnTo>
                  <a:lnTo>
                    <a:pt x="468344" y="379571"/>
                  </a:lnTo>
                  <a:lnTo>
                    <a:pt x="315659" y="379571"/>
                  </a:lnTo>
                  <a:lnTo>
                    <a:pt x="308229" y="297275"/>
                  </a:lnTo>
                  <a:lnTo>
                    <a:pt x="185547" y="297275"/>
                  </a:lnTo>
                  <a:lnTo>
                    <a:pt x="144875" y="379571"/>
                  </a:lnTo>
                  <a:lnTo>
                    <a:pt x="0" y="379571"/>
                  </a:lnTo>
                  <a:lnTo>
                    <a:pt x="213360" y="0"/>
                  </a:lnTo>
                  <a:close/>
                  <a:moveTo>
                    <a:pt x="224885" y="206026"/>
                  </a:moveTo>
                  <a:lnTo>
                    <a:pt x="308991" y="206026"/>
                  </a:lnTo>
                  <a:lnTo>
                    <a:pt x="294227" y="81439"/>
                  </a:lnTo>
                  <a:lnTo>
                    <a:pt x="292989" y="81439"/>
                  </a:lnTo>
                  <a:lnTo>
                    <a:pt x="224885" y="20602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96093F97-9490-72E2-B648-91DDB5351324}"/>
                </a:ext>
              </a:extLst>
            </p:cNvPr>
            <p:cNvSpPr/>
            <p:nvPr/>
          </p:nvSpPr>
          <p:spPr>
            <a:xfrm>
              <a:off x="10789761" y="2521220"/>
              <a:ext cx="411274" cy="392715"/>
            </a:xfrm>
            <a:custGeom>
              <a:avLst/>
              <a:gdLst>
                <a:gd name="connsiteX0" fmla="*/ 350695 w 411274"/>
                <a:gd name="connsiteY0" fmla="*/ 371761 h 392715"/>
                <a:gd name="connsiteX1" fmla="*/ 350695 w 411274"/>
                <a:gd name="connsiteY1" fmla="*/ 371761 h 392715"/>
                <a:gd name="connsiteX2" fmla="*/ 189341 w 411274"/>
                <a:gd name="connsiteY2" fmla="*/ 392716 h 392715"/>
                <a:gd name="connsiteX3" fmla="*/ 5509 w 411274"/>
                <a:gd name="connsiteY3" fmla="*/ 190786 h 392715"/>
                <a:gd name="connsiteX4" fmla="*/ 272590 w 411274"/>
                <a:gd name="connsiteY4" fmla="*/ 0 h 392715"/>
                <a:gd name="connsiteX5" fmla="*/ 411274 w 411274"/>
                <a:gd name="connsiteY5" fmla="*/ 14002 h 392715"/>
                <a:gd name="connsiteX6" fmla="*/ 389462 w 411274"/>
                <a:gd name="connsiteY6" fmla="*/ 116396 h 392715"/>
                <a:gd name="connsiteX7" fmla="*/ 294307 w 411274"/>
                <a:gd name="connsiteY7" fmla="*/ 94583 h 392715"/>
                <a:gd name="connsiteX8" fmla="*/ 151908 w 411274"/>
                <a:gd name="connsiteY8" fmla="*/ 199835 h 392715"/>
                <a:gd name="connsiteX9" fmla="*/ 210582 w 411274"/>
                <a:gd name="connsiteY9" fmla="*/ 297752 h 392715"/>
                <a:gd name="connsiteX10" fmla="*/ 242110 w 411274"/>
                <a:gd name="connsiteY10" fmla="*/ 294418 h 392715"/>
                <a:gd name="connsiteX11" fmla="*/ 263446 w 411274"/>
                <a:gd name="connsiteY11" fmla="*/ 193262 h 392715"/>
                <a:gd name="connsiteX12" fmla="*/ 388224 w 411274"/>
                <a:gd name="connsiteY12" fmla="*/ 193262 h 392715"/>
                <a:gd name="connsiteX13" fmla="*/ 350505 w 411274"/>
                <a:gd name="connsiteY13" fmla="*/ 371761 h 39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1274" h="392715">
                  <a:moveTo>
                    <a:pt x="350695" y="371761"/>
                  </a:moveTo>
                  <a:lnTo>
                    <a:pt x="350695" y="371761"/>
                  </a:lnTo>
                  <a:cubicBezTo>
                    <a:pt x="297736" y="386525"/>
                    <a:pt x="249349" y="392716"/>
                    <a:pt x="189341" y="392716"/>
                  </a:cubicBezTo>
                  <a:cubicBezTo>
                    <a:pt x="63326" y="392716"/>
                    <a:pt x="-23161" y="326041"/>
                    <a:pt x="5509" y="190786"/>
                  </a:cubicBezTo>
                  <a:cubicBezTo>
                    <a:pt x="32179" y="63246"/>
                    <a:pt x="151146" y="0"/>
                    <a:pt x="272590" y="0"/>
                  </a:cubicBezTo>
                  <a:cubicBezTo>
                    <a:pt x="343551" y="0"/>
                    <a:pt x="376889" y="5334"/>
                    <a:pt x="411274" y="14002"/>
                  </a:cubicBezTo>
                  <a:lnTo>
                    <a:pt x="389462" y="116396"/>
                  </a:lnTo>
                  <a:cubicBezTo>
                    <a:pt x="371364" y="104489"/>
                    <a:pt x="334883" y="94583"/>
                    <a:pt x="294307" y="94583"/>
                  </a:cubicBezTo>
                  <a:cubicBezTo>
                    <a:pt x="222107" y="94583"/>
                    <a:pt x="166672" y="130778"/>
                    <a:pt x="151908" y="199835"/>
                  </a:cubicBezTo>
                  <a:cubicBezTo>
                    <a:pt x="140764" y="252032"/>
                    <a:pt x="152289" y="297752"/>
                    <a:pt x="210582" y="297752"/>
                  </a:cubicBezTo>
                  <a:cubicBezTo>
                    <a:pt x="220774" y="297752"/>
                    <a:pt x="232776" y="297752"/>
                    <a:pt x="242110" y="294418"/>
                  </a:cubicBezTo>
                  <a:lnTo>
                    <a:pt x="263446" y="193262"/>
                  </a:lnTo>
                  <a:lnTo>
                    <a:pt x="388224" y="193262"/>
                  </a:lnTo>
                  <a:lnTo>
                    <a:pt x="350505" y="37176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AAF2F95F-DE04-1C32-032E-AE90B93871F5}"/>
                </a:ext>
              </a:extLst>
            </p:cNvPr>
            <p:cNvSpPr/>
            <p:nvPr/>
          </p:nvSpPr>
          <p:spPr>
            <a:xfrm>
              <a:off x="8749300" y="2670477"/>
              <a:ext cx="500824" cy="91344"/>
            </a:xfrm>
            <a:custGeom>
              <a:avLst/>
              <a:gdLst>
                <a:gd name="connsiteX0" fmla="*/ 19336 w 500824"/>
                <a:gd name="connsiteY0" fmla="*/ 0 h 91344"/>
                <a:gd name="connsiteX1" fmla="*/ 500824 w 500824"/>
                <a:gd name="connsiteY1" fmla="*/ 0 h 91344"/>
                <a:gd name="connsiteX2" fmla="*/ 481489 w 500824"/>
                <a:gd name="connsiteY2" fmla="*/ 91345 h 91344"/>
                <a:gd name="connsiteX3" fmla="*/ 0 w 500824"/>
                <a:gd name="connsiteY3" fmla="*/ 91345 h 91344"/>
                <a:gd name="connsiteX4" fmla="*/ 19336 w 500824"/>
                <a:gd name="connsiteY4" fmla="*/ 0 h 91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0824" h="91344">
                  <a:moveTo>
                    <a:pt x="19336" y="0"/>
                  </a:moveTo>
                  <a:lnTo>
                    <a:pt x="500824" y="0"/>
                  </a:lnTo>
                  <a:lnTo>
                    <a:pt x="481489" y="91345"/>
                  </a:lnTo>
                  <a:lnTo>
                    <a:pt x="0" y="91345"/>
                  </a:lnTo>
                  <a:lnTo>
                    <a:pt x="1933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E23E8B1E-38DC-31AF-CBD9-C26CA55F552F}"/>
                </a:ext>
              </a:extLst>
            </p:cNvPr>
            <p:cNvSpPr/>
            <p:nvPr/>
          </p:nvSpPr>
          <p:spPr>
            <a:xfrm>
              <a:off x="8810260" y="2383489"/>
              <a:ext cx="500729" cy="90773"/>
            </a:xfrm>
            <a:custGeom>
              <a:avLst/>
              <a:gdLst>
                <a:gd name="connsiteX0" fmla="*/ 19241 w 500729"/>
                <a:gd name="connsiteY0" fmla="*/ 0 h 90773"/>
                <a:gd name="connsiteX1" fmla="*/ 500729 w 500729"/>
                <a:gd name="connsiteY1" fmla="*/ 0 h 90773"/>
                <a:gd name="connsiteX2" fmla="*/ 481489 w 500729"/>
                <a:gd name="connsiteY2" fmla="*/ 90773 h 90773"/>
                <a:gd name="connsiteX3" fmla="*/ 0 w 500729"/>
                <a:gd name="connsiteY3" fmla="*/ 90773 h 90773"/>
                <a:gd name="connsiteX4" fmla="*/ 19241 w 500729"/>
                <a:gd name="connsiteY4" fmla="*/ 0 h 9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0729" h="90773">
                  <a:moveTo>
                    <a:pt x="19241" y="0"/>
                  </a:moveTo>
                  <a:lnTo>
                    <a:pt x="500729" y="0"/>
                  </a:lnTo>
                  <a:lnTo>
                    <a:pt x="481489" y="90773"/>
                  </a:lnTo>
                  <a:lnTo>
                    <a:pt x="0" y="90773"/>
                  </a:lnTo>
                  <a:lnTo>
                    <a:pt x="19241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3BB9B1D6-A79E-260C-82B0-94EB7FE993CD}"/>
                </a:ext>
              </a:extLst>
            </p:cNvPr>
            <p:cNvSpPr/>
            <p:nvPr/>
          </p:nvSpPr>
          <p:spPr>
            <a:xfrm>
              <a:off x="8688340" y="2957560"/>
              <a:ext cx="501015" cy="91725"/>
            </a:xfrm>
            <a:custGeom>
              <a:avLst/>
              <a:gdLst>
                <a:gd name="connsiteX0" fmla="*/ 19431 w 501015"/>
                <a:gd name="connsiteY0" fmla="*/ 0 h 91725"/>
                <a:gd name="connsiteX1" fmla="*/ 501015 w 501015"/>
                <a:gd name="connsiteY1" fmla="*/ 0 h 91725"/>
                <a:gd name="connsiteX2" fmla="*/ 481489 w 501015"/>
                <a:gd name="connsiteY2" fmla="*/ 91726 h 91725"/>
                <a:gd name="connsiteX3" fmla="*/ 0 w 501015"/>
                <a:gd name="connsiteY3" fmla="*/ 91726 h 91725"/>
                <a:gd name="connsiteX4" fmla="*/ 19431 w 501015"/>
                <a:gd name="connsiteY4" fmla="*/ 0 h 91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1015" h="91725">
                  <a:moveTo>
                    <a:pt x="19431" y="0"/>
                  </a:moveTo>
                  <a:lnTo>
                    <a:pt x="501015" y="0"/>
                  </a:lnTo>
                  <a:lnTo>
                    <a:pt x="481489" y="91726"/>
                  </a:lnTo>
                  <a:lnTo>
                    <a:pt x="0" y="91726"/>
                  </a:lnTo>
                  <a:lnTo>
                    <a:pt x="19431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0" name="Freihandform: Form 29">
              <a:extLst>
                <a:ext uri="{FF2B5EF4-FFF2-40B4-BE49-F238E27FC236}">
                  <a16:creationId xmlns:a16="http://schemas.microsoft.com/office/drawing/2014/main" id="{08F4B886-7A78-D26C-2087-ED24E8782DD9}"/>
                </a:ext>
              </a:extLst>
            </p:cNvPr>
            <p:cNvSpPr/>
            <p:nvPr/>
          </p:nvSpPr>
          <p:spPr>
            <a:xfrm>
              <a:off x="8501174" y="2527792"/>
              <a:ext cx="930402" cy="379571"/>
            </a:xfrm>
            <a:custGeom>
              <a:avLst/>
              <a:gdLst>
                <a:gd name="connsiteX0" fmla="*/ 80486 w 930402"/>
                <a:gd name="connsiteY0" fmla="*/ 0 h 379571"/>
                <a:gd name="connsiteX1" fmla="*/ 61055 w 930402"/>
                <a:gd name="connsiteY1" fmla="*/ 91726 h 379571"/>
                <a:gd name="connsiteX2" fmla="*/ 818769 w 930402"/>
                <a:gd name="connsiteY2" fmla="*/ 91345 h 379571"/>
                <a:gd name="connsiteX3" fmla="*/ 776954 w 930402"/>
                <a:gd name="connsiteY3" fmla="*/ 288322 h 379571"/>
                <a:gd name="connsiteX4" fmla="*/ 19336 w 930402"/>
                <a:gd name="connsiteY4" fmla="*/ 288322 h 379571"/>
                <a:gd name="connsiteX5" fmla="*/ 0 w 930402"/>
                <a:gd name="connsiteY5" fmla="*/ 379571 h 379571"/>
                <a:gd name="connsiteX6" fmla="*/ 849916 w 930402"/>
                <a:gd name="connsiteY6" fmla="*/ 379571 h 379571"/>
                <a:gd name="connsiteX7" fmla="*/ 930402 w 930402"/>
                <a:gd name="connsiteY7" fmla="*/ 0 h 379571"/>
                <a:gd name="connsiteX8" fmla="*/ 80486 w 930402"/>
                <a:gd name="connsiteY8" fmla="*/ 0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0402" h="379571">
                  <a:moveTo>
                    <a:pt x="80486" y="0"/>
                  </a:moveTo>
                  <a:lnTo>
                    <a:pt x="61055" y="91726"/>
                  </a:lnTo>
                  <a:lnTo>
                    <a:pt x="818769" y="91345"/>
                  </a:lnTo>
                  <a:lnTo>
                    <a:pt x="776954" y="288322"/>
                  </a:lnTo>
                  <a:lnTo>
                    <a:pt x="19336" y="288322"/>
                  </a:lnTo>
                  <a:lnTo>
                    <a:pt x="0" y="379571"/>
                  </a:lnTo>
                  <a:lnTo>
                    <a:pt x="849916" y="379571"/>
                  </a:lnTo>
                  <a:lnTo>
                    <a:pt x="930402" y="0"/>
                  </a:lnTo>
                  <a:lnTo>
                    <a:pt x="8048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234181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/Text 4">
    <p:bg>
      <p:bgPr>
        <a:gradFill>
          <a:gsLst>
            <a:gs pos="100000">
              <a:srgbClr val="232A30"/>
            </a:gs>
            <a:gs pos="38000">
              <a:srgbClr val="455561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8BA064-8075-E801-0D81-DD656C63E0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1147468C-8EC9-9468-CE31-40123E99DD2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63801" y="1808163"/>
            <a:ext cx="4064400" cy="2675339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9A6466A6-0FAF-870B-6200-A61302FEC87F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0" y="1808163"/>
            <a:ext cx="4064400" cy="2675339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7C601233-5814-87DC-2733-C2D3C033C89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27602" y="1808163"/>
            <a:ext cx="4064400" cy="2675339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D7737B59-4A39-0E2F-CA06-37DAB55A7267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58812" y="5149184"/>
            <a:ext cx="10874376" cy="366669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Textplatzhalter 13">
            <a:extLst>
              <a:ext uri="{FF2B5EF4-FFF2-40B4-BE49-F238E27FC236}">
                <a16:creationId xmlns:a16="http://schemas.microsoft.com/office/drawing/2014/main" id="{A5C10635-5DA8-9B73-1F7D-90BF271297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8812" y="5523520"/>
            <a:ext cx="10874376" cy="59055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>
                <a:solidFill>
                  <a:schemeClr val="bg1"/>
                </a:solidFill>
              </a:defRPr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>
              <a:lnSpc>
                <a:spcPct val="100000"/>
              </a:lnSpc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22AEBCD9-D962-FA29-7091-5F93345A68CE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3" y="4873818"/>
            <a:ext cx="658814" cy="137683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AEA80F1-A4D3-1275-A096-F773031E7C9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7226AB7-B37F-3EF8-D602-7FAC46CDC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8" name="Textplatzhalter 17">
            <a:extLst>
              <a:ext uri="{FF2B5EF4-FFF2-40B4-BE49-F238E27FC236}">
                <a16:creationId xmlns:a16="http://schemas.microsoft.com/office/drawing/2014/main" id="{C43FEF22-1D5C-C433-012E-6AA8189A2F4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91067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/Text 5">
    <p:bg>
      <p:bgPr>
        <a:gradFill>
          <a:gsLst>
            <a:gs pos="100000">
              <a:srgbClr val="232A30"/>
            </a:gs>
            <a:gs pos="38000">
              <a:srgbClr val="455561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8BA064-8075-E801-0D81-DD656C63E0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9A6466A6-0FAF-870B-6200-A61302FEC87F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8812" y="1808163"/>
            <a:ext cx="11533187" cy="2675339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D7737B59-4A39-0E2F-CA06-37DAB55A7267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58812" y="5149184"/>
            <a:ext cx="10874376" cy="366669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Textplatzhalter 13">
            <a:extLst>
              <a:ext uri="{FF2B5EF4-FFF2-40B4-BE49-F238E27FC236}">
                <a16:creationId xmlns:a16="http://schemas.microsoft.com/office/drawing/2014/main" id="{A5C10635-5DA8-9B73-1F7D-90BF271297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8812" y="5523520"/>
            <a:ext cx="10874376" cy="59055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>
                <a:solidFill>
                  <a:schemeClr val="bg1"/>
                </a:solidFill>
              </a:defRPr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>
              <a:lnSpc>
                <a:spcPct val="100000"/>
              </a:lnSpc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22AEBCD9-D962-FA29-7091-5F93345A68CE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3" y="4873818"/>
            <a:ext cx="658814" cy="137683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AEA80F1-A4D3-1275-A096-F773031E7C9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7226AB7-B37F-3EF8-D602-7FAC46CDC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8" name="Textplatzhalter 17">
            <a:extLst>
              <a:ext uri="{FF2B5EF4-FFF2-40B4-BE49-F238E27FC236}">
                <a16:creationId xmlns:a16="http://schemas.microsoft.com/office/drawing/2014/main" id="{C43FEF22-1D5C-C433-012E-6AA8189A2F4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7464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/Text 6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4">
            <a:extLst>
              <a:ext uri="{FF2B5EF4-FFF2-40B4-BE49-F238E27FC236}">
                <a16:creationId xmlns:a16="http://schemas.microsoft.com/office/drawing/2014/main" id="{1736C734-67A4-52D3-880C-D3399FB45A7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35919" y="1808162"/>
            <a:ext cx="2160000" cy="2160000"/>
          </a:xfrm>
          <a:custGeom>
            <a:avLst/>
            <a:gdLst>
              <a:gd name="connsiteX0" fmla="*/ 0 w 2445417"/>
              <a:gd name="connsiteY0" fmla="*/ 0 h 2445417"/>
              <a:gd name="connsiteX1" fmla="*/ 2445417 w 2445417"/>
              <a:gd name="connsiteY1" fmla="*/ 0 h 2445417"/>
              <a:gd name="connsiteX2" fmla="*/ 2445417 w 2445417"/>
              <a:gd name="connsiteY2" fmla="*/ 2445417 h 2445417"/>
              <a:gd name="connsiteX3" fmla="*/ 0 w 2445417"/>
              <a:gd name="connsiteY3" fmla="*/ 2445417 h 2445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45417" h="2445417">
                <a:moveTo>
                  <a:pt x="0" y="0"/>
                </a:moveTo>
                <a:lnTo>
                  <a:pt x="2445417" y="0"/>
                </a:lnTo>
                <a:lnTo>
                  <a:pt x="2445417" y="2445417"/>
                </a:lnTo>
                <a:lnTo>
                  <a:pt x="0" y="244541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33" name="Picture Placeholder 12">
            <a:extLst>
              <a:ext uri="{FF2B5EF4-FFF2-40B4-BE49-F238E27FC236}">
                <a16:creationId xmlns:a16="http://schemas.microsoft.com/office/drawing/2014/main" id="{D7B423B2-62D0-4D8F-3919-8FA2F9F27E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003704" y="1808162"/>
            <a:ext cx="2160000" cy="2160000"/>
          </a:xfrm>
          <a:custGeom>
            <a:avLst/>
            <a:gdLst>
              <a:gd name="connsiteX0" fmla="*/ 0 w 2445417"/>
              <a:gd name="connsiteY0" fmla="*/ 0 h 2445417"/>
              <a:gd name="connsiteX1" fmla="*/ 2445417 w 2445417"/>
              <a:gd name="connsiteY1" fmla="*/ 0 h 2445417"/>
              <a:gd name="connsiteX2" fmla="*/ 2445417 w 2445417"/>
              <a:gd name="connsiteY2" fmla="*/ 2445417 h 2445417"/>
              <a:gd name="connsiteX3" fmla="*/ 0 w 2445417"/>
              <a:gd name="connsiteY3" fmla="*/ 2445417 h 2445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45417" h="2445417">
                <a:moveTo>
                  <a:pt x="0" y="0"/>
                </a:moveTo>
                <a:lnTo>
                  <a:pt x="2445417" y="0"/>
                </a:lnTo>
                <a:lnTo>
                  <a:pt x="2445417" y="2445417"/>
                </a:lnTo>
                <a:lnTo>
                  <a:pt x="0" y="244541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34" name="Picture Placeholder 16">
            <a:extLst>
              <a:ext uri="{FF2B5EF4-FFF2-40B4-BE49-F238E27FC236}">
                <a16:creationId xmlns:a16="http://schemas.microsoft.com/office/drawing/2014/main" id="{BA7CF8FB-1BBA-4FD6-39B1-54748E2A701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371489" y="1808162"/>
            <a:ext cx="2160000" cy="2160000"/>
          </a:xfrm>
          <a:custGeom>
            <a:avLst/>
            <a:gdLst>
              <a:gd name="connsiteX0" fmla="*/ 0 w 2445417"/>
              <a:gd name="connsiteY0" fmla="*/ 0 h 2445417"/>
              <a:gd name="connsiteX1" fmla="*/ 2445417 w 2445417"/>
              <a:gd name="connsiteY1" fmla="*/ 0 h 2445417"/>
              <a:gd name="connsiteX2" fmla="*/ 2445417 w 2445417"/>
              <a:gd name="connsiteY2" fmla="*/ 2445417 h 2445417"/>
              <a:gd name="connsiteX3" fmla="*/ 0 w 2445417"/>
              <a:gd name="connsiteY3" fmla="*/ 2445417 h 2445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45417" h="2445417">
                <a:moveTo>
                  <a:pt x="0" y="0"/>
                </a:moveTo>
                <a:lnTo>
                  <a:pt x="2445417" y="0"/>
                </a:lnTo>
                <a:lnTo>
                  <a:pt x="2445417" y="2445417"/>
                </a:lnTo>
                <a:lnTo>
                  <a:pt x="0" y="244541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35" name="Picture Placeholder 21">
            <a:extLst>
              <a:ext uri="{FF2B5EF4-FFF2-40B4-BE49-F238E27FC236}">
                <a16:creationId xmlns:a16="http://schemas.microsoft.com/office/drawing/2014/main" id="{252B1A05-2DCC-1B1F-0A7D-BFB47B5D787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371489" y="4177951"/>
            <a:ext cx="2160000" cy="2160000"/>
          </a:xfrm>
          <a:custGeom>
            <a:avLst/>
            <a:gdLst>
              <a:gd name="connsiteX0" fmla="*/ 0 w 2445417"/>
              <a:gd name="connsiteY0" fmla="*/ 0 h 2445417"/>
              <a:gd name="connsiteX1" fmla="*/ 2445417 w 2445417"/>
              <a:gd name="connsiteY1" fmla="*/ 0 h 2445417"/>
              <a:gd name="connsiteX2" fmla="*/ 2445417 w 2445417"/>
              <a:gd name="connsiteY2" fmla="*/ 2445417 h 2445417"/>
              <a:gd name="connsiteX3" fmla="*/ 0 w 2445417"/>
              <a:gd name="connsiteY3" fmla="*/ 2445417 h 2445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45417" h="2445417">
                <a:moveTo>
                  <a:pt x="0" y="0"/>
                </a:moveTo>
                <a:lnTo>
                  <a:pt x="2445417" y="0"/>
                </a:lnTo>
                <a:lnTo>
                  <a:pt x="2445417" y="2445417"/>
                </a:lnTo>
                <a:lnTo>
                  <a:pt x="0" y="244541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36" name="Picture Placeholder 28">
            <a:extLst>
              <a:ext uri="{FF2B5EF4-FFF2-40B4-BE49-F238E27FC236}">
                <a16:creationId xmlns:a16="http://schemas.microsoft.com/office/drawing/2014/main" id="{0DCEBE79-3FCC-4FE4-CFBA-BFCBB87B7B6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003704" y="4177951"/>
            <a:ext cx="2160000" cy="2160000"/>
          </a:xfrm>
          <a:custGeom>
            <a:avLst/>
            <a:gdLst>
              <a:gd name="connsiteX0" fmla="*/ 0 w 2445417"/>
              <a:gd name="connsiteY0" fmla="*/ 0 h 2445417"/>
              <a:gd name="connsiteX1" fmla="*/ 2445417 w 2445417"/>
              <a:gd name="connsiteY1" fmla="*/ 0 h 2445417"/>
              <a:gd name="connsiteX2" fmla="*/ 2445417 w 2445417"/>
              <a:gd name="connsiteY2" fmla="*/ 2445417 h 2445417"/>
              <a:gd name="connsiteX3" fmla="*/ 0 w 2445417"/>
              <a:gd name="connsiteY3" fmla="*/ 2445417 h 2445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45417" h="2445417">
                <a:moveTo>
                  <a:pt x="0" y="0"/>
                </a:moveTo>
                <a:lnTo>
                  <a:pt x="2445417" y="0"/>
                </a:lnTo>
                <a:lnTo>
                  <a:pt x="2445417" y="2445417"/>
                </a:lnTo>
                <a:lnTo>
                  <a:pt x="0" y="244541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37" name="Picture Placeholder 4">
            <a:extLst>
              <a:ext uri="{FF2B5EF4-FFF2-40B4-BE49-F238E27FC236}">
                <a16:creationId xmlns:a16="http://schemas.microsoft.com/office/drawing/2014/main" id="{E8C401FD-1879-55DB-BD55-9FF542133F0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635919" y="4177951"/>
            <a:ext cx="2160000" cy="2160000"/>
          </a:xfrm>
          <a:custGeom>
            <a:avLst/>
            <a:gdLst>
              <a:gd name="connsiteX0" fmla="*/ 0 w 2445417"/>
              <a:gd name="connsiteY0" fmla="*/ 0 h 2445417"/>
              <a:gd name="connsiteX1" fmla="*/ 2445417 w 2445417"/>
              <a:gd name="connsiteY1" fmla="*/ 0 h 2445417"/>
              <a:gd name="connsiteX2" fmla="*/ 2445417 w 2445417"/>
              <a:gd name="connsiteY2" fmla="*/ 2445417 h 2445417"/>
              <a:gd name="connsiteX3" fmla="*/ 0 w 2445417"/>
              <a:gd name="connsiteY3" fmla="*/ 2445417 h 2445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45417" h="2445417">
                <a:moveTo>
                  <a:pt x="0" y="0"/>
                </a:moveTo>
                <a:lnTo>
                  <a:pt x="2445417" y="0"/>
                </a:lnTo>
                <a:lnTo>
                  <a:pt x="2445417" y="2445417"/>
                </a:lnTo>
                <a:lnTo>
                  <a:pt x="0" y="244541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38" name="Inhaltsplatzhalter 2">
            <a:extLst>
              <a:ext uri="{FF2B5EF4-FFF2-40B4-BE49-F238E27FC236}">
                <a16:creationId xmlns:a16="http://schemas.microsoft.com/office/drawing/2014/main" id="{3058D995-C3C8-CBF5-4186-BC7D565D55C0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58813" y="4177951"/>
            <a:ext cx="3661974" cy="5058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9" name="Textplatzhalter 13">
            <a:extLst>
              <a:ext uri="{FF2B5EF4-FFF2-40B4-BE49-F238E27FC236}">
                <a16:creationId xmlns:a16="http://schemas.microsoft.com/office/drawing/2014/main" id="{E4A96ABA-AC1E-A8F1-8BFB-66E5228227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8813" y="4776168"/>
            <a:ext cx="3661974" cy="59055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>
                <a:solidFill>
                  <a:schemeClr val="bg1"/>
                </a:solidFill>
              </a:defRPr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>
              <a:lnSpc>
                <a:spcPct val="100000"/>
              </a:lnSpc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072179F4-998D-3732-42A9-758E6F4D2851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3" y="3902585"/>
            <a:ext cx="658814" cy="137683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4B3DA3-C296-4543-F374-9CBA170764F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728E75A9-B42F-26D9-B2CF-AEE2E2AE4149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26ACFC4A-F2E4-63D4-0F00-65A0BC8F2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4F2338C1-2604-0F12-8309-7EB1BD19142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33283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/Text 7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E82075BD-ED81-6B21-E55D-9AC8EF491E84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58813" y="2236335"/>
            <a:ext cx="3977856" cy="25576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Textplatzhalter 13">
            <a:extLst>
              <a:ext uri="{FF2B5EF4-FFF2-40B4-BE49-F238E27FC236}">
                <a16:creationId xmlns:a16="http://schemas.microsoft.com/office/drawing/2014/main" id="{848989BD-0D24-29B2-012F-6F665E0695B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58813" y="2521047"/>
            <a:ext cx="3978275" cy="59055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baseline="0">
                <a:solidFill>
                  <a:schemeClr val="bg1"/>
                </a:solidFill>
              </a:defRPr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Inhaltsplatzhalter 2">
            <a:extLst>
              <a:ext uri="{FF2B5EF4-FFF2-40B4-BE49-F238E27FC236}">
                <a16:creationId xmlns:a16="http://schemas.microsoft.com/office/drawing/2014/main" id="{54D7AE45-584B-9B45-4A1A-1016A264FF7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58394" y="3848602"/>
            <a:ext cx="3977856" cy="25576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Textplatzhalter 13">
            <a:extLst>
              <a:ext uri="{FF2B5EF4-FFF2-40B4-BE49-F238E27FC236}">
                <a16:creationId xmlns:a16="http://schemas.microsoft.com/office/drawing/2014/main" id="{11DB5597-71E7-EA0C-ED5B-8A11F67856B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8394" y="4133314"/>
            <a:ext cx="3978275" cy="59055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baseline="0">
                <a:solidFill>
                  <a:schemeClr val="bg1"/>
                </a:solidFill>
              </a:defRPr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Inhaltsplatzhalter 2">
            <a:extLst>
              <a:ext uri="{FF2B5EF4-FFF2-40B4-BE49-F238E27FC236}">
                <a16:creationId xmlns:a16="http://schemas.microsoft.com/office/drawing/2014/main" id="{3DFC8755-C4A6-5576-3793-F9CD5BBAD3FE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57975" y="5458146"/>
            <a:ext cx="3977856" cy="25576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2" name="Textplatzhalter 13">
            <a:extLst>
              <a:ext uri="{FF2B5EF4-FFF2-40B4-BE49-F238E27FC236}">
                <a16:creationId xmlns:a16="http://schemas.microsoft.com/office/drawing/2014/main" id="{74B7EF65-04B5-6B3B-11DF-5BC3A4C7794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57975" y="5742858"/>
            <a:ext cx="3978275" cy="59055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baseline="0">
                <a:solidFill>
                  <a:schemeClr val="bg1"/>
                </a:solidFill>
              </a:defRPr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3" name="Inhaltsplatzhalter 2">
            <a:extLst>
              <a:ext uri="{FF2B5EF4-FFF2-40B4-BE49-F238E27FC236}">
                <a16:creationId xmlns:a16="http://schemas.microsoft.com/office/drawing/2014/main" id="{1BBF4DA1-0BA6-55F2-475E-458F8A59D245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7554912" y="2236335"/>
            <a:ext cx="3977856" cy="25576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4" name="Textplatzhalter 13">
            <a:extLst>
              <a:ext uri="{FF2B5EF4-FFF2-40B4-BE49-F238E27FC236}">
                <a16:creationId xmlns:a16="http://schemas.microsoft.com/office/drawing/2014/main" id="{C7EE6736-1822-EB18-CF56-CF3D2AC4BD7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54912" y="2521047"/>
            <a:ext cx="3978275" cy="59055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 baseline="0">
                <a:solidFill>
                  <a:schemeClr val="bg1"/>
                </a:solidFill>
              </a:defRPr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5" name="Inhaltsplatzhalter 2">
            <a:extLst>
              <a:ext uri="{FF2B5EF4-FFF2-40B4-BE49-F238E27FC236}">
                <a16:creationId xmlns:a16="http://schemas.microsoft.com/office/drawing/2014/main" id="{80C4A621-6B42-9A39-5A57-7EE05C20F64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7554493" y="3848602"/>
            <a:ext cx="3977856" cy="25576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6" name="Textplatzhalter 13">
            <a:extLst>
              <a:ext uri="{FF2B5EF4-FFF2-40B4-BE49-F238E27FC236}">
                <a16:creationId xmlns:a16="http://schemas.microsoft.com/office/drawing/2014/main" id="{2594C389-A931-CDA3-6684-744F90F82F5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554493" y="4133314"/>
            <a:ext cx="3978275" cy="59055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 baseline="0">
                <a:solidFill>
                  <a:schemeClr val="bg1"/>
                </a:solidFill>
              </a:defRPr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7" name="Inhaltsplatzhalter 2">
            <a:extLst>
              <a:ext uri="{FF2B5EF4-FFF2-40B4-BE49-F238E27FC236}">
                <a16:creationId xmlns:a16="http://schemas.microsoft.com/office/drawing/2014/main" id="{C3873F2B-4173-ABA9-9283-CD4729A93DAF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7554074" y="5458146"/>
            <a:ext cx="3977856" cy="25576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8" name="Textplatzhalter 13">
            <a:extLst>
              <a:ext uri="{FF2B5EF4-FFF2-40B4-BE49-F238E27FC236}">
                <a16:creationId xmlns:a16="http://schemas.microsoft.com/office/drawing/2014/main" id="{A71CBFDB-73CA-6C60-E900-9EBBA8347E9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554074" y="5742858"/>
            <a:ext cx="3978275" cy="59055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 baseline="0">
                <a:solidFill>
                  <a:schemeClr val="bg1"/>
                </a:solidFill>
              </a:defRPr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9" name="Bildplatzhalter 17">
            <a:extLst>
              <a:ext uri="{FF2B5EF4-FFF2-40B4-BE49-F238E27FC236}">
                <a16:creationId xmlns:a16="http://schemas.microsoft.com/office/drawing/2014/main" id="{78480E12-58D3-B112-4890-1B178B237BC5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766210" y="1803127"/>
            <a:ext cx="990000" cy="990000"/>
          </a:xfrm>
          <a:prstGeom prst="ellipse">
            <a:avLst/>
          </a:prstGeom>
          <a:solidFill>
            <a:schemeClr val="bg2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40" name="Bildplatzhalter 17">
            <a:extLst>
              <a:ext uri="{FF2B5EF4-FFF2-40B4-BE49-F238E27FC236}">
                <a16:creationId xmlns:a16="http://schemas.microsoft.com/office/drawing/2014/main" id="{0A23C58F-2173-CDF1-75C4-8E73E3F7D084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433275" y="1805886"/>
            <a:ext cx="990000" cy="990000"/>
          </a:xfrm>
          <a:prstGeom prst="ellipse">
            <a:avLst/>
          </a:prstGeom>
          <a:solidFill>
            <a:schemeClr val="bg2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41" name="Bildplatzhalter 17">
            <a:extLst>
              <a:ext uri="{FF2B5EF4-FFF2-40B4-BE49-F238E27FC236}">
                <a16:creationId xmlns:a16="http://schemas.microsoft.com/office/drawing/2014/main" id="{B606F3C9-0F89-28E2-4897-42EEA9095424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767969" y="3340830"/>
            <a:ext cx="990000" cy="990000"/>
          </a:xfrm>
          <a:prstGeom prst="ellipse">
            <a:avLst/>
          </a:prstGeom>
          <a:solidFill>
            <a:schemeClr val="bg2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42" name="Bildplatzhalter 17">
            <a:extLst>
              <a:ext uri="{FF2B5EF4-FFF2-40B4-BE49-F238E27FC236}">
                <a16:creationId xmlns:a16="http://schemas.microsoft.com/office/drawing/2014/main" id="{3F627BC9-C0C9-5B9B-853C-7AF06312A115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433275" y="3341450"/>
            <a:ext cx="990000" cy="990000"/>
          </a:xfrm>
          <a:prstGeom prst="ellipse">
            <a:avLst/>
          </a:prstGeom>
          <a:solidFill>
            <a:schemeClr val="bg2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43" name="Bildplatzhalter 17">
            <a:extLst>
              <a:ext uri="{FF2B5EF4-FFF2-40B4-BE49-F238E27FC236}">
                <a16:creationId xmlns:a16="http://schemas.microsoft.com/office/drawing/2014/main" id="{83C28757-846D-C1EF-A38E-E5A5DD73A6C1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767589" y="5001061"/>
            <a:ext cx="990000" cy="990000"/>
          </a:xfrm>
          <a:prstGeom prst="ellipse">
            <a:avLst/>
          </a:prstGeom>
          <a:solidFill>
            <a:schemeClr val="bg2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44" name="Bildplatzhalter 17">
            <a:extLst>
              <a:ext uri="{FF2B5EF4-FFF2-40B4-BE49-F238E27FC236}">
                <a16:creationId xmlns:a16="http://schemas.microsoft.com/office/drawing/2014/main" id="{082E85B8-1757-B107-E8ED-E7FB2417E63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433275" y="5001682"/>
            <a:ext cx="990000" cy="990000"/>
          </a:xfrm>
          <a:prstGeom prst="ellipse">
            <a:avLst/>
          </a:prstGeom>
          <a:solidFill>
            <a:schemeClr val="bg2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9057E4-7A31-EAB6-C210-61ECE3606C40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BDB3D603-4901-68B3-3DD4-3EFE2D07F045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40B55D85-66F3-F842-526C-80AEB204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47186DE5-36A5-8605-E2DA-B0C6CA1E303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352830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References 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F400619-0B10-B07E-9BB8-9AA4A9566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1200" y="2274512"/>
            <a:ext cx="5346000" cy="407072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E876408-258B-8945-376A-E1F3A9366761}"/>
              </a:ext>
            </a:extLst>
          </p:cNvPr>
          <p:cNvSpPr/>
          <p:nvPr userDrawn="1"/>
        </p:nvSpPr>
        <p:spPr>
          <a:xfrm>
            <a:off x="658813" y="1808076"/>
            <a:ext cx="5346000" cy="4536000"/>
          </a:xfrm>
          <a:prstGeom prst="rect">
            <a:avLst/>
          </a:prstGeom>
          <a:noFill/>
          <a:ln w="95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platzhalter 12">
            <a:extLst>
              <a:ext uri="{FF2B5EF4-FFF2-40B4-BE49-F238E27FC236}">
                <a16:creationId xmlns:a16="http://schemas.microsoft.com/office/drawing/2014/main" id="{8AF6A13F-C6F6-FDEA-A043-E8F2F4C4414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1200" y="1941977"/>
            <a:ext cx="5345999" cy="24083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cap="all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ÜBERSCHRIFT</a:t>
            </a:r>
            <a:endParaRPr lang="en-US" sz="1200" b="1" spc="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20" name="Bildplatzhalter 2">
            <a:extLst>
              <a:ext uri="{FF2B5EF4-FFF2-40B4-BE49-F238E27FC236}">
                <a16:creationId xmlns:a16="http://schemas.microsoft.com/office/drawing/2014/main" id="{CA61CF58-CF33-398B-76AB-959979AAB63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89607" y="1961027"/>
            <a:ext cx="2485905" cy="76842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22" name="Bildplatzhalter 2">
            <a:extLst>
              <a:ext uri="{FF2B5EF4-FFF2-40B4-BE49-F238E27FC236}">
                <a16:creationId xmlns:a16="http://schemas.microsoft.com/office/drawing/2014/main" id="{BCC7924C-216D-E54A-C0F1-F891A4560C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89607" y="2829330"/>
            <a:ext cx="2485905" cy="76842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23" name="Bildplatzhalter 2">
            <a:extLst>
              <a:ext uri="{FF2B5EF4-FFF2-40B4-BE49-F238E27FC236}">
                <a16:creationId xmlns:a16="http://schemas.microsoft.com/office/drawing/2014/main" id="{1659DEBE-BE47-2CC5-04C4-7EFD87F31B0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89607" y="3697633"/>
            <a:ext cx="2485905" cy="76842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24" name="Bildplatzhalter 2">
            <a:extLst>
              <a:ext uri="{FF2B5EF4-FFF2-40B4-BE49-F238E27FC236}">
                <a16:creationId xmlns:a16="http://schemas.microsoft.com/office/drawing/2014/main" id="{272559C6-FEDB-8E9C-6884-84EB480C15A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89607" y="4565936"/>
            <a:ext cx="2485905" cy="76842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26" name="Bildplatzhalter 2">
            <a:extLst>
              <a:ext uri="{FF2B5EF4-FFF2-40B4-BE49-F238E27FC236}">
                <a16:creationId xmlns:a16="http://schemas.microsoft.com/office/drawing/2014/main" id="{EAF8125F-40B8-DF25-EB60-91B04EB46D2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89607" y="5434239"/>
            <a:ext cx="2485905" cy="76842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27" name="Bildplatzhalter 2">
            <a:extLst>
              <a:ext uri="{FF2B5EF4-FFF2-40B4-BE49-F238E27FC236}">
                <a16:creationId xmlns:a16="http://schemas.microsoft.com/office/drawing/2014/main" id="{CF09435C-4221-0976-6D8F-059EC850EA16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378160" y="1961027"/>
            <a:ext cx="2485905" cy="76842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28" name="Bildplatzhalter 2">
            <a:extLst>
              <a:ext uri="{FF2B5EF4-FFF2-40B4-BE49-F238E27FC236}">
                <a16:creationId xmlns:a16="http://schemas.microsoft.com/office/drawing/2014/main" id="{28D9C3BD-ED1B-B720-17FF-F2A828D0AC95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378160" y="2829330"/>
            <a:ext cx="2485905" cy="76842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35" name="Bildplatzhalter 2">
            <a:extLst>
              <a:ext uri="{FF2B5EF4-FFF2-40B4-BE49-F238E27FC236}">
                <a16:creationId xmlns:a16="http://schemas.microsoft.com/office/drawing/2014/main" id="{9E0D6E1E-4C21-F271-0404-54AE4FA498CD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378160" y="3697633"/>
            <a:ext cx="2485905" cy="76842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36" name="Bildplatzhalter 2">
            <a:extLst>
              <a:ext uri="{FF2B5EF4-FFF2-40B4-BE49-F238E27FC236}">
                <a16:creationId xmlns:a16="http://schemas.microsoft.com/office/drawing/2014/main" id="{A7E07654-AA92-B39C-0DEA-8FC93904A057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3378160" y="4565936"/>
            <a:ext cx="2485905" cy="76842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37" name="Bildplatzhalter 2">
            <a:extLst>
              <a:ext uri="{FF2B5EF4-FFF2-40B4-BE49-F238E27FC236}">
                <a16:creationId xmlns:a16="http://schemas.microsoft.com/office/drawing/2014/main" id="{BA2FD97D-0C49-2704-81A2-D218E3FF216D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3378160" y="5434239"/>
            <a:ext cx="2485905" cy="76842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F37B476-1AD5-C567-50EA-03EA53CE94D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5A1D3582-B09A-108D-6F29-451FE2188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17">
            <a:extLst>
              <a:ext uri="{FF2B5EF4-FFF2-40B4-BE49-F238E27FC236}">
                <a16:creationId xmlns:a16="http://schemas.microsoft.com/office/drawing/2014/main" id="{69F72E7F-46C9-39FD-8410-0D9D5921CEC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14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References 2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B964F32-72AB-F1BA-4B4F-75EB1583FD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8813" y="1808163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29" name="Bildplatzhalter 2">
            <a:extLst>
              <a:ext uri="{FF2B5EF4-FFF2-40B4-BE49-F238E27FC236}">
                <a16:creationId xmlns:a16="http://schemas.microsoft.com/office/drawing/2014/main" id="{59A80FB0-FB51-83CC-B146-806E2C55F2B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452758" y="1808163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20" name="Bildplatzhalter 2">
            <a:extLst>
              <a:ext uri="{FF2B5EF4-FFF2-40B4-BE49-F238E27FC236}">
                <a16:creationId xmlns:a16="http://schemas.microsoft.com/office/drawing/2014/main" id="{CCB8675E-0CD1-0C97-8A9A-D3026E6411ED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246703" y="1808163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27" name="Bildplatzhalter 2">
            <a:extLst>
              <a:ext uri="{FF2B5EF4-FFF2-40B4-BE49-F238E27FC236}">
                <a16:creationId xmlns:a16="http://schemas.microsoft.com/office/drawing/2014/main" id="{B2603B96-DF65-E976-FA83-02C6EFD0A0D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9040648" y="1808163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38" name="Bildplatzhalter 2">
            <a:extLst>
              <a:ext uri="{FF2B5EF4-FFF2-40B4-BE49-F238E27FC236}">
                <a16:creationId xmlns:a16="http://schemas.microsoft.com/office/drawing/2014/main" id="{8754B366-AA2D-9354-420D-5F534E3E7A9F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665448" y="2909939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39" name="Bildplatzhalter 2">
            <a:extLst>
              <a:ext uri="{FF2B5EF4-FFF2-40B4-BE49-F238E27FC236}">
                <a16:creationId xmlns:a16="http://schemas.microsoft.com/office/drawing/2014/main" id="{3D6C926A-DDCB-8A29-D174-8BC8653E32A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459393" y="2909939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40" name="Bildplatzhalter 2">
            <a:extLst>
              <a:ext uri="{FF2B5EF4-FFF2-40B4-BE49-F238E27FC236}">
                <a16:creationId xmlns:a16="http://schemas.microsoft.com/office/drawing/2014/main" id="{A4173441-12EE-66D5-768A-04EB3E1A564F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253338" y="2909939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41" name="Bildplatzhalter 2">
            <a:extLst>
              <a:ext uri="{FF2B5EF4-FFF2-40B4-BE49-F238E27FC236}">
                <a16:creationId xmlns:a16="http://schemas.microsoft.com/office/drawing/2014/main" id="{CF13A422-3C24-4EB9-ADF6-500B60F18FFC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9047283" y="2909939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42" name="Bildplatzhalter 2">
            <a:extLst>
              <a:ext uri="{FF2B5EF4-FFF2-40B4-BE49-F238E27FC236}">
                <a16:creationId xmlns:a16="http://schemas.microsoft.com/office/drawing/2014/main" id="{A0A0CA56-BA82-030D-F0E0-C5E84E569C3D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658812" y="4011715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43" name="Bildplatzhalter 2">
            <a:extLst>
              <a:ext uri="{FF2B5EF4-FFF2-40B4-BE49-F238E27FC236}">
                <a16:creationId xmlns:a16="http://schemas.microsoft.com/office/drawing/2014/main" id="{5EB07990-A9C3-3F42-07AE-2EE450E302D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3452757" y="4011715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44" name="Bildplatzhalter 2">
            <a:extLst>
              <a:ext uri="{FF2B5EF4-FFF2-40B4-BE49-F238E27FC236}">
                <a16:creationId xmlns:a16="http://schemas.microsoft.com/office/drawing/2014/main" id="{D1A9E494-7C7C-A3CA-2B6A-9348E6C27BAB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6246702" y="4011715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45" name="Bildplatzhalter 2">
            <a:extLst>
              <a:ext uri="{FF2B5EF4-FFF2-40B4-BE49-F238E27FC236}">
                <a16:creationId xmlns:a16="http://schemas.microsoft.com/office/drawing/2014/main" id="{68E3CEDB-B4E5-F793-8CFF-105AD13F9EF4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9040647" y="4011715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46" name="Bildplatzhalter 2">
            <a:extLst>
              <a:ext uri="{FF2B5EF4-FFF2-40B4-BE49-F238E27FC236}">
                <a16:creationId xmlns:a16="http://schemas.microsoft.com/office/drawing/2014/main" id="{70B7CB09-852E-3508-0D65-6E79559028B7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665448" y="5110069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47" name="Bildplatzhalter 2">
            <a:extLst>
              <a:ext uri="{FF2B5EF4-FFF2-40B4-BE49-F238E27FC236}">
                <a16:creationId xmlns:a16="http://schemas.microsoft.com/office/drawing/2014/main" id="{65E447E8-464E-A5AD-5978-4E0AF5950A68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3459393" y="5110069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48" name="Bildplatzhalter 2">
            <a:extLst>
              <a:ext uri="{FF2B5EF4-FFF2-40B4-BE49-F238E27FC236}">
                <a16:creationId xmlns:a16="http://schemas.microsoft.com/office/drawing/2014/main" id="{3384F8CF-9CEC-AC2F-1654-FA280A43CC60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253338" y="5110069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49" name="Bildplatzhalter 2">
            <a:extLst>
              <a:ext uri="{FF2B5EF4-FFF2-40B4-BE49-F238E27FC236}">
                <a16:creationId xmlns:a16="http://schemas.microsoft.com/office/drawing/2014/main" id="{2A0B8796-A130-B7AF-9357-DD89770ED625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9047283" y="5110069"/>
            <a:ext cx="2485905" cy="86188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B15C89E-30AC-B08F-2BD4-2C27C5FBB079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FDC1F39-AD31-E4F9-4625-778EF36503B0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4A88EC43-491A-4459-9951-F95FEB15E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17">
            <a:extLst>
              <a:ext uri="{FF2B5EF4-FFF2-40B4-BE49-F238E27FC236}">
                <a16:creationId xmlns:a16="http://schemas.microsoft.com/office/drawing/2014/main" id="{0030A14C-13EF-956E-7A34-2B9C7494D98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19519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References 3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7E5C5D-D168-6106-CFAC-A7D26E8A5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467E333-4ECF-34A9-5DA3-B8116008A5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F8D90E2-C4DB-F868-0DF6-3E4491E3E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6" name="Textplatzhalter 17">
            <a:extLst>
              <a:ext uri="{FF2B5EF4-FFF2-40B4-BE49-F238E27FC236}">
                <a16:creationId xmlns:a16="http://schemas.microsoft.com/office/drawing/2014/main" id="{BD8758DB-9932-98A9-4376-3B54315AD8C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Bildplatzhalter 2">
            <a:extLst>
              <a:ext uri="{FF2B5EF4-FFF2-40B4-BE49-F238E27FC236}">
                <a16:creationId xmlns:a16="http://schemas.microsoft.com/office/drawing/2014/main" id="{C5721F21-1CAB-5707-E0F3-1E4F9DCF3DF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8813" y="1428241"/>
            <a:ext cx="2959768" cy="1372329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 / Logo / Reference </a:t>
            </a:r>
            <a:r>
              <a:rPr lang="de-DE" err="1"/>
              <a:t>project</a:t>
            </a:r>
            <a:endParaRPr lang="de-DE"/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125F3478-62A5-6572-17CD-EBE0266C0C1B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187188" y="3032701"/>
            <a:ext cx="5346000" cy="202516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mbol" panose="05050102010706020507" pitchFamily="18" charset="2"/>
              <a:buChar char="-"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1" name="Textplatzhalter 19">
            <a:extLst>
              <a:ext uri="{FF2B5EF4-FFF2-40B4-BE49-F238E27FC236}">
                <a16:creationId xmlns:a16="http://schemas.microsoft.com/office/drawing/2014/main" id="{D20DC85B-A08F-2860-CAA4-C5492DBB5AA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87188" y="2697599"/>
            <a:ext cx="5346000" cy="25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cap="all" baseline="0"/>
            </a:lvl1pPr>
          </a:lstStyle>
          <a:p>
            <a:pPr lvl="0"/>
            <a:r>
              <a:rPr lang="de-DE"/>
              <a:t>Contents</a:t>
            </a:r>
          </a:p>
        </p:txBody>
      </p:sp>
      <p:sp>
        <p:nvSpPr>
          <p:cNvPr id="23" name="Textplatzhalter 19">
            <a:extLst>
              <a:ext uri="{FF2B5EF4-FFF2-40B4-BE49-F238E27FC236}">
                <a16:creationId xmlns:a16="http://schemas.microsoft.com/office/drawing/2014/main" id="{8A8576D8-2DB5-1A32-9D81-0F5ADF4C6E1D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187188" y="5620799"/>
            <a:ext cx="5346000" cy="7200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mbol" panose="05050102010706020507" pitchFamily="18" charset="2"/>
              <a:buChar char="-"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4" name="Textplatzhalter 19">
            <a:extLst>
              <a:ext uri="{FF2B5EF4-FFF2-40B4-BE49-F238E27FC236}">
                <a16:creationId xmlns:a16="http://schemas.microsoft.com/office/drawing/2014/main" id="{D6F86D6E-C7F6-547C-06AD-6375537EF7D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187188" y="5275199"/>
            <a:ext cx="5346000" cy="25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cap="all" baseline="0"/>
            </a:lvl1pPr>
          </a:lstStyle>
          <a:p>
            <a:pPr lvl="0"/>
            <a:r>
              <a:rPr lang="de-DE" err="1"/>
              <a:t>tools</a:t>
            </a:r>
            <a:endParaRPr lang="de-DE"/>
          </a:p>
        </p:txBody>
      </p:sp>
      <p:sp>
        <p:nvSpPr>
          <p:cNvPr id="25" name="Textplatzhalter 19">
            <a:extLst>
              <a:ext uri="{FF2B5EF4-FFF2-40B4-BE49-F238E27FC236}">
                <a16:creationId xmlns:a16="http://schemas.microsoft.com/office/drawing/2014/main" id="{43E246A5-CEA2-3E5A-C1A2-98BE28128D4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187188" y="1808162"/>
            <a:ext cx="5346000" cy="72197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cap="none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Reference title</a:t>
            </a:r>
          </a:p>
        </p:txBody>
      </p:sp>
      <p:sp>
        <p:nvSpPr>
          <p:cNvPr id="26" name="Textplatzhalter 19">
            <a:extLst>
              <a:ext uri="{FF2B5EF4-FFF2-40B4-BE49-F238E27FC236}">
                <a16:creationId xmlns:a16="http://schemas.microsoft.com/office/drawing/2014/main" id="{233D4FE0-3960-65C8-EEA9-A9814B61655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58813" y="5276689"/>
            <a:ext cx="4140000" cy="25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cap="all" baseline="0"/>
            </a:lvl1pPr>
          </a:lstStyle>
          <a:p>
            <a:pPr lvl="0"/>
            <a:r>
              <a:rPr lang="de-DE"/>
              <a:t>Project </a:t>
            </a:r>
            <a:r>
              <a:rPr lang="de-DE" err="1"/>
              <a:t>goals</a:t>
            </a:r>
            <a:endParaRPr lang="de-DE"/>
          </a:p>
        </p:txBody>
      </p:sp>
      <p:sp>
        <p:nvSpPr>
          <p:cNvPr id="27" name="Textplatzhalter 19">
            <a:extLst>
              <a:ext uri="{FF2B5EF4-FFF2-40B4-BE49-F238E27FC236}">
                <a16:creationId xmlns:a16="http://schemas.microsoft.com/office/drawing/2014/main" id="{3467C904-3325-B8AD-ED40-A0D69E47E325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58813" y="5620471"/>
            <a:ext cx="5346000" cy="7200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mbol" panose="05050102010706020507" pitchFamily="18" charset="2"/>
              <a:buChar char="-"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8" name="Textplatzhalter 19">
            <a:extLst>
              <a:ext uri="{FF2B5EF4-FFF2-40B4-BE49-F238E27FC236}">
                <a16:creationId xmlns:a16="http://schemas.microsoft.com/office/drawing/2014/main" id="{3D63D933-A837-F1BB-4708-7B0E5F7970CF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617785" y="3034006"/>
            <a:ext cx="4384800" cy="61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Textplatzhalter 19">
            <a:extLst>
              <a:ext uri="{FF2B5EF4-FFF2-40B4-BE49-F238E27FC236}">
                <a16:creationId xmlns:a16="http://schemas.microsoft.com/office/drawing/2014/main" id="{696CA6F9-A5E0-22D0-0E64-5AE1422F545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8813" y="3034006"/>
            <a:ext cx="828000" cy="25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cap="all" baseline="0"/>
            </a:lvl1pPr>
          </a:lstStyle>
          <a:p>
            <a:pPr lvl="0"/>
            <a:r>
              <a:rPr lang="de-DE"/>
              <a:t>Customer</a:t>
            </a:r>
          </a:p>
        </p:txBody>
      </p:sp>
      <p:sp>
        <p:nvSpPr>
          <p:cNvPr id="30" name="Textplatzhalter 19">
            <a:extLst>
              <a:ext uri="{FF2B5EF4-FFF2-40B4-BE49-F238E27FC236}">
                <a16:creationId xmlns:a16="http://schemas.microsoft.com/office/drawing/2014/main" id="{E86545CF-9F9C-845B-E3EA-B4AFBA34C0F9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617785" y="3854622"/>
            <a:ext cx="4385631" cy="61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0" i="1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Textplatzhalter 19">
            <a:extLst>
              <a:ext uri="{FF2B5EF4-FFF2-40B4-BE49-F238E27FC236}">
                <a16:creationId xmlns:a16="http://schemas.microsoft.com/office/drawing/2014/main" id="{CCD37D4A-5ADE-63A4-7FFF-55C67E150E6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58813" y="3854622"/>
            <a:ext cx="828000" cy="25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 b="1" i="1" cap="none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err="1"/>
              <a:t>Scope</a:t>
            </a:r>
            <a:endParaRPr lang="de-DE"/>
          </a:p>
        </p:txBody>
      </p:sp>
      <p:sp>
        <p:nvSpPr>
          <p:cNvPr id="32" name="Textplatzhalter 19">
            <a:extLst>
              <a:ext uri="{FF2B5EF4-FFF2-40B4-BE49-F238E27FC236}">
                <a16:creationId xmlns:a16="http://schemas.microsoft.com/office/drawing/2014/main" id="{00D4EC64-C64F-9DE5-7CCE-916249E0BD1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617785" y="4663515"/>
            <a:ext cx="3168000" cy="25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0" i="1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3" name="Textplatzhalter 19">
            <a:extLst>
              <a:ext uri="{FF2B5EF4-FFF2-40B4-BE49-F238E27FC236}">
                <a16:creationId xmlns:a16="http://schemas.microsoft.com/office/drawing/2014/main" id="{4E02325E-0C3E-5B11-59A4-80959B3AC34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58813" y="4663515"/>
            <a:ext cx="828000" cy="25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 b="1" i="1" cap="none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err="1"/>
              <a:t>Period</a:t>
            </a:r>
            <a:endParaRPr lang="de-DE"/>
          </a:p>
        </p:txBody>
      </p:sp>
      <p:grpSp>
        <p:nvGrpSpPr>
          <p:cNvPr id="67" name="Group 42">
            <a:extLst>
              <a:ext uri="{FF2B5EF4-FFF2-40B4-BE49-F238E27FC236}">
                <a16:creationId xmlns:a16="http://schemas.microsoft.com/office/drawing/2014/main" id="{9E00147C-019F-3752-8432-91C788FD8223}"/>
              </a:ext>
            </a:extLst>
          </p:cNvPr>
          <p:cNvGrpSpPr/>
          <p:nvPr userDrawn="1"/>
        </p:nvGrpSpPr>
        <p:grpSpPr>
          <a:xfrm>
            <a:off x="4907606" y="4879390"/>
            <a:ext cx="668215" cy="667907"/>
            <a:chOff x="1365101" y="1859505"/>
            <a:chExt cx="4340096" cy="4338095"/>
          </a:xfrm>
        </p:grpSpPr>
        <p:sp>
          <p:nvSpPr>
            <p:cNvPr id="68" name="Shape 8">
              <a:extLst>
                <a:ext uri="{FF2B5EF4-FFF2-40B4-BE49-F238E27FC236}">
                  <a16:creationId xmlns:a16="http://schemas.microsoft.com/office/drawing/2014/main" id="{1A6FB961-5969-88C9-52E7-33FD9026E148}"/>
                </a:ext>
              </a:extLst>
            </p:cNvPr>
            <p:cNvSpPr/>
            <p:nvPr/>
          </p:nvSpPr>
          <p:spPr>
            <a:xfrm>
              <a:off x="1365101" y="2725183"/>
              <a:ext cx="3472576" cy="34724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2"/>
                  </a:moveTo>
                  <a:cubicBezTo>
                    <a:pt x="21600" y="16765"/>
                    <a:pt x="16764" y="21600"/>
                    <a:pt x="10802" y="21600"/>
                  </a:cubicBezTo>
                  <a:cubicBezTo>
                    <a:pt x="4837" y="21600"/>
                    <a:pt x="0" y="16765"/>
                    <a:pt x="0" y="10802"/>
                  </a:cubicBezTo>
                  <a:cubicBezTo>
                    <a:pt x="0" y="4836"/>
                    <a:pt x="4837" y="0"/>
                    <a:pt x="10802" y="0"/>
                  </a:cubicBezTo>
                  <a:cubicBezTo>
                    <a:pt x="16764" y="0"/>
                    <a:pt x="21600" y="4836"/>
                    <a:pt x="21600" y="10802"/>
                  </a:cubicBezTo>
                  <a:close/>
                </a:path>
              </a:pathLst>
            </a:custGeom>
            <a:solidFill>
              <a:schemeClr val="tx1">
                <a:lumMod val="75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69" name="Shape 9">
              <a:extLst>
                <a:ext uri="{FF2B5EF4-FFF2-40B4-BE49-F238E27FC236}">
                  <a16:creationId xmlns:a16="http://schemas.microsoft.com/office/drawing/2014/main" id="{D96E7566-8B50-88A5-6ED0-B499499ACA24}"/>
                </a:ext>
              </a:extLst>
            </p:cNvPr>
            <p:cNvSpPr/>
            <p:nvPr/>
          </p:nvSpPr>
          <p:spPr>
            <a:xfrm>
              <a:off x="1677709" y="3109927"/>
              <a:ext cx="3049888" cy="30497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2"/>
                  </a:moveTo>
                  <a:cubicBezTo>
                    <a:pt x="21600" y="16765"/>
                    <a:pt x="16765" y="21600"/>
                    <a:pt x="10802" y="21600"/>
                  </a:cubicBezTo>
                  <a:cubicBezTo>
                    <a:pt x="4837" y="21600"/>
                    <a:pt x="0" y="16765"/>
                    <a:pt x="0" y="10802"/>
                  </a:cubicBezTo>
                  <a:cubicBezTo>
                    <a:pt x="0" y="4836"/>
                    <a:pt x="4837" y="0"/>
                    <a:pt x="10802" y="0"/>
                  </a:cubicBezTo>
                  <a:cubicBezTo>
                    <a:pt x="16765" y="0"/>
                    <a:pt x="21600" y="4836"/>
                    <a:pt x="21600" y="10802"/>
                  </a:cubicBezTo>
                  <a:close/>
                </a:path>
              </a:pathLst>
            </a:custGeom>
            <a:solidFill>
              <a:schemeClr val="accent1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70" name="Shape 10">
              <a:extLst>
                <a:ext uri="{FF2B5EF4-FFF2-40B4-BE49-F238E27FC236}">
                  <a16:creationId xmlns:a16="http://schemas.microsoft.com/office/drawing/2014/main" id="{2D71CD38-7C13-6E4A-271F-93D7F8CA309C}"/>
                </a:ext>
              </a:extLst>
            </p:cNvPr>
            <p:cNvSpPr/>
            <p:nvPr/>
          </p:nvSpPr>
          <p:spPr>
            <a:xfrm>
              <a:off x="1761871" y="3109927"/>
              <a:ext cx="2690325" cy="26901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2"/>
                  </a:moveTo>
                  <a:cubicBezTo>
                    <a:pt x="21600" y="16765"/>
                    <a:pt x="16765" y="21600"/>
                    <a:pt x="10802" y="21600"/>
                  </a:cubicBezTo>
                  <a:cubicBezTo>
                    <a:pt x="4837" y="21600"/>
                    <a:pt x="0" y="16765"/>
                    <a:pt x="0" y="10802"/>
                  </a:cubicBezTo>
                  <a:cubicBezTo>
                    <a:pt x="0" y="4836"/>
                    <a:pt x="4837" y="0"/>
                    <a:pt x="10802" y="0"/>
                  </a:cubicBezTo>
                  <a:cubicBezTo>
                    <a:pt x="16765" y="0"/>
                    <a:pt x="21600" y="4836"/>
                    <a:pt x="21600" y="10802"/>
                  </a:cubicBezTo>
                  <a:close/>
                </a:path>
              </a:pathLst>
            </a:custGeom>
            <a:solidFill>
              <a:schemeClr val="accent4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71" name="Shape 11">
              <a:extLst>
                <a:ext uri="{FF2B5EF4-FFF2-40B4-BE49-F238E27FC236}">
                  <a16:creationId xmlns:a16="http://schemas.microsoft.com/office/drawing/2014/main" id="{159CF461-38D0-3A97-C28F-8465D71430E5}"/>
                </a:ext>
              </a:extLst>
            </p:cNvPr>
            <p:cNvSpPr/>
            <p:nvPr/>
          </p:nvSpPr>
          <p:spPr>
            <a:xfrm>
              <a:off x="2110549" y="3458605"/>
              <a:ext cx="1989312" cy="19892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2"/>
                  </a:moveTo>
                  <a:cubicBezTo>
                    <a:pt x="21600" y="16764"/>
                    <a:pt x="16764" y="21600"/>
                    <a:pt x="10801" y="21600"/>
                  </a:cubicBezTo>
                  <a:cubicBezTo>
                    <a:pt x="4834" y="21600"/>
                    <a:pt x="0" y="16764"/>
                    <a:pt x="0" y="10802"/>
                  </a:cubicBezTo>
                  <a:cubicBezTo>
                    <a:pt x="0" y="4834"/>
                    <a:pt x="4834" y="0"/>
                    <a:pt x="10801" y="0"/>
                  </a:cubicBezTo>
                  <a:cubicBezTo>
                    <a:pt x="16764" y="0"/>
                    <a:pt x="21600" y="4834"/>
                    <a:pt x="21600" y="10802"/>
                  </a:cubicBezTo>
                  <a:close/>
                </a:path>
              </a:pathLst>
            </a:custGeom>
            <a:solidFill>
              <a:schemeClr val="accent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72" name="Shape 12">
              <a:extLst>
                <a:ext uri="{FF2B5EF4-FFF2-40B4-BE49-F238E27FC236}">
                  <a16:creationId xmlns:a16="http://schemas.microsoft.com/office/drawing/2014/main" id="{42ED4F87-2AD0-ECBB-472F-ED959A966D7C}"/>
                </a:ext>
              </a:extLst>
            </p:cNvPr>
            <p:cNvSpPr/>
            <p:nvPr/>
          </p:nvSpPr>
          <p:spPr>
            <a:xfrm>
              <a:off x="2459223" y="3807280"/>
              <a:ext cx="1288234" cy="12881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4"/>
                  </a:moveTo>
                  <a:cubicBezTo>
                    <a:pt x="21600" y="16765"/>
                    <a:pt x="16764" y="21600"/>
                    <a:pt x="10804" y="21600"/>
                  </a:cubicBezTo>
                  <a:cubicBezTo>
                    <a:pt x="4837" y="21600"/>
                    <a:pt x="0" y="16765"/>
                    <a:pt x="0" y="10804"/>
                  </a:cubicBezTo>
                  <a:cubicBezTo>
                    <a:pt x="0" y="4837"/>
                    <a:pt x="4837" y="0"/>
                    <a:pt x="10804" y="0"/>
                  </a:cubicBezTo>
                  <a:cubicBezTo>
                    <a:pt x="16764" y="0"/>
                    <a:pt x="21600" y="4837"/>
                    <a:pt x="21600" y="10804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73" name="Shape 13">
              <a:extLst>
                <a:ext uri="{FF2B5EF4-FFF2-40B4-BE49-F238E27FC236}">
                  <a16:creationId xmlns:a16="http://schemas.microsoft.com/office/drawing/2014/main" id="{93997907-63E0-4118-C65C-504D298661FD}"/>
                </a:ext>
              </a:extLst>
            </p:cNvPr>
            <p:cNvSpPr/>
            <p:nvPr/>
          </p:nvSpPr>
          <p:spPr>
            <a:xfrm>
              <a:off x="2807901" y="4167980"/>
              <a:ext cx="587322" cy="5871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9"/>
                  </a:moveTo>
                  <a:cubicBezTo>
                    <a:pt x="21600" y="16771"/>
                    <a:pt x="16765" y="21600"/>
                    <a:pt x="10807" y="21600"/>
                  </a:cubicBezTo>
                  <a:cubicBezTo>
                    <a:pt x="4834" y="21600"/>
                    <a:pt x="0" y="16771"/>
                    <a:pt x="0" y="10809"/>
                  </a:cubicBezTo>
                  <a:cubicBezTo>
                    <a:pt x="0" y="4835"/>
                    <a:pt x="4834" y="0"/>
                    <a:pt x="10807" y="0"/>
                  </a:cubicBezTo>
                  <a:cubicBezTo>
                    <a:pt x="16765" y="0"/>
                    <a:pt x="21600" y="4835"/>
                    <a:pt x="21600" y="10809"/>
                  </a:cubicBezTo>
                  <a:close/>
                </a:path>
              </a:pathLst>
            </a:custGeom>
            <a:solidFill>
              <a:schemeClr val="accent3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74" name="Shape 14">
              <a:extLst>
                <a:ext uri="{FF2B5EF4-FFF2-40B4-BE49-F238E27FC236}">
                  <a16:creationId xmlns:a16="http://schemas.microsoft.com/office/drawing/2014/main" id="{4BD7D8B2-E705-240E-08F8-F51173721D5E}"/>
                </a:ext>
              </a:extLst>
            </p:cNvPr>
            <p:cNvSpPr/>
            <p:nvPr/>
          </p:nvSpPr>
          <p:spPr>
            <a:xfrm>
              <a:off x="3097983" y="1859505"/>
              <a:ext cx="2607214" cy="26077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372" y="7845"/>
                  </a:moveTo>
                  <a:lnTo>
                    <a:pt x="21600" y="4612"/>
                  </a:lnTo>
                  <a:lnTo>
                    <a:pt x="17962" y="3640"/>
                  </a:lnTo>
                  <a:lnTo>
                    <a:pt x="16992" y="0"/>
                  </a:lnTo>
                  <a:lnTo>
                    <a:pt x="13760" y="3233"/>
                  </a:lnTo>
                  <a:lnTo>
                    <a:pt x="14548" y="6180"/>
                  </a:lnTo>
                  <a:lnTo>
                    <a:pt x="3582" y="17152"/>
                  </a:lnTo>
                  <a:lnTo>
                    <a:pt x="2027" y="14044"/>
                  </a:lnTo>
                  <a:lnTo>
                    <a:pt x="1014" y="17822"/>
                  </a:lnTo>
                  <a:lnTo>
                    <a:pt x="0" y="21600"/>
                  </a:lnTo>
                  <a:lnTo>
                    <a:pt x="3779" y="20586"/>
                  </a:lnTo>
                  <a:lnTo>
                    <a:pt x="7556" y="19577"/>
                  </a:lnTo>
                  <a:lnTo>
                    <a:pt x="4452" y="18018"/>
                  </a:lnTo>
                  <a:lnTo>
                    <a:pt x="15420" y="7054"/>
                  </a:lnTo>
                  <a:cubicBezTo>
                    <a:pt x="15420" y="7054"/>
                    <a:pt x="18372" y="7845"/>
                    <a:pt x="18372" y="7845"/>
                  </a:cubicBezTo>
                  <a:close/>
                </a:path>
              </a:pathLst>
            </a:custGeom>
            <a:solidFill>
              <a:schemeClr val="tx1">
                <a:lumMod val="75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75" name="Shape 15">
              <a:extLst>
                <a:ext uri="{FF2B5EF4-FFF2-40B4-BE49-F238E27FC236}">
                  <a16:creationId xmlns:a16="http://schemas.microsoft.com/office/drawing/2014/main" id="{5D455C82-F1BC-C6D4-DCDB-00E9C58D16E4}"/>
                </a:ext>
              </a:extLst>
            </p:cNvPr>
            <p:cNvSpPr/>
            <p:nvPr/>
          </p:nvSpPr>
          <p:spPr>
            <a:xfrm>
              <a:off x="3060390" y="1859505"/>
              <a:ext cx="2168095" cy="26077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3640"/>
                  </a:moveTo>
                  <a:lnTo>
                    <a:pt x="20433" y="0"/>
                  </a:lnTo>
                  <a:lnTo>
                    <a:pt x="16546" y="3233"/>
                  </a:lnTo>
                  <a:lnTo>
                    <a:pt x="17500" y="6180"/>
                  </a:lnTo>
                  <a:lnTo>
                    <a:pt x="4302" y="17152"/>
                  </a:lnTo>
                  <a:lnTo>
                    <a:pt x="2438" y="14044"/>
                  </a:lnTo>
                  <a:lnTo>
                    <a:pt x="1219" y="17822"/>
                  </a:lnTo>
                  <a:lnTo>
                    <a:pt x="0" y="21600"/>
                  </a:lnTo>
                  <a:cubicBezTo>
                    <a:pt x="0" y="21600"/>
                    <a:pt x="21600" y="3640"/>
                    <a:pt x="21600" y="364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</p:grp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D5FB0438-F817-0529-5E5A-1AECD2242983}"/>
              </a:ext>
            </a:extLst>
          </p:cNvPr>
          <p:cNvCxnSpPr>
            <a:cxnSpLocks/>
          </p:cNvCxnSpPr>
          <p:nvPr userDrawn="1"/>
        </p:nvCxnSpPr>
        <p:spPr>
          <a:xfrm>
            <a:off x="0" y="5099326"/>
            <a:ext cx="4824000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Bildplatzhalter 2">
            <a:extLst>
              <a:ext uri="{FF2B5EF4-FFF2-40B4-BE49-F238E27FC236}">
                <a16:creationId xmlns:a16="http://schemas.microsoft.com/office/drawing/2014/main" id="{D871A804-10B3-1361-AF68-82C849C10FCB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3791660" y="1428241"/>
            <a:ext cx="1872294" cy="1372329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lIns="0" tIns="0" rIns="0" bIns="0"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 / Logo / Reference </a:t>
            </a:r>
            <a:r>
              <a:rPr lang="de-DE" err="1"/>
              <a:t>project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02442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9" userDrawn="1">
          <p15:clr>
            <a:srgbClr val="FBAE40"/>
          </p15:clr>
        </p15:guide>
        <p15:guide id="2" orient="horz" pos="3997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Agenda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platzhalter 33">
            <a:extLst>
              <a:ext uri="{FF2B5EF4-FFF2-40B4-BE49-F238E27FC236}">
                <a16:creationId xmlns:a16="http://schemas.microsoft.com/office/drawing/2014/main" id="{2FE495BE-7580-5817-D4FF-42F1E0B776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0" y="1646243"/>
            <a:ext cx="5437188" cy="138969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96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9600"/>
            </a:lvl2pPr>
            <a:lvl3pPr marL="914400" indent="0">
              <a:buNone/>
              <a:defRPr sz="9600"/>
            </a:lvl3pPr>
            <a:lvl4pPr marL="1371600" indent="0">
              <a:buNone/>
              <a:defRPr sz="9600"/>
            </a:lvl4pPr>
            <a:lvl5pPr marL="1828800" indent="0">
              <a:buNone/>
              <a:defRPr sz="9600"/>
            </a:lvl5pPr>
          </a:lstStyle>
          <a:p>
            <a:pPr lvl="0"/>
            <a:r>
              <a:rPr lang="de-DE"/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0A45587-0843-1760-84F8-78B97BC9C1E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5BF0937-2FF1-1BFA-B50C-3A60F339F56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pic>
        <p:nvPicPr>
          <p:cNvPr id="4" name="Grafik 2">
            <a:extLst>
              <a:ext uri="{FF2B5EF4-FFF2-40B4-BE49-F238E27FC236}">
                <a16:creationId xmlns:a16="http://schemas.microsoft.com/office/drawing/2014/main" id="{F8E3422C-BD1E-47FE-811B-7DF687B8136D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48"/>
          <a:stretch/>
        </p:blipFill>
        <p:spPr>
          <a:xfrm>
            <a:off x="5330548" y="1"/>
            <a:ext cx="6861452" cy="1457999"/>
          </a:xfrm>
          <a:prstGeom prst="rect">
            <a:avLst/>
          </a:prstGeom>
        </p:spPr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FFBC63EA-D151-E440-746C-459E4D0D4CD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8813" y="1808163"/>
            <a:ext cx="4680000" cy="422592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cap="all" spc="3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Welcome</a:t>
            </a:r>
          </a:p>
          <a:p>
            <a:endParaRPr lang="de-DE"/>
          </a:p>
          <a:p>
            <a:r>
              <a:rPr lang="de-DE"/>
              <a:t>DAS PROBLEM</a:t>
            </a:r>
          </a:p>
          <a:p>
            <a:endParaRPr lang="de-DE"/>
          </a:p>
          <a:p>
            <a:r>
              <a:rPr lang="de-DE"/>
              <a:t>DIE LÖSUNG</a:t>
            </a:r>
          </a:p>
          <a:p>
            <a:endParaRPr lang="de-DE"/>
          </a:p>
          <a:p>
            <a:r>
              <a:rPr lang="de-DE"/>
              <a:t>DAS PROJEKT</a:t>
            </a:r>
          </a:p>
          <a:p>
            <a:endParaRPr lang="de-DE"/>
          </a:p>
          <a:p>
            <a:r>
              <a:rPr lang="de-DE"/>
              <a:t>UNSER SERVICE</a:t>
            </a:r>
          </a:p>
          <a:p>
            <a:endParaRPr lang="de-DE"/>
          </a:p>
          <a:p>
            <a:r>
              <a:rPr lang="de-DE"/>
              <a:t>DAS IST EDAG</a:t>
            </a:r>
          </a:p>
          <a:p>
            <a:endParaRPr lang="de-DE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BB3A5DD-6FD4-9769-B9D7-FA993C2E548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AB263EC-F57D-0668-4259-C58CE7EC4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800" y="522000"/>
            <a:ext cx="5518264" cy="252000"/>
          </a:xfrm>
        </p:spPr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9" name="Textplatzhalter 17">
            <a:extLst>
              <a:ext uri="{FF2B5EF4-FFF2-40B4-BE49-F238E27FC236}">
                <a16:creationId xmlns:a16="http://schemas.microsoft.com/office/drawing/2014/main" id="{F6DB94CF-4AF4-D4C0-9EFB-60256315F3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5518264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grpSp>
        <p:nvGrpSpPr>
          <p:cNvPr id="16" name="Grafik 13">
            <a:extLst>
              <a:ext uri="{FF2B5EF4-FFF2-40B4-BE49-F238E27FC236}">
                <a16:creationId xmlns:a16="http://schemas.microsoft.com/office/drawing/2014/main" id="{1292AE95-5A8D-0ED2-BAD1-1BFC7D5D7C23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321200" y="489600"/>
            <a:ext cx="1209600" cy="299018"/>
            <a:chOff x="8501174" y="2383489"/>
            <a:chExt cx="2699861" cy="667416"/>
          </a:xfrm>
          <a:solidFill>
            <a:schemeClr val="tx1"/>
          </a:solidFill>
        </p:grpSpPr>
        <p:grpSp>
          <p:nvGrpSpPr>
            <p:cNvPr id="17" name="Grafik 13">
              <a:extLst>
                <a:ext uri="{FF2B5EF4-FFF2-40B4-BE49-F238E27FC236}">
                  <a16:creationId xmlns:a16="http://schemas.microsoft.com/office/drawing/2014/main" id="{7E6792FF-7533-B152-8D62-5C21A99030BC}"/>
                </a:ext>
              </a:extLst>
            </p:cNvPr>
            <p:cNvGrpSpPr/>
            <p:nvPr/>
          </p:nvGrpSpPr>
          <p:grpSpPr>
            <a:xfrm>
              <a:off x="9461484" y="2955941"/>
              <a:ext cx="876871" cy="94964"/>
              <a:chOff x="9461484" y="2955941"/>
              <a:chExt cx="876871" cy="94964"/>
            </a:xfrm>
            <a:grpFill/>
          </p:grpSpPr>
          <p:sp>
            <p:nvSpPr>
              <p:cNvPr id="28" name="Freihandform: Form 27">
                <a:extLst>
                  <a:ext uri="{FF2B5EF4-FFF2-40B4-BE49-F238E27FC236}">
                    <a16:creationId xmlns:a16="http://schemas.microsoft.com/office/drawing/2014/main" id="{5D3D46D6-7BA3-D322-4448-C1FAEC789E1F}"/>
                  </a:ext>
                </a:extLst>
              </p:cNvPr>
              <p:cNvSpPr/>
              <p:nvPr/>
            </p:nvSpPr>
            <p:spPr>
              <a:xfrm>
                <a:off x="9461484" y="2957560"/>
                <a:ext cx="64198" cy="91725"/>
              </a:xfrm>
              <a:custGeom>
                <a:avLst/>
                <a:gdLst>
                  <a:gd name="connsiteX0" fmla="*/ 0 w 64198"/>
                  <a:gd name="connsiteY0" fmla="*/ 91726 h 91725"/>
                  <a:gd name="connsiteX1" fmla="*/ 18955 w 64198"/>
                  <a:gd name="connsiteY1" fmla="*/ 0 h 91725"/>
                  <a:gd name="connsiteX2" fmla="*/ 64198 w 64198"/>
                  <a:gd name="connsiteY2" fmla="*/ 0 h 91725"/>
                  <a:gd name="connsiteX3" fmla="*/ 62770 w 64198"/>
                  <a:gd name="connsiteY3" fmla="*/ 7906 h 91725"/>
                  <a:gd name="connsiteX4" fmla="*/ 26384 w 64198"/>
                  <a:gd name="connsiteY4" fmla="*/ 7906 h 91725"/>
                  <a:gd name="connsiteX5" fmla="*/ 19717 w 64198"/>
                  <a:gd name="connsiteY5" fmla="*/ 40576 h 91725"/>
                  <a:gd name="connsiteX6" fmla="*/ 54007 w 64198"/>
                  <a:gd name="connsiteY6" fmla="*/ 40576 h 91725"/>
                  <a:gd name="connsiteX7" fmla="*/ 52578 w 64198"/>
                  <a:gd name="connsiteY7" fmla="*/ 48482 h 91725"/>
                  <a:gd name="connsiteX8" fmla="*/ 18193 w 64198"/>
                  <a:gd name="connsiteY8" fmla="*/ 48482 h 91725"/>
                  <a:gd name="connsiteX9" fmla="*/ 10858 w 64198"/>
                  <a:gd name="connsiteY9" fmla="*/ 83820 h 91725"/>
                  <a:gd name="connsiteX10" fmla="*/ 48577 w 64198"/>
                  <a:gd name="connsiteY10" fmla="*/ 83820 h 91725"/>
                  <a:gd name="connsiteX11" fmla="*/ 47244 w 64198"/>
                  <a:gd name="connsiteY11" fmla="*/ 91726 h 91725"/>
                  <a:gd name="connsiteX12" fmla="*/ 190 w 64198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4198" h="91725">
                    <a:moveTo>
                      <a:pt x="0" y="91726"/>
                    </a:moveTo>
                    <a:lnTo>
                      <a:pt x="18955" y="0"/>
                    </a:lnTo>
                    <a:lnTo>
                      <a:pt x="64198" y="0"/>
                    </a:lnTo>
                    <a:lnTo>
                      <a:pt x="62770" y="7906"/>
                    </a:lnTo>
                    <a:lnTo>
                      <a:pt x="26384" y="7906"/>
                    </a:lnTo>
                    <a:lnTo>
                      <a:pt x="19717" y="40576"/>
                    </a:lnTo>
                    <a:lnTo>
                      <a:pt x="54007" y="40576"/>
                    </a:lnTo>
                    <a:lnTo>
                      <a:pt x="52578" y="48482"/>
                    </a:lnTo>
                    <a:lnTo>
                      <a:pt x="18193" y="48482"/>
                    </a:lnTo>
                    <a:lnTo>
                      <a:pt x="10858" y="83820"/>
                    </a:lnTo>
                    <a:lnTo>
                      <a:pt x="48577" y="83820"/>
                    </a:lnTo>
                    <a:lnTo>
                      <a:pt x="47244" y="91726"/>
                    </a:lnTo>
                    <a:lnTo>
                      <a:pt x="190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29" name="Freihandform: Form 28">
                <a:extLst>
                  <a:ext uri="{FF2B5EF4-FFF2-40B4-BE49-F238E27FC236}">
                    <a16:creationId xmlns:a16="http://schemas.microsoft.com/office/drawing/2014/main" id="{8658AE10-D544-E061-AA64-A38BF01A52D8}"/>
                  </a:ext>
                </a:extLst>
              </p:cNvPr>
              <p:cNvSpPr/>
              <p:nvPr/>
            </p:nvSpPr>
            <p:spPr>
              <a:xfrm>
                <a:off x="9534636" y="2957560"/>
                <a:ext cx="48387" cy="91725"/>
              </a:xfrm>
              <a:custGeom>
                <a:avLst/>
                <a:gdLst>
                  <a:gd name="connsiteX0" fmla="*/ 0 w 48387"/>
                  <a:gd name="connsiteY0" fmla="*/ 91726 h 91725"/>
                  <a:gd name="connsiteX1" fmla="*/ 19621 w 48387"/>
                  <a:gd name="connsiteY1" fmla="*/ 0 h 91725"/>
                  <a:gd name="connsiteX2" fmla="*/ 28956 w 48387"/>
                  <a:gd name="connsiteY2" fmla="*/ 0 h 91725"/>
                  <a:gd name="connsiteX3" fmla="*/ 10954 w 48387"/>
                  <a:gd name="connsiteY3" fmla="*/ 83820 h 91725"/>
                  <a:gd name="connsiteX4" fmla="*/ 48387 w 48387"/>
                  <a:gd name="connsiteY4" fmla="*/ 83820 h 91725"/>
                  <a:gd name="connsiteX5" fmla="*/ 46958 w 48387"/>
                  <a:gd name="connsiteY5" fmla="*/ 91726 h 91725"/>
                  <a:gd name="connsiteX6" fmla="*/ 95 w 48387"/>
                  <a:gd name="connsiteY6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8387" h="91725">
                    <a:moveTo>
                      <a:pt x="0" y="91726"/>
                    </a:moveTo>
                    <a:lnTo>
                      <a:pt x="19621" y="0"/>
                    </a:lnTo>
                    <a:lnTo>
                      <a:pt x="28956" y="0"/>
                    </a:lnTo>
                    <a:lnTo>
                      <a:pt x="10954" y="83820"/>
                    </a:lnTo>
                    <a:lnTo>
                      <a:pt x="48387" y="83820"/>
                    </a:lnTo>
                    <a:lnTo>
                      <a:pt x="46958" y="91726"/>
                    </a:lnTo>
                    <a:lnTo>
                      <a:pt x="95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0" name="Freihandform: Form 29">
                <a:extLst>
                  <a:ext uri="{FF2B5EF4-FFF2-40B4-BE49-F238E27FC236}">
                    <a16:creationId xmlns:a16="http://schemas.microsoft.com/office/drawing/2014/main" id="{4342F04A-427D-14AC-BC7A-27F3DA815FDF}"/>
                  </a:ext>
                </a:extLst>
              </p:cNvPr>
              <p:cNvSpPr/>
              <p:nvPr/>
            </p:nvSpPr>
            <p:spPr>
              <a:xfrm>
                <a:off x="9605216" y="2957560"/>
                <a:ext cx="64198" cy="91725"/>
              </a:xfrm>
              <a:custGeom>
                <a:avLst/>
                <a:gdLst>
                  <a:gd name="connsiteX0" fmla="*/ 0 w 64198"/>
                  <a:gd name="connsiteY0" fmla="*/ 91726 h 91725"/>
                  <a:gd name="connsiteX1" fmla="*/ 18955 w 64198"/>
                  <a:gd name="connsiteY1" fmla="*/ 0 h 91725"/>
                  <a:gd name="connsiteX2" fmla="*/ 64199 w 64198"/>
                  <a:gd name="connsiteY2" fmla="*/ 0 h 91725"/>
                  <a:gd name="connsiteX3" fmla="*/ 62770 w 64198"/>
                  <a:gd name="connsiteY3" fmla="*/ 7906 h 91725"/>
                  <a:gd name="connsiteX4" fmla="*/ 26384 w 64198"/>
                  <a:gd name="connsiteY4" fmla="*/ 7906 h 91725"/>
                  <a:gd name="connsiteX5" fmla="*/ 19717 w 64198"/>
                  <a:gd name="connsiteY5" fmla="*/ 40576 h 91725"/>
                  <a:gd name="connsiteX6" fmla="*/ 54007 w 64198"/>
                  <a:gd name="connsiteY6" fmla="*/ 40576 h 91725"/>
                  <a:gd name="connsiteX7" fmla="*/ 52578 w 64198"/>
                  <a:gd name="connsiteY7" fmla="*/ 48482 h 91725"/>
                  <a:gd name="connsiteX8" fmla="*/ 18193 w 64198"/>
                  <a:gd name="connsiteY8" fmla="*/ 48482 h 91725"/>
                  <a:gd name="connsiteX9" fmla="*/ 10859 w 64198"/>
                  <a:gd name="connsiteY9" fmla="*/ 83820 h 91725"/>
                  <a:gd name="connsiteX10" fmla="*/ 48578 w 64198"/>
                  <a:gd name="connsiteY10" fmla="*/ 83820 h 91725"/>
                  <a:gd name="connsiteX11" fmla="*/ 47244 w 64198"/>
                  <a:gd name="connsiteY11" fmla="*/ 91726 h 91725"/>
                  <a:gd name="connsiteX12" fmla="*/ 191 w 64198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4198" h="91725">
                    <a:moveTo>
                      <a:pt x="0" y="91726"/>
                    </a:moveTo>
                    <a:lnTo>
                      <a:pt x="18955" y="0"/>
                    </a:lnTo>
                    <a:lnTo>
                      <a:pt x="64199" y="0"/>
                    </a:lnTo>
                    <a:lnTo>
                      <a:pt x="62770" y="7906"/>
                    </a:lnTo>
                    <a:lnTo>
                      <a:pt x="26384" y="7906"/>
                    </a:lnTo>
                    <a:lnTo>
                      <a:pt x="19717" y="40576"/>
                    </a:lnTo>
                    <a:lnTo>
                      <a:pt x="54007" y="40576"/>
                    </a:lnTo>
                    <a:lnTo>
                      <a:pt x="52578" y="48482"/>
                    </a:lnTo>
                    <a:lnTo>
                      <a:pt x="18193" y="48482"/>
                    </a:lnTo>
                    <a:lnTo>
                      <a:pt x="10859" y="83820"/>
                    </a:lnTo>
                    <a:lnTo>
                      <a:pt x="48578" y="83820"/>
                    </a:lnTo>
                    <a:lnTo>
                      <a:pt x="47244" y="91726"/>
                    </a:lnTo>
                    <a:lnTo>
                      <a:pt x="191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1" name="Freihandform: Form 30">
                <a:extLst>
                  <a:ext uri="{FF2B5EF4-FFF2-40B4-BE49-F238E27FC236}">
                    <a16:creationId xmlns:a16="http://schemas.microsoft.com/office/drawing/2014/main" id="{130CD3D8-E6A4-BAC4-FEDD-8B05418CFB8F}"/>
                  </a:ext>
                </a:extLst>
              </p:cNvPr>
              <p:cNvSpPr/>
              <p:nvPr/>
            </p:nvSpPr>
            <p:spPr>
              <a:xfrm>
                <a:off x="9684179" y="2955941"/>
                <a:ext cx="79247" cy="94869"/>
              </a:xfrm>
              <a:custGeom>
                <a:avLst/>
                <a:gdLst>
                  <a:gd name="connsiteX0" fmla="*/ 60960 w 79247"/>
                  <a:gd name="connsiteY0" fmla="*/ 92012 h 94869"/>
                  <a:gd name="connsiteX1" fmla="*/ 43053 w 79247"/>
                  <a:gd name="connsiteY1" fmla="*/ 94869 h 94869"/>
                  <a:gd name="connsiteX2" fmla="*/ 0 w 79247"/>
                  <a:gd name="connsiteY2" fmla="*/ 54674 h 94869"/>
                  <a:gd name="connsiteX3" fmla="*/ 54673 w 79247"/>
                  <a:gd name="connsiteY3" fmla="*/ 0 h 94869"/>
                  <a:gd name="connsiteX4" fmla="*/ 79248 w 79247"/>
                  <a:gd name="connsiteY4" fmla="*/ 4763 h 94869"/>
                  <a:gd name="connsiteX5" fmla="*/ 76105 w 79247"/>
                  <a:gd name="connsiteY5" fmla="*/ 12382 h 94869"/>
                  <a:gd name="connsiteX6" fmla="*/ 54007 w 79247"/>
                  <a:gd name="connsiteY6" fmla="*/ 7906 h 94869"/>
                  <a:gd name="connsiteX7" fmla="*/ 9049 w 79247"/>
                  <a:gd name="connsiteY7" fmla="*/ 54769 h 94869"/>
                  <a:gd name="connsiteX8" fmla="*/ 42577 w 79247"/>
                  <a:gd name="connsiteY8" fmla="*/ 86963 h 94869"/>
                  <a:gd name="connsiteX9" fmla="*/ 62008 w 79247"/>
                  <a:gd name="connsiteY9" fmla="*/ 83915 h 94869"/>
                  <a:gd name="connsiteX10" fmla="*/ 60960 w 79247"/>
                  <a:gd name="connsiteY10" fmla="*/ 91916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9247" h="94869">
                    <a:moveTo>
                      <a:pt x="60960" y="92012"/>
                    </a:moveTo>
                    <a:cubicBezTo>
                      <a:pt x="54293" y="94202"/>
                      <a:pt x="49244" y="94869"/>
                      <a:pt x="43053" y="94869"/>
                    </a:cubicBezTo>
                    <a:cubicBezTo>
                      <a:pt x="19145" y="94869"/>
                      <a:pt x="0" y="79153"/>
                      <a:pt x="0" y="54674"/>
                    </a:cubicBezTo>
                    <a:cubicBezTo>
                      <a:pt x="0" y="23050"/>
                      <a:pt x="22289" y="0"/>
                      <a:pt x="54673" y="0"/>
                    </a:cubicBezTo>
                    <a:cubicBezTo>
                      <a:pt x="66199" y="0"/>
                      <a:pt x="72961" y="1810"/>
                      <a:pt x="79248" y="4763"/>
                    </a:cubicBezTo>
                    <a:lnTo>
                      <a:pt x="76105" y="12382"/>
                    </a:lnTo>
                    <a:cubicBezTo>
                      <a:pt x="69532" y="8858"/>
                      <a:pt x="61817" y="7906"/>
                      <a:pt x="54007" y="7906"/>
                    </a:cubicBezTo>
                    <a:cubicBezTo>
                      <a:pt x="27337" y="7906"/>
                      <a:pt x="9049" y="28289"/>
                      <a:pt x="9049" y="54769"/>
                    </a:cubicBezTo>
                    <a:cubicBezTo>
                      <a:pt x="9049" y="72485"/>
                      <a:pt x="22955" y="86963"/>
                      <a:pt x="42577" y="86963"/>
                    </a:cubicBezTo>
                    <a:cubicBezTo>
                      <a:pt x="48482" y="86963"/>
                      <a:pt x="53721" y="86678"/>
                      <a:pt x="62008" y="83915"/>
                    </a:cubicBezTo>
                    <a:lnTo>
                      <a:pt x="60960" y="9191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2" name="Freihandform: Form 31">
                <a:extLst>
                  <a:ext uri="{FF2B5EF4-FFF2-40B4-BE49-F238E27FC236}">
                    <a16:creationId xmlns:a16="http://schemas.microsoft.com/office/drawing/2014/main" id="{1BED91A3-4E18-7114-D909-820A838B9FF5}"/>
                  </a:ext>
                </a:extLst>
              </p:cNvPr>
              <p:cNvSpPr/>
              <p:nvPr/>
            </p:nvSpPr>
            <p:spPr>
              <a:xfrm>
                <a:off x="9781905" y="2957560"/>
                <a:ext cx="66484" cy="91725"/>
              </a:xfrm>
              <a:custGeom>
                <a:avLst/>
                <a:gdLst>
                  <a:gd name="connsiteX0" fmla="*/ 9906 w 66484"/>
                  <a:gd name="connsiteY0" fmla="*/ 91726 h 91725"/>
                  <a:gd name="connsiteX1" fmla="*/ 27813 w 66484"/>
                  <a:gd name="connsiteY1" fmla="*/ 7906 h 91725"/>
                  <a:gd name="connsiteX2" fmla="*/ 0 w 66484"/>
                  <a:gd name="connsiteY2" fmla="*/ 7906 h 91725"/>
                  <a:gd name="connsiteX3" fmla="*/ 1715 w 66484"/>
                  <a:gd name="connsiteY3" fmla="*/ 0 h 91725"/>
                  <a:gd name="connsiteX4" fmla="*/ 66484 w 66484"/>
                  <a:gd name="connsiteY4" fmla="*/ 0 h 91725"/>
                  <a:gd name="connsiteX5" fmla="*/ 64865 w 66484"/>
                  <a:gd name="connsiteY5" fmla="*/ 7906 h 91725"/>
                  <a:gd name="connsiteX6" fmla="*/ 37052 w 66484"/>
                  <a:gd name="connsiteY6" fmla="*/ 7906 h 91725"/>
                  <a:gd name="connsiteX7" fmla="*/ 19431 w 66484"/>
                  <a:gd name="connsiteY7" fmla="*/ 91726 h 91725"/>
                  <a:gd name="connsiteX8" fmla="*/ 10001 w 66484"/>
                  <a:gd name="connsiteY8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484" h="91725">
                    <a:moveTo>
                      <a:pt x="9906" y="91726"/>
                    </a:moveTo>
                    <a:lnTo>
                      <a:pt x="27813" y="7906"/>
                    </a:lnTo>
                    <a:lnTo>
                      <a:pt x="0" y="7906"/>
                    </a:lnTo>
                    <a:lnTo>
                      <a:pt x="1715" y="0"/>
                    </a:lnTo>
                    <a:lnTo>
                      <a:pt x="66484" y="0"/>
                    </a:lnTo>
                    <a:lnTo>
                      <a:pt x="64865" y="7906"/>
                    </a:lnTo>
                    <a:lnTo>
                      <a:pt x="37052" y="7906"/>
                    </a:lnTo>
                    <a:lnTo>
                      <a:pt x="19431" y="91726"/>
                    </a:lnTo>
                    <a:lnTo>
                      <a:pt x="10001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3" name="Freihandform: Form 32">
                <a:extLst>
                  <a:ext uri="{FF2B5EF4-FFF2-40B4-BE49-F238E27FC236}">
                    <a16:creationId xmlns:a16="http://schemas.microsoft.com/office/drawing/2014/main" id="{26E0A0E8-F366-66BE-5B95-ED7D5B1E6505}"/>
                  </a:ext>
                </a:extLst>
              </p:cNvPr>
              <p:cNvSpPr/>
              <p:nvPr/>
            </p:nvSpPr>
            <p:spPr>
              <a:xfrm>
                <a:off x="9852104" y="2957560"/>
                <a:ext cx="65912" cy="91725"/>
              </a:xfrm>
              <a:custGeom>
                <a:avLst/>
                <a:gdLst>
                  <a:gd name="connsiteX0" fmla="*/ 49625 w 65912"/>
                  <a:gd name="connsiteY0" fmla="*/ 91726 h 91725"/>
                  <a:gd name="connsiteX1" fmla="*/ 41910 w 65912"/>
                  <a:gd name="connsiteY1" fmla="*/ 58769 h 91725"/>
                  <a:gd name="connsiteX2" fmla="*/ 29051 w 65912"/>
                  <a:gd name="connsiteY2" fmla="*/ 48482 h 91725"/>
                  <a:gd name="connsiteX3" fmla="*/ 18383 w 65912"/>
                  <a:gd name="connsiteY3" fmla="*/ 48482 h 91725"/>
                  <a:gd name="connsiteX4" fmla="*/ 9144 w 65912"/>
                  <a:gd name="connsiteY4" fmla="*/ 91726 h 91725"/>
                  <a:gd name="connsiteX5" fmla="*/ 0 w 65912"/>
                  <a:gd name="connsiteY5" fmla="*/ 91726 h 91725"/>
                  <a:gd name="connsiteX6" fmla="*/ 20003 w 65912"/>
                  <a:gd name="connsiteY6" fmla="*/ 0 h 91725"/>
                  <a:gd name="connsiteX7" fmla="*/ 42291 w 65912"/>
                  <a:gd name="connsiteY7" fmla="*/ 0 h 91725"/>
                  <a:gd name="connsiteX8" fmla="*/ 65913 w 65912"/>
                  <a:gd name="connsiteY8" fmla="*/ 20479 h 91725"/>
                  <a:gd name="connsiteX9" fmla="*/ 40005 w 65912"/>
                  <a:gd name="connsiteY9" fmla="*/ 45053 h 91725"/>
                  <a:gd name="connsiteX10" fmla="*/ 40005 w 65912"/>
                  <a:gd name="connsiteY10" fmla="*/ 45339 h 91725"/>
                  <a:gd name="connsiteX11" fmla="*/ 49721 w 65912"/>
                  <a:gd name="connsiteY11" fmla="*/ 56007 h 91725"/>
                  <a:gd name="connsiteX12" fmla="*/ 58483 w 65912"/>
                  <a:gd name="connsiteY12" fmla="*/ 91726 h 91725"/>
                  <a:gd name="connsiteX13" fmla="*/ 49530 w 65912"/>
                  <a:gd name="connsiteY13" fmla="*/ 91726 h 91725"/>
                  <a:gd name="connsiteX14" fmla="*/ 29242 w 65912"/>
                  <a:gd name="connsiteY14" fmla="*/ 40672 h 91725"/>
                  <a:gd name="connsiteX15" fmla="*/ 56864 w 65912"/>
                  <a:gd name="connsiteY15" fmla="*/ 21717 h 91725"/>
                  <a:gd name="connsiteX16" fmla="*/ 40291 w 65912"/>
                  <a:gd name="connsiteY16" fmla="*/ 7906 h 91725"/>
                  <a:gd name="connsiteX17" fmla="*/ 27051 w 65912"/>
                  <a:gd name="connsiteY17" fmla="*/ 7906 h 91725"/>
                  <a:gd name="connsiteX18" fmla="*/ 20098 w 65912"/>
                  <a:gd name="connsiteY18" fmla="*/ 40576 h 91725"/>
                  <a:gd name="connsiteX19" fmla="*/ 29242 w 65912"/>
                  <a:gd name="connsiteY19" fmla="*/ 4057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5912" h="91725">
                    <a:moveTo>
                      <a:pt x="49625" y="91726"/>
                    </a:moveTo>
                    <a:lnTo>
                      <a:pt x="41910" y="58769"/>
                    </a:lnTo>
                    <a:cubicBezTo>
                      <a:pt x="39910" y="50578"/>
                      <a:pt x="36481" y="48482"/>
                      <a:pt x="29051" y="48482"/>
                    </a:cubicBezTo>
                    <a:lnTo>
                      <a:pt x="18383" y="48482"/>
                    </a:lnTo>
                    <a:lnTo>
                      <a:pt x="9144" y="91726"/>
                    </a:lnTo>
                    <a:lnTo>
                      <a:pt x="0" y="91726"/>
                    </a:lnTo>
                    <a:lnTo>
                      <a:pt x="20003" y="0"/>
                    </a:lnTo>
                    <a:lnTo>
                      <a:pt x="42291" y="0"/>
                    </a:lnTo>
                    <a:cubicBezTo>
                      <a:pt x="57245" y="0"/>
                      <a:pt x="65913" y="6286"/>
                      <a:pt x="65913" y="20479"/>
                    </a:cubicBezTo>
                    <a:cubicBezTo>
                      <a:pt x="65913" y="34671"/>
                      <a:pt x="55531" y="44291"/>
                      <a:pt x="40005" y="45053"/>
                    </a:cubicBezTo>
                    <a:lnTo>
                      <a:pt x="40005" y="45339"/>
                    </a:lnTo>
                    <a:cubicBezTo>
                      <a:pt x="46577" y="46482"/>
                      <a:pt x="48292" y="49911"/>
                      <a:pt x="49721" y="56007"/>
                    </a:cubicBezTo>
                    <a:lnTo>
                      <a:pt x="58483" y="91726"/>
                    </a:lnTo>
                    <a:lnTo>
                      <a:pt x="49530" y="91726"/>
                    </a:lnTo>
                    <a:close/>
                    <a:moveTo>
                      <a:pt x="29242" y="40672"/>
                    </a:moveTo>
                    <a:cubicBezTo>
                      <a:pt x="45149" y="40672"/>
                      <a:pt x="56864" y="34671"/>
                      <a:pt x="56864" y="21717"/>
                    </a:cubicBezTo>
                    <a:cubicBezTo>
                      <a:pt x="56864" y="11716"/>
                      <a:pt x="50197" y="7906"/>
                      <a:pt x="40291" y="7906"/>
                    </a:cubicBezTo>
                    <a:lnTo>
                      <a:pt x="27051" y="7906"/>
                    </a:lnTo>
                    <a:lnTo>
                      <a:pt x="20098" y="40576"/>
                    </a:lnTo>
                    <a:lnTo>
                      <a:pt x="29242" y="4057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4" name="Freihandform: Form 33">
                <a:extLst>
                  <a:ext uri="{FF2B5EF4-FFF2-40B4-BE49-F238E27FC236}">
                    <a16:creationId xmlns:a16="http://schemas.microsoft.com/office/drawing/2014/main" id="{87087C71-BEF0-C154-3D03-D4123741B100}"/>
                  </a:ext>
                </a:extLst>
              </p:cNvPr>
              <p:cNvSpPr/>
              <p:nvPr/>
            </p:nvSpPr>
            <p:spPr>
              <a:xfrm>
                <a:off x="9939068" y="2956036"/>
                <a:ext cx="83438" cy="94868"/>
              </a:xfrm>
              <a:custGeom>
                <a:avLst/>
                <a:gdLst>
                  <a:gd name="connsiteX0" fmla="*/ 0 w 83438"/>
                  <a:gd name="connsiteY0" fmla="*/ 57436 h 94868"/>
                  <a:gd name="connsiteX1" fmla="*/ 48768 w 83438"/>
                  <a:gd name="connsiteY1" fmla="*/ 0 h 94868"/>
                  <a:gd name="connsiteX2" fmla="*/ 83439 w 83438"/>
                  <a:gd name="connsiteY2" fmla="*/ 37433 h 94868"/>
                  <a:gd name="connsiteX3" fmla="*/ 34671 w 83438"/>
                  <a:gd name="connsiteY3" fmla="*/ 94869 h 94868"/>
                  <a:gd name="connsiteX4" fmla="*/ 0 w 83438"/>
                  <a:gd name="connsiteY4" fmla="*/ 57436 h 94868"/>
                  <a:gd name="connsiteX5" fmla="*/ 74390 w 83438"/>
                  <a:gd name="connsiteY5" fmla="*/ 38481 h 94868"/>
                  <a:gd name="connsiteX6" fmla="*/ 48387 w 83438"/>
                  <a:gd name="connsiteY6" fmla="*/ 7906 h 94868"/>
                  <a:gd name="connsiteX7" fmla="*/ 9144 w 83438"/>
                  <a:gd name="connsiteY7" fmla="*/ 56674 h 94868"/>
                  <a:gd name="connsiteX8" fmla="*/ 35433 w 83438"/>
                  <a:gd name="connsiteY8" fmla="*/ 87058 h 94868"/>
                  <a:gd name="connsiteX9" fmla="*/ 74486 w 83438"/>
                  <a:gd name="connsiteY9" fmla="*/ 38576 h 94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3438" h="94868">
                    <a:moveTo>
                      <a:pt x="0" y="57436"/>
                    </a:moveTo>
                    <a:cubicBezTo>
                      <a:pt x="0" y="28099"/>
                      <a:pt x="18574" y="0"/>
                      <a:pt x="48768" y="0"/>
                    </a:cubicBezTo>
                    <a:cubicBezTo>
                      <a:pt x="70961" y="0"/>
                      <a:pt x="83439" y="14573"/>
                      <a:pt x="83439" y="37433"/>
                    </a:cubicBezTo>
                    <a:cubicBezTo>
                      <a:pt x="83439" y="66866"/>
                      <a:pt x="64865" y="94869"/>
                      <a:pt x="34671" y="94869"/>
                    </a:cubicBezTo>
                    <a:cubicBezTo>
                      <a:pt x="12383" y="94869"/>
                      <a:pt x="0" y="80010"/>
                      <a:pt x="0" y="57436"/>
                    </a:cubicBezTo>
                    <a:close/>
                    <a:moveTo>
                      <a:pt x="74390" y="38481"/>
                    </a:moveTo>
                    <a:cubicBezTo>
                      <a:pt x="74390" y="19717"/>
                      <a:pt x="64961" y="7906"/>
                      <a:pt x="48387" y="7906"/>
                    </a:cubicBezTo>
                    <a:cubicBezTo>
                      <a:pt x="24384" y="7906"/>
                      <a:pt x="9144" y="33623"/>
                      <a:pt x="9144" y="56674"/>
                    </a:cubicBezTo>
                    <a:cubicBezTo>
                      <a:pt x="9144" y="72485"/>
                      <a:pt x="16383" y="87058"/>
                      <a:pt x="35433" y="87058"/>
                    </a:cubicBezTo>
                    <a:cubicBezTo>
                      <a:pt x="59246" y="87058"/>
                      <a:pt x="74486" y="61055"/>
                      <a:pt x="74486" y="38576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0C0E3641-91AE-3706-1044-A1122B708C99}"/>
                  </a:ext>
                </a:extLst>
              </p:cNvPr>
              <p:cNvSpPr/>
              <p:nvPr/>
            </p:nvSpPr>
            <p:spPr>
              <a:xfrm>
                <a:off x="10040890" y="2957560"/>
                <a:ext cx="86772" cy="91725"/>
              </a:xfrm>
              <a:custGeom>
                <a:avLst/>
                <a:gdLst>
                  <a:gd name="connsiteX0" fmla="*/ 56579 w 86772"/>
                  <a:gd name="connsiteY0" fmla="*/ 91726 h 91725"/>
                  <a:gd name="connsiteX1" fmla="*/ 26003 w 86772"/>
                  <a:gd name="connsiteY1" fmla="*/ 11049 h 91725"/>
                  <a:gd name="connsiteX2" fmla="*/ 25717 w 86772"/>
                  <a:gd name="connsiteY2" fmla="*/ 11049 h 91725"/>
                  <a:gd name="connsiteX3" fmla="*/ 8382 w 86772"/>
                  <a:gd name="connsiteY3" fmla="*/ 91726 h 91725"/>
                  <a:gd name="connsiteX4" fmla="*/ 0 w 86772"/>
                  <a:gd name="connsiteY4" fmla="*/ 91726 h 91725"/>
                  <a:gd name="connsiteX5" fmla="*/ 19812 w 86772"/>
                  <a:gd name="connsiteY5" fmla="*/ 0 h 91725"/>
                  <a:gd name="connsiteX6" fmla="*/ 30575 w 86772"/>
                  <a:gd name="connsiteY6" fmla="*/ 0 h 91725"/>
                  <a:gd name="connsiteX7" fmla="*/ 61150 w 86772"/>
                  <a:gd name="connsiteY7" fmla="*/ 80677 h 91725"/>
                  <a:gd name="connsiteX8" fmla="*/ 61436 w 86772"/>
                  <a:gd name="connsiteY8" fmla="*/ 80677 h 91725"/>
                  <a:gd name="connsiteX9" fmla="*/ 78486 w 86772"/>
                  <a:gd name="connsiteY9" fmla="*/ 0 h 91725"/>
                  <a:gd name="connsiteX10" fmla="*/ 86773 w 86772"/>
                  <a:gd name="connsiteY10" fmla="*/ 0 h 91725"/>
                  <a:gd name="connsiteX11" fmla="*/ 67342 w 86772"/>
                  <a:gd name="connsiteY11" fmla="*/ 91726 h 91725"/>
                  <a:gd name="connsiteX12" fmla="*/ 56579 w 86772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6772" h="91725">
                    <a:moveTo>
                      <a:pt x="56579" y="91726"/>
                    </a:moveTo>
                    <a:lnTo>
                      <a:pt x="26003" y="11049"/>
                    </a:lnTo>
                    <a:lnTo>
                      <a:pt x="25717" y="11049"/>
                    </a:lnTo>
                    <a:lnTo>
                      <a:pt x="8382" y="91726"/>
                    </a:lnTo>
                    <a:lnTo>
                      <a:pt x="0" y="91726"/>
                    </a:lnTo>
                    <a:lnTo>
                      <a:pt x="19812" y="0"/>
                    </a:lnTo>
                    <a:lnTo>
                      <a:pt x="30575" y="0"/>
                    </a:lnTo>
                    <a:lnTo>
                      <a:pt x="61150" y="80677"/>
                    </a:lnTo>
                    <a:lnTo>
                      <a:pt x="61436" y="80677"/>
                    </a:lnTo>
                    <a:lnTo>
                      <a:pt x="78486" y="0"/>
                    </a:lnTo>
                    <a:lnTo>
                      <a:pt x="86773" y="0"/>
                    </a:lnTo>
                    <a:lnTo>
                      <a:pt x="67342" y="91726"/>
                    </a:lnTo>
                    <a:lnTo>
                      <a:pt x="56579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BDA8FC87-59C4-650B-5FFB-BD2EE6F24FE5}"/>
                  </a:ext>
                </a:extLst>
              </p:cNvPr>
              <p:cNvSpPr/>
              <p:nvPr/>
            </p:nvSpPr>
            <p:spPr>
              <a:xfrm>
                <a:off x="10141379" y="2957560"/>
                <a:ext cx="28479" cy="91725"/>
              </a:xfrm>
              <a:custGeom>
                <a:avLst/>
                <a:gdLst>
                  <a:gd name="connsiteX0" fmla="*/ 0 w 28479"/>
                  <a:gd name="connsiteY0" fmla="*/ 91726 h 91725"/>
                  <a:gd name="connsiteX1" fmla="*/ 19431 w 28479"/>
                  <a:gd name="connsiteY1" fmla="*/ 0 h 91725"/>
                  <a:gd name="connsiteX2" fmla="*/ 28480 w 28479"/>
                  <a:gd name="connsiteY2" fmla="*/ 0 h 91725"/>
                  <a:gd name="connsiteX3" fmla="*/ 9049 w 28479"/>
                  <a:gd name="connsiteY3" fmla="*/ 91726 h 91725"/>
                  <a:gd name="connsiteX4" fmla="*/ 0 w 28479"/>
                  <a:gd name="connsiteY4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479" h="91725">
                    <a:moveTo>
                      <a:pt x="0" y="91726"/>
                    </a:moveTo>
                    <a:lnTo>
                      <a:pt x="19431" y="0"/>
                    </a:lnTo>
                    <a:lnTo>
                      <a:pt x="28480" y="0"/>
                    </a:lnTo>
                    <a:lnTo>
                      <a:pt x="9049" y="91726"/>
                    </a:lnTo>
                    <a:lnTo>
                      <a:pt x="0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7" name="Freihandform: Form 36">
                <a:extLst>
                  <a:ext uri="{FF2B5EF4-FFF2-40B4-BE49-F238E27FC236}">
                    <a16:creationId xmlns:a16="http://schemas.microsoft.com/office/drawing/2014/main" id="{826B5FF8-7586-D8C2-B76D-F209B1F502B8}"/>
                  </a:ext>
                </a:extLst>
              </p:cNvPr>
              <p:cNvSpPr/>
              <p:nvPr/>
            </p:nvSpPr>
            <p:spPr>
              <a:xfrm>
                <a:off x="10187766" y="2955941"/>
                <a:ext cx="79248" cy="94869"/>
              </a:xfrm>
              <a:custGeom>
                <a:avLst/>
                <a:gdLst>
                  <a:gd name="connsiteX0" fmla="*/ 60960 w 79248"/>
                  <a:gd name="connsiteY0" fmla="*/ 92012 h 94869"/>
                  <a:gd name="connsiteX1" fmla="*/ 43053 w 79248"/>
                  <a:gd name="connsiteY1" fmla="*/ 94869 h 94869"/>
                  <a:gd name="connsiteX2" fmla="*/ 0 w 79248"/>
                  <a:gd name="connsiteY2" fmla="*/ 54674 h 94869"/>
                  <a:gd name="connsiteX3" fmla="*/ 54674 w 79248"/>
                  <a:gd name="connsiteY3" fmla="*/ 0 h 94869"/>
                  <a:gd name="connsiteX4" fmla="*/ 79248 w 79248"/>
                  <a:gd name="connsiteY4" fmla="*/ 4763 h 94869"/>
                  <a:gd name="connsiteX5" fmla="*/ 76105 w 79248"/>
                  <a:gd name="connsiteY5" fmla="*/ 12382 h 94869"/>
                  <a:gd name="connsiteX6" fmla="*/ 54007 w 79248"/>
                  <a:gd name="connsiteY6" fmla="*/ 7906 h 94869"/>
                  <a:gd name="connsiteX7" fmla="*/ 9049 w 79248"/>
                  <a:gd name="connsiteY7" fmla="*/ 54769 h 94869"/>
                  <a:gd name="connsiteX8" fmla="*/ 42577 w 79248"/>
                  <a:gd name="connsiteY8" fmla="*/ 86963 h 94869"/>
                  <a:gd name="connsiteX9" fmla="*/ 62008 w 79248"/>
                  <a:gd name="connsiteY9" fmla="*/ 83915 h 94869"/>
                  <a:gd name="connsiteX10" fmla="*/ 60960 w 79248"/>
                  <a:gd name="connsiteY10" fmla="*/ 91916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9248" h="94869">
                    <a:moveTo>
                      <a:pt x="60960" y="92012"/>
                    </a:moveTo>
                    <a:cubicBezTo>
                      <a:pt x="54292" y="94202"/>
                      <a:pt x="49244" y="94869"/>
                      <a:pt x="43053" y="94869"/>
                    </a:cubicBezTo>
                    <a:cubicBezTo>
                      <a:pt x="19145" y="94869"/>
                      <a:pt x="0" y="79153"/>
                      <a:pt x="0" y="54674"/>
                    </a:cubicBezTo>
                    <a:cubicBezTo>
                      <a:pt x="0" y="23050"/>
                      <a:pt x="22288" y="0"/>
                      <a:pt x="54674" y="0"/>
                    </a:cubicBezTo>
                    <a:cubicBezTo>
                      <a:pt x="66199" y="0"/>
                      <a:pt x="72962" y="1810"/>
                      <a:pt x="79248" y="4763"/>
                    </a:cubicBezTo>
                    <a:lnTo>
                      <a:pt x="76105" y="12382"/>
                    </a:lnTo>
                    <a:cubicBezTo>
                      <a:pt x="69533" y="8858"/>
                      <a:pt x="61817" y="7906"/>
                      <a:pt x="54007" y="7906"/>
                    </a:cubicBezTo>
                    <a:cubicBezTo>
                      <a:pt x="27337" y="7906"/>
                      <a:pt x="9049" y="28289"/>
                      <a:pt x="9049" y="54769"/>
                    </a:cubicBezTo>
                    <a:cubicBezTo>
                      <a:pt x="9049" y="72485"/>
                      <a:pt x="22955" y="86963"/>
                      <a:pt x="42577" y="86963"/>
                    </a:cubicBezTo>
                    <a:cubicBezTo>
                      <a:pt x="48482" y="86963"/>
                      <a:pt x="53721" y="86678"/>
                      <a:pt x="62008" y="83915"/>
                    </a:cubicBezTo>
                    <a:lnTo>
                      <a:pt x="60960" y="9191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8" name="Freihandform: Form 37">
                <a:extLst>
                  <a:ext uri="{FF2B5EF4-FFF2-40B4-BE49-F238E27FC236}">
                    <a16:creationId xmlns:a16="http://schemas.microsoft.com/office/drawing/2014/main" id="{2C0DA13A-B441-BB64-5824-FAB5947F923F}"/>
                  </a:ext>
                </a:extLst>
              </p:cNvPr>
              <p:cNvSpPr/>
              <p:nvPr/>
            </p:nvSpPr>
            <p:spPr>
              <a:xfrm>
                <a:off x="10272062" y="2955941"/>
                <a:ext cx="66293" cy="94869"/>
              </a:xfrm>
              <a:custGeom>
                <a:avLst/>
                <a:gdLst>
                  <a:gd name="connsiteX0" fmla="*/ 2572 w 66293"/>
                  <a:gd name="connsiteY0" fmla="*/ 81248 h 94869"/>
                  <a:gd name="connsiteX1" fmla="*/ 22193 w 66293"/>
                  <a:gd name="connsiteY1" fmla="*/ 87058 h 94869"/>
                  <a:gd name="connsiteX2" fmla="*/ 47720 w 66293"/>
                  <a:gd name="connsiteY2" fmla="*/ 67437 h 94869"/>
                  <a:gd name="connsiteX3" fmla="*/ 34099 w 66293"/>
                  <a:gd name="connsiteY3" fmla="*/ 49435 h 94869"/>
                  <a:gd name="connsiteX4" fmla="*/ 14002 w 66293"/>
                  <a:gd name="connsiteY4" fmla="*/ 25527 h 94869"/>
                  <a:gd name="connsiteX5" fmla="*/ 45053 w 66293"/>
                  <a:gd name="connsiteY5" fmla="*/ 0 h 94869"/>
                  <a:gd name="connsiteX6" fmla="*/ 66294 w 66293"/>
                  <a:gd name="connsiteY6" fmla="*/ 4096 h 94869"/>
                  <a:gd name="connsiteX7" fmla="*/ 63532 w 66293"/>
                  <a:gd name="connsiteY7" fmla="*/ 12382 h 94869"/>
                  <a:gd name="connsiteX8" fmla="*/ 44863 w 66293"/>
                  <a:gd name="connsiteY8" fmla="*/ 7906 h 94869"/>
                  <a:gd name="connsiteX9" fmla="*/ 23050 w 66293"/>
                  <a:gd name="connsiteY9" fmla="*/ 24860 h 94869"/>
                  <a:gd name="connsiteX10" fmla="*/ 36481 w 66293"/>
                  <a:gd name="connsiteY10" fmla="*/ 40481 h 94869"/>
                  <a:gd name="connsiteX11" fmla="*/ 56864 w 66293"/>
                  <a:gd name="connsiteY11" fmla="*/ 66199 h 94869"/>
                  <a:gd name="connsiteX12" fmla="*/ 22955 w 66293"/>
                  <a:gd name="connsiteY12" fmla="*/ 94869 h 94869"/>
                  <a:gd name="connsiteX13" fmla="*/ 0 w 66293"/>
                  <a:gd name="connsiteY13" fmla="*/ 89916 h 94869"/>
                  <a:gd name="connsiteX14" fmla="*/ 2762 w 66293"/>
                  <a:gd name="connsiteY14" fmla="*/ 81248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6293" h="94869">
                    <a:moveTo>
                      <a:pt x="2572" y="81248"/>
                    </a:moveTo>
                    <a:cubicBezTo>
                      <a:pt x="8096" y="84963"/>
                      <a:pt x="15430" y="87058"/>
                      <a:pt x="22193" y="87058"/>
                    </a:cubicBezTo>
                    <a:cubicBezTo>
                      <a:pt x="34576" y="87058"/>
                      <a:pt x="47720" y="81629"/>
                      <a:pt x="47720" y="67437"/>
                    </a:cubicBezTo>
                    <a:cubicBezTo>
                      <a:pt x="47720" y="59912"/>
                      <a:pt x="42767" y="54959"/>
                      <a:pt x="34099" y="49435"/>
                    </a:cubicBezTo>
                    <a:cubicBezTo>
                      <a:pt x="23241" y="42482"/>
                      <a:pt x="14002" y="36957"/>
                      <a:pt x="14002" y="25527"/>
                    </a:cubicBezTo>
                    <a:cubicBezTo>
                      <a:pt x="14002" y="8477"/>
                      <a:pt x="28099" y="0"/>
                      <a:pt x="45053" y="0"/>
                    </a:cubicBezTo>
                    <a:cubicBezTo>
                      <a:pt x="52768" y="0"/>
                      <a:pt x="59912" y="1333"/>
                      <a:pt x="66294" y="4096"/>
                    </a:cubicBezTo>
                    <a:lnTo>
                      <a:pt x="63532" y="12382"/>
                    </a:lnTo>
                    <a:cubicBezTo>
                      <a:pt x="57626" y="9334"/>
                      <a:pt x="51340" y="7906"/>
                      <a:pt x="44863" y="7906"/>
                    </a:cubicBezTo>
                    <a:cubicBezTo>
                      <a:pt x="34861" y="7906"/>
                      <a:pt x="23050" y="12764"/>
                      <a:pt x="23050" y="24860"/>
                    </a:cubicBezTo>
                    <a:cubicBezTo>
                      <a:pt x="23050" y="31051"/>
                      <a:pt x="27527" y="34957"/>
                      <a:pt x="36481" y="40481"/>
                    </a:cubicBezTo>
                    <a:cubicBezTo>
                      <a:pt x="48673" y="48006"/>
                      <a:pt x="56864" y="54293"/>
                      <a:pt x="56864" y="66199"/>
                    </a:cubicBezTo>
                    <a:cubicBezTo>
                      <a:pt x="56864" y="84868"/>
                      <a:pt x="39814" y="94869"/>
                      <a:pt x="22955" y="94869"/>
                    </a:cubicBezTo>
                    <a:cubicBezTo>
                      <a:pt x="14573" y="94869"/>
                      <a:pt x="6382" y="93440"/>
                      <a:pt x="0" y="89916"/>
                    </a:cubicBezTo>
                    <a:lnTo>
                      <a:pt x="2762" y="81248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B5D68299-8DD6-9AB8-014E-FF79AA994DFF}"/>
                </a:ext>
              </a:extLst>
            </p:cNvPr>
            <p:cNvSpPr/>
            <p:nvPr/>
          </p:nvSpPr>
          <p:spPr>
            <a:xfrm>
              <a:off x="9491583" y="2527792"/>
              <a:ext cx="408717" cy="379666"/>
            </a:xfrm>
            <a:custGeom>
              <a:avLst/>
              <a:gdLst>
                <a:gd name="connsiteX0" fmla="*/ 80486 w 408717"/>
                <a:gd name="connsiteY0" fmla="*/ 0 h 379666"/>
                <a:gd name="connsiteX1" fmla="*/ 80486 w 408717"/>
                <a:gd name="connsiteY1" fmla="*/ 0 h 379666"/>
                <a:gd name="connsiteX2" fmla="*/ 408718 w 408717"/>
                <a:gd name="connsiteY2" fmla="*/ 0 h 379666"/>
                <a:gd name="connsiteX3" fmla="*/ 389477 w 408717"/>
                <a:gd name="connsiteY3" fmla="*/ 91345 h 379666"/>
                <a:gd name="connsiteX4" fmla="*/ 203168 w 408717"/>
                <a:gd name="connsiteY4" fmla="*/ 91345 h 379666"/>
                <a:gd name="connsiteX5" fmla="*/ 191643 w 408717"/>
                <a:gd name="connsiteY5" fmla="*/ 145161 h 379666"/>
                <a:gd name="connsiteX6" fmla="*/ 369760 w 408717"/>
                <a:gd name="connsiteY6" fmla="*/ 145161 h 379666"/>
                <a:gd name="connsiteX7" fmla="*/ 350520 w 408717"/>
                <a:gd name="connsiteY7" fmla="*/ 236506 h 379666"/>
                <a:gd name="connsiteX8" fmla="*/ 172402 w 408717"/>
                <a:gd name="connsiteY8" fmla="*/ 236506 h 379666"/>
                <a:gd name="connsiteX9" fmla="*/ 161353 w 408717"/>
                <a:gd name="connsiteY9" fmla="*/ 287941 h 379666"/>
                <a:gd name="connsiteX10" fmla="*/ 351282 w 408717"/>
                <a:gd name="connsiteY10" fmla="*/ 287941 h 379666"/>
                <a:gd name="connsiteX11" fmla="*/ 331946 w 408717"/>
                <a:gd name="connsiteY11" fmla="*/ 379667 h 379666"/>
                <a:gd name="connsiteX12" fmla="*/ 0 w 408717"/>
                <a:gd name="connsiteY12" fmla="*/ 379667 h 379666"/>
                <a:gd name="connsiteX13" fmla="*/ 80486 w 408717"/>
                <a:gd name="connsiteY13" fmla="*/ 0 h 379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08717" h="379666">
                  <a:moveTo>
                    <a:pt x="80486" y="0"/>
                  </a:moveTo>
                  <a:lnTo>
                    <a:pt x="80486" y="0"/>
                  </a:lnTo>
                  <a:lnTo>
                    <a:pt x="408718" y="0"/>
                  </a:lnTo>
                  <a:lnTo>
                    <a:pt x="389477" y="91345"/>
                  </a:lnTo>
                  <a:lnTo>
                    <a:pt x="203168" y="91345"/>
                  </a:lnTo>
                  <a:lnTo>
                    <a:pt x="191643" y="145161"/>
                  </a:lnTo>
                  <a:lnTo>
                    <a:pt x="369760" y="145161"/>
                  </a:lnTo>
                  <a:lnTo>
                    <a:pt x="350520" y="236506"/>
                  </a:lnTo>
                  <a:lnTo>
                    <a:pt x="172402" y="236506"/>
                  </a:lnTo>
                  <a:lnTo>
                    <a:pt x="161353" y="287941"/>
                  </a:lnTo>
                  <a:lnTo>
                    <a:pt x="351282" y="287941"/>
                  </a:lnTo>
                  <a:lnTo>
                    <a:pt x="331946" y="379667"/>
                  </a:lnTo>
                  <a:lnTo>
                    <a:pt x="0" y="379667"/>
                  </a:lnTo>
                  <a:lnTo>
                    <a:pt x="8048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949D9ADA-7FF6-BFC9-62FA-78CB88BD7503}"/>
                </a:ext>
              </a:extLst>
            </p:cNvPr>
            <p:cNvSpPr/>
            <p:nvPr/>
          </p:nvSpPr>
          <p:spPr>
            <a:xfrm>
              <a:off x="9892110" y="2527792"/>
              <a:ext cx="446790" cy="379571"/>
            </a:xfrm>
            <a:custGeom>
              <a:avLst/>
              <a:gdLst>
                <a:gd name="connsiteX0" fmla="*/ 80486 w 446790"/>
                <a:gd name="connsiteY0" fmla="*/ 0 h 379571"/>
                <a:gd name="connsiteX1" fmla="*/ 293846 w 446790"/>
                <a:gd name="connsiteY1" fmla="*/ 0 h 379571"/>
                <a:gd name="connsiteX2" fmla="*/ 438721 w 446790"/>
                <a:gd name="connsiteY2" fmla="*/ 190786 h 379571"/>
                <a:gd name="connsiteX3" fmla="*/ 207264 w 446790"/>
                <a:gd name="connsiteY3" fmla="*/ 379571 h 379571"/>
                <a:gd name="connsiteX4" fmla="*/ 0 w 446790"/>
                <a:gd name="connsiteY4" fmla="*/ 379571 h 379571"/>
                <a:gd name="connsiteX5" fmla="*/ 80486 w 446790"/>
                <a:gd name="connsiteY5" fmla="*/ 0 h 379571"/>
                <a:gd name="connsiteX6" fmla="*/ 165830 w 446790"/>
                <a:gd name="connsiteY6" fmla="*/ 284988 h 379571"/>
                <a:gd name="connsiteX7" fmla="*/ 201930 w 446790"/>
                <a:gd name="connsiteY7" fmla="*/ 284988 h 379571"/>
                <a:gd name="connsiteX8" fmla="*/ 287274 w 446790"/>
                <a:gd name="connsiteY8" fmla="*/ 186690 h 379571"/>
                <a:gd name="connsiteX9" fmla="*/ 243364 w 446790"/>
                <a:gd name="connsiteY9" fmla="*/ 88011 h 379571"/>
                <a:gd name="connsiteX10" fmla="*/ 207264 w 446790"/>
                <a:gd name="connsiteY10" fmla="*/ 88011 h 379571"/>
                <a:gd name="connsiteX11" fmla="*/ 165830 w 446790"/>
                <a:gd name="connsiteY11" fmla="*/ 284988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6790" h="379571">
                  <a:moveTo>
                    <a:pt x="80486" y="0"/>
                  </a:moveTo>
                  <a:lnTo>
                    <a:pt x="293846" y="0"/>
                  </a:lnTo>
                  <a:cubicBezTo>
                    <a:pt x="402622" y="0"/>
                    <a:pt x="471106" y="36576"/>
                    <a:pt x="438721" y="190786"/>
                  </a:cubicBezTo>
                  <a:cubicBezTo>
                    <a:pt x="407956" y="334328"/>
                    <a:pt x="316039" y="379571"/>
                    <a:pt x="207264" y="379571"/>
                  </a:cubicBezTo>
                  <a:lnTo>
                    <a:pt x="0" y="379571"/>
                  </a:lnTo>
                  <a:lnTo>
                    <a:pt x="80486" y="0"/>
                  </a:lnTo>
                  <a:close/>
                  <a:moveTo>
                    <a:pt x="165830" y="284988"/>
                  </a:moveTo>
                  <a:lnTo>
                    <a:pt x="201930" y="284988"/>
                  </a:lnTo>
                  <a:cubicBezTo>
                    <a:pt x="254889" y="284988"/>
                    <a:pt x="274130" y="250031"/>
                    <a:pt x="287274" y="186690"/>
                  </a:cubicBezTo>
                  <a:cubicBezTo>
                    <a:pt x="301276" y="121730"/>
                    <a:pt x="295465" y="88011"/>
                    <a:pt x="243364" y="88011"/>
                  </a:cubicBezTo>
                  <a:lnTo>
                    <a:pt x="207264" y="88011"/>
                  </a:lnTo>
                  <a:lnTo>
                    <a:pt x="165830" y="284988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76AA6863-060B-94D1-3C66-20A84B7FA8D4}"/>
                </a:ext>
              </a:extLst>
            </p:cNvPr>
            <p:cNvSpPr/>
            <p:nvPr/>
          </p:nvSpPr>
          <p:spPr>
            <a:xfrm>
              <a:off x="10291778" y="2527792"/>
              <a:ext cx="468344" cy="379571"/>
            </a:xfrm>
            <a:custGeom>
              <a:avLst/>
              <a:gdLst>
                <a:gd name="connsiteX0" fmla="*/ 213455 w 468344"/>
                <a:gd name="connsiteY0" fmla="*/ 0 h 379571"/>
                <a:gd name="connsiteX1" fmla="*/ 413766 w 468344"/>
                <a:gd name="connsiteY1" fmla="*/ 0 h 379571"/>
                <a:gd name="connsiteX2" fmla="*/ 468344 w 468344"/>
                <a:gd name="connsiteY2" fmla="*/ 379571 h 379571"/>
                <a:gd name="connsiteX3" fmla="*/ 315659 w 468344"/>
                <a:gd name="connsiteY3" fmla="*/ 379571 h 379571"/>
                <a:gd name="connsiteX4" fmla="*/ 308229 w 468344"/>
                <a:gd name="connsiteY4" fmla="*/ 297275 h 379571"/>
                <a:gd name="connsiteX5" fmla="*/ 185547 w 468344"/>
                <a:gd name="connsiteY5" fmla="*/ 297275 h 379571"/>
                <a:gd name="connsiteX6" fmla="*/ 144875 w 468344"/>
                <a:gd name="connsiteY6" fmla="*/ 379571 h 379571"/>
                <a:gd name="connsiteX7" fmla="*/ 0 w 468344"/>
                <a:gd name="connsiteY7" fmla="*/ 379571 h 379571"/>
                <a:gd name="connsiteX8" fmla="*/ 213360 w 468344"/>
                <a:gd name="connsiteY8" fmla="*/ 0 h 379571"/>
                <a:gd name="connsiteX9" fmla="*/ 224885 w 468344"/>
                <a:gd name="connsiteY9" fmla="*/ 206026 h 379571"/>
                <a:gd name="connsiteX10" fmla="*/ 308991 w 468344"/>
                <a:gd name="connsiteY10" fmla="*/ 206026 h 379571"/>
                <a:gd name="connsiteX11" fmla="*/ 294227 w 468344"/>
                <a:gd name="connsiteY11" fmla="*/ 81439 h 379571"/>
                <a:gd name="connsiteX12" fmla="*/ 292989 w 468344"/>
                <a:gd name="connsiteY12" fmla="*/ 81439 h 379571"/>
                <a:gd name="connsiteX13" fmla="*/ 224885 w 468344"/>
                <a:gd name="connsiteY13" fmla="*/ 206026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68344" h="379571">
                  <a:moveTo>
                    <a:pt x="213455" y="0"/>
                  </a:moveTo>
                  <a:lnTo>
                    <a:pt x="413766" y="0"/>
                  </a:lnTo>
                  <a:lnTo>
                    <a:pt x="468344" y="379571"/>
                  </a:lnTo>
                  <a:lnTo>
                    <a:pt x="315659" y="379571"/>
                  </a:lnTo>
                  <a:lnTo>
                    <a:pt x="308229" y="297275"/>
                  </a:lnTo>
                  <a:lnTo>
                    <a:pt x="185547" y="297275"/>
                  </a:lnTo>
                  <a:lnTo>
                    <a:pt x="144875" y="379571"/>
                  </a:lnTo>
                  <a:lnTo>
                    <a:pt x="0" y="379571"/>
                  </a:lnTo>
                  <a:lnTo>
                    <a:pt x="213360" y="0"/>
                  </a:lnTo>
                  <a:close/>
                  <a:moveTo>
                    <a:pt x="224885" y="206026"/>
                  </a:moveTo>
                  <a:lnTo>
                    <a:pt x="308991" y="206026"/>
                  </a:lnTo>
                  <a:lnTo>
                    <a:pt x="294227" y="81439"/>
                  </a:lnTo>
                  <a:lnTo>
                    <a:pt x="292989" y="81439"/>
                  </a:lnTo>
                  <a:lnTo>
                    <a:pt x="224885" y="20602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C9EF850E-BE6F-7B53-579D-044706DB091C}"/>
                </a:ext>
              </a:extLst>
            </p:cNvPr>
            <p:cNvSpPr/>
            <p:nvPr/>
          </p:nvSpPr>
          <p:spPr>
            <a:xfrm>
              <a:off x="10789761" y="2521220"/>
              <a:ext cx="411274" cy="392715"/>
            </a:xfrm>
            <a:custGeom>
              <a:avLst/>
              <a:gdLst>
                <a:gd name="connsiteX0" fmla="*/ 350695 w 411274"/>
                <a:gd name="connsiteY0" fmla="*/ 371761 h 392715"/>
                <a:gd name="connsiteX1" fmla="*/ 350695 w 411274"/>
                <a:gd name="connsiteY1" fmla="*/ 371761 h 392715"/>
                <a:gd name="connsiteX2" fmla="*/ 189341 w 411274"/>
                <a:gd name="connsiteY2" fmla="*/ 392716 h 392715"/>
                <a:gd name="connsiteX3" fmla="*/ 5509 w 411274"/>
                <a:gd name="connsiteY3" fmla="*/ 190786 h 392715"/>
                <a:gd name="connsiteX4" fmla="*/ 272590 w 411274"/>
                <a:gd name="connsiteY4" fmla="*/ 0 h 392715"/>
                <a:gd name="connsiteX5" fmla="*/ 411274 w 411274"/>
                <a:gd name="connsiteY5" fmla="*/ 14002 h 392715"/>
                <a:gd name="connsiteX6" fmla="*/ 389462 w 411274"/>
                <a:gd name="connsiteY6" fmla="*/ 116396 h 392715"/>
                <a:gd name="connsiteX7" fmla="*/ 294307 w 411274"/>
                <a:gd name="connsiteY7" fmla="*/ 94583 h 392715"/>
                <a:gd name="connsiteX8" fmla="*/ 151908 w 411274"/>
                <a:gd name="connsiteY8" fmla="*/ 199835 h 392715"/>
                <a:gd name="connsiteX9" fmla="*/ 210582 w 411274"/>
                <a:gd name="connsiteY9" fmla="*/ 297752 h 392715"/>
                <a:gd name="connsiteX10" fmla="*/ 242110 w 411274"/>
                <a:gd name="connsiteY10" fmla="*/ 294418 h 392715"/>
                <a:gd name="connsiteX11" fmla="*/ 263446 w 411274"/>
                <a:gd name="connsiteY11" fmla="*/ 193262 h 392715"/>
                <a:gd name="connsiteX12" fmla="*/ 388224 w 411274"/>
                <a:gd name="connsiteY12" fmla="*/ 193262 h 392715"/>
                <a:gd name="connsiteX13" fmla="*/ 350505 w 411274"/>
                <a:gd name="connsiteY13" fmla="*/ 371761 h 39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1274" h="392715">
                  <a:moveTo>
                    <a:pt x="350695" y="371761"/>
                  </a:moveTo>
                  <a:lnTo>
                    <a:pt x="350695" y="371761"/>
                  </a:lnTo>
                  <a:cubicBezTo>
                    <a:pt x="297736" y="386525"/>
                    <a:pt x="249349" y="392716"/>
                    <a:pt x="189341" y="392716"/>
                  </a:cubicBezTo>
                  <a:cubicBezTo>
                    <a:pt x="63326" y="392716"/>
                    <a:pt x="-23161" y="326041"/>
                    <a:pt x="5509" y="190786"/>
                  </a:cubicBezTo>
                  <a:cubicBezTo>
                    <a:pt x="32179" y="63246"/>
                    <a:pt x="151146" y="0"/>
                    <a:pt x="272590" y="0"/>
                  </a:cubicBezTo>
                  <a:cubicBezTo>
                    <a:pt x="343551" y="0"/>
                    <a:pt x="376889" y="5334"/>
                    <a:pt x="411274" y="14002"/>
                  </a:cubicBezTo>
                  <a:lnTo>
                    <a:pt x="389462" y="116396"/>
                  </a:lnTo>
                  <a:cubicBezTo>
                    <a:pt x="371364" y="104489"/>
                    <a:pt x="334883" y="94583"/>
                    <a:pt x="294307" y="94583"/>
                  </a:cubicBezTo>
                  <a:cubicBezTo>
                    <a:pt x="222107" y="94583"/>
                    <a:pt x="166672" y="130778"/>
                    <a:pt x="151908" y="199835"/>
                  </a:cubicBezTo>
                  <a:cubicBezTo>
                    <a:pt x="140764" y="252032"/>
                    <a:pt x="152289" y="297752"/>
                    <a:pt x="210582" y="297752"/>
                  </a:cubicBezTo>
                  <a:cubicBezTo>
                    <a:pt x="220774" y="297752"/>
                    <a:pt x="232776" y="297752"/>
                    <a:pt x="242110" y="294418"/>
                  </a:cubicBezTo>
                  <a:lnTo>
                    <a:pt x="263446" y="193262"/>
                  </a:lnTo>
                  <a:lnTo>
                    <a:pt x="388224" y="193262"/>
                  </a:lnTo>
                  <a:lnTo>
                    <a:pt x="350505" y="37176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" name="Freihandform: Form 23">
              <a:extLst>
                <a:ext uri="{FF2B5EF4-FFF2-40B4-BE49-F238E27FC236}">
                  <a16:creationId xmlns:a16="http://schemas.microsoft.com/office/drawing/2014/main" id="{97C0E186-E26C-C8B0-4D87-31A1A8E5A833}"/>
                </a:ext>
              </a:extLst>
            </p:cNvPr>
            <p:cNvSpPr/>
            <p:nvPr/>
          </p:nvSpPr>
          <p:spPr>
            <a:xfrm>
              <a:off x="8749300" y="2670477"/>
              <a:ext cx="500824" cy="91344"/>
            </a:xfrm>
            <a:custGeom>
              <a:avLst/>
              <a:gdLst>
                <a:gd name="connsiteX0" fmla="*/ 19336 w 500824"/>
                <a:gd name="connsiteY0" fmla="*/ 0 h 91344"/>
                <a:gd name="connsiteX1" fmla="*/ 500824 w 500824"/>
                <a:gd name="connsiteY1" fmla="*/ 0 h 91344"/>
                <a:gd name="connsiteX2" fmla="*/ 481489 w 500824"/>
                <a:gd name="connsiteY2" fmla="*/ 91345 h 91344"/>
                <a:gd name="connsiteX3" fmla="*/ 0 w 500824"/>
                <a:gd name="connsiteY3" fmla="*/ 91345 h 91344"/>
                <a:gd name="connsiteX4" fmla="*/ 19336 w 500824"/>
                <a:gd name="connsiteY4" fmla="*/ 0 h 91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0824" h="91344">
                  <a:moveTo>
                    <a:pt x="19336" y="0"/>
                  </a:moveTo>
                  <a:lnTo>
                    <a:pt x="500824" y="0"/>
                  </a:lnTo>
                  <a:lnTo>
                    <a:pt x="481489" y="91345"/>
                  </a:lnTo>
                  <a:lnTo>
                    <a:pt x="0" y="91345"/>
                  </a:lnTo>
                  <a:lnTo>
                    <a:pt x="1933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E3E3E733-834E-C1DE-E9DF-9BB272A80CC8}"/>
                </a:ext>
              </a:extLst>
            </p:cNvPr>
            <p:cNvSpPr/>
            <p:nvPr/>
          </p:nvSpPr>
          <p:spPr>
            <a:xfrm>
              <a:off x="8810260" y="2383489"/>
              <a:ext cx="500729" cy="90773"/>
            </a:xfrm>
            <a:custGeom>
              <a:avLst/>
              <a:gdLst>
                <a:gd name="connsiteX0" fmla="*/ 19241 w 500729"/>
                <a:gd name="connsiteY0" fmla="*/ 0 h 90773"/>
                <a:gd name="connsiteX1" fmla="*/ 500729 w 500729"/>
                <a:gd name="connsiteY1" fmla="*/ 0 h 90773"/>
                <a:gd name="connsiteX2" fmla="*/ 481489 w 500729"/>
                <a:gd name="connsiteY2" fmla="*/ 90773 h 90773"/>
                <a:gd name="connsiteX3" fmla="*/ 0 w 500729"/>
                <a:gd name="connsiteY3" fmla="*/ 90773 h 90773"/>
                <a:gd name="connsiteX4" fmla="*/ 19241 w 500729"/>
                <a:gd name="connsiteY4" fmla="*/ 0 h 9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0729" h="90773">
                  <a:moveTo>
                    <a:pt x="19241" y="0"/>
                  </a:moveTo>
                  <a:lnTo>
                    <a:pt x="500729" y="0"/>
                  </a:lnTo>
                  <a:lnTo>
                    <a:pt x="481489" y="90773"/>
                  </a:lnTo>
                  <a:lnTo>
                    <a:pt x="0" y="90773"/>
                  </a:lnTo>
                  <a:lnTo>
                    <a:pt x="19241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DE46D9C6-1962-781B-B6F4-74415D5A9E29}"/>
                </a:ext>
              </a:extLst>
            </p:cNvPr>
            <p:cNvSpPr/>
            <p:nvPr/>
          </p:nvSpPr>
          <p:spPr>
            <a:xfrm>
              <a:off x="8688340" y="2957560"/>
              <a:ext cx="501015" cy="91725"/>
            </a:xfrm>
            <a:custGeom>
              <a:avLst/>
              <a:gdLst>
                <a:gd name="connsiteX0" fmla="*/ 19431 w 501015"/>
                <a:gd name="connsiteY0" fmla="*/ 0 h 91725"/>
                <a:gd name="connsiteX1" fmla="*/ 501015 w 501015"/>
                <a:gd name="connsiteY1" fmla="*/ 0 h 91725"/>
                <a:gd name="connsiteX2" fmla="*/ 481489 w 501015"/>
                <a:gd name="connsiteY2" fmla="*/ 91726 h 91725"/>
                <a:gd name="connsiteX3" fmla="*/ 0 w 501015"/>
                <a:gd name="connsiteY3" fmla="*/ 91726 h 91725"/>
                <a:gd name="connsiteX4" fmla="*/ 19431 w 501015"/>
                <a:gd name="connsiteY4" fmla="*/ 0 h 91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1015" h="91725">
                  <a:moveTo>
                    <a:pt x="19431" y="0"/>
                  </a:moveTo>
                  <a:lnTo>
                    <a:pt x="501015" y="0"/>
                  </a:lnTo>
                  <a:lnTo>
                    <a:pt x="481489" y="91726"/>
                  </a:lnTo>
                  <a:lnTo>
                    <a:pt x="0" y="91726"/>
                  </a:lnTo>
                  <a:lnTo>
                    <a:pt x="19431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29E09D6A-8646-2DD9-AE1E-1FB92113B09A}"/>
                </a:ext>
              </a:extLst>
            </p:cNvPr>
            <p:cNvSpPr/>
            <p:nvPr/>
          </p:nvSpPr>
          <p:spPr>
            <a:xfrm>
              <a:off x="8501174" y="2527792"/>
              <a:ext cx="930402" cy="379571"/>
            </a:xfrm>
            <a:custGeom>
              <a:avLst/>
              <a:gdLst>
                <a:gd name="connsiteX0" fmla="*/ 80486 w 930402"/>
                <a:gd name="connsiteY0" fmla="*/ 0 h 379571"/>
                <a:gd name="connsiteX1" fmla="*/ 61055 w 930402"/>
                <a:gd name="connsiteY1" fmla="*/ 91726 h 379571"/>
                <a:gd name="connsiteX2" fmla="*/ 818769 w 930402"/>
                <a:gd name="connsiteY2" fmla="*/ 91345 h 379571"/>
                <a:gd name="connsiteX3" fmla="*/ 776954 w 930402"/>
                <a:gd name="connsiteY3" fmla="*/ 288322 h 379571"/>
                <a:gd name="connsiteX4" fmla="*/ 19336 w 930402"/>
                <a:gd name="connsiteY4" fmla="*/ 288322 h 379571"/>
                <a:gd name="connsiteX5" fmla="*/ 0 w 930402"/>
                <a:gd name="connsiteY5" fmla="*/ 379571 h 379571"/>
                <a:gd name="connsiteX6" fmla="*/ 849916 w 930402"/>
                <a:gd name="connsiteY6" fmla="*/ 379571 h 379571"/>
                <a:gd name="connsiteX7" fmla="*/ 930402 w 930402"/>
                <a:gd name="connsiteY7" fmla="*/ 0 h 379571"/>
                <a:gd name="connsiteX8" fmla="*/ 80486 w 930402"/>
                <a:gd name="connsiteY8" fmla="*/ 0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0402" h="379571">
                  <a:moveTo>
                    <a:pt x="80486" y="0"/>
                  </a:moveTo>
                  <a:lnTo>
                    <a:pt x="61055" y="91726"/>
                  </a:lnTo>
                  <a:lnTo>
                    <a:pt x="818769" y="91345"/>
                  </a:lnTo>
                  <a:lnTo>
                    <a:pt x="776954" y="288322"/>
                  </a:lnTo>
                  <a:lnTo>
                    <a:pt x="19336" y="288322"/>
                  </a:lnTo>
                  <a:lnTo>
                    <a:pt x="0" y="379571"/>
                  </a:lnTo>
                  <a:lnTo>
                    <a:pt x="849916" y="379571"/>
                  </a:lnTo>
                  <a:lnTo>
                    <a:pt x="930402" y="0"/>
                  </a:lnTo>
                  <a:lnTo>
                    <a:pt x="8048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814310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orient="horz" pos="3997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Agenda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platzhalter 33">
            <a:extLst>
              <a:ext uri="{FF2B5EF4-FFF2-40B4-BE49-F238E27FC236}">
                <a16:creationId xmlns:a16="http://schemas.microsoft.com/office/drawing/2014/main" id="{2FE495BE-7580-5817-D4FF-42F1E0B776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0" y="1646243"/>
            <a:ext cx="5437188" cy="138969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96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9600"/>
            </a:lvl2pPr>
            <a:lvl3pPr marL="914400" indent="0">
              <a:buNone/>
              <a:defRPr sz="9600"/>
            </a:lvl3pPr>
            <a:lvl4pPr marL="1371600" indent="0">
              <a:buNone/>
              <a:defRPr sz="9600"/>
            </a:lvl4pPr>
            <a:lvl5pPr marL="1828800" indent="0">
              <a:buNone/>
              <a:defRPr sz="9600"/>
            </a:lvl5pPr>
          </a:lstStyle>
          <a:p>
            <a:pPr lvl="0"/>
            <a:r>
              <a:rPr lang="de-DE"/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0A45587-0843-1760-84F8-78B97BC9C1E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5BF0937-2FF1-1BFA-B50C-3A60F339F569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FFBC63EA-D151-E440-746C-459E4D0D4CD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8813" y="1808163"/>
            <a:ext cx="4680000" cy="422592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cap="all" spc="3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Welcome</a:t>
            </a:r>
          </a:p>
          <a:p>
            <a:endParaRPr lang="de-DE"/>
          </a:p>
          <a:p>
            <a:r>
              <a:rPr lang="de-DE"/>
              <a:t>DAS PROBLEM</a:t>
            </a:r>
          </a:p>
          <a:p>
            <a:endParaRPr lang="de-DE"/>
          </a:p>
          <a:p>
            <a:r>
              <a:rPr lang="de-DE"/>
              <a:t>DIE LÖSUNG</a:t>
            </a:r>
          </a:p>
          <a:p>
            <a:endParaRPr lang="de-DE"/>
          </a:p>
          <a:p>
            <a:r>
              <a:rPr lang="de-DE"/>
              <a:t>DAS PROJEKT</a:t>
            </a:r>
          </a:p>
          <a:p>
            <a:endParaRPr lang="de-DE"/>
          </a:p>
          <a:p>
            <a:r>
              <a:rPr lang="de-DE"/>
              <a:t>UNSER SERVICE</a:t>
            </a:r>
          </a:p>
          <a:p>
            <a:endParaRPr lang="de-DE"/>
          </a:p>
          <a:p>
            <a:r>
              <a:rPr lang="de-DE"/>
              <a:t>DAS IST EDAG</a:t>
            </a:r>
          </a:p>
          <a:p>
            <a:endParaRPr lang="de-DE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BB3A5DD-6FD4-9769-B9D7-FA993C2E548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AB263EC-F57D-0668-4259-C58CE7EC4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800" y="522000"/>
            <a:ext cx="5518264" cy="252000"/>
          </a:xfrm>
        </p:spPr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9" name="Textplatzhalter 17">
            <a:extLst>
              <a:ext uri="{FF2B5EF4-FFF2-40B4-BE49-F238E27FC236}">
                <a16:creationId xmlns:a16="http://schemas.microsoft.com/office/drawing/2014/main" id="{F6DB94CF-4AF4-D4C0-9EFB-60256315F3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5518264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26570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orient="horz" pos="3997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Agenda 3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EEAE81CE-B8F9-9DB6-AEC9-BF256A67CCC2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2" name="Foliennummernplatzhalter 18">
            <a:extLst>
              <a:ext uri="{FF2B5EF4-FFF2-40B4-BE49-F238E27FC236}">
                <a16:creationId xmlns:a16="http://schemas.microsoft.com/office/drawing/2014/main" id="{D2734403-2D1F-E595-57DE-8502C4D4268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318005" y="6515100"/>
            <a:ext cx="214905" cy="142876"/>
          </a:xfr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platzhalter 17">
            <a:extLst>
              <a:ext uri="{FF2B5EF4-FFF2-40B4-BE49-F238E27FC236}">
                <a16:creationId xmlns:a16="http://schemas.microsoft.com/office/drawing/2014/main" id="{9B4BD9E0-9FE9-8C79-471F-43A73A0857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8813" y="1808163"/>
            <a:ext cx="4680000" cy="422592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cap="all" spc="300" baseline="0">
                <a:solidFill>
                  <a:schemeClr val="bg1"/>
                </a:solidFill>
              </a:defRPr>
            </a:lvl1pPr>
          </a:lstStyle>
          <a:p>
            <a:r>
              <a:rPr lang="de-DE" err="1"/>
              <a:t>welcome</a:t>
            </a:r>
            <a:endParaRPr lang="de-DE"/>
          </a:p>
          <a:p>
            <a:endParaRPr lang="de-DE"/>
          </a:p>
          <a:p>
            <a:r>
              <a:rPr lang="de-DE"/>
              <a:t>DAS PROBLEM</a:t>
            </a:r>
          </a:p>
          <a:p>
            <a:endParaRPr lang="de-DE"/>
          </a:p>
          <a:p>
            <a:r>
              <a:rPr lang="de-DE"/>
              <a:t>DIE LÖSUNG</a:t>
            </a:r>
          </a:p>
          <a:p>
            <a:endParaRPr lang="de-DE"/>
          </a:p>
          <a:p>
            <a:r>
              <a:rPr lang="de-DE"/>
              <a:t>DAS PROJEKT</a:t>
            </a:r>
          </a:p>
          <a:p>
            <a:endParaRPr lang="de-DE"/>
          </a:p>
          <a:p>
            <a:r>
              <a:rPr lang="de-DE"/>
              <a:t>UNSER SERVICE</a:t>
            </a:r>
          </a:p>
          <a:p>
            <a:endParaRPr lang="de-DE"/>
          </a:p>
          <a:p>
            <a:r>
              <a:rPr lang="de-DE"/>
              <a:t>DAS IST EDAG</a:t>
            </a:r>
          </a:p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331BCCF-4D7A-9961-C097-7361B278301B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08"/>
          <a:stretch/>
        </p:blipFill>
        <p:spPr>
          <a:xfrm>
            <a:off x="8780393" y="2803444"/>
            <a:ext cx="3411607" cy="2687150"/>
          </a:xfrm>
          <a:prstGeom prst="rect">
            <a:avLst/>
          </a:prstGeom>
        </p:spPr>
      </p:pic>
      <p:sp>
        <p:nvSpPr>
          <p:cNvPr id="4" name="Textplatzhalter 33">
            <a:extLst>
              <a:ext uri="{FF2B5EF4-FFF2-40B4-BE49-F238E27FC236}">
                <a16:creationId xmlns:a16="http://schemas.microsoft.com/office/drawing/2014/main" id="{AE32125A-3817-07CF-01D6-C0B07A9AFC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0" y="2356686"/>
            <a:ext cx="5437188" cy="1141341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96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9600"/>
            </a:lvl2pPr>
            <a:lvl3pPr marL="914400" indent="0">
              <a:buNone/>
              <a:defRPr sz="9600"/>
            </a:lvl3pPr>
            <a:lvl4pPr marL="1371600" indent="0">
              <a:buNone/>
              <a:defRPr sz="9600"/>
            </a:lvl4pPr>
            <a:lvl5pPr marL="1828800" indent="0">
              <a:buNone/>
              <a:defRPr sz="9600"/>
            </a:lvl5pPr>
          </a:lstStyle>
          <a:p>
            <a:pPr lvl="0"/>
            <a:r>
              <a:rPr lang="de-DE"/>
              <a:t>AGENDA</a:t>
            </a:r>
          </a:p>
        </p:txBody>
      </p:sp>
      <p:sp>
        <p:nvSpPr>
          <p:cNvPr id="19" name="Fußzeilenplatzhalter 18">
            <a:extLst>
              <a:ext uri="{FF2B5EF4-FFF2-40B4-BE49-F238E27FC236}">
                <a16:creationId xmlns:a16="http://schemas.microsoft.com/office/drawing/2014/main" id="{9636FF18-8623-4549-D9A7-EA9E1F700BC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747C14AC-C56B-C64F-92FD-3E5E9FC97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Textplatzhalter 17">
            <a:extLst>
              <a:ext uri="{FF2B5EF4-FFF2-40B4-BE49-F238E27FC236}">
                <a16:creationId xmlns:a16="http://schemas.microsoft.com/office/drawing/2014/main" id="{93D384C9-0D83-8907-AA3B-25456A3731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3634619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orient="horz" pos="3997" userDrawn="1">
          <p15:clr>
            <a:srgbClr val="FBAE40"/>
          </p15:clr>
        </p15:guide>
        <p15:guide id="3" orient="horz" pos="1139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Agenda 4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1B01745-88C1-A973-E216-635A67BD14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A439797-BCC9-8B2A-B2C0-9622A58A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5" name="Textplatzhalter 16">
            <a:extLst>
              <a:ext uri="{FF2B5EF4-FFF2-40B4-BE49-F238E27FC236}">
                <a16:creationId xmlns:a16="http://schemas.microsoft.com/office/drawing/2014/main" id="{73137ED1-E1D9-EE7B-AAF8-F31982B0654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8813" y="390735"/>
            <a:ext cx="6046788" cy="1188000"/>
          </a:xfrm>
          <a:prstGeom prst="rect">
            <a:avLst/>
          </a:prstGeom>
        </p:spPr>
        <p:txBody>
          <a:bodyPr lIns="0" tIns="0" rIns="0" bIns="0"/>
          <a:lstStyle>
            <a:lvl1pPr>
              <a:defRPr sz="9600" b="1" i="0" cap="all" baseline="0"/>
            </a:lvl1pPr>
          </a:lstStyle>
          <a:p>
            <a:pPr lvl="0"/>
            <a:r>
              <a:rPr lang="de-DE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3401790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Strategy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Inhaltsplatzhalter 2">
            <a:extLst>
              <a:ext uri="{FF2B5EF4-FFF2-40B4-BE49-F238E27FC236}">
                <a16:creationId xmlns:a16="http://schemas.microsoft.com/office/drawing/2014/main" id="{454F6B8C-4F87-2244-4BC5-741A66267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800" y="3951996"/>
            <a:ext cx="2160000" cy="2160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Inhaltsplatzhalter 2">
            <a:extLst>
              <a:ext uri="{FF2B5EF4-FFF2-40B4-BE49-F238E27FC236}">
                <a16:creationId xmlns:a16="http://schemas.microsoft.com/office/drawing/2014/main" id="{02944178-1B33-9C9F-48F1-E8747EB3533C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288570" y="3951996"/>
            <a:ext cx="2160000" cy="2160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B5E0DDDA-F6D9-C525-8DA4-680FDD3D29F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343073" y="3942471"/>
            <a:ext cx="2160000" cy="2160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Inhaltsplatzhalter 2">
            <a:extLst>
              <a:ext uri="{FF2B5EF4-FFF2-40B4-BE49-F238E27FC236}">
                <a16:creationId xmlns:a16="http://schemas.microsoft.com/office/drawing/2014/main" id="{C8433303-D4FE-8765-2A60-F333FB0D2B4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371748" y="3951996"/>
            <a:ext cx="2160000" cy="2160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2" name="Inhaltsplatzhalter 2">
            <a:extLst>
              <a:ext uri="{FF2B5EF4-FFF2-40B4-BE49-F238E27FC236}">
                <a16:creationId xmlns:a16="http://schemas.microsoft.com/office/drawing/2014/main" id="{97A1C65C-3BB1-E444-5734-09F75B7FF71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58800" y="2722111"/>
            <a:ext cx="2160000" cy="900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0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3" name="Inhaltsplatzhalter 2">
            <a:extLst>
              <a:ext uri="{FF2B5EF4-FFF2-40B4-BE49-F238E27FC236}">
                <a16:creationId xmlns:a16="http://schemas.microsoft.com/office/drawing/2014/main" id="{40DB7349-5402-2A18-65CD-A1CA9A53BA6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3288570" y="2722111"/>
            <a:ext cx="2160000" cy="900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0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4" name="Inhaltsplatzhalter 2">
            <a:extLst>
              <a:ext uri="{FF2B5EF4-FFF2-40B4-BE49-F238E27FC236}">
                <a16:creationId xmlns:a16="http://schemas.microsoft.com/office/drawing/2014/main" id="{2499BD55-C843-3B16-1FB9-9185A8737FE8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343073" y="2712586"/>
            <a:ext cx="2160000" cy="900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0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5" name="Inhaltsplatzhalter 2">
            <a:extLst>
              <a:ext uri="{FF2B5EF4-FFF2-40B4-BE49-F238E27FC236}">
                <a16:creationId xmlns:a16="http://schemas.microsoft.com/office/drawing/2014/main" id="{11F7B4F5-6B3B-9C5F-D657-71257F47D99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371748" y="2722111"/>
            <a:ext cx="2160000" cy="900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0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A3F9810-ADAF-49A0-3267-119189983BE5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0" y="2446745"/>
            <a:ext cx="658814" cy="137683"/>
          </a:xfrm>
          <a:prstGeom prst="rect">
            <a:avLst/>
          </a:prstGeom>
        </p:spPr>
      </p:pic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2A4D133-4582-E95A-1307-503D3BC12BE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89A68FB-4A6D-E66C-0CF4-447F6466DC4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AB84FE1-0078-C2C8-1F1E-500893A96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A05E4391-ED7A-FF1B-F40C-00BC0C05E43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02148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Team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platzhalter 12">
            <a:extLst>
              <a:ext uri="{FF2B5EF4-FFF2-40B4-BE49-F238E27FC236}">
                <a16:creationId xmlns:a16="http://schemas.microsoft.com/office/drawing/2014/main" id="{7A6F855B-803A-CF9E-741F-7091F5771F7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1831" y="4360371"/>
            <a:ext cx="2160000" cy="3313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cap="all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FIRST &amp; LAST NAMES</a:t>
            </a:r>
          </a:p>
        </p:txBody>
      </p:sp>
      <p:sp>
        <p:nvSpPr>
          <p:cNvPr id="37" name="Textplatzhalter 14">
            <a:extLst>
              <a:ext uri="{FF2B5EF4-FFF2-40B4-BE49-F238E27FC236}">
                <a16:creationId xmlns:a16="http://schemas.microsoft.com/office/drawing/2014/main" id="{13FE0606-F04B-424C-E3BE-BAF57B7DDD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2476" y="4776853"/>
            <a:ext cx="2160000" cy="15610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Spezialgebiet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und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Erfahrung</a:t>
            </a:r>
            <a:endParaRPr lang="en-GB" sz="1200" b="0">
              <a:effectLst/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38" name="Textplatzhalter 12">
            <a:extLst>
              <a:ext uri="{FF2B5EF4-FFF2-40B4-BE49-F238E27FC236}">
                <a16:creationId xmlns:a16="http://schemas.microsoft.com/office/drawing/2014/main" id="{412A0E97-5A9C-EA83-0D7E-7DD4059B493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563604" y="4360371"/>
            <a:ext cx="2160000" cy="3313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cap="all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FIRST &amp; LAST NAMES</a:t>
            </a:r>
          </a:p>
        </p:txBody>
      </p:sp>
      <p:sp>
        <p:nvSpPr>
          <p:cNvPr id="39" name="Textplatzhalter 14">
            <a:extLst>
              <a:ext uri="{FF2B5EF4-FFF2-40B4-BE49-F238E27FC236}">
                <a16:creationId xmlns:a16="http://schemas.microsoft.com/office/drawing/2014/main" id="{0AE4B025-9C59-8A19-CDE2-C05C9E84E60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64249" y="4776853"/>
            <a:ext cx="2160000" cy="15610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Spezialgebiet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und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Erfahrung</a:t>
            </a:r>
            <a:endParaRPr lang="en-GB" sz="1200" b="0">
              <a:effectLst/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40" name="Textplatzhalter 12">
            <a:extLst>
              <a:ext uri="{FF2B5EF4-FFF2-40B4-BE49-F238E27FC236}">
                <a16:creationId xmlns:a16="http://schemas.microsoft.com/office/drawing/2014/main" id="{510C8E16-C601-F89F-8417-1E8C3679CCE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468396" y="4360371"/>
            <a:ext cx="2160000" cy="3313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cap="all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FIRST &amp; LAST NAMES</a:t>
            </a:r>
          </a:p>
        </p:txBody>
      </p:sp>
      <p:sp>
        <p:nvSpPr>
          <p:cNvPr id="41" name="Textplatzhalter 14">
            <a:extLst>
              <a:ext uri="{FF2B5EF4-FFF2-40B4-BE49-F238E27FC236}">
                <a16:creationId xmlns:a16="http://schemas.microsoft.com/office/drawing/2014/main" id="{ABA7555F-CD43-F0F9-DE9C-0BD9AC50674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69041" y="4776853"/>
            <a:ext cx="2160000" cy="15610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Spezialgebiet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und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Erfahrung</a:t>
            </a:r>
            <a:endParaRPr lang="en-GB" sz="1200" b="0">
              <a:effectLst/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42" name="Textplatzhalter 12">
            <a:extLst>
              <a:ext uri="{FF2B5EF4-FFF2-40B4-BE49-F238E27FC236}">
                <a16:creationId xmlns:a16="http://schemas.microsoft.com/office/drawing/2014/main" id="{352B8020-10C7-5661-FC4A-FBDDBB61735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69524" y="4360371"/>
            <a:ext cx="2160000" cy="3313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cap="all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FIRST &amp; LAST NAMES</a:t>
            </a:r>
          </a:p>
        </p:txBody>
      </p:sp>
      <p:sp>
        <p:nvSpPr>
          <p:cNvPr id="43" name="Textplatzhalter 14">
            <a:extLst>
              <a:ext uri="{FF2B5EF4-FFF2-40B4-BE49-F238E27FC236}">
                <a16:creationId xmlns:a16="http://schemas.microsoft.com/office/drawing/2014/main" id="{57ECB7D1-70E4-3AF9-7AF0-4812A43FBDC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370169" y="4776853"/>
            <a:ext cx="2160000" cy="15610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Spezialgebiet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und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Erfahrung</a:t>
            </a:r>
            <a:endParaRPr lang="en-GB" sz="1200" b="0">
              <a:effectLst/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4" name="Picture Placeholder 28">
            <a:extLst>
              <a:ext uri="{FF2B5EF4-FFF2-40B4-BE49-F238E27FC236}">
                <a16:creationId xmlns:a16="http://schemas.microsoft.com/office/drawing/2014/main" id="{578DE51F-4F0A-A697-1141-40F0C1E4C8A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1830" y="1807200"/>
            <a:ext cx="2160000" cy="2340000"/>
          </a:xfrm>
          <a:custGeom>
            <a:avLst/>
            <a:gdLst>
              <a:gd name="connsiteX0" fmla="*/ 0 w 1924051"/>
              <a:gd name="connsiteY0" fmla="*/ 0 h 2421467"/>
              <a:gd name="connsiteX1" fmla="*/ 1924051 w 1924051"/>
              <a:gd name="connsiteY1" fmla="*/ 0 h 2421467"/>
              <a:gd name="connsiteX2" fmla="*/ 1924051 w 1924051"/>
              <a:gd name="connsiteY2" fmla="*/ 2421467 h 2421467"/>
              <a:gd name="connsiteX3" fmla="*/ 0 w 1924051"/>
              <a:gd name="connsiteY3" fmla="*/ 2421467 h 2421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4051" h="2421467">
                <a:moveTo>
                  <a:pt x="0" y="0"/>
                </a:moveTo>
                <a:lnTo>
                  <a:pt x="1924051" y="0"/>
                </a:lnTo>
                <a:lnTo>
                  <a:pt x="1924051" y="2421467"/>
                </a:lnTo>
                <a:lnTo>
                  <a:pt x="0" y="242146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5" name="Picture Placeholder 28">
            <a:extLst>
              <a:ext uri="{FF2B5EF4-FFF2-40B4-BE49-F238E27FC236}">
                <a16:creationId xmlns:a16="http://schemas.microsoft.com/office/drawing/2014/main" id="{B4D65023-F505-2566-C97D-0058B83ECED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373188" y="1807200"/>
            <a:ext cx="2160000" cy="2340000"/>
          </a:xfrm>
          <a:custGeom>
            <a:avLst/>
            <a:gdLst>
              <a:gd name="connsiteX0" fmla="*/ 0 w 1924051"/>
              <a:gd name="connsiteY0" fmla="*/ 0 h 2421467"/>
              <a:gd name="connsiteX1" fmla="*/ 1924051 w 1924051"/>
              <a:gd name="connsiteY1" fmla="*/ 0 h 2421467"/>
              <a:gd name="connsiteX2" fmla="*/ 1924051 w 1924051"/>
              <a:gd name="connsiteY2" fmla="*/ 2421467 h 2421467"/>
              <a:gd name="connsiteX3" fmla="*/ 0 w 1924051"/>
              <a:gd name="connsiteY3" fmla="*/ 2421467 h 2421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4051" h="2421467">
                <a:moveTo>
                  <a:pt x="0" y="0"/>
                </a:moveTo>
                <a:lnTo>
                  <a:pt x="1924051" y="0"/>
                </a:lnTo>
                <a:lnTo>
                  <a:pt x="1924051" y="2421467"/>
                </a:lnTo>
                <a:lnTo>
                  <a:pt x="0" y="242146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6" name="Picture Placeholder 28">
            <a:extLst>
              <a:ext uri="{FF2B5EF4-FFF2-40B4-BE49-F238E27FC236}">
                <a16:creationId xmlns:a16="http://schemas.microsoft.com/office/drawing/2014/main" id="{18DB8962-6CCF-F774-C33C-DD6261F2B68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563604" y="1807200"/>
            <a:ext cx="2160000" cy="2340000"/>
          </a:xfrm>
          <a:custGeom>
            <a:avLst/>
            <a:gdLst>
              <a:gd name="connsiteX0" fmla="*/ 0 w 1924051"/>
              <a:gd name="connsiteY0" fmla="*/ 0 h 2421467"/>
              <a:gd name="connsiteX1" fmla="*/ 1924051 w 1924051"/>
              <a:gd name="connsiteY1" fmla="*/ 0 h 2421467"/>
              <a:gd name="connsiteX2" fmla="*/ 1924051 w 1924051"/>
              <a:gd name="connsiteY2" fmla="*/ 2421467 h 2421467"/>
              <a:gd name="connsiteX3" fmla="*/ 0 w 1924051"/>
              <a:gd name="connsiteY3" fmla="*/ 2421467 h 2421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4051" h="2421467">
                <a:moveTo>
                  <a:pt x="0" y="0"/>
                </a:moveTo>
                <a:lnTo>
                  <a:pt x="1924051" y="0"/>
                </a:lnTo>
                <a:lnTo>
                  <a:pt x="1924051" y="2421467"/>
                </a:lnTo>
                <a:lnTo>
                  <a:pt x="0" y="242146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7" name="Picture Placeholder 28">
            <a:extLst>
              <a:ext uri="{FF2B5EF4-FFF2-40B4-BE49-F238E27FC236}">
                <a16:creationId xmlns:a16="http://schemas.microsoft.com/office/drawing/2014/main" id="{0912C249-B344-BEA0-86A4-9D232AFE467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468396" y="1807200"/>
            <a:ext cx="2160000" cy="2340000"/>
          </a:xfrm>
          <a:custGeom>
            <a:avLst/>
            <a:gdLst>
              <a:gd name="connsiteX0" fmla="*/ 0 w 1924051"/>
              <a:gd name="connsiteY0" fmla="*/ 0 h 2421467"/>
              <a:gd name="connsiteX1" fmla="*/ 1924051 w 1924051"/>
              <a:gd name="connsiteY1" fmla="*/ 0 h 2421467"/>
              <a:gd name="connsiteX2" fmla="*/ 1924051 w 1924051"/>
              <a:gd name="connsiteY2" fmla="*/ 2421467 h 2421467"/>
              <a:gd name="connsiteX3" fmla="*/ 0 w 1924051"/>
              <a:gd name="connsiteY3" fmla="*/ 2421467 h 2421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4051" h="2421467">
                <a:moveTo>
                  <a:pt x="0" y="0"/>
                </a:moveTo>
                <a:lnTo>
                  <a:pt x="1924051" y="0"/>
                </a:lnTo>
                <a:lnTo>
                  <a:pt x="1924051" y="2421467"/>
                </a:lnTo>
                <a:lnTo>
                  <a:pt x="0" y="242146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9763CCF-297D-4154-E563-F9CF06BCDC4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4257C7AB-C0ED-A7D8-2A02-DF22F17E754B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7A0B266C-4413-EC40-781D-890F44ED7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Textplatzhalter 17">
            <a:extLst>
              <a:ext uri="{FF2B5EF4-FFF2-40B4-BE49-F238E27FC236}">
                <a16:creationId xmlns:a16="http://schemas.microsoft.com/office/drawing/2014/main" id="{C76604F2-9A18-B66B-13B2-3139455145E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281715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Team 1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Bildplatzhalter 54">
            <a:extLst>
              <a:ext uri="{FF2B5EF4-FFF2-40B4-BE49-F238E27FC236}">
                <a16:creationId xmlns:a16="http://schemas.microsoft.com/office/drawing/2014/main" id="{06D66280-B296-A5A7-7EE8-6FCC7BE64D1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9055" y="1807200"/>
            <a:ext cx="2027237" cy="14688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56" name="Bildplatzhalter 54">
            <a:extLst>
              <a:ext uri="{FF2B5EF4-FFF2-40B4-BE49-F238E27FC236}">
                <a16:creationId xmlns:a16="http://schemas.microsoft.com/office/drawing/2014/main" id="{4C17BC00-A6E9-0373-F99B-F2E150A3436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869031" y="1807200"/>
            <a:ext cx="2027237" cy="14688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57" name="Bildplatzhalter 54">
            <a:extLst>
              <a:ext uri="{FF2B5EF4-FFF2-40B4-BE49-F238E27FC236}">
                <a16:creationId xmlns:a16="http://schemas.microsoft.com/office/drawing/2014/main" id="{34CCFF98-6651-2BAC-2E69-9209FC7C72D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079996" y="1807200"/>
            <a:ext cx="2027237" cy="14688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58" name="Bildplatzhalter 54">
            <a:extLst>
              <a:ext uri="{FF2B5EF4-FFF2-40B4-BE49-F238E27FC236}">
                <a16:creationId xmlns:a16="http://schemas.microsoft.com/office/drawing/2014/main" id="{258AED45-5EC2-4252-BC29-45525B64595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90593" y="1807200"/>
            <a:ext cx="2027237" cy="14688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59" name="Bildplatzhalter 54">
            <a:extLst>
              <a:ext uri="{FF2B5EF4-FFF2-40B4-BE49-F238E27FC236}">
                <a16:creationId xmlns:a16="http://schemas.microsoft.com/office/drawing/2014/main" id="{4EC8B57C-E8BC-D8CD-ED23-CA7F2AA9CBF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500688" y="1807200"/>
            <a:ext cx="2027237" cy="14688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687F2F3B-69F2-EDE6-50DE-7363CFEF30F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DD034AAC-B883-933A-7586-47CE484F34C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72431" y="3769200"/>
            <a:ext cx="1800000" cy="5683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b="1" cap="all" baseline="0">
                <a:solidFill>
                  <a:schemeClr val="bg1"/>
                </a:solidFill>
              </a:defRPr>
            </a:lvl1pPr>
          </a:lstStyle>
          <a:p>
            <a:r>
              <a:rPr lang="de-DE" sz="1200" b="1"/>
              <a:t>FIRST &amp; LAST NAMES</a:t>
            </a:r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CD07B6C7-BDF7-2DDD-436C-71A9528664A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72431" y="4611600"/>
            <a:ext cx="1800000" cy="15610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baseline="0"/>
            </a:lvl1pPr>
          </a:lstStyle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Spezialgebiet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und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Erfahrung</a:t>
            </a:r>
            <a:endParaRPr lang="en-GB" sz="1200" b="0">
              <a:effectLst/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23" name="Textplatzhalter 14">
            <a:extLst>
              <a:ext uri="{FF2B5EF4-FFF2-40B4-BE49-F238E27FC236}">
                <a16:creationId xmlns:a16="http://schemas.microsoft.com/office/drawing/2014/main" id="{9937520E-2600-0A46-0B1C-2435F0C11FC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982649" y="3769200"/>
            <a:ext cx="1800000" cy="5683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b="1" cap="all" baseline="0">
                <a:solidFill>
                  <a:schemeClr val="bg1"/>
                </a:solidFill>
              </a:defRPr>
            </a:lvl1pPr>
          </a:lstStyle>
          <a:p>
            <a:r>
              <a:rPr lang="de-DE" sz="1200" b="1"/>
              <a:t>FIRST &amp; LAST NAMES</a:t>
            </a:r>
          </a:p>
        </p:txBody>
      </p:sp>
      <p:sp>
        <p:nvSpPr>
          <p:cNvPr id="24" name="Textplatzhalter 19">
            <a:extLst>
              <a:ext uri="{FF2B5EF4-FFF2-40B4-BE49-F238E27FC236}">
                <a16:creationId xmlns:a16="http://schemas.microsoft.com/office/drawing/2014/main" id="{884E9D5F-6474-19EB-7354-FD4725179EB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982649" y="4611600"/>
            <a:ext cx="1800000" cy="15610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baseline="0"/>
            </a:lvl1pPr>
          </a:lstStyle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Spezialgebiet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und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Erfahrung</a:t>
            </a:r>
            <a:endParaRPr lang="en-GB" sz="1200" b="0">
              <a:effectLst/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25" name="Textplatzhalter 14">
            <a:extLst>
              <a:ext uri="{FF2B5EF4-FFF2-40B4-BE49-F238E27FC236}">
                <a16:creationId xmlns:a16="http://schemas.microsoft.com/office/drawing/2014/main" id="{8E7AEA96-7A70-9950-D28A-8BB7A83A7EC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3614" y="3769200"/>
            <a:ext cx="1800000" cy="5683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b="1" cap="all" baseline="0">
                <a:solidFill>
                  <a:schemeClr val="bg1"/>
                </a:solidFill>
              </a:defRPr>
            </a:lvl1pPr>
          </a:lstStyle>
          <a:p>
            <a:r>
              <a:rPr lang="de-DE" sz="1200" b="1"/>
              <a:t>FIRST &amp; LAST NAMES</a:t>
            </a:r>
          </a:p>
        </p:txBody>
      </p:sp>
      <p:sp>
        <p:nvSpPr>
          <p:cNvPr id="26" name="Textplatzhalter 19">
            <a:extLst>
              <a:ext uri="{FF2B5EF4-FFF2-40B4-BE49-F238E27FC236}">
                <a16:creationId xmlns:a16="http://schemas.microsoft.com/office/drawing/2014/main" id="{6E8810B9-205D-C13D-A18A-E28DDB1F0F2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193614" y="4611600"/>
            <a:ext cx="1800000" cy="15610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baseline="0"/>
            </a:lvl1pPr>
          </a:lstStyle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Spezialgebiet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und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Erfahrung</a:t>
            </a:r>
            <a:endParaRPr lang="en-GB" sz="1200" b="0">
              <a:effectLst/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27" name="Textplatzhalter 14">
            <a:extLst>
              <a:ext uri="{FF2B5EF4-FFF2-40B4-BE49-F238E27FC236}">
                <a16:creationId xmlns:a16="http://schemas.microsoft.com/office/drawing/2014/main" id="{FA309CBB-3B89-83BC-051B-DAA43249CBE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404211" y="3769200"/>
            <a:ext cx="1800000" cy="5683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b="1" cap="all" baseline="0">
                <a:solidFill>
                  <a:schemeClr val="bg1"/>
                </a:solidFill>
              </a:defRPr>
            </a:lvl1pPr>
          </a:lstStyle>
          <a:p>
            <a:r>
              <a:rPr lang="de-DE" sz="1200" b="1"/>
              <a:t>FIRST &amp; LAST NAMES</a:t>
            </a:r>
          </a:p>
        </p:txBody>
      </p:sp>
      <p:sp>
        <p:nvSpPr>
          <p:cNvPr id="28" name="Textplatzhalter 19">
            <a:extLst>
              <a:ext uri="{FF2B5EF4-FFF2-40B4-BE49-F238E27FC236}">
                <a16:creationId xmlns:a16="http://schemas.microsoft.com/office/drawing/2014/main" id="{FFCCA22F-6C2D-E189-CD7A-D1B2D2F5294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04211" y="4611600"/>
            <a:ext cx="1800000" cy="15610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baseline="0"/>
            </a:lvl1pPr>
          </a:lstStyle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Spezialgebiet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und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Erfahrung</a:t>
            </a:r>
            <a:endParaRPr lang="en-GB" sz="1200" b="0">
              <a:effectLst/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29" name="Textplatzhalter 14">
            <a:extLst>
              <a:ext uri="{FF2B5EF4-FFF2-40B4-BE49-F238E27FC236}">
                <a16:creationId xmlns:a16="http://schemas.microsoft.com/office/drawing/2014/main" id="{C3A10E6D-4CD7-27BC-1F26-9FFA9F17909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614306" y="3769200"/>
            <a:ext cx="1800000" cy="5683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b="1" cap="all" baseline="0">
                <a:solidFill>
                  <a:schemeClr val="bg1"/>
                </a:solidFill>
              </a:defRPr>
            </a:lvl1pPr>
          </a:lstStyle>
          <a:p>
            <a:r>
              <a:rPr lang="de-DE" sz="1200" b="1"/>
              <a:t>FIRST &amp; LAST NAMES</a:t>
            </a:r>
          </a:p>
        </p:txBody>
      </p:sp>
      <p:sp>
        <p:nvSpPr>
          <p:cNvPr id="30" name="Textplatzhalter 19">
            <a:extLst>
              <a:ext uri="{FF2B5EF4-FFF2-40B4-BE49-F238E27FC236}">
                <a16:creationId xmlns:a16="http://schemas.microsoft.com/office/drawing/2014/main" id="{8FF251DB-C36D-16AE-0A01-29968A043C51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614306" y="4611600"/>
            <a:ext cx="1800000" cy="156109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baseline="0"/>
            </a:lvl1pPr>
          </a:lstStyle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Spezialgebiet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und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Erfahrung</a:t>
            </a:r>
            <a:endParaRPr lang="en-GB" sz="1200" b="0">
              <a:effectLst/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marL="171450" indent="-171450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973C5E-B215-9256-2358-3254769DD17E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ED31B322-802E-EC9E-AEE2-8B0461F68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Textplatzhalter 17">
            <a:extLst>
              <a:ext uri="{FF2B5EF4-FFF2-40B4-BE49-F238E27FC236}">
                <a16:creationId xmlns:a16="http://schemas.microsoft.com/office/drawing/2014/main" id="{553A17DC-080D-FE7B-3DD4-4A5F1114DEE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372216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Team 2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platzhalter 12">
            <a:extLst>
              <a:ext uri="{FF2B5EF4-FFF2-40B4-BE49-F238E27FC236}">
                <a16:creationId xmlns:a16="http://schemas.microsoft.com/office/drawing/2014/main" id="{7A6F855B-803A-CF9E-741F-7091F5771F7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09838" y="1992933"/>
            <a:ext cx="2403449" cy="2377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cap="all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FIRST &amp; LAST NAMES</a:t>
            </a:r>
          </a:p>
        </p:txBody>
      </p:sp>
      <p:sp>
        <p:nvSpPr>
          <p:cNvPr id="4" name="Picture Placeholder 28">
            <a:extLst>
              <a:ext uri="{FF2B5EF4-FFF2-40B4-BE49-F238E27FC236}">
                <a16:creationId xmlns:a16="http://schemas.microsoft.com/office/drawing/2014/main" id="{578DE51F-4F0A-A697-1141-40F0C1E4C8A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1830" y="1807200"/>
            <a:ext cx="1296000" cy="1296000"/>
          </a:xfrm>
          <a:custGeom>
            <a:avLst/>
            <a:gdLst>
              <a:gd name="connsiteX0" fmla="*/ 0 w 1924051"/>
              <a:gd name="connsiteY0" fmla="*/ 0 h 2421467"/>
              <a:gd name="connsiteX1" fmla="*/ 1924051 w 1924051"/>
              <a:gd name="connsiteY1" fmla="*/ 0 h 2421467"/>
              <a:gd name="connsiteX2" fmla="*/ 1924051 w 1924051"/>
              <a:gd name="connsiteY2" fmla="*/ 2421467 h 2421467"/>
              <a:gd name="connsiteX3" fmla="*/ 0 w 1924051"/>
              <a:gd name="connsiteY3" fmla="*/ 2421467 h 2421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4051" h="2421467">
                <a:moveTo>
                  <a:pt x="0" y="0"/>
                </a:moveTo>
                <a:lnTo>
                  <a:pt x="1924051" y="0"/>
                </a:lnTo>
                <a:lnTo>
                  <a:pt x="1924051" y="2421467"/>
                </a:lnTo>
                <a:lnTo>
                  <a:pt x="0" y="242146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9763CCF-297D-4154-E563-F9CF06BCDC4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1F7CB81D-FF0E-72CF-16B8-FBD7927C26B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309813" y="2681734"/>
            <a:ext cx="2403475" cy="4254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1" name="Textplatzhalter 17">
            <a:extLst>
              <a:ext uri="{FF2B5EF4-FFF2-40B4-BE49-F238E27FC236}">
                <a16:creationId xmlns:a16="http://schemas.microsoft.com/office/drawing/2014/main" id="{A80F4203-0D8D-5C45-B7B1-2D94E84AFD1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309813" y="2299874"/>
            <a:ext cx="2403475" cy="18073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000" i="1">
                <a:solidFill>
                  <a:schemeClr val="tx2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Titel, Position</a:t>
            </a:r>
          </a:p>
        </p:txBody>
      </p:sp>
      <p:sp>
        <p:nvSpPr>
          <p:cNvPr id="46" name="Textplatzhalter 12">
            <a:extLst>
              <a:ext uri="{FF2B5EF4-FFF2-40B4-BE49-F238E27FC236}">
                <a16:creationId xmlns:a16="http://schemas.microsoft.com/office/drawing/2014/main" id="{4559D798-9BBC-306E-4F18-56BE8596DB5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306821" y="3575034"/>
            <a:ext cx="2403449" cy="2377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cap="all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FIRST &amp; LAST NAMES</a:t>
            </a:r>
          </a:p>
        </p:txBody>
      </p:sp>
      <p:sp>
        <p:nvSpPr>
          <p:cNvPr id="47" name="Picture Placeholder 28">
            <a:extLst>
              <a:ext uri="{FF2B5EF4-FFF2-40B4-BE49-F238E27FC236}">
                <a16:creationId xmlns:a16="http://schemas.microsoft.com/office/drawing/2014/main" id="{F339FA9F-5469-4B74-7C57-7B399649FDEB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58813" y="3393266"/>
            <a:ext cx="1296000" cy="1296000"/>
          </a:xfrm>
          <a:custGeom>
            <a:avLst/>
            <a:gdLst>
              <a:gd name="connsiteX0" fmla="*/ 0 w 1924051"/>
              <a:gd name="connsiteY0" fmla="*/ 0 h 2421467"/>
              <a:gd name="connsiteX1" fmla="*/ 1924051 w 1924051"/>
              <a:gd name="connsiteY1" fmla="*/ 0 h 2421467"/>
              <a:gd name="connsiteX2" fmla="*/ 1924051 w 1924051"/>
              <a:gd name="connsiteY2" fmla="*/ 2421467 h 2421467"/>
              <a:gd name="connsiteX3" fmla="*/ 0 w 1924051"/>
              <a:gd name="connsiteY3" fmla="*/ 2421467 h 2421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4051" h="2421467">
                <a:moveTo>
                  <a:pt x="0" y="0"/>
                </a:moveTo>
                <a:lnTo>
                  <a:pt x="1924051" y="0"/>
                </a:lnTo>
                <a:lnTo>
                  <a:pt x="1924051" y="2421467"/>
                </a:lnTo>
                <a:lnTo>
                  <a:pt x="0" y="242146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8" name="Textplatzhalter 17">
            <a:extLst>
              <a:ext uri="{FF2B5EF4-FFF2-40B4-BE49-F238E27FC236}">
                <a16:creationId xmlns:a16="http://schemas.microsoft.com/office/drawing/2014/main" id="{16A5779D-18DC-0E64-6685-C606101F7D16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306796" y="4263835"/>
            <a:ext cx="2403475" cy="4254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9" name="Textplatzhalter 17">
            <a:extLst>
              <a:ext uri="{FF2B5EF4-FFF2-40B4-BE49-F238E27FC236}">
                <a16:creationId xmlns:a16="http://schemas.microsoft.com/office/drawing/2014/main" id="{2F4AB24B-6CC4-EBD6-39BE-A19BBBDDE09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306796" y="3881975"/>
            <a:ext cx="2403475" cy="18073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000" i="1">
                <a:solidFill>
                  <a:schemeClr val="tx2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Titel, Position</a:t>
            </a:r>
          </a:p>
        </p:txBody>
      </p:sp>
      <p:sp>
        <p:nvSpPr>
          <p:cNvPr id="50" name="Textplatzhalter 12">
            <a:extLst>
              <a:ext uri="{FF2B5EF4-FFF2-40B4-BE49-F238E27FC236}">
                <a16:creationId xmlns:a16="http://schemas.microsoft.com/office/drawing/2014/main" id="{C43A415F-1672-5D89-ADAF-5599E2BEFB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306821" y="5157135"/>
            <a:ext cx="2403449" cy="2377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cap="all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FIRST &amp; LAST NAMES</a:t>
            </a:r>
          </a:p>
        </p:txBody>
      </p:sp>
      <p:sp>
        <p:nvSpPr>
          <p:cNvPr id="51" name="Picture Placeholder 28">
            <a:extLst>
              <a:ext uri="{FF2B5EF4-FFF2-40B4-BE49-F238E27FC236}">
                <a16:creationId xmlns:a16="http://schemas.microsoft.com/office/drawing/2014/main" id="{A51D2DBA-7200-C46E-1814-32F092296AD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58813" y="4975367"/>
            <a:ext cx="1296000" cy="1296000"/>
          </a:xfrm>
          <a:custGeom>
            <a:avLst/>
            <a:gdLst>
              <a:gd name="connsiteX0" fmla="*/ 0 w 1924051"/>
              <a:gd name="connsiteY0" fmla="*/ 0 h 2421467"/>
              <a:gd name="connsiteX1" fmla="*/ 1924051 w 1924051"/>
              <a:gd name="connsiteY1" fmla="*/ 0 h 2421467"/>
              <a:gd name="connsiteX2" fmla="*/ 1924051 w 1924051"/>
              <a:gd name="connsiteY2" fmla="*/ 2421467 h 2421467"/>
              <a:gd name="connsiteX3" fmla="*/ 0 w 1924051"/>
              <a:gd name="connsiteY3" fmla="*/ 2421467 h 2421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4051" h="2421467">
                <a:moveTo>
                  <a:pt x="0" y="0"/>
                </a:moveTo>
                <a:lnTo>
                  <a:pt x="1924051" y="0"/>
                </a:lnTo>
                <a:lnTo>
                  <a:pt x="1924051" y="2421467"/>
                </a:lnTo>
                <a:lnTo>
                  <a:pt x="0" y="242146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52" name="Textplatzhalter 17">
            <a:extLst>
              <a:ext uri="{FF2B5EF4-FFF2-40B4-BE49-F238E27FC236}">
                <a16:creationId xmlns:a16="http://schemas.microsoft.com/office/drawing/2014/main" id="{B992DCFB-0F51-3434-FDA2-DBB3AA12660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306796" y="5845936"/>
            <a:ext cx="2403475" cy="4254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3" name="Textplatzhalter 17">
            <a:extLst>
              <a:ext uri="{FF2B5EF4-FFF2-40B4-BE49-F238E27FC236}">
                <a16:creationId xmlns:a16="http://schemas.microsoft.com/office/drawing/2014/main" id="{2563A2EA-958B-7F62-43D1-7126590687B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306796" y="5464076"/>
            <a:ext cx="2403475" cy="18073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000" i="1">
                <a:solidFill>
                  <a:schemeClr val="tx2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Titel, Position</a:t>
            </a:r>
          </a:p>
        </p:txBody>
      </p:sp>
      <p:sp>
        <p:nvSpPr>
          <p:cNvPr id="64" name="Textplatzhalter 12">
            <a:extLst>
              <a:ext uri="{FF2B5EF4-FFF2-40B4-BE49-F238E27FC236}">
                <a16:creationId xmlns:a16="http://schemas.microsoft.com/office/drawing/2014/main" id="{96CF7D05-17EF-4864-5781-7A5253C3603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919366" y="1992933"/>
            <a:ext cx="2403449" cy="2377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cap="all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FIRST &amp; LAST NAMES</a:t>
            </a:r>
          </a:p>
        </p:txBody>
      </p:sp>
      <p:sp>
        <p:nvSpPr>
          <p:cNvPr id="65" name="Picture Placeholder 28">
            <a:extLst>
              <a:ext uri="{FF2B5EF4-FFF2-40B4-BE49-F238E27FC236}">
                <a16:creationId xmlns:a16="http://schemas.microsoft.com/office/drawing/2014/main" id="{078DBF17-73E1-5710-5D0B-6ACCC4AD4679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6271358" y="1807200"/>
            <a:ext cx="1296000" cy="1296000"/>
          </a:xfrm>
          <a:custGeom>
            <a:avLst/>
            <a:gdLst>
              <a:gd name="connsiteX0" fmla="*/ 0 w 1924051"/>
              <a:gd name="connsiteY0" fmla="*/ 0 h 2421467"/>
              <a:gd name="connsiteX1" fmla="*/ 1924051 w 1924051"/>
              <a:gd name="connsiteY1" fmla="*/ 0 h 2421467"/>
              <a:gd name="connsiteX2" fmla="*/ 1924051 w 1924051"/>
              <a:gd name="connsiteY2" fmla="*/ 2421467 h 2421467"/>
              <a:gd name="connsiteX3" fmla="*/ 0 w 1924051"/>
              <a:gd name="connsiteY3" fmla="*/ 2421467 h 2421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4051" h="2421467">
                <a:moveTo>
                  <a:pt x="0" y="0"/>
                </a:moveTo>
                <a:lnTo>
                  <a:pt x="1924051" y="0"/>
                </a:lnTo>
                <a:lnTo>
                  <a:pt x="1924051" y="2421467"/>
                </a:lnTo>
                <a:lnTo>
                  <a:pt x="0" y="242146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66" name="Textplatzhalter 17">
            <a:extLst>
              <a:ext uri="{FF2B5EF4-FFF2-40B4-BE49-F238E27FC236}">
                <a16:creationId xmlns:a16="http://schemas.microsoft.com/office/drawing/2014/main" id="{F4123FBF-2926-D735-A91C-0A39185080D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19341" y="2681734"/>
            <a:ext cx="2403475" cy="4254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7" name="Textplatzhalter 17">
            <a:extLst>
              <a:ext uri="{FF2B5EF4-FFF2-40B4-BE49-F238E27FC236}">
                <a16:creationId xmlns:a16="http://schemas.microsoft.com/office/drawing/2014/main" id="{E0C53560-583C-9E5D-4870-6C44B535B1E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919341" y="2299874"/>
            <a:ext cx="2403475" cy="18073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000" i="1">
                <a:solidFill>
                  <a:schemeClr val="tx2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Titel, Position</a:t>
            </a:r>
          </a:p>
        </p:txBody>
      </p:sp>
      <p:sp>
        <p:nvSpPr>
          <p:cNvPr id="68" name="Textplatzhalter 12">
            <a:extLst>
              <a:ext uri="{FF2B5EF4-FFF2-40B4-BE49-F238E27FC236}">
                <a16:creationId xmlns:a16="http://schemas.microsoft.com/office/drawing/2014/main" id="{DC80F735-5C79-0CBE-C286-586DDEDBA75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916349" y="3575034"/>
            <a:ext cx="2403449" cy="2377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cap="all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FIRST &amp; LAST NAMES</a:t>
            </a:r>
          </a:p>
        </p:txBody>
      </p:sp>
      <p:sp>
        <p:nvSpPr>
          <p:cNvPr id="69" name="Picture Placeholder 28">
            <a:extLst>
              <a:ext uri="{FF2B5EF4-FFF2-40B4-BE49-F238E27FC236}">
                <a16:creationId xmlns:a16="http://schemas.microsoft.com/office/drawing/2014/main" id="{18920279-0EDB-E75D-F2F8-3BCD36489943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268341" y="3393266"/>
            <a:ext cx="1296000" cy="1296000"/>
          </a:xfrm>
          <a:custGeom>
            <a:avLst/>
            <a:gdLst>
              <a:gd name="connsiteX0" fmla="*/ 0 w 1924051"/>
              <a:gd name="connsiteY0" fmla="*/ 0 h 2421467"/>
              <a:gd name="connsiteX1" fmla="*/ 1924051 w 1924051"/>
              <a:gd name="connsiteY1" fmla="*/ 0 h 2421467"/>
              <a:gd name="connsiteX2" fmla="*/ 1924051 w 1924051"/>
              <a:gd name="connsiteY2" fmla="*/ 2421467 h 2421467"/>
              <a:gd name="connsiteX3" fmla="*/ 0 w 1924051"/>
              <a:gd name="connsiteY3" fmla="*/ 2421467 h 2421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4051" h="2421467">
                <a:moveTo>
                  <a:pt x="0" y="0"/>
                </a:moveTo>
                <a:lnTo>
                  <a:pt x="1924051" y="0"/>
                </a:lnTo>
                <a:lnTo>
                  <a:pt x="1924051" y="2421467"/>
                </a:lnTo>
                <a:lnTo>
                  <a:pt x="0" y="242146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70" name="Textplatzhalter 17">
            <a:extLst>
              <a:ext uri="{FF2B5EF4-FFF2-40B4-BE49-F238E27FC236}">
                <a16:creationId xmlns:a16="http://schemas.microsoft.com/office/drawing/2014/main" id="{DAFCB565-B807-D6FD-5984-65D7B48C3BE1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916324" y="4263835"/>
            <a:ext cx="2403475" cy="4254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1" name="Textplatzhalter 17">
            <a:extLst>
              <a:ext uri="{FF2B5EF4-FFF2-40B4-BE49-F238E27FC236}">
                <a16:creationId xmlns:a16="http://schemas.microsoft.com/office/drawing/2014/main" id="{8DAB6162-9762-B1C9-4DA9-F2912BF197CB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916324" y="3881975"/>
            <a:ext cx="2403475" cy="18073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000" i="1">
                <a:solidFill>
                  <a:schemeClr val="tx2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Titel, Position</a:t>
            </a:r>
          </a:p>
        </p:txBody>
      </p:sp>
      <p:sp>
        <p:nvSpPr>
          <p:cNvPr id="72" name="Textplatzhalter 12">
            <a:extLst>
              <a:ext uri="{FF2B5EF4-FFF2-40B4-BE49-F238E27FC236}">
                <a16:creationId xmlns:a16="http://schemas.microsoft.com/office/drawing/2014/main" id="{8E12BD1E-03FC-2620-E464-BF143130527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916349" y="5157135"/>
            <a:ext cx="2403449" cy="23778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cap="all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FIRST &amp; LAST NAMES</a:t>
            </a:r>
          </a:p>
        </p:txBody>
      </p:sp>
      <p:sp>
        <p:nvSpPr>
          <p:cNvPr id="73" name="Picture Placeholder 28">
            <a:extLst>
              <a:ext uri="{FF2B5EF4-FFF2-40B4-BE49-F238E27FC236}">
                <a16:creationId xmlns:a16="http://schemas.microsoft.com/office/drawing/2014/main" id="{6104858C-36C3-8CE8-04EA-CC0AAC3B30F9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6268341" y="4975367"/>
            <a:ext cx="1296000" cy="1296000"/>
          </a:xfrm>
          <a:custGeom>
            <a:avLst/>
            <a:gdLst>
              <a:gd name="connsiteX0" fmla="*/ 0 w 1924051"/>
              <a:gd name="connsiteY0" fmla="*/ 0 h 2421467"/>
              <a:gd name="connsiteX1" fmla="*/ 1924051 w 1924051"/>
              <a:gd name="connsiteY1" fmla="*/ 0 h 2421467"/>
              <a:gd name="connsiteX2" fmla="*/ 1924051 w 1924051"/>
              <a:gd name="connsiteY2" fmla="*/ 2421467 h 2421467"/>
              <a:gd name="connsiteX3" fmla="*/ 0 w 1924051"/>
              <a:gd name="connsiteY3" fmla="*/ 2421467 h 2421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4051" h="2421467">
                <a:moveTo>
                  <a:pt x="0" y="0"/>
                </a:moveTo>
                <a:lnTo>
                  <a:pt x="1924051" y="0"/>
                </a:lnTo>
                <a:lnTo>
                  <a:pt x="1924051" y="2421467"/>
                </a:lnTo>
                <a:lnTo>
                  <a:pt x="0" y="242146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74" name="Textplatzhalter 17">
            <a:extLst>
              <a:ext uri="{FF2B5EF4-FFF2-40B4-BE49-F238E27FC236}">
                <a16:creationId xmlns:a16="http://schemas.microsoft.com/office/drawing/2014/main" id="{0A82F722-0A42-12F9-4063-F08180B1E6CB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916324" y="5845936"/>
            <a:ext cx="2403475" cy="42543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5" name="Textplatzhalter 17">
            <a:extLst>
              <a:ext uri="{FF2B5EF4-FFF2-40B4-BE49-F238E27FC236}">
                <a16:creationId xmlns:a16="http://schemas.microsoft.com/office/drawing/2014/main" id="{AC4EBC51-387B-8F39-BFFC-6C2DDA896791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916324" y="5464076"/>
            <a:ext cx="2403475" cy="18073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000" i="1">
                <a:solidFill>
                  <a:schemeClr val="tx2"/>
                </a:solidFill>
              </a:defRPr>
            </a:lvl1pPr>
            <a:lvl2pPr marL="457200" indent="0">
              <a:buFontTx/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Titel, Position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3B921FF-76E4-B5DF-8BA9-E6A5EB1EFA7D}"/>
              </a:ext>
            </a:extLst>
          </p:cNvPr>
          <p:cNvSpPr>
            <a:spLocks noGrp="1"/>
          </p:cNvSpPr>
          <p:nvPr>
            <p:ph type="ftr" sz="quarter" idx="51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D49567F-23A1-95CF-1A11-F4AF9E8DF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AEC44FA6-221A-7377-2B99-4CBE6B90383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366997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Team 3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6A843F09-9BDF-BC43-95F6-ADC6B19B0580}"/>
              </a:ext>
            </a:extLst>
          </p:cNvPr>
          <p:cNvSpPr>
            <a:spLocks noGrp="1"/>
          </p:cNvSpPr>
          <p:nvPr>
            <p:ph type="sldNum" sz="quarter" idx="4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8E779A24-3462-AB82-3FCA-1CB5423AA266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6" name="Titel 15">
            <a:extLst>
              <a:ext uri="{FF2B5EF4-FFF2-40B4-BE49-F238E27FC236}">
                <a16:creationId xmlns:a16="http://schemas.microsoft.com/office/drawing/2014/main" id="{9EDF1C65-8713-DE72-70C7-2749B1948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0" name="Textplatzhalter 17">
            <a:extLst>
              <a:ext uri="{FF2B5EF4-FFF2-40B4-BE49-F238E27FC236}">
                <a16:creationId xmlns:a16="http://schemas.microsoft.com/office/drawing/2014/main" id="{3B381240-5FC0-9E72-E2F7-0353226F05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2" name="Picture Placeholder 107">
            <a:extLst>
              <a:ext uri="{FF2B5EF4-FFF2-40B4-BE49-F238E27FC236}">
                <a16:creationId xmlns:a16="http://schemas.microsoft.com/office/drawing/2014/main" id="{23116499-0CFE-D892-2FA8-13D77406D91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16762" y="1807200"/>
            <a:ext cx="914400" cy="914400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" h="914400">
                <a:moveTo>
                  <a:pt x="0" y="0"/>
                </a:moveTo>
                <a:lnTo>
                  <a:pt x="914400" y="0"/>
                </a:lnTo>
                <a:lnTo>
                  <a:pt x="914400" y="914400"/>
                </a:lnTo>
                <a:lnTo>
                  <a:pt x="0" y="914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13" name="Picture Placeholder 107">
            <a:extLst>
              <a:ext uri="{FF2B5EF4-FFF2-40B4-BE49-F238E27FC236}">
                <a16:creationId xmlns:a16="http://schemas.microsoft.com/office/drawing/2014/main" id="{D725714B-A010-1820-5474-83D5408D067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789562" y="1807200"/>
            <a:ext cx="914400" cy="914400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" h="914400">
                <a:moveTo>
                  <a:pt x="0" y="0"/>
                </a:moveTo>
                <a:lnTo>
                  <a:pt x="914400" y="0"/>
                </a:lnTo>
                <a:lnTo>
                  <a:pt x="914400" y="914400"/>
                </a:lnTo>
                <a:lnTo>
                  <a:pt x="0" y="914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14" name="Picture Placeholder 107">
            <a:extLst>
              <a:ext uri="{FF2B5EF4-FFF2-40B4-BE49-F238E27FC236}">
                <a16:creationId xmlns:a16="http://schemas.microsoft.com/office/drawing/2014/main" id="{366C0021-DBD3-C47D-BE37-EAF8896BC94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62" y="1807200"/>
            <a:ext cx="914400" cy="914400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" h="914400">
                <a:moveTo>
                  <a:pt x="0" y="0"/>
                </a:moveTo>
                <a:lnTo>
                  <a:pt x="914400" y="0"/>
                </a:lnTo>
                <a:lnTo>
                  <a:pt x="914400" y="914400"/>
                </a:lnTo>
                <a:lnTo>
                  <a:pt x="0" y="914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15" name="Picture Placeholder 107">
            <a:extLst>
              <a:ext uri="{FF2B5EF4-FFF2-40B4-BE49-F238E27FC236}">
                <a16:creationId xmlns:a16="http://schemas.microsoft.com/office/drawing/2014/main" id="{5BDF1F6C-FBEA-4FF9-E76D-0E47497A819F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024762" y="1807200"/>
            <a:ext cx="914400" cy="914400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" h="914400">
                <a:moveTo>
                  <a:pt x="0" y="0"/>
                </a:moveTo>
                <a:lnTo>
                  <a:pt x="914400" y="0"/>
                </a:lnTo>
                <a:lnTo>
                  <a:pt x="914400" y="914400"/>
                </a:lnTo>
                <a:lnTo>
                  <a:pt x="0" y="914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16" name="Textplatzhalter 66">
            <a:extLst>
              <a:ext uri="{FF2B5EF4-FFF2-40B4-BE49-F238E27FC236}">
                <a16:creationId xmlns:a16="http://schemas.microsoft.com/office/drawing/2014/main" id="{A0408540-F57D-87DE-4493-C5D09EC7B6A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893962" y="29196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2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&amp; LAST NAMES</a:t>
            </a:r>
          </a:p>
        </p:txBody>
      </p:sp>
      <p:sp>
        <p:nvSpPr>
          <p:cNvPr id="117" name="Textplatzhalter 68">
            <a:extLst>
              <a:ext uri="{FF2B5EF4-FFF2-40B4-BE49-F238E27FC236}">
                <a16:creationId xmlns:a16="http://schemas.microsoft.com/office/drawing/2014/main" id="{330E073E-B2BE-5FA9-CC5B-670B0DA7841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93962" y="33120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b="0" i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Position oder Titel</a:t>
            </a:r>
          </a:p>
        </p:txBody>
      </p:sp>
      <p:sp>
        <p:nvSpPr>
          <p:cNvPr id="118" name="Textplatzhalter 66">
            <a:extLst>
              <a:ext uri="{FF2B5EF4-FFF2-40B4-BE49-F238E27FC236}">
                <a16:creationId xmlns:a16="http://schemas.microsoft.com/office/drawing/2014/main" id="{42920F71-790F-4859-6449-EC7BA3BD9E8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640762" y="29196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2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&amp; LAST NAMES</a:t>
            </a:r>
          </a:p>
        </p:txBody>
      </p:sp>
      <p:sp>
        <p:nvSpPr>
          <p:cNvPr id="119" name="Textplatzhalter 68">
            <a:extLst>
              <a:ext uri="{FF2B5EF4-FFF2-40B4-BE49-F238E27FC236}">
                <a16:creationId xmlns:a16="http://schemas.microsoft.com/office/drawing/2014/main" id="{E64FF371-E685-6853-BBBF-29894187ADF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3640762" y="33120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b="0" i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Position oder Titel</a:t>
            </a:r>
          </a:p>
        </p:txBody>
      </p:sp>
      <p:sp>
        <p:nvSpPr>
          <p:cNvPr id="120" name="Textplatzhalter 66">
            <a:extLst>
              <a:ext uri="{FF2B5EF4-FFF2-40B4-BE49-F238E27FC236}">
                <a16:creationId xmlns:a16="http://schemas.microsoft.com/office/drawing/2014/main" id="{00BE71F8-A1D4-9B86-90D9-0C7E1EE9E544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6401962" y="29196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2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&amp; LAST NAMES</a:t>
            </a:r>
          </a:p>
        </p:txBody>
      </p:sp>
      <p:sp>
        <p:nvSpPr>
          <p:cNvPr id="121" name="Textplatzhalter 68">
            <a:extLst>
              <a:ext uri="{FF2B5EF4-FFF2-40B4-BE49-F238E27FC236}">
                <a16:creationId xmlns:a16="http://schemas.microsoft.com/office/drawing/2014/main" id="{769EE524-2AF1-6C92-AB50-37F41F6EBF81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401962" y="33120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b="0" i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Position oder Titel</a:t>
            </a:r>
          </a:p>
        </p:txBody>
      </p:sp>
      <p:sp>
        <p:nvSpPr>
          <p:cNvPr id="122" name="Textplatzhalter 66">
            <a:extLst>
              <a:ext uri="{FF2B5EF4-FFF2-40B4-BE49-F238E27FC236}">
                <a16:creationId xmlns:a16="http://schemas.microsoft.com/office/drawing/2014/main" id="{9ADF8234-321D-FC68-65C0-78C9E302C17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9166762" y="29196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2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&amp; LAST NAMES</a:t>
            </a:r>
          </a:p>
        </p:txBody>
      </p:sp>
      <p:sp>
        <p:nvSpPr>
          <p:cNvPr id="123" name="Textplatzhalter 68">
            <a:extLst>
              <a:ext uri="{FF2B5EF4-FFF2-40B4-BE49-F238E27FC236}">
                <a16:creationId xmlns:a16="http://schemas.microsoft.com/office/drawing/2014/main" id="{7819F712-36D5-84F1-0BAF-865448B98A1E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9166762" y="33120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b="0" i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Position oder Titel</a:t>
            </a:r>
          </a:p>
        </p:txBody>
      </p:sp>
      <p:sp>
        <p:nvSpPr>
          <p:cNvPr id="124" name="Picture Placeholder 107">
            <a:extLst>
              <a:ext uri="{FF2B5EF4-FFF2-40B4-BE49-F238E27FC236}">
                <a16:creationId xmlns:a16="http://schemas.microsoft.com/office/drawing/2014/main" id="{623D1FAA-F70D-A23F-BC3A-349853846EE2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1516762" y="4169400"/>
            <a:ext cx="914400" cy="914400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" h="914400">
                <a:moveTo>
                  <a:pt x="0" y="0"/>
                </a:moveTo>
                <a:lnTo>
                  <a:pt x="914400" y="0"/>
                </a:lnTo>
                <a:lnTo>
                  <a:pt x="914400" y="914400"/>
                </a:lnTo>
                <a:lnTo>
                  <a:pt x="0" y="914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25" name="Picture Placeholder 107">
            <a:extLst>
              <a:ext uri="{FF2B5EF4-FFF2-40B4-BE49-F238E27FC236}">
                <a16:creationId xmlns:a16="http://schemas.microsoft.com/office/drawing/2014/main" id="{D10920A1-7D3E-93F3-B850-4C6B293E58CD}"/>
              </a:ext>
            </a:extLst>
          </p:cNvPr>
          <p:cNvSpPr>
            <a:spLocks noGrp="1"/>
          </p:cNvSpPr>
          <p:nvPr>
            <p:ph type="pic" sz="quarter" idx="67"/>
          </p:nvPr>
        </p:nvSpPr>
        <p:spPr>
          <a:xfrm>
            <a:off x="9789562" y="4169400"/>
            <a:ext cx="914400" cy="914400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" h="914400">
                <a:moveTo>
                  <a:pt x="0" y="0"/>
                </a:moveTo>
                <a:lnTo>
                  <a:pt x="914400" y="0"/>
                </a:lnTo>
                <a:lnTo>
                  <a:pt x="914400" y="914400"/>
                </a:lnTo>
                <a:lnTo>
                  <a:pt x="0" y="914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26" name="Picture Placeholder 107">
            <a:extLst>
              <a:ext uri="{FF2B5EF4-FFF2-40B4-BE49-F238E27FC236}">
                <a16:creationId xmlns:a16="http://schemas.microsoft.com/office/drawing/2014/main" id="{64D67CDF-6C14-0DD4-1834-90DDC489F305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4263562" y="4169400"/>
            <a:ext cx="914400" cy="914400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" h="914400">
                <a:moveTo>
                  <a:pt x="0" y="0"/>
                </a:moveTo>
                <a:lnTo>
                  <a:pt x="914400" y="0"/>
                </a:lnTo>
                <a:lnTo>
                  <a:pt x="914400" y="914400"/>
                </a:lnTo>
                <a:lnTo>
                  <a:pt x="0" y="914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27" name="Picture Placeholder 107">
            <a:extLst>
              <a:ext uri="{FF2B5EF4-FFF2-40B4-BE49-F238E27FC236}">
                <a16:creationId xmlns:a16="http://schemas.microsoft.com/office/drawing/2014/main" id="{B3911E14-5E40-800D-D1DE-663EE7DEF00A}"/>
              </a:ext>
            </a:extLst>
          </p:cNvPr>
          <p:cNvSpPr>
            <a:spLocks noGrp="1"/>
          </p:cNvSpPr>
          <p:nvPr>
            <p:ph type="pic" sz="quarter" idx="69"/>
          </p:nvPr>
        </p:nvSpPr>
        <p:spPr>
          <a:xfrm>
            <a:off x="7024762" y="4169400"/>
            <a:ext cx="914400" cy="914400"/>
          </a:xfrm>
          <a:custGeom>
            <a:avLst/>
            <a:gdLst>
              <a:gd name="connsiteX0" fmla="*/ 0 w 914400"/>
              <a:gd name="connsiteY0" fmla="*/ 0 h 914400"/>
              <a:gd name="connsiteX1" fmla="*/ 914400 w 914400"/>
              <a:gd name="connsiteY1" fmla="*/ 0 h 914400"/>
              <a:gd name="connsiteX2" fmla="*/ 914400 w 914400"/>
              <a:gd name="connsiteY2" fmla="*/ 914400 h 914400"/>
              <a:gd name="connsiteX3" fmla="*/ 0 w 914400"/>
              <a:gd name="connsiteY3" fmla="*/ 91440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" h="914400">
                <a:moveTo>
                  <a:pt x="0" y="0"/>
                </a:moveTo>
                <a:lnTo>
                  <a:pt x="914400" y="0"/>
                </a:lnTo>
                <a:lnTo>
                  <a:pt x="914400" y="914400"/>
                </a:lnTo>
                <a:lnTo>
                  <a:pt x="0" y="914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28" name="Textplatzhalter 66">
            <a:extLst>
              <a:ext uri="{FF2B5EF4-FFF2-40B4-BE49-F238E27FC236}">
                <a16:creationId xmlns:a16="http://schemas.microsoft.com/office/drawing/2014/main" id="{699E8550-0312-7DF7-AB44-F57D284A741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93962" y="52818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2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&amp; LAST NAMES</a:t>
            </a:r>
          </a:p>
        </p:txBody>
      </p:sp>
      <p:sp>
        <p:nvSpPr>
          <p:cNvPr id="129" name="Textplatzhalter 68">
            <a:extLst>
              <a:ext uri="{FF2B5EF4-FFF2-40B4-BE49-F238E27FC236}">
                <a16:creationId xmlns:a16="http://schemas.microsoft.com/office/drawing/2014/main" id="{711E53DB-E5B2-40FA-7C3C-60AABAB4033C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93962" y="56742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b="0" i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Position oder Titel</a:t>
            </a:r>
          </a:p>
        </p:txBody>
      </p:sp>
      <p:sp>
        <p:nvSpPr>
          <p:cNvPr id="130" name="Textplatzhalter 66">
            <a:extLst>
              <a:ext uri="{FF2B5EF4-FFF2-40B4-BE49-F238E27FC236}">
                <a16:creationId xmlns:a16="http://schemas.microsoft.com/office/drawing/2014/main" id="{6D5C5519-ECE1-0B15-4F05-6F2A71303B75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3640762" y="52818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2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&amp; LAST NAMES</a:t>
            </a:r>
          </a:p>
        </p:txBody>
      </p:sp>
      <p:sp>
        <p:nvSpPr>
          <p:cNvPr id="131" name="Textplatzhalter 68">
            <a:extLst>
              <a:ext uri="{FF2B5EF4-FFF2-40B4-BE49-F238E27FC236}">
                <a16:creationId xmlns:a16="http://schemas.microsoft.com/office/drawing/2014/main" id="{710CE8D6-8438-19B2-6236-77B3750036BF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3640762" y="56742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b="0" i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Position oder Titel</a:t>
            </a:r>
          </a:p>
        </p:txBody>
      </p:sp>
      <p:sp>
        <p:nvSpPr>
          <p:cNvPr id="132" name="Textplatzhalter 66">
            <a:extLst>
              <a:ext uri="{FF2B5EF4-FFF2-40B4-BE49-F238E27FC236}">
                <a16:creationId xmlns:a16="http://schemas.microsoft.com/office/drawing/2014/main" id="{387EB030-796E-9070-A7B2-7B2988BB7695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6401962" y="52818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2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&amp; LAST NAMES</a:t>
            </a:r>
          </a:p>
        </p:txBody>
      </p:sp>
      <p:sp>
        <p:nvSpPr>
          <p:cNvPr id="133" name="Textplatzhalter 68">
            <a:extLst>
              <a:ext uri="{FF2B5EF4-FFF2-40B4-BE49-F238E27FC236}">
                <a16:creationId xmlns:a16="http://schemas.microsoft.com/office/drawing/2014/main" id="{35AD2A84-1E7D-AC68-DFFC-41E5562287B4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6401962" y="56742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b="0" i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Position oder Titel</a:t>
            </a:r>
          </a:p>
        </p:txBody>
      </p:sp>
      <p:sp>
        <p:nvSpPr>
          <p:cNvPr id="134" name="Textplatzhalter 66">
            <a:extLst>
              <a:ext uri="{FF2B5EF4-FFF2-40B4-BE49-F238E27FC236}">
                <a16:creationId xmlns:a16="http://schemas.microsoft.com/office/drawing/2014/main" id="{E97A1406-D0E9-E0EE-0596-37C27C77F944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9166762" y="52818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2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&amp; LAST NAMES</a:t>
            </a:r>
          </a:p>
        </p:txBody>
      </p:sp>
      <p:sp>
        <p:nvSpPr>
          <p:cNvPr id="135" name="Textplatzhalter 68">
            <a:extLst>
              <a:ext uri="{FF2B5EF4-FFF2-40B4-BE49-F238E27FC236}">
                <a16:creationId xmlns:a16="http://schemas.microsoft.com/office/drawing/2014/main" id="{6785C65B-7237-37D2-8384-C9A0073525C5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9166762" y="5674200"/>
            <a:ext cx="2160000" cy="36000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b="0" i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Position oder Titel</a:t>
            </a:r>
          </a:p>
        </p:txBody>
      </p:sp>
    </p:spTree>
    <p:extLst>
      <p:ext uri="{BB962C8B-B14F-4D97-AF65-F5344CB8AC3E}">
        <p14:creationId xmlns:p14="http://schemas.microsoft.com/office/powerpoint/2010/main" val="2812346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Team 4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Bildplatzhalter 17">
            <a:extLst>
              <a:ext uri="{FF2B5EF4-FFF2-40B4-BE49-F238E27FC236}">
                <a16:creationId xmlns:a16="http://schemas.microsoft.com/office/drawing/2014/main" id="{772D037C-EC60-3D87-5A88-33D2C1FFCE76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207171" y="1807200"/>
            <a:ext cx="1440000" cy="1440000"/>
          </a:xfrm>
          <a:prstGeom prst="ellipse">
            <a:avLst/>
          </a:prstGeom>
          <a:solidFill>
            <a:schemeClr val="tx1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69" name="Bildplatzhalter 17">
            <a:extLst>
              <a:ext uri="{FF2B5EF4-FFF2-40B4-BE49-F238E27FC236}">
                <a16:creationId xmlns:a16="http://schemas.microsoft.com/office/drawing/2014/main" id="{A63C3A20-9C90-8D78-D0DD-3D6149F70BC5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6771181" y="1807200"/>
            <a:ext cx="1440000" cy="1440000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40" name="Textplatzhalter 12">
            <a:extLst>
              <a:ext uri="{FF2B5EF4-FFF2-40B4-BE49-F238E27FC236}">
                <a16:creationId xmlns:a16="http://schemas.microsoft.com/office/drawing/2014/main" id="{0FA721B5-C5F5-D3E4-B507-68EDA5F34F4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7171" y="3485247"/>
            <a:ext cx="2160000" cy="331316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TITEL / NAME / TOPIC</a:t>
            </a:r>
            <a:endParaRPr lang="en-US" sz="1200" b="1" spc="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41" name="Textplatzhalter 9">
            <a:extLst>
              <a:ext uri="{FF2B5EF4-FFF2-40B4-BE49-F238E27FC236}">
                <a16:creationId xmlns:a16="http://schemas.microsoft.com/office/drawing/2014/main" id="{E1F6DA27-90BE-F221-4957-D72C1D9764C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7171" y="3878313"/>
            <a:ext cx="2160000" cy="16764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lvl="0"/>
            <a:endParaRPr lang="de-DE"/>
          </a:p>
        </p:txBody>
      </p:sp>
      <p:sp>
        <p:nvSpPr>
          <p:cNvPr id="42" name="Textplatzhalter 12">
            <a:extLst>
              <a:ext uri="{FF2B5EF4-FFF2-40B4-BE49-F238E27FC236}">
                <a16:creationId xmlns:a16="http://schemas.microsoft.com/office/drawing/2014/main" id="{B421A404-7614-129A-1395-D5B8D4EB779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629176" y="3485247"/>
            <a:ext cx="2160000" cy="331316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TITEL / NAME / TOPIC</a:t>
            </a:r>
            <a:endParaRPr lang="en-US" sz="1200" b="1" spc="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43" name="Textplatzhalter 9">
            <a:extLst>
              <a:ext uri="{FF2B5EF4-FFF2-40B4-BE49-F238E27FC236}">
                <a16:creationId xmlns:a16="http://schemas.microsoft.com/office/drawing/2014/main" id="{CB24C7CA-1C02-E10B-E47D-44C433A92A6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629176" y="3878313"/>
            <a:ext cx="2160000" cy="16764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lvl="0"/>
            <a:endParaRPr lang="de-DE"/>
          </a:p>
        </p:txBody>
      </p:sp>
      <p:sp>
        <p:nvSpPr>
          <p:cNvPr id="63" name="Textplatzhalter 12">
            <a:extLst>
              <a:ext uri="{FF2B5EF4-FFF2-40B4-BE49-F238E27FC236}">
                <a16:creationId xmlns:a16="http://schemas.microsoft.com/office/drawing/2014/main" id="{657A52F1-3DA5-C11D-DEC0-68712FC19DB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411181" y="3485247"/>
            <a:ext cx="2160000" cy="331316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TITEL / NAME / TOPIC</a:t>
            </a:r>
            <a:endParaRPr lang="en-US" sz="1200" b="1" spc="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64" name="Textplatzhalter 9">
            <a:extLst>
              <a:ext uri="{FF2B5EF4-FFF2-40B4-BE49-F238E27FC236}">
                <a16:creationId xmlns:a16="http://schemas.microsoft.com/office/drawing/2014/main" id="{0297597A-8259-C62E-D09A-EB510E03DE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11181" y="3878313"/>
            <a:ext cx="2160000" cy="16764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lvl="0"/>
            <a:endParaRPr lang="de-DE"/>
          </a:p>
        </p:txBody>
      </p:sp>
      <p:sp>
        <p:nvSpPr>
          <p:cNvPr id="65" name="Textplatzhalter 12">
            <a:extLst>
              <a:ext uri="{FF2B5EF4-FFF2-40B4-BE49-F238E27FC236}">
                <a16:creationId xmlns:a16="http://schemas.microsoft.com/office/drawing/2014/main" id="{5DE71ECB-DD93-A5BB-3D87-3374FB8B79F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93187" y="3485247"/>
            <a:ext cx="2160000" cy="331316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</a:pPr>
            <a:r>
              <a:rPr lang="en-GB" sz="1200" b="1" spc="0">
                <a:effectLst/>
                <a:latin typeface="+mj-lt"/>
                <a:ea typeface="Open Sans" pitchFamily="2" charset="0"/>
                <a:cs typeface="Sora" pitchFamily="2" charset="0"/>
              </a:rPr>
              <a:t>TITEL / NAME / TOPIC</a:t>
            </a:r>
            <a:endParaRPr lang="en-US" sz="1200" b="1" spc="0">
              <a:latin typeface="+mj-lt"/>
              <a:ea typeface="Open Sans" pitchFamily="2" charset="0"/>
              <a:cs typeface="Sora" pitchFamily="2" charset="0"/>
            </a:endParaRPr>
          </a:p>
        </p:txBody>
      </p:sp>
      <p:sp>
        <p:nvSpPr>
          <p:cNvPr id="66" name="Textplatzhalter 9">
            <a:extLst>
              <a:ext uri="{FF2B5EF4-FFF2-40B4-BE49-F238E27FC236}">
                <a16:creationId xmlns:a16="http://schemas.microsoft.com/office/drawing/2014/main" id="{E945E4C6-1522-1937-CA45-8DE78312400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93187" y="3878313"/>
            <a:ext cx="2160000" cy="167640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lv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D6BBCFC-58C4-0BB5-F895-7363FD64CA7D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Bildplatzhalter 17">
            <a:extLst>
              <a:ext uri="{FF2B5EF4-FFF2-40B4-BE49-F238E27FC236}">
                <a16:creationId xmlns:a16="http://schemas.microsoft.com/office/drawing/2014/main" id="{AB95BBF8-A2E9-CCAF-363B-609FBCD52AA2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989176" y="1807200"/>
            <a:ext cx="1440000" cy="144000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14" name="Bildplatzhalter 17">
            <a:extLst>
              <a:ext uri="{FF2B5EF4-FFF2-40B4-BE49-F238E27FC236}">
                <a16:creationId xmlns:a16="http://schemas.microsoft.com/office/drawing/2014/main" id="{83B8CFFB-FF68-9C25-DA36-496767D6BE7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553187" y="1807200"/>
            <a:ext cx="1440000" cy="144000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96B5678A-CC30-17EC-6046-C3AB8B5CAEBB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6" name="Titel 15">
            <a:extLst>
              <a:ext uri="{FF2B5EF4-FFF2-40B4-BE49-F238E27FC236}">
                <a16:creationId xmlns:a16="http://schemas.microsoft.com/office/drawing/2014/main" id="{81C64AC1-41FF-6EFD-BD2E-001BE8E76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7" name="Textplatzhalter 17">
            <a:extLst>
              <a:ext uri="{FF2B5EF4-FFF2-40B4-BE49-F238E27FC236}">
                <a16:creationId xmlns:a16="http://schemas.microsoft.com/office/drawing/2014/main" id="{599F5F5F-70C0-A783-86E8-A25D8BB7296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52245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Team 5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Bildplatzhalter 17">
            <a:extLst>
              <a:ext uri="{FF2B5EF4-FFF2-40B4-BE49-F238E27FC236}">
                <a16:creationId xmlns:a16="http://schemas.microsoft.com/office/drawing/2014/main" id="{772D037C-EC60-3D87-5A88-33D2C1FFCE76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59120" y="2141835"/>
            <a:ext cx="1620000" cy="1620000"/>
          </a:xfrm>
          <a:prstGeom prst="ellipse">
            <a:avLst/>
          </a:prstGeom>
          <a:solidFill>
            <a:schemeClr val="tx1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43" name="Textplatzhalter 9">
            <a:extLst>
              <a:ext uri="{FF2B5EF4-FFF2-40B4-BE49-F238E27FC236}">
                <a16:creationId xmlns:a16="http://schemas.microsoft.com/office/drawing/2014/main" id="{CB24C7CA-1C02-E10B-E47D-44C433A92A6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533234" y="2790471"/>
            <a:ext cx="3240000" cy="7200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lv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D6BBCFC-58C4-0BB5-F895-7363FD64CA7D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49899CC0-4887-5398-AC2D-3879832254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533235" y="2477558"/>
            <a:ext cx="3240000" cy="3129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Überschrift</a:t>
            </a:r>
          </a:p>
        </p:txBody>
      </p:sp>
      <p:sp>
        <p:nvSpPr>
          <p:cNvPr id="31" name="Bildplatzhalter 17">
            <a:extLst>
              <a:ext uri="{FF2B5EF4-FFF2-40B4-BE49-F238E27FC236}">
                <a16:creationId xmlns:a16="http://schemas.microsoft.com/office/drawing/2014/main" id="{87B01507-D539-D1D5-84F5-7BB853D625E2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659120" y="4159969"/>
            <a:ext cx="1620000" cy="1620000"/>
          </a:xfrm>
          <a:prstGeom prst="ellipse">
            <a:avLst/>
          </a:prstGeom>
          <a:solidFill>
            <a:schemeClr val="tx1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32" name="Textplatzhalter 9">
            <a:extLst>
              <a:ext uri="{FF2B5EF4-FFF2-40B4-BE49-F238E27FC236}">
                <a16:creationId xmlns:a16="http://schemas.microsoft.com/office/drawing/2014/main" id="{E4E34D18-7C92-002E-3062-BC29D200A31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533234" y="4808605"/>
            <a:ext cx="3240000" cy="7200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lvl="0"/>
            <a:endParaRPr lang="de-DE"/>
          </a:p>
        </p:txBody>
      </p:sp>
      <p:sp>
        <p:nvSpPr>
          <p:cNvPr id="33" name="Textplatzhalter 29">
            <a:extLst>
              <a:ext uri="{FF2B5EF4-FFF2-40B4-BE49-F238E27FC236}">
                <a16:creationId xmlns:a16="http://schemas.microsoft.com/office/drawing/2014/main" id="{A9390570-DE34-9C81-EEEA-7F734521000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533235" y="4495692"/>
            <a:ext cx="3240000" cy="3129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Überschrift</a:t>
            </a:r>
          </a:p>
        </p:txBody>
      </p:sp>
      <p:sp>
        <p:nvSpPr>
          <p:cNvPr id="34" name="Bildplatzhalter 17">
            <a:extLst>
              <a:ext uri="{FF2B5EF4-FFF2-40B4-BE49-F238E27FC236}">
                <a16:creationId xmlns:a16="http://schemas.microsoft.com/office/drawing/2014/main" id="{98ACEAFE-80F6-186D-B801-C0FAAFAB13E6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6418767" y="2141835"/>
            <a:ext cx="1620000" cy="1620000"/>
          </a:xfrm>
          <a:prstGeom prst="ellipse">
            <a:avLst/>
          </a:prstGeom>
          <a:solidFill>
            <a:schemeClr val="tx1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35" name="Textplatzhalter 9">
            <a:extLst>
              <a:ext uri="{FF2B5EF4-FFF2-40B4-BE49-F238E27FC236}">
                <a16:creationId xmlns:a16="http://schemas.microsoft.com/office/drawing/2014/main" id="{634B2B19-BE36-AD4B-9ED9-165B78B7716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292881" y="2790471"/>
            <a:ext cx="3240000" cy="7200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lvl="0"/>
            <a:endParaRPr lang="de-DE"/>
          </a:p>
        </p:txBody>
      </p:sp>
      <p:sp>
        <p:nvSpPr>
          <p:cNvPr id="36" name="Textplatzhalter 29">
            <a:extLst>
              <a:ext uri="{FF2B5EF4-FFF2-40B4-BE49-F238E27FC236}">
                <a16:creationId xmlns:a16="http://schemas.microsoft.com/office/drawing/2014/main" id="{CD729948-1748-4F0F-5455-FE8C91C53E8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292882" y="2477558"/>
            <a:ext cx="3240000" cy="3129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Überschrift</a:t>
            </a:r>
          </a:p>
        </p:txBody>
      </p:sp>
      <p:sp>
        <p:nvSpPr>
          <p:cNvPr id="37" name="Bildplatzhalter 17">
            <a:extLst>
              <a:ext uri="{FF2B5EF4-FFF2-40B4-BE49-F238E27FC236}">
                <a16:creationId xmlns:a16="http://schemas.microsoft.com/office/drawing/2014/main" id="{9F59711B-6747-8E5E-11FF-97DC1449F1E8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418767" y="4159969"/>
            <a:ext cx="1620000" cy="1620000"/>
          </a:xfrm>
          <a:prstGeom prst="ellipse">
            <a:avLst/>
          </a:prstGeom>
          <a:solidFill>
            <a:schemeClr val="tx1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61B007DB-67F4-D21A-1F1A-AA2D4E5EBE6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292881" y="4808605"/>
            <a:ext cx="3240000" cy="7200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because.</a:t>
            </a:r>
            <a:endParaRPr lang="en-US" sz="1200">
              <a:latin typeface="+mj-lt"/>
              <a:ea typeface="Open Sans" pitchFamily="2" charset="0"/>
              <a:cs typeface="Sora" pitchFamily="2" charset="0"/>
            </a:endParaRPr>
          </a:p>
          <a:p>
            <a:pPr lvl="0"/>
            <a:endParaRPr lang="de-DE"/>
          </a:p>
        </p:txBody>
      </p:sp>
      <p:sp>
        <p:nvSpPr>
          <p:cNvPr id="39" name="Textplatzhalter 29">
            <a:extLst>
              <a:ext uri="{FF2B5EF4-FFF2-40B4-BE49-F238E27FC236}">
                <a16:creationId xmlns:a16="http://schemas.microsoft.com/office/drawing/2014/main" id="{E2D5A7CD-3472-54C6-6662-44452403506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292882" y="4495692"/>
            <a:ext cx="3240000" cy="3129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Überschrift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D4EFD47E-4C34-A113-0CC5-20C28AD7301E}"/>
              </a:ext>
            </a:extLst>
          </p:cNvPr>
          <p:cNvSpPr>
            <a:spLocks noGrp="1"/>
          </p:cNvSpPr>
          <p:nvPr>
            <p:ph type="ftr" sz="quarter" idx="43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5027E37E-9F12-A6AD-EC7B-01596119C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557245B5-2A7D-2C02-442C-51FF973469A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820153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Image round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Bildplatzhalter 17">
            <a:extLst>
              <a:ext uri="{FF2B5EF4-FFF2-40B4-BE49-F238E27FC236}">
                <a16:creationId xmlns:a16="http://schemas.microsoft.com/office/drawing/2014/main" id="{772D037C-EC60-3D87-5A88-33D2C1FFCE76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603966" y="774642"/>
            <a:ext cx="3803466" cy="3803466"/>
          </a:xfrm>
          <a:prstGeom prst="ellipse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D6BBCFC-58C4-0BB5-F895-7363FD64CA7D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70023C3F-F50B-69C3-8315-077076595BB6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4" name="Textplatzhalter 17">
            <a:extLst>
              <a:ext uri="{FF2B5EF4-FFF2-40B4-BE49-F238E27FC236}">
                <a16:creationId xmlns:a16="http://schemas.microsoft.com/office/drawing/2014/main" id="{22C42462-6E49-11FC-7E0A-4ECFDC8D33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540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3D834707-8148-4480-52CF-6B4CFEC67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800" y="522000"/>
            <a:ext cx="5400000" cy="252000"/>
          </a:xfrm>
        </p:spPr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42357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Graphic 1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ildplatzhalter 17">
            <a:extLst>
              <a:ext uri="{FF2B5EF4-FFF2-40B4-BE49-F238E27FC236}">
                <a16:creationId xmlns:a16="http://schemas.microsoft.com/office/drawing/2014/main" id="{22C0D2B2-1E2A-A4F9-8F9E-FE9D767FF549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500952" y="2517821"/>
            <a:ext cx="853200" cy="853200"/>
          </a:xfrm>
          <a:prstGeom prst="ellipse">
            <a:avLst/>
          </a:prstGeom>
          <a:pattFill prst="pct5">
            <a:fgClr>
              <a:schemeClr val="tx2"/>
            </a:fgClr>
            <a:bgClr>
              <a:schemeClr val="tx1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24" name="Bildplatzhalter 17">
            <a:extLst>
              <a:ext uri="{FF2B5EF4-FFF2-40B4-BE49-F238E27FC236}">
                <a16:creationId xmlns:a16="http://schemas.microsoft.com/office/drawing/2014/main" id="{8A430A93-19D5-EA40-544A-224FA798BCE2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5667183" y="2019699"/>
            <a:ext cx="853200" cy="853200"/>
          </a:xfrm>
          <a:prstGeom prst="ellipse">
            <a:avLst/>
          </a:prstGeom>
          <a:pattFill prst="pct5">
            <a:fgClr>
              <a:schemeClr val="tx1"/>
            </a:fgClr>
            <a:bgClr>
              <a:schemeClr val="accent1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25" name="Bildplatzhalter 17">
            <a:extLst>
              <a:ext uri="{FF2B5EF4-FFF2-40B4-BE49-F238E27FC236}">
                <a16:creationId xmlns:a16="http://schemas.microsoft.com/office/drawing/2014/main" id="{5BC59A19-4BA7-E66C-BBEC-29C203087D28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6815420" y="2517821"/>
            <a:ext cx="853200" cy="853200"/>
          </a:xfrm>
          <a:prstGeom prst="ellipse">
            <a:avLst/>
          </a:prstGeom>
          <a:pattFill prst="pct5">
            <a:fgClr>
              <a:schemeClr val="tx1"/>
            </a:fgClr>
            <a:bgClr>
              <a:srgbClr val="772D5D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26" name="Bildplatzhalter 17">
            <a:extLst>
              <a:ext uri="{FF2B5EF4-FFF2-40B4-BE49-F238E27FC236}">
                <a16:creationId xmlns:a16="http://schemas.microsoft.com/office/drawing/2014/main" id="{6A8575FE-B396-2035-95D8-E8BABF6D8C96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346165" y="3722421"/>
            <a:ext cx="853200" cy="853200"/>
          </a:xfrm>
          <a:prstGeom prst="ellipse">
            <a:avLst/>
          </a:prstGeom>
          <a:pattFill prst="pct5">
            <a:fgClr>
              <a:schemeClr val="tx1"/>
            </a:fgClr>
            <a:bgClr>
              <a:srgbClr val="64966C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29" name="Bildplatzhalter 17">
            <a:extLst>
              <a:ext uri="{FF2B5EF4-FFF2-40B4-BE49-F238E27FC236}">
                <a16:creationId xmlns:a16="http://schemas.microsoft.com/office/drawing/2014/main" id="{7CEE9865-02A0-F603-DBF2-5D04BC2BDA33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3994325" y="3722421"/>
            <a:ext cx="853200" cy="853200"/>
          </a:xfrm>
          <a:prstGeom prst="ellipse">
            <a:avLst/>
          </a:prstGeom>
          <a:pattFill prst="pct5">
            <a:fgClr>
              <a:schemeClr val="tx1"/>
            </a:fgClr>
            <a:bgClr>
              <a:schemeClr val="accent4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30" name="Bildplatzhalter 17">
            <a:extLst>
              <a:ext uri="{FF2B5EF4-FFF2-40B4-BE49-F238E27FC236}">
                <a16:creationId xmlns:a16="http://schemas.microsoft.com/office/drawing/2014/main" id="{470BED20-491D-A0CD-D9B1-1CB33D07F7C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667183" y="5305882"/>
            <a:ext cx="853200" cy="853200"/>
          </a:xfrm>
          <a:prstGeom prst="ellipse">
            <a:avLst/>
          </a:prstGeom>
          <a:pattFill prst="pct5">
            <a:fgClr>
              <a:schemeClr val="tx1"/>
            </a:fgClr>
            <a:bgClr>
              <a:srgbClr val="4BACB9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31" name="Bildplatzhalter 17">
            <a:extLst>
              <a:ext uri="{FF2B5EF4-FFF2-40B4-BE49-F238E27FC236}">
                <a16:creationId xmlns:a16="http://schemas.microsoft.com/office/drawing/2014/main" id="{3D9172F5-8A83-20A5-CF10-C518ADD8B040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6831295" y="4914079"/>
            <a:ext cx="853200" cy="853200"/>
          </a:xfrm>
          <a:prstGeom prst="ellipse">
            <a:avLst/>
          </a:prstGeom>
          <a:pattFill prst="pct5">
            <a:fgClr>
              <a:schemeClr val="tx1"/>
            </a:fgClr>
            <a:bgClr>
              <a:srgbClr val="A1D3C2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64" name="Bildplatzhalter 17">
            <a:extLst>
              <a:ext uri="{FF2B5EF4-FFF2-40B4-BE49-F238E27FC236}">
                <a16:creationId xmlns:a16="http://schemas.microsoft.com/office/drawing/2014/main" id="{E3D12321-A5E9-4824-4807-006BF811B89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4477348" y="4885663"/>
            <a:ext cx="853200" cy="853200"/>
          </a:xfrm>
          <a:prstGeom prst="ellipse">
            <a:avLst/>
          </a:prstGeom>
          <a:pattFill prst="pct5">
            <a:fgClr>
              <a:schemeClr val="tx1"/>
            </a:fgClr>
            <a:bgClr>
              <a:schemeClr val="accent3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65" name="Bildplatzhalter 17">
            <a:extLst>
              <a:ext uri="{FF2B5EF4-FFF2-40B4-BE49-F238E27FC236}">
                <a16:creationId xmlns:a16="http://schemas.microsoft.com/office/drawing/2014/main" id="{5B7E1FEA-3193-E534-D0FF-A8360D57CA59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5440725" y="3429000"/>
            <a:ext cx="1314000" cy="1314000"/>
          </a:xfrm>
          <a:prstGeom prst="ellipse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D6BBCFC-58C4-0BB5-F895-7363FD64CA7D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8C5A3A3-6D0A-9511-C42F-D92FF6E770DF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4" name="Textplatzhalter 17">
            <a:extLst>
              <a:ext uri="{FF2B5EF4-FFF2-40B4-BE49-F238E27FC236}">
                <a16:creationId xmlns:a16="http://schemas.microsoft.com/office/drawing/2014/main" id="{166BA448-4548-5F15-2597-19000926C5C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144FCA99-46B5-D8ED-F7FC-FA9C07A44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14367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Graphic 2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Inhaltsplatzhalter 21">
            <a:extLst>
              <a:ext uri="{FF2B5EF4-FFF2-40B4-BE49-F238E27FC236}">
                <a16:creationId xmlns:a16="http://schemas.microsoft.com/office/drawing/2014/main" id="{D7BB12CC-7D14-8A3C-4285-AFB78BE3C95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112645" y="3380345"/>
            <a:ext cx="2735595" cy="1845469"/>
          </a:xfrm>
          <a:custGeom>
            <a:avLst/>
            <a:gdLst>
              <a:gd name="connsiteX0" fmla="*/ 0 w 2867025"/>
              <a:gd name="connsiteY0" fmla="*/ 1884362 h 1884362"/>
              <a:gd name="connsiteX1" fmla="*/ 1433513 w 2867025"/>
              <a:gd name="connsiteY1" fmla="*/ 0 h 1884362"/>
              <a:gd name="connsiteX2" fmla="*/ 2867025 w 2867025"/>
              <a:gd name="connsiteY2" fmla="*/ 1884362 h 1884362"/>
              <a:gd name="connsiteX3" fmla="*/ 0 w 2867025"/>
              <a:gd name="connsiteY3" fmla="*/ 1884362 h 1884362"/>
              <a:gd name="connsiteX0" fmla="*/ 0 w 2867025"/>
              <a:gd name="connsiteY0" fmla="*/ 1887380 h 1887380"/>
              <a:gd name="connsiteX1" fmla="*/ 1403335 w 2867025"/>
              <a:gd name="connsiteY1" fmla="*/ 0 h 1887380"/>
              <a:gd name="connsiteX2" fmla="*/ 2867025 w 2867025"/>
              <a:gd name="connsiteY2" fmla="*/ 1887380 h 1887380"/>
              <a:gd name="connsiteX3" fmla="*/ 0 w 2867025"/>
              <a:gd name="connsiteY3" fmla="*/ 1887380 h 1887380"/>
              <a:gd name="connsiteX0" fmla="*/ 0 w 2806669"/>
              <a:gd name="connsiteY0" fmla="*/ 1887380 h 1893416"/>
              <a:gd name="connsiteX1" fmla="*/ 1403335 w 2806669"/>
              <a:gd name="connsiteY1" fmla="*/ 0 h 1893416"/>
              <a:gd name="connsiteX2" fmla="*/ 2806669 w 2806669"/>
              <a:gd name="connsiteY2" fmla="*/ 1893416 h 1893416"/>
              <a:gd name="connsiteX3" fmla="*/ 0 w 2806669"/>
              <a:gd name="connsiteY3" fmla="*/ 1887380 h 1893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6669" h="1893416">
                <a:moveTo>
                  <a:pt x="0" y="1887380"/>
                </a:moveTo>
                <a:lnTo>
                  <a:pt x="1403335" y="0"/>
                </a:lnTo>
                <a:lnTo>
                  <a:pt x="2806669" y="1893416"/>
                </a:lnTo>
                <a:lnTo>
                  <a:pt x="0" y="1887380"/>
                </a:lnTo>
                <a:close/>
              </a:path>
            </a:pathLst>
          </a:custGeom>
          <a:pattFill prst="pct5">
            <a:fgClr>
              <a:schemeClr val="bg2"/>
            </a:fgClr>
            <a:bgClr>
              <a:schemeClr val="tx1"/>
            </a:bgClr>
          </a:pattFill>
        </p:spPr>
        <p:txBody>
          <a:bodyPr anchor="ctr" anchorCtr="0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8" name="Inhaltsplatzhalter 21">
            <a:extLst>
              <a:ext uri="{FF2B5EF4-FFF2-40B4-BE49-F238E27FC236}">
                <a16:creationId xmlns:a16="http://schemas.microsoft.com/office/drawing/2014/main" id="{33A6613D-50B2-BB25-8D72-88FED21374F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095195" y="3379935"/>
            <a:ext cx="2735595" cy="1845469"/>
          </a:xfrm>
          <a:custGeom>
            <a:avLst/>
            <a:gdLst>
              <a:gd name="connsiteX0" fmla="*/ 0 w 2867025"/>
              <a:gd name="connsiteY0" fmla="*/ 1884362 h 1884362"/>
              <a:gd name="connsiteX1" fmla="*/ 1433513 w 2867025"/>
              <a:gd name="connsiteY1" fmla="*/ 0 h 1884362"/>
              <a:gd name="connsiteX2" fmla="*/ 2867025 w 2867025"/>
              <a:gd name="connsiteY2" fmla="*/ 1884362 h 1884362"/>
              <a:gd name="connsiteX3" fmla="*/ 0 w 2867025"/>
              <a:gd name="connsiteY3" fmla="*/ 1884362 h 1884362"/>
              <a:gd name="connsiteX0" fmla="*/ 0 w 2867025"/>
              <a:gd name="connsiteY0" fmla="*/ 1887380 h 1887380"/>
              <a:gd name="connsiteX1" fmla="*/ 1403335 w 2867025"/>
              <a:gd name="connsiteY1" fmla="*/ 0 h 1887380"/>
              <a:gd name="connsiteX2" fmla="*/ 2867025 w 2867025"/>
              <a:gd name="connsiteY2" fmla="*/ 1887380 h 1887380"/>
              <a:gd name="connsiteX3" fmla="*/ 0 w 2867025"/>
              <a:gd name="connsiteY3" fmla="*/ 1887380 h 1887380"/>
              <a:gd name="connsiteX0" fmla="*/ 0 w 2806669"/>
              <a:gd name="connsiteY0" fmla="*/ 1887380 h 1893416"/>
              <a:gd name="connsiteX1" fmla="*/ 1403335 w 2806669"/>
              <a:gd name="connsiteY1" fmla="*/ 0 h 1893416"/>
              <a:gd name="connsiteX2" fmla="*/ 2806669 w 2806669"/>
              <a:gd name="connsiteY2" fmla="*/ 1893416 h 1893416"/>
              <a:gd name="connsiteX3" fmla="*/ 0 w 2806669"/>
              <a:gd name="connsiteY3" fmla="*/ 1887380 h 1893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6669" h="1893416">
                <a:moveTo>
                  <a:pt x="0" y="1887380"/>
                </a:moveTo>
                <a:lnTo>
                  <a:pt x="1403335" y="0"/>
                </a:lnTo>
                <a:lnTo>
                  <a:pt x="2806669" y="1893416"/>
                </a:lnTo>
                <a:lnTo>
                  <a:pt x="0" y="1887380"/>
                </a:lnTo>
                <a:close/>
              </a:path>
            </a:pathLst>
          </a:custGeom>
          <a:pattFill prst="pct5">
            <a:fgClr>
              <a:schemeClr val="bg2"/>
            </a:fgClr>
            <a:bgClr>
              <a:schemeClr val="tx1"/>
            </a:bgClr>
          </a:pattFill>
        </p:spPr>
        <p:txBody>
          <a:bodyPr anchor="ctr" anchorCtr="0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Inhaltsplatzhalter 21">
            <a:extLst>
              <a:ext uri="{FF2B5EF4-FFF2-40B4-BE49-F238E27FC236}">
                <a16:creationId xmlns:a16="http://schemas.microsoft.com/office/drawing/2014/main" id="{2BEFC549-E378-FA1A-53D8-D386EC884337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605493" y="1363281"/>
            <a:ext cx="2735595" cy="1845469"/>
          </a:xfrm>
          <a:custGeom>
            <a:avLst/>
            <a:gdLst>
              <a:gd name="connsiteX0" fmla="*/ 0 w 2867025"/>
              <a:gd name="connsiteY0" fmla="*/ 1884362 h 1884362"/>
              <a:gd name="connsiteX1" fmla="*/ 1433513 w 2867025"/>
              <a:gd name="connsiteY1" fmla="*/ 0 h 1884362"/>
              <a:gd name="connsiteX2" fmla="*/ 2867025 w 2867025"/>
              <a:gd name="connsiteY2" fmla="*/ 1884362 h 1884362"/>
              <a:gd name="connsiteX3" fmla="*/ 0 w 2867025"/>
              <a:gd name="connsiteY3" fmla="*/ 1884362 h 1884362"/>
              <a:gd name="connsiteX0" fmla="*/ 0 w 2867025"/>
              <a:gd name="connsiteY0" fmla="*/ 1887380 h 1887380"/>
              <a:gd name="connsiteX1" fmla="*/ 1403335 w 2867025"/>
              <a:gd name="connsiteY1" fmla="*/ 0 h 1887380"/>
              <a:gd name="connsiteX2" fmla="*/ 2867025 w 2867025"/>
              <a:gd name="connsiteY2" fmla="*/ 1887380 h 1887380"/>
              <a:gd name="connsiteX3" fmla="*/ 0 w 2867025"/>
              <a:gd name="connsiteY3" fmla="*/ 1887380 h 1887380"/>
              <a:gd name="connsiteX0" fmla="*/ 0 w 2806669"/>
              <a:gd name="connsiteY0" fmla="*/ 1887380 h 1893416"/>
              <a:gd name="connsiteX1" fmla="*/ 1403335 w 2806669"/>
              <a:gd name="connsiteY1" fmla="*/ 0 h 1893416"/>
              <a:gd name="connsiteX2" fmla="*/ 2806669 w 2806669"/>
              <a:gd name="connsiteY2" fmla="*/ 1893416 h 1893416"/>
              <a:gd name="connsiteX3" fmla="*/ 0 w 2806669"/>
              <a:gd name="connsiteY3" fmla="*/ 1887380 h 1893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6669" h="1893416">
                <a:moveTo>
                  <a:pt x="0" y="1887380"/>
                </a:moveTo>
                <a:lnTo>
                  <a:pt x="1403335" y="0"/>
                </a:lnTo>
                <a:lnTo>
                  <a:pt x="2806669" y="1893416"/>
                </a:lnTo>
                <a:lnTo>
                  <a:pt x="0" y="1887380"/>
                </a:lnTo>
                <a:close/>
              </a:path>
            </a:pathLst>
          </a:custGeom>
          <a:pattFill prst="pct5">
            <a:fgClr>
              <a:schemeClr val="bg2"/>
            </a:fgClr>
            <a:bgClr>
              <a:schemeClr val="accent1"/>
            </a:bgClr>
          </a:pattFill>
        </p:spPr>
        <p:txBody>
          <a:bodyPr anchor="ctr" anchorCtr="0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D6BBCFC-58C4-0BB5-F895-7363FD64CA7D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0" name="Inhaltsplatzhalter 69">
            <a:extLst>
              <a:ext uri="{FF2B5EF4-FFF2-40B4-BE49-F238E27FC236}">
                <a16:creationId xmlns:a16="http://schemas.microsoft.com/office/drawing/2014/main" id="{D2EF5D6C-C81A-42ED-C67F-9BFF02C054F2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6603905" y="3329350"/>
            <a:ext cx="2735625" cy="1845927"/>
          </a:xfrm>
          <a:prstGeom prst="flowChartMerge">
            <a:avLst/>
          </a:prstGeom>
          <a:pattFill prst="pct5">
            <a:fgClr>
              <a:schemeClr val="tx1"/>
            </a:fgClr>
            <a:bgClr>
              <a:schemeClr val="tx2"/>
            </a:bgClr>
          </a:pattFill>
        </p:spPr>
        <p:txBody>
          <a:bodyPr anchor="ctr" anchorCtr="0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2" name="Inhaltsplatzhalter 71">
            <a:extLst>
              <a:ext uri="{FF2B5EF4-FFF2-40B4-BE49-F238E27FC236}">
                <a16:creationId xmlns:a16="http://schemas.microsoft.com/office/drawing/2014/main" id="{8006F549-64F8-3BCC-308A-28F09F10E9C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447554" y="5344554"/>
            <a:ext cx="7032155" cy="860272"/>
          </a:xfrm>
          <a:prstGeom prst="trapezoid">
            <a:avLst>
              <a:gd name="adj" fmla="val 69019"/>
            </a:avLst>
          </a:prstGeom>
          <a:pattFill prst="pct5">
            <a:fgClr>
              <a:schemeClr val="tx1"/>
            </a:fgClr>
            <a:bgClr>
              <a:schemeClr val="bg2"/>
            </a:bgClr>
          </a:pattFill>
        </p:spPr>
        <p:txBody>
          <a:bodyPr/>
          <a:lstStyle>
            <a:lvl1pPr marL="0" indent="0" algn="ctr">
              <a:buNone/>
              <a:defRPr sz="800"/>
            </a:lvl1pPr>
            <a:lvl2pPr marL="457200" indent="0" algn="ctr">
              <a:buNone/>
              <a:defRPr sz="800"/>
            </a:lvl2pPr>
            <a:lvl3pPr marL="914400" indent="0" algn="ctr">
              <a:buNone/>
              <a:defRPr sz="800"/>
            </a:lvl3pPr>
            <a:lvl4pPr marL="1371600" indent="0" algn="ctr">
              <a:buNone/>
              <a:defRPr sz="800"/>
            </a:lvl4pPr>
            <a:lvl5pPr marL="1828800" indent="0" algn="ctr">
              <a:buNone/>
              <a:defRPr sz="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3" name="Inhaltsplatzhalter 2">
            <a:extLst>
              <a:ext uri="{FF2B5EF4-FFF2-40B4-BE49-F238E27FC236}">
                <a16:creationId xmlns:a16="http://schemas.microsoft.com/office/drawing/2014/main" id="{F7150A6D-248E-CBE7-0CD1-33F8A7C716C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8163"/>
            <a:ext cx="351360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pic>
        <p:nvPicPr>
          <p:cNvPr id="74" name="Grafik 73">
            <a:extLst>
              <a:ext uri="{FF2B5EF4-FFF2-40B4-BE49-F238E27FC236}">
                <a16:creationId xmlns:a16="http://schemas.microsoft.com/office/drawing/2014/main" id="{65355B37-BA23-335C-CE2F-CEE495EFA21E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5158791C-C67E-7588-D1BC-B3C41772755A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4" name="Textplatzhalter 17">
            <a:extLst>
              <a:ext uri="{FF2B5EF4-FFF2-40B4-BE49-F238E27FC236}">
                <a16:creationId xmlns:a16="http://schemas.microsoft.com/office/drawing/2014/main" id="{6085BFAF-1A15-A977-76A3-4F09E955CBD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1294FB6B-67DE-26B9-75F7-00E1B0944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97231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Graphic 3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17">
            <a:extLst>
              <a:ext uri="{FF2B5EF4-FFF2-40B4-BE49-F238E27FC236}">
                <a16:creationId xmlns:a16="http://schemas.microsoft.com/office/drawing/2014/main" id="{E11FE89E-568B-4322-C82A-99798E9D30E0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7005963" y="2937589"/>
            <a:ext cx="853200" cy="853200"/>
          </a:xfrm>
          <a:prstGeom prst="ellipse">
            <a:avLst/>
          </a:prstGeom>
          <a:solidFill>
            <a:schemeClr val="accent4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8" name="Bildplatzhalter 17">
            <a:extLst>
              <a:ext uri="{FF2B5EF4-FFF2-40B4-BE49-F238E27FC236}">
                <a16:creationId xmlns:a16="http://schemas.microsoft.com/office/drawing/2014/main" id="{41371A3A-CB8E-FAD1-6EB4-D91D9A6B1C2A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9027985" y="3438542"/>
            <a:ext cx="853200" cy="853200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17D2C574-0B7B-A00E-10DB-D6293120685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6489736" y="4760611"/>
            <a:ext cx="853200" cy="853200"/>
          </a:xfrm>
          <a:prstGeom prst="ellipse">
            <a:avLst/>
          </a:prstGeom>
          <a:solidFill>
            <a:schemeClr val="tx1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31" name="Bildplatzhalter 17">
            <a:extLst>
              <a:ext uri="{FF2B5EF4-FFF2-40B4-BE49-F238E27FC236}">
                <a16:creationId xmlns:a16="http://schemas.microsoft.com/office/drawing/2014/main" id="{16101017-0C4A-2979-D34B-FED2227CD8BF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8003391" y="4290671"/>
            <a:ext cx="853200" cy="85320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63" name="Inhaltsplatzhalter 2">
            <a:extLst>
              <a:ext uri="{FF2B5EF4-FFF2-40B4-BE49-F238E27FC236}">
                <a16:creationId xmlns:a16="http://schemas.microsoft.com/office/drawing/2014/main" id="{B71A738C-B934-81D9-A636-A9E923B27B26}"/>
              </a:ext>
            </a:extLst>
          </p:cNvPr>
          <p:cNvSpPr>
            <a:spLocks noGrp="1"/>
          </p:cNvSpPr>
          <p:nvPr>
            <p:ph idx="37" hasCustomPrompt="1"/>
          </p:nvPr>
        </p:nvSpPr>
        <p:spPr>
          <a:xfrm>
            <a:off x="5843665" y="4027105"/>
            <a:ext cx="402443" cy="132364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sz="1200" b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Value</a:t>
            </a:r>
          </a:p>
        </p:txBody>
      </p:sp>
      <p:sp>
        <p:nvSpPr>
          <p:cNvPr id="64" name="Inhaltsplatzhalter 2">
            <a:extLst>
              <a:ext uri="{FF2B5EF4-FFF2-40B4-BE49-F238E27FC236}">
                <a16:creationId xmlns:a16="http://schemas.microsoft.com/office/drawing/2014/main" id="{0FF61268-9D01-EE23-5711-074721C042E0}"/>
              </a:ext>
            </a:extLst>
          </p:cNvPr>
          <p:cNvSpPr>
            <a:spLocks noGrp="1"/>
          </p:cNvSpPr>
          <p:nvPr>
            <p:ph idx="38" hasCustomPrompt="1"/>
          </p:nvPr>
        </p:nvSpPr>
        <p:spPr>
          <a:xfrm>
            <a:off x="11116783" y="4027105"/>
            <a:ext cx="402443" cy="132364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sz="1200" b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Value</a:t>
            </a:r>
          </a:p>
        </p:txBody>
      </p:sp>
      <p:sp>
        <p:nvSpPr>
          <p:cNvPr id="65" name="Inhaltsplatzhalter 2">
            <a:extLst>
              <a:ext uri="{FF2B5EF4-FFF2-40B4-BE49-F238E27FC236}">
                <a16:creationId xmlns:a16="http://schemas.microsoft.com/office/drawing/2014/main" id="{A304610D-9559-3EDB-8D91-B321EF03A435}"/>
              </a:ext>
            </a:extLst>
          </p:cNvPr>
          <p:cNvSpPr>
            <a:spLocks noGrp="1"/>
          </p:cNvSpPr>
          <p:nvPr>
            <p:ph idx="39" hasCustomPrompt="1"/>
          </p:nvPr>
        </p:nvSpPr>
        <p:spPr>
          <a:xfrm>
            <a:off x="8486066" y="5758506"/>
            <a:ext cx="402443" cy="132364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sz="1200" b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Value</a:t>
            </a:r>
          </a:p>
        </p:txBody>
      </p:sp>
      <p:sp>
        <p:nvSpPr>
          <p:cNvPr id="66" name="Inhaltsplatzhalter 2">
            <a:extLst>
              <a:ext uri="{FF2B5EF4-FFF2-40B4-BE49-F238E27FC236}">
                <a16:creationId xmlns:a16="http://schemas.microsoft.com/office/drawing/2014/main" id="{DB22E2E7-D9C0-CB9D-24F9-F4CEDFB2304D}"/>
              </a:ext>
            </a:extLst>
          </p:cNvPr>
          <p:cNvSpPr>
            <a:spLocks noGrp="1"/>
          </p:cNvSpPr>
          <p:nvPr>
            <p:ph idx="40" hasCustomPrompt="1"/>
          </p:nvPr>
        </p:nvSpPr>
        <p:spPr>
          <a:xfrm>
            <a:off x="8485655" y="2297686"/>
            <a:ext cx="402443" cy="132364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sz="1200" b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Value</a:t>
            </a:r>
          </a:p>
        </p:txBody>
      </p:sp>
      <p:sp>
        <p:nvSpPr>
          <p:cNvPr id="68" name="Inhaltsplatzhalter 2">
            <a:extLst>
              <a:ext uri="{FF2B5EF4-FFF2-40B4-BE49-F238E27FC236}">
                <a16:creationId xmlns:a16="http://schemas.microsoft.com/office/drawing/2014/main" id="{B8321047-6B7B-3C5F-7A70-C0DED8AB101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3" y="1808163"/>
            <a:ext cx="4003622" cy="4537075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1pPr>
            <a:lvl2pPr marL="6286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2pPr>
            <a:lvl3pPr marL="10858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3pPr>
            <a:lvl4pPr marL="15430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4pPr>
            <a:lvl5pPr marL="20002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F4F3818-5FEC-91B6-5D85-B43900C53A66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87FD774B-FDF1-4DE8-0680-B9E3BA034DBD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DA6C52-DF22-D6A8-85F1-316506D522AB}"/>
              </a:ext>
            </a:extLst>
          </p:cNvPr>
          <p:cNvSpPr>
            <a:spLocks noGrp="1"/>
          </p:cNvSpPr>
          <p:nvPr>
            <p:ph type="ftr" sz="quarter" idx="42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EE3EA5-32A3-A545-6D9E-E7AB9A4E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7" name="Textplatzhalter 17">
            <a:extLst>
              <a:ext uri="{FF2B5EF4-FFF2-40B4-BE49-F238E27FC236}">
                <a16:creationId xmlns:a16="http://schemas.microsoft.com/office/drawing/2014/main" id="{E0B7C146-198E-A8E4-D2D7-CABB96CDB90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62838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Graphic 4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Bildplatzhalter 75">
            <a:extLst>
              <a:ext uri="{FF2B5EF4-FFF2-40B4-BE49-F238E27FC236}">
                <a16:creationId xmlns:a16="http://schemas.microsoft.com/office/drawing/2014/main" id="{E7CDD4E0-24E9-A2A3-13F5-3C8E2C0FF0D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177514" y="1807200"/>
            <a:ext cx="720725" cy="71913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tx2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77" name="Bildplatzhalter 75">
            <a:extLst>
              <a:ext uri="{FF2B5EF4-FFF2-40B4-BE49-F238E27FC236}">
                <a16:creationId xmlns:a16="http://schemas.microsoft.com/office/drawing/2014/main" id="{B204E437-6989-182B-D017-758C3283950B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660189" y="1807200"/>
            <a:ext cx="720725" cy="71913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2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78" name="Bildplatzhalter 75">
            <a:extLst>
              <a:ext uri="{FF2B5EF4-FFF2-40B4-BE49-F238E27FC236}">
                <a16:creationId xmlns:a16="http://schemas.microsoft.com/office/drawing/2014/main" id="{217F7511-C6AB-4087-E532-017F0D7BBC03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3199546" y="3910868"/>
            <a:ext cx="720725" cy="719137"/>
          </a:xfrm>
          <a:prstGeom prst="rect">
            <a:avLst/>
          </a:prstGeom>
          <a:pattFill prst="pct5">
            <a:fgClr>
              <a:schemeClr val="tx2"/>
            </a:fgClr>
            <a:bgClr>
              <a:schemeClr val="tx1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79" name="Bildplatzhalter 75">
            <a:extLst>
              <a:ext uri="{FF2B5EF4-FFF2-40B4-BE49-F238E27FC236}">
                <a16:creationId xmlns:a16="http://schemas.microsoft.com/office/drawing/2014/main" id="{813DC06C-1763-5233-A589-728BCB3A15B6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682221" y="3910868"/>
            <a:ext cx="720725" cy="719137"/>
          </a:xfrm>
          <a:prstGeom prst="rect">
            <a:avLst/>
          </a:prstGeom>
          <a:pattFill prst="pct5">
            <a:fgClr>
              <a:schemeClr val="tx1"/>
            </a:fgClr>
            <a:bgClr>
              <a:schemeClr val="accent4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D6BBCFC-58C4-0BB5-F895-7363FD64CA7D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0" name="Bildplatzhalter 75">
            <a:extLst>
              <a:ext uri="{FF2B5EF4-FFF2-40B4-BE49-F238E27FC236}">
                <a16:creationId xmlns:a16="http://schemas.microsoft.com/office/drawing/2014/main" id="{8F91579E-A843-95B5-5C98-8ABA01282093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6488163" y="1824462"/>
            <a:ext cx="2016000" cy="2016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2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81" name="Bildplatzhalter 75">
            <a:extLst>
              <a:ext uri="{FF2B5EF4-FFF2-40B4-BE49-F238E27FC236}">
                <a16:creationId xmlns:a16="http://schemas.microsoft.com/office/drawing/2014/main" id="{8EF699EA-92D3-AFA2-AF99-C6EFCA7E782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504163" y="1824462"/>
            <a:ext cx="2016000" cy="2016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tx2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82" name="Bildplatzhalter 75">
            <a:extLst>
              <a:ext uri="{FF2B5EF4-FFF2-40B4-BE49-F238E27FC236}">
                <a16:creationId xmlns:a16="http://schemas.microsoft.com/office/drawing/2014/main" id="{B3D1EB28-9044-FA77-EF2C-CD1779377B68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488163" y="3840462"/>
            <a:ext cx="2016000" cy="2016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accent4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83" name="Bildplatzhalter 75">
            <a:extLst>
              <a:ext uri="{FF2B5EF4-FFF2-40B4-BE49-F238E27FC236}">
                <a16:creationId xmlns:a16="http://schemas.microsoft.com/office/drawing/2014/main" id="{9FBFD2AE-A89D-29CF-4CE0-3E4F240BBAC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8504163" y="3840462"/>
            <a:ext cx="2016000" cy="2016000"/>
          </a:xfrm>
          <a:prstGeom prst="rect">
            <a:avLst/>
          </a:prstGeom>
          <a:pattFill prst="pct5">
            <a:fgClr>
              <a:schemeClr val="bg2"/>
            </a:fgClr>
            <a:bgClr>
              <a:schemeClr val="tx1"/>
            </a:bgClr>
          </a:pattFill>
        </p:spPr>
        <p:txBody>
          <a:bodyPr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Picture / Icon</a:t>
            </a:r>
          </a:p>
        </p:txBody>
      </p:sp>
      <p:sp>
        <p:nvSpPr>
          <p:cNvPr id="84" name="Textplatzhalter 9">
            <a:extLst>
              <a:ext uri="{FF2B5EF4-FFF2-40B4-BE49-F238E27FC236}">
                <a16:creationId xmlns:a16="http://schemas.microsoft.com/office/drawing/2014/main" id="{CDA609C0-647C-B1BD-93EC-A78509D9832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8813" y="2896348"/>
            <a:ext cx="2151057" cy="7200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FontTx/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endParaRPr lang="de-DE"/>
          </a:p>
        </p:txBody>
      </p:sp>
      <p:sp>
        <p:nvSpPr>
          <p:cNvPr id="85" name="Textplatzhalter 29">
            <a:extLst>
              <a:ext uri="{FF2B5EF4-FFF2-40B4-BE49-F238E27FC236}">
                <a16:creationId xmlns:a16="http://schemas.microsoft.com/office/drawing/2014/main" id="{C112F0A2-A070-327C-8023-F5E35CAFF63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8814" y="2666297"/>
            <a:ext cx="2151057" cy="20360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err="1"/>
              <a:t>Heading</a:t>
            </a:r>
            <a:endParaRPr lang="de-DE"/>
          </a:p>
        </p:txBody>
      </p:sp>
      <p:sp>
        <p:nvSpPr>
          <p:cNvPr id="86" name="Textplatzhalter 9">
            <a:extLst>
              <a:ext uri="{FF2B5EF4-FFF2-40B4-BE49-F238E27FC236}">
                <a16:creationId xmlns:a16="http://schemas.microsoft.com/office/drawing/2014/main" id="{254547D5-8F71-F03C-36AB-1B91C150CC1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176789" y="2896348"/>
            <a:ext cx="2151057" cy="7200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FontTx/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endParaRPr lang="de-DE"/>
          </a:p>
        </p:txBody>
      </p:sp>
      <p:sp>
        <p:nvSpPr>
          <p:cNvPr id="87" name="Textplatzhalter 29">
            <a:extLst>
              <a:ext uri="{FF2B5EF4-FFF2-40B4-BE49-F238E27FC236}">
                <a16:creationId xmlns:a16="http://schemas.microsoft.com/office/drawing/2014/main" id="{05042D0D-FDDB-CCD7-326B-E6A0483D70C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176790" y="2666297"/>
            <a:ext cx="2151057" cy="20360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err="1"/>
              <a:t>Heading</a:t>
            </a:r>
            <a:endParaRPr lang="de-DE"/>
          </a:p>
        </p:txBody>
      </p:sp>
      <p:sp>
        <p:nvSpPr>
          <p:cNvPr id="88" name="Textplatzhalter 9">
            <a:extLst>
              <a:ext uri="{FF2B5EF4-FFF2-40B4-BE49-F238E27FC236}">
                <a16:creationId xmlns:a16="http://schemas.microsoft.com/office/drawing/2014/main" id="{0EF15943-3A9E-1793-7627-E1655D446F37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81570" y="5016884"/>
            <a:ext cx="2151057" cy="7200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FontTx/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endParaRPr lang="de-DE"/>
          </a:p>
        </p:txBody>
      </p:sp>
      <p:sp>
        <p:nvSpPr>
          <p:cNvPr id="89" name="Textplatzhalter 29">
            <a:extLst>
              <a:ext uri="{FF2B5EF4-FFF2-40B4-BE49-F238E27FC236}">
                <a16:creationId xmlns:a16="http://schemas.microsoft.com/office/drawing/2014/main" id="{6B860575-782D-1C92-7C8F-D1EFBD3549D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81571" y="4786833"/>
            <a:ext cx="2151057" cy="20360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err="1"/>
              <a:t>Heading</a:t>
            </a:r>
            <a:endParaRPr lang="de-DE"/>
          </a:p>
        </p:txBody>
      </p:sp>
      <p:sp>
        <p:nvSpPr>
          <p:cNvPr id="90" name="Textplatzhalter 9">
            <a:extLst>
              <a:ext uri="{FF2B5EF4-FFF2-40B4-BE49-F238E27FC236}">
                <a16:creationId xmlns:a16="http://schemas.microsoft.com/office/drawing/2014/main" id="{6D4B7B9E-8681-3FE6-2C1C-3D017FE2314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199546" y="5016884"/>
            <a:ext cx="2151057" cy="7200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FontTx/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  <a:br>
              <a:rPr lang="de-DE"/>
            </a:b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endParaRPr lang="de-DE"/>
          </a:p>
        </p:txBody>
      </p:sp>
      <p:sp>
        <p:nvSpPr>
          <p:cNvPr id="91" name="Textplatzhalter 29">
            <a:extLst>
              <a:ext uri="{FF2B5EF4-FFF2-40B4-BE49-F238E27FC236}">
                <a16:creationId xmlns:a16="http://schemas.microsoft.com/office/drawing/2014/main" id="{81A9C47E-BBD0-D717-A4B3-202CF0F24A9D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199547" y="4786833"/>
            <a:ext cx="2151057" cy="20360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err="1"/>
              <a:t>Heading</a:t>
            </a:r>
            <a:endParaRPr lang="de-DE"/>
          </a:p>
        </p:txBody>
      </p:sp>
      <p:sp>
        <p:nvSpPr>
          <p:cNvPr id="92" name="Textplatzhalter 29">
            <a:extLst>
              <a:ext uri="{FF2B5EF4-FFF2-40B4-BE49-F238E27FC236}">
                <a16:creationId xmlns:a16="http://schemas.microsoft.com/office/drawing/2014/main" id="{311152C1-EE48-B023-11D2-BA0FEDD80F10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730427" y="3840462"/>
            <a:ext cx="610083" cy="21907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Value</a:t>
            </a:r>
          </a:p>
        </p:txBody>
      </p:sp>
      <p:sp>
        <p:nvSpPr>
          <p:cNvPr id="93" name="Textplatzhalter 29">
            <a:extLst>
              <a:ext uri="{FF2B5EF4-FFF2-40B4-BE49-F238E27FC236}">
                <a16:creationId xmlns:a16="http://schemas.microsoft.com/office/drawing/2014/main" id="{11F56A58-56BB-6693-7AEF-C847D2834F4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504163" y="6126166"/>
            <a:ext cx="610083" cy="21907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Value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5FC7BB2F-2DD9-A110-F3B7-5A8AA6E24CF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4" name="Textplatzhalter 17">
            <a:extLst>
              <a:ext uri="{FF2B5EF4-FFF2-40B4-BE49-F238E27FC236}">
                <a16:creationId xmlns:a16="http://schemas.microsoft.com/office/drawing/2014/main" id="{0D555817-D5BB-91AC-6D7E-2FD0D1988B9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1FDDD65E-5178-9197-63FD-4C9528DDE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89517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Devices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BC4B996-22FD-F47B-2286-9FC5EE9427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3" y="1808163"/>
            <a:ext cx="4003622" cy="4537075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1pPr>
            <a:lvl2pPr marL="6286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2pPr>
            <a:lvl3pPr marL="10858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3pPr>
            <a:lvl4pPr marL="15430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4pPr>
            <a:lvl5pPr marL="20002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78B49EC-1E7E-CBA5-20E5-32DACA007E30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1E281D-AA97-31A9-EA27-7D3C3ADF18B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A20BA9F0-F524-7BAC-5100-45348B57BCC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BD634087-95FD-2B8B-B83E-2F68D176D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9" name="Textplatzhalter 17">
            <a:extLst>
              <a:ext uri="{FF2B5EF4-FFF2-40B4-BE49-F238E27FC236}">
                <a16:creationId xmlns:a16="http://schemas.microsoft.com/office/drawing/2014/main" id="{5E4739C2-4E2B-545F-7B88-2890E13B02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792EC007-5E15-AEDB-5017-B090C77ED1B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82260" y="2764852"/>
            <a:ext cx="4163476" cy="2783988"/>
          </a:xfrm>
          <a:custGeom>
            <a:avLst/>
            <a:gdLst>
              <a:gd name="connsiteX0" fmla="*/ 130223 w 5121354"/>
              <a:gd name="connsiteY0" fmla="*/ 0 h 3353148"/>
              <a:gd name="connsiteX1" fmla="*/ 4991131 w 5121354"/>
              <a:gd name="connsiteY1" fmla="*/ 0 h 3353148"/>
              <a:gd name="connsiteX2" fmla="*/ 5121354 w 5121354"/>
              <a:gd name="connsiteY2" fmla="*/ 130253 h 3353148"/>
              <a:gd name="connsiteX3" fmla="*/ 5121354 w 5121354"/>
              <a:gd name="connsiteY3" fmla="*/ 3353148 h 3353148"/>
              <a:gd name="connsiteX4" fmla="*/ 0 w 5121354"/>
              <a:gd name="connsiteY4" fmla="*/ 3353148 h 3353148"/>
              <a:gd name="connsiteX5" fmla="*/ 0 w 5121354"/>
              <a:gd name="connsiteY5" fmla="*/ 130253 h 3353148"/>
              <a:gd name="connsiteX6" fmla="*/ 130223 w 5121354"/>
              <a:gd name="connsiteY6" fmla="*/ 0 h 3353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121354" h="3353148">
                <a:moveTo>
                  <a:pt x="130223" y="0"/>
                </a:moveTo>
                <a:cubicBezTo>
                  <a:pt x="130223" y="0"/>
                  <a:pt x="130223" y="0"/>
                  <a:pt x="4991131" y="0"/>
                </a:cubicBezTo>
                <a:cubicBezTo>
                  <a:pt x="5062581" y="0"/>
                  <a:pt x="5121354" y="58788"/>
                  <a:pt x="5121354" y="130253"/>
                </a:cubicBezTo>
                <a:lnTo>
                  <a:pt x="5121354" y="3353148"/>
                </a:lnTo>
                <a:cubicBezTo>
                  <a:pt x="5121354" y="3353148"/>
                  <a:pt x="5121354" y="3353148"/>
                  <a:pt x="0" y="3353148"/>
                </a:cubicBezTo>
                <a:cubicBezTo>
                  <a:pt x="0" y="3353148"/>
                  <a:pt x="0" y="3353148"/>
                  <a:pt x="0" y="130253"/>
                </a:cubicBezTo>
                <a:cubicBezTo>
                  <a:pt x="0" y="58788"/>
                  <a:pt x="58775" y="0"/>
                  <a:pt x="130223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anchor="ctr" anchorCtr="1"/>
          <a:lstStyle>
            <a:lvl1pPr marL="0" indent="0" algn="ctr">
              <a:buNone/>
              <a:defRPr sz="8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3" name="Bildplatzhalter 36">
            <a:extLst>
              <a:ext uri="{FF2B5EF4-FFF2-40B4-BE49-F238E27FC236}">
                <a16:creationId xmlns:a16="http://schemas.microsoft.com/office/drawing/2014/main" id="{6C613CE8-37D3-A363-0BDC-E7D089FFFB2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882260" y="2764852"/>
            <a:ext cx="4163476" cy="2783988"/>
          </a:xfrm>
          <a:custGeom>
            <a:avLst/>
            <a:gdLst>
              <a:gd name="connsiteX0" fmla="*/ 130223 w 5121354"/>
              <a:gd name="connsiteY0" fmla="*/ 0 h 3353148"/>
              <a:gd name="connsiteX1" fmla="*/ 4991131 w 5121354"/>
              <a:gd name="connsiteY1" fmla="*/ 0 h 3353148"/>
              <a:gd name="connsiteX2" fmla="*/ 5121354 w 5121354"/>
              <a:gd name="connsiteY2" fmla="*/ 130253 h 3353148"/>
              <a:gd name="connsiteX3" fmla="*/ 5121354 w 5121354"/>
              <a:gd name="connsiteY3" fmla="*/ 3353148 h 3353148"/>
              <a:gd name="connsiteX4" fmla="*/ 0 w 5121354"/>
              <a:gd name="connsiteY4" fmla="*/ 3353148 h 3353148"/>
              <a:gd name="connsiteX5" fmla="*/ 0 w 5121354"/>
              <a:gd name="connsiteY5" fmla="*/ 130253 h 3353148"/>
              <a:gd name="connsiteX6" fmla="*/ 130223 w 5121354"/>
              <a:gd name="connsiteY6" fmla="*/ 0 h 3353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121354" h="3353148">
                <a:moveTo>
                  <a:pt x="130223" y="0"/>
                </a:moveTo>
                <a:cubicBezTo>
                  <a:pt x="130223" y="0"/>
                  <a:pt x="130223" y="0"/>
                  <a:pt x="4991131" y="0"/>
                </a:cubicBezTo>
                <a:cubicBezTo>
                  <a:pt x="5062581" y="0"/>
                  <a:pt x="5121354" y="58788"/>
                  <a:pt x="5121354" y="130253"/>
                </a:cubicBezTo>
                <a:lnTo>
                  <a:pt x="5121354" y="3353148"/>
                </a:lnTo>
                <a:cubicBezTo>
                  <a:pt x="5121354" y="3353148"/>
                  <a:pt x="5121354" y="3353148"/>
                  <a:pt x="0" y="3353148"/>
                </a:cubicBezTo>
                <a:cubicBezTo>
                  <a:pt x="0" y="3353148"/>
                  <a:pt x="0" y="3353148"/>
                  <a:pt x="0" y="130253"/>
                </a:cubicBezTo>
                <a:cubicBezTo>
                  <a:pt x="0" y="58788"/>
                  <a:pt x="58775" y="0"/>
                  <a:pt x="130223" y="0"/>
                </a:cubicBezTo>
                <a:close/>
              </a:path>
            </a:pathLst>
          </a:custGeom>
        </p:spPr>
        <p:txBody>
          <a:bodyPr anchor="ctr" anchorCtr="1"/>
          <a:lstStyle/>
          <a:p>
            <a:r>
              <a:rPr lang="de-DE"/>
              <a:t>Bild durch Klicken auf Symbol hinzufügen</a:t>
            </a:r>
          </a:p>
        </p:txBody>
      </p:sp>
      <p:grpSp>
        <p:nvGrpSpPr>
          <p:cNvPr id="20" name="Group 22">
            <a:extLst>
              <a:ext uri="{FF2B5EF4-FFF2-40B4-BE49-F238E27FC236}">
                <a16:creationId xmlns:a16="http://schemas.microsoft.com/office/drawing/2014/main" id="{B13FDC59-CAC1-35C5-1668-F8AD7E79843E}"/>
              </a:ext>
            </a:extLst>
          </p:cNvPr>
          <p:cNvGrpSpPr/>
          <p:nvPr userDrawn="1"/>
        </p:nvGrpSpPr>
        <p:grpSpPr>
          <a:xfrm>
            <a:off x="6351402" y="2718513"/>
            <a:ext cx="5221915" cy="3015681"/>
            <a:chOff x="6144186" y="2371271"/>
            <a:chExt cx="6403598" cy="3665723"/>
          </a:xfrm>
          <a:solidFill>
            <a:srgbClr val="2F3941"/>
          </a:solidFill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D6B8E231-7472-23E1-1A62-328766A1121C}"/>
                </a:ext>
              </a:extLst>
            </p:cNvPr>
            <p:cNvSpPr>
              <a:spLocks/>
            </p:cNvSpPr>
            <p:nvPr/>
          </p:nvSpPr>
          <p:spPr bwMode="auto">
            <a:xfrm>
              <a:off x="6164141" y="5953183"/>
              <a:ext cx="6363688" cy="83811"/>
            </a:xfrm>
            <a:custGeom>
              <a:avLst/>
              <a:gdLst>
                <a:gd name="T0" fmla="*/ 1596 w 1596"/>
                <a:gd name="T1" fmla="*/ 0 h 21"/>
                <a:gd name="T2" fmla="*/ 0 w 1596"/>
                <a:gd name="T3" fmla="*/ 0 h 21"/>
                <a:gd name="T4" fmla="*/ 229 w 1596"/>
                <a:gd name="T5" fmla="*/ 21 h 21"/>
                <a:gd name="T6" fmla="*/ 1391 w 1596"/>
                <a:gd name="T7" fmla="*/ 21 h 21"/>
                <a:gd name="T8" fmla="*/ 1596 w 1596"/>
                <a:gd name="T9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96" h="21">
                  <a:moveTo>
                    <a:pt x="1596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45" y="12"/>
                    <a:pt x="133" y="21"/>
                    <a:pt x="229" y="21"/>
                  </a:cubicBezTo>
                  <a:cubicBezTo>
                    <a:pt x="1391" y="21"/>
                    <a:pt x="1391" y="21"/>
                    <a:pt x="1391" y="21"/>
                  </a:cubicBezTo>
                  <a:cubicBezTo>
                    <a:pt x="1530" y="21"/>
                    <a:pt x="1582" y="11"/>
                    <a:pt x="1596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D97B8499-4440-721F-30A6-FD2AB0E45AFC}"/>
                </a:ext>
              </a:extLst>
            </p:cNvPr>
            <p:cNvSpPr>
              <a:spLocks/>
            </p:cNvSpPr>
            <p:nvPr/>
          </p:nvSpPr>
          <p:spPr bwMode="auto">
            <a:xfrm>
              <a:off x="6740843" y="2371271"/>
              <a:ext cx="5214273" cy="3542004"/>
            </a:xfrm>
            <a:custGeom>
              <a:avLst/>
              <a:gdLst>
                <a:gd name="T0" fmla="*/ 1260 w 1307"/>
                <a:gd name="T1" fmla="*/ 0 h 888"/>
                <a:gd name="T2" fmla="*/ 47 w 1307"/>
                <a:gd name="T3" fmla="*/ 0 h 888"/>
                <a:gd name="T4" fmla="*/ 0 w 1307"/>
                <a:gd name="T5" fmla="*/ 47 h 888"/>
                <a:gd name="T6" fmla="*/ 0 w 1307"/>
                <a:gd name="T7" fmla="*/ 876 h 888"/>
                <a:gd name="T8" fmla="*/ 12 w 1307"/>
                <a:gd name="T9" fmla="*/ 888 h 888"/>
                <a:gd name="T10" fmla="*/ 14 w 1307"/>
                <a:gd name="T11" fmla="*/ 888 h 888"/>
                <a:gd name="T12" fmla="*/ 14 w 1307"/>
                <a:gd name="T13" fmla="*/ 46 h 888"/>
                <a:gd name="T14" fmla="*/ 46 w 1307"/>
                <a:gd name="T15" fmla="*/ 14 h 888"/>
                <a:gd name="T16" fmla="*/ 1261 w 1307"/>
                <a:gd name="T17" fmla="*/ 14 h 888"/>
                <a:gd name="T18" fmla="*/ 1294 w 1307"/>
                <a:gd name="T19" fmla="*/ 46 h 888"/>
                <a:gd name="T20" fmla="*/ 1294 w 1307"/>
                <a:gd name="T21" fmla="*/ 888 h 888"/>
                <a:gd name="T22" fmla="*/ 1296 w 1307"/>
                <a:gd name="T23" fmla="*/ 888 h 888"/>
                <a:gd name="T24" fmla="*/ 1307 w 1307"/>
                <a:gd name="T25" fmla="*/ 876 h 888"/>
                <a:gd name="T26" fmla="*/ 1307 w 1307"/>
                <a:gd name="T27" fmla="*/ 47 h 888"/>
                <a:gd name="T28" fmla="*/ 1260 w 1307"/>
                <a:gd name="T29" fmla="*/ 0 h 8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307" h="888">
                  <a:moveTo>
                    <a:pt x="1260" y="0"/>
                  </a:moveTo>
                  <a:cubicBezTo>
                    <a:pt x="47" y="0"/>
                    <a:pt x="47" y="0"/>
                    <a:pt x="47" y="0"/>
                  </a:cubicBezTo>
                  <a:cubicBezTo>
                    <a:pt x="21" y="0"/>
                    <a:pt x="0" y="21"/>
                    <a:pt x="0" y="47"/>
                  </a:cubicBezTo>
                  <a:cubicBezTo>
                    <a:pt x="0" y="876"/>
                    <a:pt x="0" y="876"/>
                    <a:pt x="0" y="876"/>
                  </a:cubicBezTo>
                  <a:cubicBezTo>
                    <a:pt x="0" y="883"/>
                    <a:pt x="6" y="888"/>
                    <a:pt x="12" y="888"/>
                  </a:cubicBezTo>
                  <a:cubicBezTo>
                    <a:pt x="14" y="888"/>
                    <a:pt x="14" y="888"/>
                    <a:pt x="14" y="888"/>
                  </a:cubicBezTo>
                  <a:cubicBezTo>
                    <a:pt x="14" y="46"/>
                    <a:pt x="14" y="46"/>
                    <a:pt x="14" y="46"/>
                  </a:cubicBezTo>
                  <a:cubicBezTo>
                    <a:pt x="14" y="28"/>
                    <a:pt x="29" y="14"/>
                    <a:pt x="46" y="14"/>
                  </a:cubicBezTo>
                  <a:cubicBezTo>
                    <a:pt x="1261" y="14"/>
                    <a:pt x="1261" y="14"/>
                    <a:pt x="1261" y="14"/>
                  </a:cubicBezTo>
                  <a:cubicBezTo>
                    <a:pt x="1279" y="14"/>
                    <a:pt x="1294" y="28"/>
                    <a:pt x="1294" y="46"/>
                  </a:cubicBezTo>
                  <a:cubicBezTo>
                    <a:pt x="1294" y="888"/>
                    <a:pt x="1294" y="888"/>
                    <a:pt x="1294" y="888"/>
                  </a:cubicBezTo>
                  <a:cubicBezTo>
                    <a:pt x="1296" y="888"/>
                    <a:pt x="1296" y="888"/>
                    <a:pt x="1296" y="888"/>
                  </a:cubicBezTo>
                  <a:cubicBezTo>
                    <a:pt x="1302" y="888"/>
                    <a:pt x="1307" y="883"/>
                    <a:pt x="1307" y="876"/>
                  </a:cubicBezTo>
                  <a:cubicBezTo>
                    <a:pt x="1307" y="47"/>
                    <a:pt x="1307" y="47"/>
                    <a:pt x="1307" y="47"/>
                  </a:cubicBezTo>
                  <a:cubicBezTo>
                    <a:pt x="1307" y="21"/>
                    <a:pt x="1286" y="0"/>
                    <a:pt x="1260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2538707A-D95E-5F72-948E-9B31942B848C}"/>
                </a:ext>
              </a:extLst>
            </p:cNvPr>
            <p:cNvSpPr>
              <a:spLocks/>
            </p:cNvSpPr>
            <p:nvPr/>
          </p:nvSpPr>
          <p:spPr bwMode="auto">
            <a:xfrm>
              <a:off x="6740843" y="5765622"/>
              <a:ext cx="5214273" cy="147666"/>
            </a:xfrm>
            <a:custGeom>
              <a:avLst/>
              <a:gdLst>
                <a:gd name="T0" fmla="*/ 0 w 1307"/>
                <a:gd name="T1" fmla="*/ 0 h 37"/>
                <a:gd name="T2" fmla="*/ 0 w 1307"/>
                <a:gd name="T3" fmla="*/ 25 h 37"/>
                <a:gd name="T4" fmla="*/ 12 w 1307"/>
                <a:gd name="T5" fmla="*/ 37 h 37"/>
                <a:gd name="T6" fmla="*/ 1296 w 1307"/>
                <a:gd name="T7" fmla="*/ 37 h 37"/>
                <a:gd name="T8" fmla="*/ 1307 w 1307"/>
                <a:gd name="T9" fmla="*/ 25 h 37"/>
                <a:gd name="T10" fmla="*/ 1307 w 1307"/>
                <a:gd name="T11" fmla="*/ 0 h 37"/>
                <a:gd name="T12" fmla="*/ 0 w 1307"/>
                <a:gd name="T13" fmla="*/ 0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07" h="37">
                  <a:moveTo>
                    <a:pt x="0" y="0"/>
                  </a:moveTo>
                  <a:cubicBezTo>
                    <a:pt x="0" y="25"/>
                    <a:pt x="0" y="25"/>
                    <a:pt x="0" y="25"/>
                  </a:cubicBezTo>
                  <a:cubicBezTo>
                    <a:pt x="0" y="32"/>
                    <a:pt x="6" y="37"/>
                    <a:pt x="12" y="37"/>
                  </a:cubicBezTo>
                  <a:cubicBezTo>
                    <a:pt x="1296" y="37"/>
                    <a:pt x="1296" y="37"/>
                    <a:pt x="1296" y="37"/>
                  </a:cubicBezTo>
                  <a:cubicBezTo>
                    <a:pt x="1302" y="37"/>
                    <a:pt x="1307" y="32"/>
                    <a:pt x="1307" y="25"/>
                  </a:cubicBezTo>
                  <a:cubicBezTo>
                    <a:pt x="1307" y="0"/>
                    <a:pt x="1307" y="0"/>
                    <a:pt x="130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60F543DF-D4FB-EE1F-3D3C-443C066CB061}"/>
                </a:ext>
              </a:extLst>
            </p:cNvPr>
            <p:cNvSpPr>
              <a:spLocks/>
            </p:cNvSpPr>
            <p:nvPr/>
          </p:nvSpPr>
          <p:spPr bwMode="auto">
            <a:xfrm>
              <a:off x="6144186" y="5909336"/>
              <a:ext cx="6403598" cy="43901"/>
            </a:xfrm>
            <a:custGeom>
              <a:avLst/>
              <a:gdLst>
                <a:gd name="T0" fmla="*/ 1601 w 1606"/>
                <a:gd name="T1" fmla="*/ 11 h 11"/>
                <a:gd name="T2" fmla="*/ 5 w 1606"/>
                <a:gd name="T3" fmla="*/ 11 h 11"/>
                <a:gd name="T4" fmla="*/ 0 w 1606"/>
                <a:gd name="T5" fmla="*/ 5 h 11"/>
                <a:gd name="T6" fmla="*/ 5 w 1606"/>
                <a:gd name="T7" fmla="*/ 0 h 11"/>
                <a:gd name="T8" fmla="*/ 1601 w 1606"/>
                <a:gd name="T9" fmla="*/ 0 h 11"/>
                <a:gd name="T10" fmla="*/ 1606 w 1606"/>
                <a:gd name="T11" fmla="*/ 5 h 11"/>
                <a:gd name="T12" fmla="*/ 1601 w 1606"/>
                <a:gd name="T13" fmla="*/ 1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06" h="11">
                  <a:moveTo>
                    <a:pt x="1601" y="11"/>
                  </a:moveTo>
                  <a:cubicBezTo>
                    <a:pt x="5" y="11"/>
                    <a:pt x="5" y="11"/>
                    <a:pt x="5" y="11"/>
                  </a:cubicBezTo>
                  <a:cubicBezTo>
                    <a:pt x="2" y="11"/>
                    <a:pt x="0" y="8"/>
                    <a:pt x="0" y="5"/>
                  </a:cubicBezTo>
                  <a:cubicBezTo>
                    <a:pt x="0" y="2"/>
                    <a:pt x="2" y="0"/>
                    <a:pt x="5" y="0"/>
                  </a:cubicBezTo>
                  <a:cubicBezTo>
                    <a:pt x="1601" y="0"/>
                    <a:pt x="1601" y="0"/>
                    <a:pt x="1601" y="0"/>
                  </a:cubicBezTo>
                  <a:cubicBezTo>
                    <a:pt x="1604" y="0"/>
                    <a:pt x="1606" y="2"/>
                    <a:pt x="1606" y="5"/>
                  </a:cubicBezTo>
                  <a:cubicBezTo>
                    <a:pt x="1606" y="8"/>
                    <a:pt x="1604" y="11"/>
                    <a:pt x="1601" y="11"/>
                  </a:cubicBezTo>
                </a:path>
              </a:pathLst>
            </a:custGeom>
            <a:gradFill flip="none" rotWithShape="1">
              <a:gsLst>
                <a:gs pos="52000">
                  <a:schemeClr val="tx1"/>
                </a:gs>
                <a:gs pos="99000">
                  <a:srgbClr val="2F3941"/>
                </a:gs>
                <a:gs pos="0">
                  <a:schemeClr val="tx1">
                    <a:lumMod val="5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</p:grpSp>
      <p:sp>
        <p:nvSpPr>
          <p:cNvPr id="43" name="Bildplatzhalter 53">
            <a:extLst>
              <a:ext uri="{FF2B5EF4-FFF2-40B4-BE49-F238E27FC236}">
                <a16:creationId xmlns:a16="http://schemas.microsoft.com/office/drawing/2014/main" id="{FC346D2D-ACE6-6313-2B0A-5586B29C169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87155" y="2431904"/>
            <a:ext cx="2510152" cy="3276014"/>
          </a:xfrm>
          <a:custGeom>
            <a:avLst/>
            <a:gdLst>
              <a:gd name="connsiteX0" fmla="*/ 106268 w 2517211"/>
              <a:gd name="connsiteY0" fmla="*/ 0 h 3285589"/>
              <a:gd name="connsiteX1" fmla="*/ 2410944 w 2517211"/>
              <a:gd name="connsiteY1" fmla="*/ 0 h 3285589"/>
              <a:gd name="connsiteX2" fmla="*/ 2517211 w 2517211"/>
              <a:gd name="connsiteY2" fmla="*/ 105139 h 3285589"/>
              <a:gd name="connsiteX3" fmla="*/ 2517211 w 2517211"/>
              <a:gd name="connsiteY3" fmla="*/ 3180451 h 3285589"/>
              <a:gd name="connsiteX4" fmla="*/ 2410944 w 2517211"/>
              <a:gd name="connsiteY4" fmla="*/ 3285589 h 3285589"/>
              <a:gd name="connsiteX5" fmla="*/ 106268 w 2517211"/>
              <a:gd name="connsiteY5" fmla="*/ 3285589 h 3285589"/>
              <a:gd name="connsiteX6" fmla="*/ 0 w 2517211"/>
              <a:gd name="connsiteY6" fmla="*/ 3180451 h 3285589"/>
              <a:gd name="connsiteX7" fmla="*/ 0 w 2517211"/>
              <a:gd name="connsiteY7" fmla="*/ 105139 h 3285589"/>
              <a:gd name="connsiteX8" fmla="*/ 106268 w 2517211"/>
              <a:gd name="connsiteY8" fmla="*/ 0 h 3285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17211" h="3285589">
                <a:moveTo>
                  <a:pt x="106268" y="0"/>
                </a:moveTo>
                <a:cubicBezTo>
                  <a:pt x="2410944" y="0"/>
                  <a:pt x="2410944" y="0"/>
                  <a:pt x="2410944" y="0"/>
                </a:cubicBezTo>
                <a:cubicBezTo>
                  <a:pt x="2467399" y="0"/>
                  <a:pt x="2517211" y="49284"/>
                  <a:pt x="2517211" y="105139"/>
                </a:cubicBezTo>
                <a:cubicBezTo>
                  <a:pt x="2517211" y="3180451"/>
                  <a:pt x="2517211" y="3180451"/>
                  <a:pt x="2517211" y="3180451"/>
                </a:cubicBezTo>
                <a:cubicBezTo>
                  <a:pt x="2517211" y="3239591"/>
                  <a:pt x="2467399" y="3285589"/>
                  <a:pt x="2410944" y="3285589"/>
                </a:cubicBezTo>
                <a:cubicBezTo>
                  <a:pt x="106268" y="3285589"/>
                  <a:pt x="106268" y="3285589"/>
                  <a:pt x="106268" y="3285589"/>
                </a:cubicBezTo>
                <a:cubicBezTo>
                  <a:pt x="46493" y="3285589"/>
                  <a:pt x="0" y="3239591"/>
                  <a:pt x="0" y="3180451"/>
                </a:cubicBezTo>
                <a:cubicBezTo>
                  <a:pt x="0" y="105139"/>
                  <a:pt x="0" y="105139"/>
                  <a:pt x="0" y="105139"/>
                </a:cubicBezTo>
                <a:cubicBezTo>
                  <a:pt x="0" y="49284"/>
                  <a:pt x="46493" y="0"/>
                  <a:pt x="106268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anchor="ctr" anchorCtr="1"/>
          <a:lstStyle>
            <a:lvl1pPr marL="0" indent="0" algn="ctr">
              <a:buNone/>
              <a:defRPr sz="800"/>
            </a:lvl1pPr>
          </a:lstStyle>
          <a:p>
            <a:r>
              <a:rPr lang="de-DE"/>
              <a:t>Bild durch Klicken auf Symbol hinzufügen</a:t>
            </a:r>
          </a:p>
        </p:txBody>
      </p:sp>
      <p:grpSp>
        <p:nvGrpSpPr>
          <p:cNvPr id="44" name="Group 27">
            <a:extLst>
              <a:ext uri="{FF2B5EF4-FFF2-40B4-BE49-F238E27FC236}">
                <a16:creationId xmlns:a16="http://schemas.microsoft.com/office/drawing/2014/main" id="{47026502-DF30-9808-BFA3-323D5FC6EDF4}"/>
              </a:ext>
            </a:extLst>
          </p:cNvPr>
          <p:cNvGrpSpPr/>
          <p:nvPr userDrawn="1"/>
        </p:nvGrpSpPr>
        <p:grpSpPr>
          <a:xfrm>
            <a:off x="7105852" y="2461748"/>
            <a:ext cx="364509" cy="29294"/>
            <a:chOff x="7105852" y="2461748"/>
            <a:chExt cx="364509" cy="29294"/>
          </a:xfrm>
          <a:pattFill prst="pct5">
            <a:fgClr>
              <a:schemeClr val="tx1"/>
            </a:fgClr>
            <a:bgClr>
              <a:schemeClr val="bg1"/>
            </a:bgClr>
          </a:pattFill>
        </p:grpSpPr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AEC3185A-4895-622F-C566-ADE2AB2EDD5A}"/>
                </a:ext>
              </a:extLst>
            </p:cNvPr>
            <p:cNvSpPr>
              <a:spLocks/>
            </p:cNvSpPr>
            <p:nvPr/>
          </p:nvSpPr>
          <p:spPr bwMode="auto">
            <a:xfrm>
              <a:off x="7138398" y="2465003"/>
              <a:ext cx="16273" cy="26036"/>
            </a:xfrm>
            <a:custGeom>
              <a:avLst/>
              <a:gdLst>
                <a:gd name="T0" fmla="*/ 3 w 5"/>
                <a:gd name="T1" fmla="*/ 4 h 8"/>
                <a:gd name="T2" fmla="*/ 3 w 5"/>
                <a:gd name="T3" fmla="*/ 4 h 8"/>
                <a:gd name="T4" fmla="*/ 4 w 5"/>
                <a:gd name="T5" fmla="*/ 3 h 8"/>
                <a:gd name="T6" fmla="*/ 4 w 5"/>
                <a:gd name="T7" fmla="*/ 2 h 8"/>
                <a:gd name="T8" fmla="*/ 4 w 5"/>
                <a:gd name="T9" fmla="*/ 1 h 8"/>
                <a:gd name="T10" fmla="*/ 4 w 5"/>
                <a:gd name="T11" fmla="*/ 1 h 8"/>
                <a:gd name="T12" fmla="*/ 3 w 5"/>
                <a:gd name="T13" fmla="*/ 0 h 8"/>
                <a:gd name="T14" fmla="*/ 2 w 5"/>
                <a:gd name="T15" fmla="*/ 0 h 8"/>
                <a:gd name="T16" fmla="*/ 1 w 5"/>
                <a:gd name="T17" fmla="*/ 0 h 8"/>
                <a:gd name="T18" fmla="*/ 0 w 5"/>
                <a:gd name="T19" fmla="*/ 1 h 8"/>
                <a:gd name="T20" fmla="*/ 0 w 5"/>
                <a:gd name="T21" fmla="*/ 2 h 8"/>
                <a:gd name="T22" fmla="*/ 0 w 5"/>
                <a:gd name="T23" fmla="*/ 3 h 8"/>
                <a:gd name="T24" fmla="*/ 1 w 5"/>
                <a:gd name="T25" fmla="*/ 3 h 8"/>
                <a:gd name="T26" fmla="*/ 1 w 5"/>
                <a:gd name="T27" fmla="*/ 2 h 8"/>
                <a:gd name="T28" fmla="*/ 1 w 5"/>
                <a:gd name="T29" fmla="*/ 2 h 8"/>
                <a:gd name="T30" fmla="*/ 1 w 5"/>
                <a:gd name="T31" fmla="*/ 1 h 8"/>
                <a:gd name="T32" fmla="*/ 2 w 5"/>
                <a:gd name="T33" fmla="*/ 1 h 8"/>
                <a:gd name="T34" fmla="*/ 3 w 5"/>
                <a:gd name="T35" fmla="*/ 1 h 8"/>
                <a:gd name="T36" fmla="*/ 3 w 5"/>
                <a:gd name="T37" fmla="*/ 2 h 8"/>
                <a:gd name="T38" fmla="*/ 3 w 5"/>
                <a:gd name="T39" fmla="*/ 3 h 8"/>
                <a:gd name="T40" fmla="*/ 3 w 5"/>
                <a:gd name="T41" fmla="*/ 3 h 8"/>
                <a:gd name="T42" fmla="*/ 2 w 5"/>
                <a:gd name="T43" fmla="*/ 3 h 8"/>
                <a:gd name="T44" fmla="*/ 2 w 5"/>
                <a:gd name="T45" fmla="*/ 4 h 8"/>
                <a:gd name="T46" fmla="*/ 2 w 5"/>
                <a:gd name="T47" fmla="*/ 4 h 8"/>
                <a:gd name="T48" fmla="*/ 2 w 5"/>
                <a:gd name="T49" fmla="*/ 4 h 8"/>
                <a:gd name="T50" fmla="*/ 2 w 5"/>
                <a:gd name="T51" fmla="*/ 4 h 8"/>
                <a:gd name="T52" fmla="*/ 2 w 5"/>
                <a:gd name="T53" fmla="*/ 4 h 8"/>
                <a:gd name="T54" fmla="*/ 3 w 5"/>
                <a:gd name="T55" fmla="*/ 4 h 8"/>
                <a:gd name="T56" fmla="*/ 3 w 5"/>
                <a:gd name="T57" fmla="*/ 5 h 8"/>
                <a:gd name="T58" fmla="*/ 4 w 5"/>
                <a:gd name="T59" fmla="*/ 5 h 8"/>
                <a:gd name="T60" fmla="*/ 4 w 5"/>
                <a:gd name="T61" fmla="*/ 6 h 8"/>
                <a:gd name="T62" fmla="*/ 4 w 5"/>
                <a:gd name="T63" fmla="*/ 6 h 8"/>
                <a:gd name="T64" fmla="*/ 3 w 5"/>
                <a:gd name="T65" fmla="*/ 7 h 8"/>
                <a:gd name="T66" fmla="*/ 3 w 5"/>
                <a:gd name="T67" fmla="*/ 7 h 8"/>
                <a:gd name="T68" fmla="*/ 2 w 5"/>
                <a:gd name="T69" fmla="*/ 7 h 8"/>
                <a:gd name="T70" fmla="*/ 1 w 5"/>
                <a:gd name="T71" fmla="*/ 7 h 8"/>
                <a:gd name="T72" fmla="*/ 0 w 5"/>
                <a:gd name="T73" fmla="*/ 5 h 8"/>
                <a:gd name="T74" fmla="*/ 0 w 5"/>
                <a:gd name="T75" fmla="*/ 5 h 8"/>
                <a:gd name="T76" fmla="*/ 0 w 5"/>
                <a:gd name="T77" fmla="*/ 6 h 8"/>
                <a:gd name="T78" fmla="*/ 0 w 5"/>
                <a:gd name="T79" fmla="*/ 7 h 8"/>
                <a:gd name="T80" fmla="*/ 1 w 5"/>
                <a:gd name="T81" fmla="*/ 8 h 8"/>
                <a:gd name="T82" fmla="*/ 2 w 5"/>
                <a:gd name="T83" fmla="*/ 8 h 8"/>
                <a:gd name="T84" fmla="*/ 3 w 5"/>
                <a:gd name="T85" fmla="*/ 8 h 8"/>
                <a:gd name="T86" fmla="*/ 4 w 5"/>
                <a:gd name="T87" fmla="*/ 7 h 8"/>
                <a:gd name="T88" fmla="*/ 4 w 5"/>
                <a:gd name="T89" fmla="*/ 7 h 8"/>
                <a:gd name="T90" fmla="*/ 5 w 5"/>
                <a:gd name="T91" fmla="*/ 6 h 8"/>
                <a:gd name="T92" fmla="*/ 4 w 5"/>
                <a:gd name="T93" fmla="*/ 4 h 8"/>
                <a:gd name="T94" fmla="*/ 3 w 5"/>
                <a:gd name="T95" fmla="*/ 4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5" h="8">
                  <a:moveTo>
                    <a:pt x="3" y="4"/>
                  </a:moveTo>
                  <a:cubicBezTo>
                    <a:pt x="3" y="4"/>
                    <a:pt x="3" y="4"/>
                    <a:pt x="3" y="4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3" y="1"/>
                    <a:pt x="3" y="1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5"/>
                    <a:pt x="3" y="5"/>
                    <a:pt x="3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7"/>
                    <a:pt x="3" y="7"/>
                    <a:pt x="3" y="7"/>
                  </a:cubicBezTo>
                  <a:cubicBezTo>
                    <a:pt x="3" y="7"/>
                    <a:pt x="3" y="7"/>
                    <a:pt x="3" y="7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2" y="7"/>
                    <a:pt x="1" y="7"/>
                    <a:pt x="1" y="7"/>
                  </a:cubicBezTo>
                  <a:cubicBezTo>
                    <a:pt x="1" y="6"/>
                    <a:pt x="0" y="6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1" y="8"/>
                    <a:pt x="1" y="8"/>
                    <a:pt x="1" y="8"/>
                  </a:cubicBezTo>
                  <a:cubicBezTo>
                    <a:pt x="1" y="8"/>
                    <a:pt x="2" y="8"/>
                    <a:pt x="2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4" y="7"/>
                    <a:pt x="4" y="7"/>
                    <a:pt x="4" y="7"/>
                  </a:cubicBezTo>
                  <a:cubicBezTo>
                    <a:pt x="4" y="7"/>
                    <a:pt x="4" y="7"/>
                    <a:pt x="4" y="7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5" y="5"/>
                    <a:pt x="4" y="5"/>
                    <a:pt x="4" y="4"/>
                  </a:cubicBezTo>
                  <a:cubicBezTo>
                    <a:pt x="4" y="4"/>
                    <a:pt x="4" y="4"/>
                    <a:pt x="3" y="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086BEFD2-FD4C-4040-4202-941EDA53C4C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87216" y="2465003"/>
              <a:ext cx="22782" cy="26036"/>
            </a:xfrm>
            <a:custGeom>
              <a:avLst/>
              <a:gdLst>
                <a:gd name="T0" fmla="*/ 6 w 14"/>
                <a:gd name="T1" fmla="*/ 2 h 16"/>
                <a:gd name="T2" fmla="*/ 8 w 14"/>
                <a:gd name="T3" fmla="*/ 2 h 16"/>
                <a:gd name="T4" fmla="*/ 10 w 14"/>
                <a:gd name="T5" fmla="*/ 10 h 16"/>
                <a:gd name="T6" fmla="*/ 4 w 14"/>
                <a:gd name="T7" fmla="*/ 10 h 16"/>
                <a:gd name="T8" fmla="*/ 6 w 14"/>
                <a:gd name="T9" fmla="*/ 2 h 16"/>
                <a:gd name="T10" fmla="*/ 6 w 14"/>
                <a:gd name="T11" fmla="*/ 0 h 16"/>
                <a:gd name="T12" fmla="*/ 0 w 14"/>
                <a:gd name="T13" fmla="*/ 16 h 16"/>
                <a:gd name="T14" fmla="*/ 2 w 14"/>
                <a:gd name="T15" fmla="*/ 16 h 16"/>
                <a:gd name="T16" fmla="*/ 4 w 14"/>
                <a:gd name="T17" fmla="*/ 10 h 16"/>
                <a:gd name="T18" fmla="*/ 10 w 14"/>
                <a:gd name="T19" fmla="*/ 10 h 16"/>
                <a:gd name="T20" fmla="*/ 12 w 14"/>
                <a:gd name="T21" fmla="*/ 16 h 16"/>
                <a:gd name="T22" fmla="*/ 14 w 14"/>
                <a:gd name="T23" fmla="*/ 16 h 16"/>
                <a:gd name="T24" fmla="*/ 8 w 14"/>
                <a:gd name="T25" fmla="*/ 0 h 16"/>
                <a:gd name="T26" fmla="*/ 6 w 14"/>
                <a:gd name="T27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4" h="16">
                  <a:moveTo>
                    <a:pt x="6" y="2"/>
                  </a:moveTo>
                  <a:lnTo>
                    <a:pt x="8" y="2"/>
                  </a:lnTo>
                  <a:lnTo>
                    <a:pt x="10" y="10"/>
                  </a:lnTo>
                  <a:lnTo>
                    <a:pt x="4" y="10"/>
                  </a:lnTo>
                  <a:lnTo>
                    <a:pt x="6" y="2"/>
                  </a:lnTo>
                  <a:close/>
                  <a:moveTo>
                    <a:pt x="6" y="0"/>
                  </a:moveTo>
                  <a:lnTo>
                    <a:pt x="0" y="16"/>
                  </a:lnTo>
                  <a:lnTo>
                    <a:pt x="2" y="16"/>
                  </a:lnTo>
                  <a:lnTo>
                    <a:pt x="4" y="10"/>
                  </a:lnTo>
                  <a:lnTo>
                    <a:pt x="10" y="10"/>
                  </a:lnTo>
                  <a:lnTo>
                    <a:pt x="12" y="16"/>
                  </a:lnTo>
                  <a:lnTo>
                    <a:pt x="14" y="16"/>
                  </a:lnTo>
                  <a:lnTo>
                    <a:pt x="8" y="0"/>
                  </a:lnTo>
                  <a:lnTo>
                    <a:pt x="6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15D6470A-C099-4E33-B9CE-0A61EBFA6179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7106" y="2471512"/>
              <a:ext cx="3255" cy="13018"/>
            </a:xfrm>
            <a:custGeom>
              <a:avLst/>
              <a:gdLst>
                <a:gd name="T0" fmla="*/ 0 w 1"/>
                <a:gd name="T1" fmla="*/ 0 h 4"/>
                <a:gd name="T2" fmla="*/ 0 w 1"/>
                <a:gd name="T3" fmla="*/ 4 h 4"/>
                <a:gd name="T4" fmla="*/ 1 w 1"/>
                <a:gd name="T5" fmla="*/ 2 h 4"/>
                <a:gd name="T6" fmla="*/ 0 w 1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4">
                  <a:moveTo>
                    <a:pt x="0" y="0"/>
                  </a:move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1" y="3"/>
                    <a:pt x="1" y="2"/>
                  </a:cubicBezTo>
                  <a:cubicBezTo>
                    <a:pt x="1" y="1"/>
                    <a:pt x="0" y="0"/>
                    <a:pt x="0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1495F8DF-DCD5-E4CC-91F6-E8307000556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57925" y="2465003"/>
              <a:ext cx="16273" cy="26036"/>
            </a:xfrm>
            <a:custGeom>
              <a:avLst/>
              <a:gdLst>
                <a:gd name="T0" fmla="*/ 4 w 5"/>
                <a:gd name="T1" fmla="*/ 4 h 8"/>
                <a:gd name="T2" fmla="*/ 4 w 5"/>
                <a:gd name="T3" fmla="*/ 5 h 8"/>
                <a:gd name="T4" fmla="*/ 4 w 5"/>
                <a:gd name="T5" fmla="*/ 6 h 8"/>
                <a:gd name="T6" fmla="*/ 3 w 5"/>
                <a:gd name="T7" fmla="*/ 7 h 8"/>
                <a:gd name="T8" fmla="*/ 2 w 5"/>
                <a:gd name="T9" fmla="*/ 7 h 8"/>
                <a:gd name="T10" fmla="*/ 2 w 5"/>
                <a:gd name="T11" fmla="*/ 7 h 8"/>
                <a:gd name="T12" fmla="*/ 1 w 5"/>
                <a:gd name="T13" fmla="*/ 6 h 8"/>
                <a:gd name="T14" fmla="*/ 1 w 5"/>
                <a:gd name="T15" fmla="*/ 5 h 8"/>
                <a:gd name="T16" fmla="*/ 1 w 5"/>
                <a:gd name="T17" fmla="*/ 4 h 8"/>
                <a:gd name="T18" fmla="*/ 1 w 5"/>
                <a:gd name="T19" fmla="*/ 3 h 8"/>
                <a:gd name="T20" fmla="*/ 1 w 5"/>
                <a:gd name="T21" fmla="*/ 3 h 8"/>
                <a:gd name="T22" fmla="*/ 1 w 5"/>
                <a:gd name="T23" fmla="*/ 2 h 8"/>
                <a:gd name="T24" fmla="*/ 1 w 5"/>
                <a:gd name="T25" fmla="*/ 2 h 8"/>
                <a:gd name="T26" fmla="*/ 2 w 5"/>
                <a:gd name="T27" fmla="*/ 1 h 8"/>
                <a:gd name="T28" fmla="*/ 2 w 5"/>
                <a:gd name="T29" fmla="*/ 1 h 8"/>
                <a:gd name="T30" fmla="*/ 3 w 5"/>
                <a:gd name="T31" fmla="*/ 1 h 8"/>
                <a:gd name="T32" fmla="*/ 3 w 5"/>
                <a:gd name="T33" fmla="*/ 2 h 8"/>
                <a:gd name="T34" fmla="*/ 4 w 5"/>
                <a:gd name="T35" fmla="*/ 2 h 8"/>
                <a:gd name="T36" fmla="*/ 4 w 5"/>
                <a:gd name="T37" fmla="*/ 3 h 8"/>
                <a:gd name="T38" fmla="*/ 4 w 5"/>
                <a:gd name="T39" fmla="*/ 3 h 8"/>
                <a:gd name="T40" fmla="*/ 4 w 5"/>
                <a:gd name="T41" fmla="*/ 4 h 8"/>
                <a:gd name="T42" fmla="*/ 5 w 5"/>
                <a:gd name="T43" fmla="*/ 4 h 8"/>
                <a:gd name="T44" fmla="*/ 5 w 5"/>
                <a:gd name="T45" fmla="*/ 3 h 8"/>
                <a:gd name="T46" fmla="*/ 5 w 5"/>
                <a:gd name="T47" fmla="*/ 2 h 8"/>
                <a:gd name="T48" fmla="*/ 5 w 5"/>
                <a:gd name="T49" fmla="*/ 2 h 8"/>
                <a:gd name="T50" fmla="*/ 4 w 5"/>
                <a:gd name="T51" fmla="*/ 1 h 8"/>
                <a:gd name="T52" fmla="*/ 3 w 5"/>
                <a:gd name="T53" fmla="*/ 0 h 8"/>
                <a:gd name="T54" fmla="*/ 2 w 5"/>
                <a:gd name="T55" fmla="*/ 0 h 8"/>
                <a:gd name="T56" fmla="*/ 1 w 5"/>
                <a:gd name="T57" fmla="*/ 0 h 8"/>
                <a:gd name="T58" fmla="*/ 1 w 5"/>
                <a:gd name="T59" fmla="*/ 1 h 8"/>
                <a:gd name="T60" fmla="*/ 0 w 5"/>
                <a:gd name="T61" fmla="*/ 2 h 8"/>
                <a:gd name="T62" fmla="*/ 0 w 5"/>
                <a:gd name="T63" fmla="*/ 2 h 8"/>
                <a:gd name="T64" fmla="*/ 0 w 5"/>
                <a:gd name="T65" fmla="*/ 3 h 8"/>
                <a:gd name="T66" fmla="*/ 0 w 5"/>
                <a:gd name="T67" fmla="*/ 4 h 8"/>
                <a:gd name="T68" fmla="*/ 0 w 5"/>
                <a:gd name="T69" fmla="*/ 5 h 8"/>
                <a:gd name="T70" fmla="*/ 0 w 5"/>
                <a:gd name="T71" fmla="*/ 6 h 8"/>
                <a:gd name="T72" fmla="*/ 0 w 5"/>
                <a:gd name="T73" fmla="*/ 7 h 8"/>
                <a:gd name="T74" fmla="*/ 1 w 5"/>
                <a:gd name="T75" fmla="*/ 7 h 8"/>
                <a:gd name="T76" fmla="*/ 1 w 5"/>
                <a:gd name="T77" fmla="*/ 8 h 8"/>
                <a:gd name="T78" fmla="*/ 2 w 5"/>
                <a:gd name="T79" fmla="*/ 8 h 8"/>
                <a:gd name="T80" fmla="*/ 3 w 5"/>
                <a:gd name="T81" fmla="*/ 8 h 8"/>
                <a:gd name="T82" fmla="*/ 4 w 5"/>
                <a:gd name="T83" fmla="*/ 7 h 8"/>
                <a:gd name="T84" fmla="*/ 5 w 5"/>
                <a:gd name="T85" fmla="*/ 7 h 8"/>
                <a:gd name="T86" fmla="*/ 5 w 5"/>
                <a:gd name="T87" fmla="*/ 6 h 8"/>
                <a:gd name="T88" fmla="*/ 5 w 5"/>
                <a:gd name="T89" fmla="*/ 5 h 8"/>
                <a:gd name="T90" fmla="*/ 5 w 5"/>
                <a:gd name="T91" fmla="*/ 4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" h="8">
                  <a:moveTo>
                    <a:pt x="4" y="4"/>
                  </a:moveTo>
                  <a:cubicBezTo>
                    <a:pt x="4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7"/>
                    <a:pt x="3" y="7"/>
                    <a:pt x="3" y="7"/>
                  </a:cubicBezTo>
                  <a:cubicBezTo>
                    <a:pt x="3" y="7"/>
                    <a:pt x="3" y="7"/>
                    <a:pt x="2" y="7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4"/>
                    <a:pt x="4" y="4"/>
                    <a:pt x="4" y="4"/>
                  </a:cubicBezTo>
                  <a:moveTo>
                    <a:pt x="5" y="4"/>
                  </a:moveTo>
                  <a:cubicBezTo>
                    <a:pt x="5" y="3"/>
                    <a:pt x="5" y="3"/>
                    <a:pt x="5" y="3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1" y="8"/>
                    <a:pt x="1" y="8"/>
                    <a:pt x="1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4" y="7"/>
                    <a:pt x="4" y="7"/>
                    <a:pt x="4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4"/>
                    <a:pt x="5" y="4"/>
                    <a:pt x="5" y="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F01852E3-14D1-646D-E53E-255754BC0D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05852" y="2465003"/>
              <a:ext cx="16273" cy="26036"/>
            </a:xfrm>
            <a:custGeom>
              <a:avLst/>
              <a:gdLst>
                <a:gd name="T0" fmla="*/ 4 w 5"/>
                <a:gd name="T1" fmla="*/ 3 h 8"/>
                <a:gd name="T2" fmla="*/ 4 w 5"/>
                <a:gd name="T3" fmla="*/ 3 h 8"/>
                <a:gd name="T4" fmla="*/ 3 w 5"/>
                <a:gd name="T5" fmla="*/ 4 h 8"/>
                <a:gd name="T6" fmla="*/ 3 w 5"/>
                <a:gd name="T7" fmla="*/ 4 h 8"/>
                <a:gd name="T8" fmla="*/ 2 w 5"/>
                <a:gd name="T9" fmla="*/ 4 h 8"/>
                <a:gd name="T10" fmla="*/ 2 w 5"/>
                <a:gd name="T11" fmla="*/ 4 h 8"/>
                <a:gd name="T12" fmla="*/ 1 w 5"/>
                <a:gd name="T13" fmla="*/ 4 h 8"/>
                <a:gd name="T14" fmla="*/ 1 w 5"/>
                <a:gd name="T15" fmla="*/ 3 h 8"/>
                <a:gd name="T16" fmla="*/ 1 w 5"/>
                <a:gd name="T17" fmla="*/ 3 h 8"/>
                <a:gd name="T18" fmla="*/ 1 w 5"/>
                <a:gd name="T19" fmla="*/ 2 h 8"/>
                <a:gd name="T20" fmla="*/ 1 w 5"/>
                <a:gd name="T21" fmla="*/ 2 h 8"/>
                <a:gd name="T22" fmla="*/ 2 w 5"/>
                <a:gd name="T23" fmla="*/ 1 h 8"/>
                <a:gd name="T24" fmla="*/ 2 w 5"/>
                <a:gd name="T25" fmla="*/ 1 h 8"/>
                <a:gd name="T26" fmla="*/ 3 w 5"/>
                <a:gd name="T27" fmla="*/ 1 h 8"/>
                <a:gd name="T28" fmla="*/ 4 w 5"/>
                <a:gd name="T29" fmla="*/ 2 h 8"/>
                <a:gd name="T30" fmla="*/ 4 w 5"/>
                <a:gd name="T31" fmla="*/ 2 h 8"/>
                <a:gd name="T32" fmla="*/ 4 w 5"/>
                <a:gd name="T33" fmla="*/ 3 h 8"/>
                <a:gd name="T34" fmla="*/ 5 w 5"/>
                <a:gd name="T35" fmla="*/ 4 h 8"/>
                <a:gd name="T36" fmla="*/ 5 w 5"/>
                <a:gd name="T37" fmla="*/ 2 h 8"/>
                <a:gd name="T38" fmla="*/ 4 w 5"/>
                <a:gd name="T39" fmla="*/ 1 h 8"/>
                <a:gd name="T40" fmla="*/ 3 w 5"/>
                <a:gd name="T41" fmla="*/ 0 h 8"/>
                <a:gd name="T42" fmla="*/ 2 w 5"/>
                <a:gd name="T43" fmla="*/ 0 h 8"/>
                <a:gd name="T44" fmla="*/ 1 w 5"/>
                <a:gd name="T45" fmla="*/ 0 h 8"/>
                <a:gd name="T46" fmla="*/ 1 w 5"/>
                <a:gd name="T47" fmla="*/ 1 h 8"/>
                <a:gd name="T48" fmla="*/ 0 w 5"/>
                <a:gd name="T49" fmla="*/ 2 h 8"/>
                <a:gd name="T50" fmla="*/ 0 w 5"/>
                <a:gd name="T51" fmla="*/ 3 h 8"/>
                <a:gd name="T52" fmla="*/ 0 w 5"/>
                <a:gd name="T53" fmla="*/ 4 h 8"/>
                <a:gd name="T54" fmla="*/ 1 w 5"/>
                <a:gd name="T55" fmla="*/ 5 h 8"/>
                <a:gd name="T56" fmla="*/ 1 w 5"/>
                <a:gd name="T57" fmla="*/ 5 h 8"/>
                <a:gd name="T58" fmla="*/ 2 w 5"/>
                <a:gd name="T59" fmla="*/ 5 h 8"/>
                <a:gd name="T60" fmla="*/ 3 w 5"/>
                <a:gd name="T61" fmla="*/ 5 h 8"/>
                <a:gd name="T62" fmla="*/ 4 w 5"/>
                <a:gd name="T63" fmla="*/ 4 h 8"/>
                <a:gd name="T64" fmla="*/ 4 w 5"/>
                <a:gd name="T65" fmla="*/ 4 h 8"/>
                <a:gd name="T66" fmla="*/ 4 w 5"/>
                <a:gd name="T67" fmla="*/ 6 h 8"/>
                <a:gd name="T68" fmla="*/ 2 w 5"/>
                <a:gd name="T69" fmla="*/ 7 h 8"/>
                <a:gd name="T70" fmla="*/ 1 w 5"/>
                <a:gd name="T71" fmla="*/ 7 h 8"/>
                <a:gd name="T72" fmla="*/ 1 w 5"/>
                <a:gd name="T73" fmla="*/ 6 h 8"/>
                <a:gd name="T74" fmla="*/ 0 w 5"/>
                <a:gd name="T75" fmla="*/ 6 h 8"/>
                <a:gd name="T76" fmla="*/ 1 w 5"/>
                <a:gd name="T77" fmla="*/ 7 h 8"/>
                <a:gd name="T78" fmla="*/ 2 w 5"/>
                <a:gd name="T79" fmla="*/ 8 h 8"/>
                <a:gd name="T80" fmla="*/ 4 w 5"/>
                <a:gd name="T81" fmla="*/ 7 h 8"/>
                <a:gd name="T82" fmla="*/ 5 w 5"/>
                <a:gd name="T83" fmla="*/ 4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5" h="8">
                  <a:moveTo>
                    <a:pt x="4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3"/>
                    <a:pt x="4" y="3"/>
                    <a:pt x="4" y="3"/>
                  </a:cubicBezTo>
                  <a:moveTo>
                    <a:pt x="5" y="4"/>
                  </a:moveTo>
                  <a:cubicBezTo>
                    <a:pt x="5" y="3"/>
                    <a:pt x="5" y="3"/>
                    <a:pt x="5" y="2"/>
                  </a:cubicBezTo>
                  <a:cubicBezTo>
                    <a:pt x="5" y="2"/>
                    <a:pt x="4" y="1"/>
                    <a:pt x="4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3" y="5"/>
                    <a:pt x="3" y="5"/>
                    <a:pt x="3" y="5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4" y="5"/>
                    <a:pt x="4" y="6"/>
                    <a:pt x="4" y="6"/>
                  </a:cubicBezTo>
                  <a:cubicBezTo>
                    <a:pt x="3" y="7"/>
                    <a:pt x="3" y="7"/>
                    <a:pt x="2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1" y="7"/>
                    <a:pt x="1" y="6"/>
                    <a:pt x="1" y="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7"/>
                    <a:pt x="0" y="7"/>
                    <a:pt x="1" y="7"/>
                  </a:cubicBezTo>
                  <a:cubicBezTo>
                    <a:pt x="1" y="8"/>
                    <a:pt x="2" y="8"/>
                    <a:pt x="2" y="8"/>
                  </a:cubicBezTo>
                  <a:cubicBezTo>
                    <a:pt x="3" y="8"/>
                    <a:pt x="4" y="8"/>
                    <a:pt x="4" y="7"/>
                  </a:cubicBezTo>
                  <a:cubicBezTo>
                    <a:pt x="5" y="6"/>
                    <a:pt x="5" y="5"/>
                    <a:pt x="5" y="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50" name="Rectangle 21">
              <a:extLst>
                <a:ext uri="{FF2B5EF4-FFF2-40B4-BE49-F238E27FC236}">
                  <a16:creationId xmlns:a16="http://schemas.microsoft.com/office/drawing/2014/main" id="{A7D9F17C-6AB3-4A02-0709-989DA0EE0F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28634" y="2487787"/>
              <a:ext cx="3255" cy="325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51" name="Rectangle 22">
              <a:extLst>
                <a:ext uri="{FF2B5EF4-FFF2-40B4-BE49-F238E27FC236}">
                  <a16:creationId xmlns:a16="http://schemas.microsoft.com/office/drawing/2014/main" id="{E09212EC-5A00-63BF-B1C0-BFAF1DE2EE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28634" y="2471514"/>
              <a:ext cx="3255" cy="325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122D7EE1-92CA-EBA8-38FC-4AE4F19DBDB6}"/>
                </a:ext>
              </a:extLst>
            </p:cNvPr>
            <p:cNvSpPr>
              <a:spLocks/>
            </p:cNvSpPr>
            <p:nvPr/>
          </p:nvSpPr>
          <p:spPr bwMode="auto">
            <a:xfrm>
              <a:off x="7356452" y="2461748"/>
              <a:ext cx="29291" cy="13018"/>
            </a:xfrm>
            <a:custGeom>
              <a:avLst/>
              <a:gdLst>
                <a:gd name="T0" fmla="*/ 0 w 9"/>
                <a:gd name="T1" fmla="*/ 3 h 4"/>
                <a:gd name="T2" fmla="*/ 1 w 9"/>
                <a:gd name="T3" fmla="*/ 4 h 4"/>
                <a:gd name="T4" fmla="*/ 4 w 9"/>
                <a:gd name="T5" fmla="*/ 3 h 4"/>
                <a:gd name="T6" fmla="*/ 8 w 9"/>
                <a:gd name="T7" fmla="*/ 4 h 4"/>
                <a:gd name="T8" fmla="*/ 9 w 9"/>
                <a:gd name="T9" fmla="*/ 3 h 4"/>
                <a:gd name="T10" fmla="*/ 0 w 9"/>
                <a:gd name="T11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" h="4">
                  <a:moveTo>
                    <a:pt x="0" y="3"/>
                  </a:moveTo>
                  <a:cubicBezTo>
                    <a:pt x="0" y="3"/>
                    <a:pt x="0" y="4"/>
                    <a:pt x="1" y="4"/>
                  </a:cubicBezTo>
                  <a:cubicBezTo>
                    <a:pt x="2" y="3"/>
                    <a:pt x="3" y="3"/>
                    <a:pt x="4" y="3"/>
                  </a:cubicBezTo>
                  <a:cubicBezTo>
                    <a:pt x="6" y="3"/>
                    <a:pt x="7" y="3"/>
                    <a:pt x="8" y="4"/>
                  </a:cubicBezTo>
                  <a:cubicBezTo>
                    <a:pt x="8" y="4"/>
                    <a:pt x="9" y="3"/>
                    <a:pt x="9" y="3"/>
                  </a:cubicBezTo>
                  <a:cubicBezTo>
                    <a:pt x="6" y="0"/>
                    <a:pt x="2" y="0"/>
                    <a:pt x="0" y="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7D2A0F34-E653-59B3-16A2-261848B27AB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415034" y="2465003"/>
              <a:ext cx="48818" cy="26036"/>
            </a:xfrm>
            <a:custGeom>
              <a:avLst/>
              <a:gdLst>
                <a:gd name="T0" fmla="*/ 11 w 15"/>
                <a:gd name="T1" fmla="*/ 7 h 8"/>
                <a:gd name="T2" fmla="*/ 10 w 15"/>
                <a:gd name="T3" fmla="*/ 7 h 8"/>
                <a:gd name="T4" fmla="*/ 2 w 15"/>
                <a:gd name="T5" fmla="*/ 7 h 8"/>
                <a:gd name="T6" fmla="*/ 1 w 15"/>
                <a:gd name="T7" fmla="*/ 6 h 8"/>
                <a:gd name="T8" fmla="*/ 1 w 15"/>
                <a:gd name="T9" fmla="*/ 2 h 8"/>
                <a:gd name="T10" fmla="*/ 2 w 15"/>
                <a:gd name="T11" fmla="*/ 1 h 8"/>
                <a:gd name="T12" fmla="*/ 10 w 15"/>
                <a:gd name="T13" fmla="*/ 1 h 8"/>
                <a:gd name="T14" fmla="*/ 11 w 15"/>
                <a:gd name="T15" fmla="*/ 2 h 8"/>
                <a:gd name="T16" fmla="*/ 11 w 15"/>
                <a:gd name="T17" fmla="*/ 7 h 8"/>
                <a:gd name="T18" fmla="*/ 15 w 15"/>
                <a:gd name="T19" fmla="*/ 6 h 8"/>
                <a:gd name="T20" fmla="*/ 15 w 15"/>
                <a:gd name="T21" fmla="*/ 2 h 8"/>
                <a:gd name="T22" fmla="*/ 13 w 15"/>
                <a:gd name="T23" fmla="*/ 0 h 8"/>
                <a:gd name="T24" fmla="*/ 2 w 15"/>
                <a:gd name="T25" fmla="*/ 0 h 8"/>
                <a:gd name="T26" fmla="*/ 0 w 15"/>
                <a:gd name="T27" fmla="*/ 2 h 8"/>
                <a:gd name="T28" fmla="*/ 0 w 15"/>
                <a:gd name="T29" fmla="*/ 6 h 8"/>
                <a:gd name="T30" fmla="*/ 2 w 15"/>
                <a:gd name="T31" fmla="*/ 8 h 8"/>
                <a:gd name="T32" fmla="*/ 7 w 15"/>
                <a:gd name="T33" fmla="*/ 8 h 8"/>
                <a:gd name="T34" fmla="*/ 13 w 15"/>
                <a:gd name="T35" fmla="*/ 8 h 8"/>
                <a:gd name="T36" fmla="*/ 15 w 15"/>
                <a:gd name="T37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" h="8">
                  <a:moveTo>
                    <a:pt x="11" y="7"/>
                  </a:moveTo>
                  <a:cubicBezTo>
                    <a:pt x="10" y="7"/>
                    <a:pt x="10" y="7"/>
                    <a:pt x="10" y="7"/>
                  </a:cubicBezTo>
                  <a:cubicBezTo>
                    <a:pt x="8" y="7"/>
                    <a:pt x="5" y="7"/>
                    <a:pt x="2" y="7"/>
                  </a:cubicBezTo>
                  <a:cubicBezTo>
                    <a:pt x="2" y="7"/>
                    <a:pt x="1" y="6"/>
                    <a:pt x="1" y="6"/>
                  </a:cubicBezTo>
                  <a:cubicBezTo>
                    <a:pt x="1" y="5"/>
                    <a:pt x="1" y="3"/>
                    <a:pt x="1" y="2"/>
                  </a:cubicBezTo>
                  <a:cubicBezTo>
                    <a:pt x="1" y="2"/>
                    <a:pt x="2" y="1"/>
                    <a:pt x="2" y="1"/>
                  </a:cubicBezTo>
                  <a:cubicBezTo>
                    <a:pt x="5" y="1"/>
                    <a:pt x="8" y="1"/>
                    <a:pt x="10" y="1"/>
                  </a:cubicBezTo>
                  <a:cubicBezTo>
                    <a:pt x="11" y="2"/>
                    <a:pt x="11" y="2"/>
                    <a:pt x="11" y="2"/>
                  </a:cubicBezTo>
                  <a:lnTo>
                    <a:pt x="11" y="7"/>
                  </a:lnTo>
                  <a:close/>
                  <a:moveTo>
                    <a:pt x="15" y="6"/>
                  </a:moveTo>
                  <a:cubicBezTo>
                    <a:pt x="15" y="5"/>
                    <a:pt x="15" y="3"/>
                    <a:pt x="15" y="2"/>
                  </a:cubicBezTo>
                  <a:cubicBezTo>
                    <a:pt x="15" y="1"/>
                    <a:pt x="14" y="0"/>
                    <a:pt x="13" y="0"/>
                  </a:cubicBezTo>
                  <a:cubicBezTo>
                    <a:pt x="9" y="0"/>
                    <a:pt x="6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3"/>
                    <a:pt x="0" y="5"/>
                    <a:pt x="0" y="6"/>
                  </a:cubicBezTo>
                  <a:cubicBezTo>
                    <a:pt x="0" y="7"/>
                    <a:pt x="1" y="8"/>
                    <a:pt x="2" y="8"/>
                  </a:cubicBezTo>
                  <a:cubicBezTo>
                    <a:pt x="4" y="8"/>
                    <a:pt x="6" y="8"/>
                    <a:pt x="7" y="8"/>
                  </a:cubicBezTo>
                  <a:cubicBezTo>
                    <a:pt x="9" y="8"/>
                    <a:pt x="11" y="8"/>
                    <a:pt x="13" y="8"/>
                  </a:cubicBezTo>
                  <a:cubicBezTo>
                    <a:pt x="14" y="8"/>
                    <a:pt x="15" y="7"/>
                    <a:pt x="15" y="6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54" name="Oval 25">
              <a:extLst>
                <a:ext uri="{FF2B5EF4-FFF2-40B4-BE49-F238E27FC236}">
                  <a16:creationId xmlns:a16="http://schemas.microsoft.com/office/drawing/2014/main" id="{3CB44780-2078-D6B1-E48E-7C54AD0A10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66215" y="2484530"/>
              <a:ext cx="9764" cy="650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A3DAAA32-76B2-1C98-3781-0D2FC824C55D}"/>
                </a:ext>
              </a:extLst>
            </p:cNvPr>
            <p:cNvSpPr>
              <a:spLocks/>
            </p:cNvSpPr>
            <p:nvPr/>
          </p:nvSpPr>
          <p:spPr bwMode="auto">
            <a:xfrm>
              <a:off x="7359704" y="2471514"/>
              <a:ext cx="19527" cy="9764"/>
            </a:xfrm>
            <a:custGeom>
              <a:avLst/>
              <a:gdLst>
                <a:gd name="T0" fmla="*/ 0 w 6"/>
                <a:gd name="T1" fmla="*/ 2 h 3"/>
                <a:gd name="T2" fmla="*/ 2 w 6"/>
                <a:gd name="T3" fmla="*/ 3 h 3"/>
                <a:gd name="T4" fmla="*/ 3 w 6"/>
                <a:gd name="T5" fmla="*/ 3 h 3"/>
                <a:gd name="T6" fmla="*/ 5 w 6"/>
                <a:gd name="T7" fmla="*/ 3 h 3"/>
                <a:gd name="T8" fmla="*/ 6 w 6"/>
                <a:gd name="T9" fmla="*/ 2 h 3"/>
                <a:gd name="T10" fmla="*/ 0 w 6"/>
                <a:gd name="T11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">
                  <a:moveTo>
                    <a:pt x="0" y="2"/>
                  </a:moveTo>
                  <a:cubicBezTo>
                    <a:pt x="1" y="3"/>
                    <a:pt x="1" y="3"/>
                    <a:pt x="2" y="3"/>
                  </a:cubicBezTo>
                  <a:cubicBezTo>
                    <a:pt x="2" y="3"/>
                    <a:pt x="3" y="3"/>
                    <a:pt x="3" y="3"/>
                  </a:cubicBezTo>
                  <a:cubicBezTo>
                    <a:pt x="4" y="3"/>
                    <a:pt x="4" y="3"/>
                    <a:pt x="5" y="3"/>
                  </a:cubicBezTo>
                  <a:cubicBezTo>
                    <a:pt x="5" y="3"/>
                    <a:pt x="6" y="3"/>
                    <a:pt x="6" y="2"/>
                  </a:cubicBezTo>
                  <a:cubicBezTo>
                    <a:pt x="5" y="0"/>
                    <a:pt x="2" y="0"/>
                    <a:pt x="0" y="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95CA3718-7F2B-CDDD-2A9C-717F0507A6B1}"/>
                </a:ext>
              </a:extLst>
            </p:cNvPr>
            <p:cNvSpPr>
              <a:spLocks/>
            </p:cNvSpPr>
            <p:nvPr/>
          </p:nvSpPr>
          <p:spPr bwMode="auto">
            <a:xfrm>
              <a:off x="7291361" y="2481278"/>
              <a:ext cx="9764" cy="9764"/>
            </a:xfrm>
            <a:custGeom>
              <a:avLst/>
              <a:gdLst>
                <a:gd name="T0" fmla="*/ 2 w 3"/>
                <a:gd name="T1" fmla="*/ 0 h 3"/>
                <a:gd name="T2" fmla="*/ 2 w 3"/>
                <a:gd name="T3" fmla="*/ 0 h 3"/>
                <a:gd name="T4" fmla="*/ 0 w 3"/>
                <a:gd name="T5" fmla="*/ 1 h 3"/>
                <a:gd name="T6" fmla="*/ 0 w 3"/>
                <a:gd name="T7" fmla="*/ 2 h 3"/>
                <a:gd name="T8" fmla="*/ 2 w 3"/>
                <a:gd name="T9" fmla="*/ 3 h 3"/>
                <a:gd name="T10" fmla="*/ 2 w 3"/>
                <a:gd name="T11" fmla="*/ 3 h 3"/>
                <a:gd name="T12" fmla="*/ 3 w 3"/>
                <a:gd name="T13" fmla="*/ 2 h 3"/>
                <a:gd name="T14" fmla="*/ 3 w 3"/>
                <a:gd name="T15" fmla="*/ 1 h 3"/>
                <a:gd name="T16" fmla="*/ 2 w 3"/>
                <a:gd name="T1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" h="3">
                  <a:moveTo>
                    <a:pt x="2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1" y="3"/>
                    <a:pt x="2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3" y="3"/>
                    <a:pt x="3" y="3"/>
                    <a:pt x="3" y="2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3" y="0"/>
                    <a:pt x="2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84EE0685-B581-C94D-608A-58D866F3F606}"/>
                </a:ext>
              </a:extLst>
            </p:cNvPr>
            <p:cNvSpPr>
              <a:spLocks/>
            </p:cNvSpPr>
            <p:nvPr/>
          </p:nvSpPr>
          <p:spPr bwMode="auto">
            <a:xfrm>
              <a:off x="7320650" y="2465003"/>
              <a:ext cx="6509" cy="26036"/>
            </a:xfrm>
            <a:custGeom>
              <a:avLst/>
              <a:gdLst>
                <a:gd name="T0" fmla="*/ 1 w 2"/>
                <a:gd name="T1" fmla="*/ 0 h 8"/>
                <a:gd name="T2" fmla="*/ 1 w 2"/>
                <a:gd name="T3" fmla="*/ 0 h 8"/>
                <a:gd name="T4" fmla="*/ 0 w 2"/>
                <a:gd name="T5" fmla="*/ 1 h 8"/>
                <a:gd name="T6" fmla="*/ 0 w 2"/>
                <a:gd name="T7" fmla="*/ 7 h 8"/>
                <a:gd name="T8" fmla="*/ 1 w 2"/>
                <a:gd name="T9" fmla="*/ 8 h 8"/>
                <a:gd name="T10" fmla="*/ 1 w 2"/>
                <a:gd name="T11" fmla="*/ 8 h 8"/>
                <a:gd name="T12" fmla="*/ 2 w 2"/>
                <a:gd name="T13" fmla="*/ 7 h 8"/>
                <a:gd name="T14" fmla="*/ 2 w 2"/>
                <a:gd name="T15" fmla="*/ 1 h 8"/>
                <a:gd name="T16" fmla="*/ 1 w 2"/>
                <a:gd name="T17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" h="8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8"/>
                    <a:pt x="0" y="8"/>
                    <a:pt x="1" y="8"/>
                  </a:cubicBezTo>
                  <a:cubicBezTo>
                    <a:pt x="1" y="8"/>
                    <a:pt x="1" y="8"/>
                    <a:pt x="1" y="8"/>
                  </a:cubicBezTo>
                  <a:cubicBezTo>
                    <a:pt x="2" y="8"/>
                    <a:pt x="2" y="8"/>
                    <a:pt x="2" y="7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0"/>
                    <a:pt x="1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16709050-CD05-9428-FD63-F29E6000D530}"/>
                </a:ext>
              </a:extLst>
            </p:cNvPr>
            <p:cNvSpPr>
              <a:spLocks/>
            </p:cNvSpPr>
            <p:nvPr/>
          </p:nvSpPr>
          <p:spPr bwMode="auto">
            <a:xfrm>
              <a:off x="7213250" y="2465003"/>
              <a:ext cx="26036" cy="26036"/>
            </a:xfrm>
            <a:custGeom>
              <a:avLst/>
              <a:gdLst>
                <a:gd name="T0" fmla="*/ 12 w 16"/>
                <a:gd name="T1" fmla="*/ 0 h 16"/>
                <a:gd name="T2" fmla="*/ 8 w 16"/>
                <a:gd name="T3" fmla="*/ 14 h 16"/>
                <a:gd name="T4" fmla="*/ 4 w 16"/>
                <a:gd name="T5" fmla="*/ 0 h 16"/>
                <a:gd name="T6" fmla="*/ 0 w 16"/>
                <a:gd name="T7" fmla="*/ 0 h 16"/>
                <a:gd name="T8" fmla="*/ 0 w 16"/>
                <a:gd name="T9" fmla="*/ 16 h 16"/>
                <a:gd name="T10" fmla="*/ 2 w 16"/>
                <a:gd name="T11" fmla="*/ 16 h 16"/>
                <a:gd name="T12" fmla="*/ 2 w 16"/>
                <a:gd name="T13" fmla="*/ 4 h 16"/>
                <a:gd name="T14" fmla="*/ 2 w 16"/>
                <a:gd name="T15" fmla="*/ 4 h 16"/>
                <a:gd name="T16" fmla="*/ 8 w 16"/>
                <a:gd name="T17" fmla="*/ 16 h 16"/>
                <a:gd name="T18" fmla="*/ 8 w 16"/>
                <a:gd name="T19" fmla="*/ 16 h 16"/>
                <a:gd name="T20" fmla="*/ 14 w 16"/>
                <a:gd name="T21" fmla="*/ 4 h 16"/>
                <a:gd name="T22" fmla="*/ 14 w 16"/>
                <a:gd name="T23" fmla="*/ 4 h 16"/>
                <a:gd name="T24" fmla="*/ 14 w 16"/>
                <a:gd name="T25" fmla="*/ 16 h 16"/>
                <a:gd name="T26" fmla="*/ 16 w 16"/>
                <a:gd name="T27" fmla="*/ 16 h 16"/>
                <a:gd name="T28" fmla="*/ 16 w 16"/>
                <a:gd name="T29" fmla="*/ 0 h 16"/>
                <a:gd name="T30" fmla="*/ 12 w 16"/>
                <a:gd name="T3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6" h="16">
                  <a:moveTo>
                    <a:pt x="12" y="0"/>
                  </a:moveTo>
                  <a:lnTo>
                    <a:pt x="8" y="14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16"/>
                  </a:lnTo>
                  <a:lnTo>
                    <a:pt x="2" y="16"/>
                  </a:lnTo>
                  <a:lnTo>
                    <a:pt x="2" y="4"/>
                  </a:lnTo>
                  <a:lnTo>
                    <a:pt x="2" y="4"/>
                  </a:lnTo>
                  <a:lnTo>
                    <a:pt x="8" y="16"/>
                  </a:lnTo>
                  <a:lnTo>
                    <a:pt x="8" y="16"/>
                  </a:lnTo>
                  <a:lnTo>
                    <a:pt x="14" y="4"/>
                  </a:lnTo>
                  <a:lnTo>
                    <a:pt x="14" y="4"/>
                  </a:lnTo>
                  <a:lnTo>
                    <a:pt x="14" y="16"/>
                  </a:lnTo>
                  <a:lnTo>
                    <a:pt x="16" y="16"/>
                  </a:lnTo>
                  <a:lnTo>
                    <a:pt x="16" y="0"/>
                  </a:lnTo>
                  <a:lnTo>
                    <a:pt x="12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  <p:sp>
          <p:nvSpPr>
            <p:cNvPr id="59" name="Freeform 30">
              <a:extLst>
                <a:ext uri="{FF2B5EF4-FFF2-40B4-BE49-F238E27FC236}">
                  <a16:creationId xmlns:a16="http://schemas.microsoft.com/office/drawing/2014/main" id="{0D56973C-987D-FEB3-4C32-C3DE5DF6D740}"/>
                </a:ext>
              </a:extLst>
            </p:cNvPr>
            <p:cNvSpPr>
              <a:spLocks/>
            </p:cNvSpPr>
            <p:nvPr/>
          </p:nvSpPr>
          <p:spPr bwMode="auto">
            <a:xfrm>
              <a:off x="7307632" y="2471512"/>
              <a:ext cx="6509" cy="19527"/>
            </a:xfrm>
            <a:custGeom>
              <a:avLst/>
              <a:gdLst>
                <a:gd name="T0" fmla="*/ 1 w 2"/>
                <a:gd name="T1" fmla="*/ 0 h 6"/>
                <a:gd name="T2" fmla="*/ 1 w 2"/>
                <a:gd name="T3" fmla="*/ 0 h 6"/>
                <a:gd name="T4" fmla="*/ 0 w 2"/>
                <a:gd name="T5" fmla="*/ 2 h 6"/>
                <a:gd name="T6" fmla="*/ 0 w 2"/>
                <a:gd name="T7" fmla="*/ 5 h 6"/>
                <a:gd name="T8" fmla="*/ 1 w 2"/>
                <a:gd name="T9" fmla="*/ 6 h 6"/>
                <a:gd name="T10" fmla="*/ 1 w 2"/>
                <a:gd name="T11" fmla="*/ 6 h 6"/>
                <a:gd name="T12" fmla="*/ 2 w 2"/>
                <a:gd name="T13" fmla="*/ 5 h 6"/>
                <a:gd name="T14" fmla="*/ 2 w 2"/>
                <a:gd name="T15" fmla="*/ 2 h 6"/>
                <a:gd name="T16" fmla="*/ 1 w 2"/>
                <a:gd name="T17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" h="6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2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2" y="6"/>
                    <a:pt x="2" y="6"/>
                    <a:pt x="2" y="5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en-US" sz="800"/>
            </a:p>
          </p:txBody>
        </p:sp>
      </p:grpSp>
      <p:sp>
        <p:nvSpPr>
          <p:cNvPr id="61" name="Bildplatzhalter 37">
            <a:extLst>
              <a:ext uri="{FF2B5EF4-FFF2-40B4-BE49-F238E27FC236}">
                <a16:creationId xmlns:a16="http://schemas.microsoft.com/office/drawing/2014/main" id="{5DB36E10-0B18-98AE-4315-78BDED8894A5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087155" y="2431904"/>
            <a:ext cx="2510152" cy="3276014"/>
          </a:xfrm>
          <a:custGeom>
            <a:avLst/>
            <a:gdLst>
              <a:gd name="connsiteX0" fmla="*/ 106268 w 2517211"/>
              <a:gd name="connsiteY0" fmla="*/ 0 h 3285589"/>
              <a:gd name="connsiteX1" fmla="*/ 2410944 w 2517211"/>
              <a:gd name="connsiteY1" fmla="*/ 0 h 3285589"/>
              <a:gd name="connsiteX2" fmla="*/ 2517211 w 2517211"/>
              <a:gd name="connsiteY2" fmla="*/ 105139 h 3285589"/>
              <a:gd name="connsiteX3" fmla="*/ 2517211 w 2517211"/>
              <a:gd name="connsiteY3" fmla="*/ 3180451 h 3285589"/>
              <a:gd name="connsiteX4" fmla="*/ 2410944 w 2517211"/>
              <a:gd name="connsiteY4" fmla="*/ 3285589 h 3285589"/>
              <a:gd name="connsiteX5" fmla="*/ 106268 w 2517211"/>
              <a:gd name="connsiteY5" fmla="*/ 3285589 h 3285589"/>
              <a:gd name="connsiteX6" fmla="*/ 0 w 2517211"/>
              <a:gd name="connsiteY6" fmla="*/ 3180451 h 3285589"/>
              <a:gd name="connsiteX7" fmla="*/ 0 w 2517211"/>
              <a:gd name="connsiteY7" fmla="*/ 105139 h 3285589"/>
              <a:gd name="connsiteX8" fmla="*/ 106268 w 2517211"/>
              <a:gd name="connsiteY8" fmla="*/ 0 h 3285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17211" h="3285589">
                <a:moveTo>
                  <a:pt x="106268" y="0"/>
                </a:moveTo>
                <a:cubicBezTo>
                  <a:pt x="2410944" y="0"/>
                  <a:pt x="2410944" y="0"/>
                  <a:pt x="2410944" y="0"/>
                </a:cubicBezTo>
                <a:cubicBezTo>
                  <a:pt x="2467399" y="0"/>
                  <a:pt x="2517211" y="49284"/>
                  <a:pt x="2517211" y="105139"/>
                </a:cubicBezTo>
                <a:cubicBezTo>
                  <a:pt x="2517211" y="3180451"/>
                  <a:pt x="2517211" y="3180451"/>
                  <a:pt x="2517211" y="3180451"/>
                </a:cubicBezTo>
                <a:cubicBezTo>
                  <a:pt x="2517211" y="3239591"/>
                  <a:pt x="2467399" y="3285589"/>
                  <a:pt x="2410944" y="3285589"/>
                </a:cubicBezTo>
                <a:cubicBezTo>
                  <a:pt x="106268" y="3285589"/>
                  <a:pt x="106268" y="3285589"/>
                  <a:pt x="106268" y="3285589"/>
                </a:cubicBezTo>
                <a:cubicBezTo>
                  <a:pt x="46493" y="3285589"/>
                  <a:pt x="0" y="3239591"/>
                  <a:pt x="0" y="3180451"/>
                </a:cubicBezTo>
                <a:cubicBezTo>
                  <a:pt x="0" y="105139"/>
                  <a:pt x="0" y="105139"/>
                  <a:pt x="0" y="105139"/>
                </a:cubicBezTo>
                <a:cubicBezTo>
                  <a:pt x="0" y="49284"/>
                  <a:pt x="46493" y="0"/>
                  <a:pt x="106268" y="0"/>
                </a:cubicBezTo>
                <a:close/>
              </a:path>
            </a:pathLst>
          </a:custGeom>
        </p:spPr>
        <p:txBody>
          <a:bodyPr anchor="ctr" anchorCtr="1"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62" name="Freeform 11">
            <a:extLst>
              <a:ext uri="{FF2B5EF4-FFF2-40B4-BE49-F238E27FC236}">
                <a16:creationId xmlns:a16="http://schemas.microsoft.com/office/drawing/2014/main" id="{28B13D21-6B76-712D-579C-747AFB9E670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5073390" y="2380385"/>
            <a:ext cx="2559698" cy="3353808"/>
          </a:xfrm>
          <a:custGeom>
            <a:avLst/>
            <a:gdLst>
              <a:gd name="T0" fmla="*/ 44 w 787"/>
              <a:gd name="T1" fmla="*/ 1018 h 1031"/>
              <a:gd name="T2" fmla="*/ 12 w 787"/>
              <a:gd name="T3" fmla="*/ 986 h 1031"/>
              <a:gd name="T4" fmla="*/ 12 w 787"/>
              <a:gd name="T5" fmla="*/ 50 h 1031"/>
              <a:gd name="T6" fmla="*/ 44 w 787"/>
              <a:gd name="T7" fmla="*/ 18 h 1031"/>
              <a:gd name="T8" fmla="*/ 738 w 787"/>
              <a:gd name="T9" fmla="*/ 18 h 1031"/>
              <a:gd name="T10" fmla="*/ 770 w 787"/>
              <a:gd name="T11" fmla="*/ 50 h 1031"/>
              <a:gd name="T12" fmla="*/ 770 w 787"/>
              <a:gd name="T13" fmla="*/ 986 h 1031"/>
              <a:gd name="T14" fmla="*/ 738 w 787"/>
              <a:gd name="T15" fmla="*/ 1018 h 1031"/>
              <a:gd name="T16" fmla="*/ 44 w 787"/>
              <a:gd name="T17" fmla="*/ 1018 h 1031"/>
              <a:gd name="T18" fmla="*/ 782 w 787"/>
              <a:gd name="T19" fmla="*/ 986 h 1031"/>
              <a:gd name="T20" fmla="*/ 782 w 787"/>
              <a:gd name="T21" fmla="*/ 162 h 1031"/>
              <a:gd name="T22" fmla="*/ 786 w 787"/>
              <a:gd name="T23" fmla="*/ 162 h 1031"/>
              <a:gd name="T24" fmla="*/ 787 w 787"/>
              <a:gd name="T25" fmla="*/ 161 h 1031"/>
              <a:gd name="T26" fmla="*/ 787 w 787"/>
              <a:gd name="T27" fmla="*/ 125 h 1031"/>
              <a:gd name="T28" fmla="*/ 786 w 787"/>
              <a:gd name="T29" fmla="*/ 123 h 1031"/>
              <a:gd name="T30" fmla="*/ 782 w 787"/>
              <a:gd name="T31" fmla="*/ 123 h 1031"/>
              <a:gd name="T32" fmla="*/ 782 w 787"/>
              <a:gd name="T33" fmla="*/ 112 h 1031"/>
              <a:gd name="T34" fmla="*/ 786 w 787"/>
              <a:gd name="T35" fmla="*/ 112 h 1031"/>
              <a:gd name="T36" fmla="*/ 787 w 787"/>
              <a:gd name="T37" fmla="*/ 111 h 1031"/>
              <a:gd name="T38" fmla="*/ 787 w 787"/>
              <a:gd name="T39" fmla="*/ 74 h 1031"/>
              <a:gd name="T40" fmla="*/ 786 w 787"/>
              <a:gd name="T41" fmla="*/ 73 h 1031"/>
              <a:gd name="T42" fmla="*/ 782 w 787"/>
              <a:gd name="T43" fmla="*/ 73 h 1031"/>
              <a:gd name="T44" fmla="*/ 782 w 787"/>
              <a:gd name="T45" fmla="*/ 50 h 1031"/>
              <a:gd name="T46" fmla="*/ 738 w 787"/>
              <a:gd name="T47" fmla="*/ 6 h 1031"/>
              <a:gd name="T48" fmla="*/ 738 w 787"/>
              <a:gd name="T49" fmla="*/ 1 h 1031"/>
              <a:gd name="T50" fmla="*/ 737 w 787"/>
              <a:gd name="T51" fmla="*/ 0 h 1031"/>
              <a:gd name="T52" fmla="*/ 701 w 787"/>
              <a:gd name="T53" fmla="*/ 0 h 1031"/>
              <a:gd name="T54" fmla="*/ 699 w 787"/>
              <a:gd name="T55" fmla="*/ 1 h 1031"/>
              <a:gd name="T56" fmla="*/ 699 w 787"/>
              <a:gd name="T57" fmla="*/ 6 h 1031"/>
              <a:gd name="T58" fmla="*/ 44 w 787"/>
              <a:gd name="T59" fmla="*/ 6 h 1031"/>
              <a:gd name="T60" fmla="*/ 0 w 787"/>
              <a:gd name="T61" fmla="*/ 50 h 1031"/>
              <a:gd name="T62" fmla="*/ 0 w 787"/>
              <a:gd name="T63" fmla="*/ 986 h 1031"/>
              <a:gd name="T64" fmla="*/ 44 w 787"/>
              <a:gd name="T65" fmla="*/ 1031 h 1031"/>
              <a:gd name="T66" fmla="*/ 738 w 787"/>
              <a:gd name="T67" fmla="*/ 1031 h 1031"/>
              <a:gd name="T68" fmla="*/ 782 w 787"/>
              <a:gd name="T69" fmla="*/ 986 h 103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787" h="1031">
                <a:moveTo>
                  <a:pt x="44" y="1018"/>
                </a:moveTo>
                <a:cubicBezTo>
                  <a:pt x="26" y="1018"/>
                  <a:pt x="12" y="1004"/>
                  <a:pt x="12" y="986"/>
                </a:cubicBezTo>
                <a:cubicBezTo>
                  <a:pt x="12" y="50"/>
                  <a:pt x="12" y="50"/>
                  <a:pt x="12" y="50"/>
                </a:cubicBezTo>
                <a:cubicBezTo>
                  <a:pt x="12" y="33"/>
                  <a:pt x="26" y="18"/>
                  <a:pt x="44" y="18"/>
                </a:cubicBezTo>
                <a:cubicBezTo>
                  <a:pt x="738" y="18"/>
                  <a:pt x="738" y="18"/>
                  <a:pt x="738" y="18"/>
                </a:cubicBezTo>
                <a:cubicBezTo>
                  <a:pt x="755" y="18"/>
                  <a:pt x="770" y="33"/>
                  <a:pt x="770" y="50"/>
                </a:cubicBezTo>
                <a:cubicBezTo>
                  <a:pt x="770" y="986"/>
                  <a:pt x="770" y="986"/>
                  <a:pt x="770" y="986"/>
                </a:cubicBezTo>
                <a:cubicBezTo>
                  <a:pt x="770" y="1004"/>
                  <a:pt x="755" y="1018"/>
                  <a:pt x="738" y="1018"/>
                </a:cubicBezTo>
                <a:cubicBezTo>
                  <a:pt x="44" y="1018"/>
                  <a:pt x="44" y="1018"/>
                  <a:pt x="44" y="1018"/>
                </a:cubicBezTo>
                <a:moveTo>
                  <a:pt x="782" y="986"/>
                </a:moveTo>
                <a:cubicBezTo>
                  <a:pt x="782" y="162"/>
                  <a:pt x="782" y="162"/>
                  <a:pt x="782" y="162"/>
                </a:cubicBezTo>
                <a:cubicBezTo>
                  <a:pt x="786" y="162"/>
                  <a:pt x="786" y="162"/>
                  <a:pt x="786" y="162"/>
                </a:cubicBezTo>
                <a:cubicBezTo>
                  <a:pt x="787" y="162"/>
                  <a:pt x="787" y="161"/>
                  <a:pt x="787" y="161"/>
                </a:cubicBezTo>
                <a:cubicBezTo>
                  <a:pt x="787" y="125"/>
                  <a:pt x="787" y="125"/>
                  <a:pt x="787" y="125"/>
                </a:cubicBezTo>
                <a:cubicBezTo>
                  <a:pt x="787" y="124"/>
                  <a:pt x="787" y="123"/>
                  <a:pt x="786" y="123"/>
                </a:cubicBezTo>
                <a:cubicBezTo>
                  <a:pt x="782" y="123"/>
                  <a:pt x="782" y="123"/>
                  <a:pt x="782" y="123"/>
                </a:cubicBezTo>
                <a:cubicBezTo>
                  <a:pt x="782" y="112"/>
                  <a:pt x="782" y="112"/>
                  <a:pt x="782" y="112"/>
                </a:cubicBezTo>
                <a:cubicBezTo>
                  <a:pt x="786" y="112"/>
                  <a:pt x="786" y="112"/>
                  <a:pt x="786" y="112"/>
                </a:cubicBezTo>
                <a:cubicBezTo>
                  <a:pt x="787" y="112"/>
                  <a:pt x="787" y="111"/>
                  <a:pt x="787" y="111"/>
                </a:cubicBezTo>
                <a:cubicBezTo>
                  <a:pt x="787" y="74"/>
                  <a:pt x="787" y="74"/>
                  <a:pt x="787" y="74"/>
                </a:cubicBezTo>
                <a:cubicBezTo>
                  <a:pt x="787" y="74"/>
                  <a:pt x="787" y="73"/>
                  <a:pt x="786" y="73"/>
                </a:cubicBezTo>
                <a:cubicBezTo>
                  <a:pt x="782" y="73"/>
                  <a:pt x="782" y="73"/>
                  <a:pt x="782" y="73"/>
                </a:cubicBezTo>
                <a:cubicBezTo>
                  <a:pt x="782" y="50"/>
                  <a:pt x="782" y="50"/>
                  <a:pt x="782" y="50"/>
                </a:cubicBezTo>
                <a:cubicBezTo>
                  <a:pt x="782" y="26"/>
                  <a:pt x="763" y="6"/>
                  <a:pt x="738" y="6"/>
                </a:cubicBezTo>
                <a:cubicBezTo>
                  <a:pt x="738" y="1"/>
                  <a:pt x="738" y="1"/>
                  <a:pt x="738" y="1"/>
                </a:cubicBezTo>
                <a:cubicBezTo>
                  <a:pt x="738" y="0"/>
                  <a:pt x="738" y="0"/>
                  <a:pt x="737" y="0"/>
                </a:cubicBezTo>
                <a:cubicBezTo>
                  <a:pt x="701" y="0"/>
                  <a:pt x="701" y="0"/>
                  <a:pt x="701" y="0"/>
                </a:cubicBezTo>
                <a:cubicBezTo>
                  <a:pt x="700" y="0"/>
                  <a:pt x="699" y="0"/>
                  <a:pt x="699" y="1"/>
                </a:cubicBezTo>
                <a:cubicBezTo>
                  <a:pt x="699" y="6"/>
                  <a:pt x="699" y="6"/>
                  <a:pt x="699" y="6"/>
                </a:cubicBezTo>
                <a:cubicBezTo>
                  <a:pt x="44" y="6"/>
                  <a:pt x="44" y="6"/>
                  <a:pt x="44" y="6"/>
                </a:cubicBezTo>
                <a:cubicBezTo>
                  <a:pt x="19" y="6"/>
                  <a:pt x="0" y="26"/>
                  <a:pt x="0" y="50"/>
                </a:cubicBezTo>
                <a:cubicBezTo>
                  <a:pt x="0" y="986"/>
                  <a:pt x="0" y="986"/>
                  <a:pt x="0" y="986"/>
                </a:cubicBezTo>
                <a:cubicBezTo>
                  <a:pt x="0" y="1011"/>
                  <a:pt x="19" y="1031"/>
                  <a:pt x="44" y="1031"/>
                </a:cubicBezTo>
                <a:cubicBezTo>
                  <a:pt x="738" y="1031"/>
                  <a:pt x="738" y="1031"/>
                  <a:pt x="738" y="1031"/>
                </a:cubicBezTo>
                <a:cubicBezTo>
                  <a:pt x="762" y="1031"/>
                  <a:pt x="782" y="1011"/>
                  <a:pt x="782" y="986"/>
                </a:cubicBezTo>
              </a:path>
            </a:pathLst>
          </a:custGeom>
          <a:solidFill>
            <a:srgbClr val="2F3941"/>
          </a:solidFill>
          <a:ln>
            <a:noFill/>
          </a:ln>
        </p:spPr>
        <p:txBody>
          <a:bodyPr vert="horz" wrap="square" lIns="114942" tIns="57471" rIns="114942" bIns="57471" numCol="1" anchor="ctr" anchorCtr="1" compatLnSpc="1">
            <a:prstTxWarp prst="textNoShape">
              <a:avLst/>
            </a:prstTxWarp>
          </a:bodyPr>
          <a:lstStyle/>
          <a:p>
            <a:endParaRPr lang="en-US" sz="2263"/>
          </a:p>
        </p:txBody>
      </p:sp>
      <p:grpSp>
        <p:nvGrpSpPr>
          <p:cNvPr id="63" name="Group 27">
            <a:extLst>
              <a:ext uri="{FF2B5EF4-FFF2-40B4-BE49-F238E27FC236}">
                <a16:creationId xmlns:a16="http://schemas.microsoft.com/office/drawing/2014/main" id="{493FED0C-F8A8-9E5C-7B0F-0CF4BACAF300}"/>
              </a:ext>
            </a:extLst>
          </p:cNvPr>
          <p:cNvGrpSpPr/>
          <p:nvPr userDrawn="1"/>
        </p:nvGrpSpPr>
        <p:grpSpPr>
          <a:xfrm>
            <a:off x="7105852" y="2461748"/>
            <a:ext cx="364509" cy="29294"/>
            <a:chOff x="7105852" y="2461748"/>
            <a:chExt cx="364509" cy="29294"/>
          </a:xfrm>
        </p:grpSpPr>
        <p:sp>
          <p:nvSpPr>
            <p:cNvPr id="64" name="Freeform 16">
              <a:extLst>
                <a:ext uri="{FF2B5EF4-FFF2-40B4-BE49-F238E27FC236}">
                  <a16:creationId xmlns:a16="http://schemas.microsoft.com/office/drawing/2014/main" id="{D41CE1ED-C9F2-985C-A028-DDF6F2CA584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38398" y="2465003"/>
              <a:ext cx="16273" cy="26036"/>
            </a:xfrm>
            <a:custGeom>
              <a:avLst/>
              <a:gdLst>
                <a:gd name="T0" fmla="*/ 3 w 5"/>
                <a:gd name="T1" fmla="*/ 4 h 8"/>
                <a:gd name="T2" fmla="*/ 3 w 5"/>
                <a:gd name="T3" fmla="*/ 4 h 8"/>
                <a:gd name="T4" fmla="*/ 4 w 5"/>
                <a:gd name="T5" fmla="*/ 3 h 8"/>
                <a:gd name="T6" fmla="*/ 4 w 5"/>
                <a:gd name="T7" fmla="*/ 2 h 8"/>
                <a:gd name="T8" fmla="*/ 4 w 5"/>
                <a:gd name="T9" fmla="*/ 1 h 8"/>
                <a:gd name="T10" fmla="*/ 4 w 5"/>
                <a:gd name="T11" fmla="*/ 1 h 8"/>
                <a:gd name="T12" fmla="*/ 3 w 5"/>
                <a:gd name="T13" fmla="*/ 0 h 8"/>
                <a:gd name="T14" fmla="*/ 2 w 5"/>
                <a:gd name="T15" fmla="*/ 0 h 8"/>
                <a:gd name="T16" fmla="*/ 1 w 5"/>
                <a:gd name="T17" fmla="*/ 0 h 8"/>
                <a:gd name="T18" fmla="*/ 0 w 5"/>
                <a:gd name="T19" fmla="*/ 1 h 8"/>
                <a:gd name="T20" fmla="*/ 0 w 5"/>
                <a:gd name="T21" fmla="*/ 2 h 8"/>
                <a:gd name="T22" fmla="*/ 0 w 5"/>
                <a:gd name="T23" fmla="*/ 3 h 8"/>
                <a:gd name="T24" fmla="*/ 1 w 5"/>
                <a:gd name="T25" fmla="*/ 3 h 8"/>
                <a:gd name="T26" fmla="*/ 1 w 5"/>
                <a:gd name="T27" fmla="*/ 2 h 8"/>
                <a:gd name="T28" fmla="*/ 1 w 5"/>
                <a:gd name="T29" fmla="*/ 2 h 8"/>
                <a:gd name="T30" fmla="*/ 1 w 5"/>
                <a:gd name="T31" fmla="*/ 1 h 8"/>
                <a:gd name="T32" fmla="*/ 2 w 5"/>
                <a:gd name="T33" fmla="*/ 1 h 8"/>
                <a:gd name="T34" fmla="*/ 3 w 5"/>
                <a:gd name="T35" fmla="*/ 1 h 8"/>
                <a:gd name="T36" fmla="*/ 3 w 5"/>
                <a:gd name="T37" fmla="*/ 2 h 8"/>
                <a:gd name="T38" fmla="*/ 3 w 5"/>
                <a:gd name="T39" fmla="*/ 3 h 8"/>
                <a:gd name="T40" fmla="*/ 3 w 5"/>
                <a:gd name="T41" fmla="*/ 3 h 8"/>
                <a:gd name="T42" fmla="*/ 2 w 5"/>
                <a:gd name="T43" fmla="*/ 3 h 8"/>
                <a:gd name="T44" fmla="*/ 2 w 5"/>
                <a:gd name="T45" fmla="*/ 4 h 8"/>
                <a:gd name="T46" fmla="*/ 2 w 5"/>
                <a:gd name="T47" fmla="*/ 4 h 8"/>
                <a:gd name="T48" fmla="*/ 2 w 5"/>
                <a:gd name="T49" fmla="*/ 4 h 8"/>
                <a:gd name="T50" fmla="*/ 2 w 5"/>
                <a:gd name="T51" fmla="*/ 4 h 8"/>
                <a:gd name="T52" fmla="*/ 2 w 5"/>
                <a:gd name="T53" fmla="*/ 4 h 8"/>
                <a:gd name="T54" fmla="*/ 3 w 5"/>
                <a:gd name="T55" fmla="*/ 4 h 8"/>
                <a:gd name="T56" fmla="*/ 3 w 5"/>
                <a:gd name="T57" fmla="*/ 5 h 8"/>
                <a:gd name="T58" fmla="*/ 4 w 5"/>
                <a:gd name="T59" fmla="*/ 5 h 8"/>
                <a:gd name="T60" fmla="*/ 4 w 5"/>
                <a:gd name="T61" fmla="*/ 6 h 8"/>
                <a:gd name="T62" fmla="*/ 4 w 5"/>
                <a:gd name="T63" fmla="*/ 6 h 8"/>
                <a:gd name="T64" fmla="*/ 3 w 5"/>
                <a:gd name="T65" fmla="*/ 7 h 8"/>
                <a:gd name="T66" fmla="*/ 3 w 5"/>
                <a:gd name="T67" fmla="*/ 7 h 8"/>
                <a:gd name="T68" fmla="*/ 2 w 5"/>
                <a:gd name="T69" fmla="*/ 7 h 8"/>
                <a:gd name="T70" fmla="*/ 1 w 5"/>
                <a:gd name="T71" fmla="*/ 7 h 8"/>
                <a:gd name="T72" fmla="*/ 0 w 5"/>
                <a:gd name="T73" fmla="*/ 5 h 8"/>
                <a:gd name="T74" fmla="*/ 0 w 5"/>
                <a:gd name="T75" fmla="*/ 5 h 8"/>
                <a:gd name="T76" fmla="*/ 0 w 5"/>
                <a:gd name="T77" fmla="*/ 6 h 8"/>
                <a:gd name="T78" fmla="*/ 0 w 5"/>
                <a:gd name="T79" fmla="*/ 7 h 8"/>
                <a:gd name="T80" fmla="*/ 1 w 5"/>
                <a:gd name="T81" fmla="*/ 8 h 8"/>
                <a:gd name="T82" fmla="*/ 2 w 5"/>
                <a:gd name="T83" fmla="*/ 8 h 8"/>
                <a:gd name="T84" fmla="*/ 3 w 5"/>
                <a:gd name="T85" fmla="*/ 8 h 8"/>
                <a:gd name="T86" fmla="*/ 4 w 5"/>
                <a:gd name="T87" fmla="*/ 7 h 8"/>
                <a:gd name="T88" fmla="*/ 4 w 5"/>
                <a:gd name="T89" fmla="*/ 7 h 8"/>
                <a:gd name="T90" fmla="*/ 5 w 5"/>
                <a:gd name="T91" fmla="*/ 6 h 8"/>
                <a:gd name="T92" fmla="*/ 4 w 5"/>
                <a:gd name="T93" fmla="*/ 4 h 8"/>
                <a:gd name="T94" fmla="*/ 3 w 5"/>
                <a:gd name="T95" fmla="*/ 4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5" h="8">
                  <a:moveTo>
                    <a:pt x="3" y="4"/>
                  </a:moveTo>
                  <a:cubicBezTo>
                    <a:pt x="3" y="4"/>
                    <a:pt x="3" y="4"/>
                    <a:pt x="3" y="4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3" y="1"/>
                    <a:pt x="3" y="1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5"/>
                    <a:pt x="3" y="5"/>
                    <a:pt x="3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7"/>
                    <a:pt x="3" y="7"/>
                    <a:pt x="3" y="7"/>
                  </a:cubicBezTo>
                  <a:cubicBezTo>
                    <a:pt x="3" y="7"/>
                    <a:pt x="3" y="7"/>
                    <a:pt x="3" y="7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2" y="7"/>
                    <a:pt x="1" y="7"/>
                    <a:pt x="1" y="7"/>
                  </a:cubicBezTo>
                  <a:cubicBezTo>
                    <a:pt x="1" y="6"/>
                    <a:pt x="0" y="6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1" y="8"/>
                    <a:pt x="1" y="8"/>
                    <a:pt x="1" y="8"/>
                  </a:cubicBezTo>
                  <a:cubicBezTo>
                    <a:pt x="1" y="8"/>
                    <a:pt x="2" y="8"/>
                    <a:pt x="2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4" y="7"/>
                    <a:pt x="4" y="7"/>
                    <a:pt x="4" y="7"/>
                  </a:cubicBezTo>
                  <a:cubicBezTo>
                    <a:pt x="4" y="7"/>
                    <a:pt x="4" y="7"/>
                    <a:pt x="4" y="7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5" y="5"/>
                    <a:pt x="4" y="5"/>
                    <a:pt x="4" y="4"/>
                  </a:cubicBezTo>
                  <a:cubicBezTo>
                    <a:pt x="4" y="4"/>
                    <a:pt x="4" y="4"/>
                    <a:pt x="3" y="4"/>
                  </a:cubicBezTo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65" name="Freeform 17">
              <a:extLst>
                <a:ext uri="{FF2B5EF4-FFF2-40B4-BE49-F238E27FC236}">
                  <a16:creationId xmlns:a16="http://schemas.microsoft.com/office/drawing/2014/main" id="{A9818088-90EB-7AD9-AC53-B10B75F91BC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87216" y="2465003"/>
              <a:ext cx="22782" cy="26036"/>
            </a:xfrm>
            <a:custGeom>
              <a:avLst/>
              <a:gdLst>
                <a:gd name="T0" fmla="*/ 6 w 14"/>
                <a:gd name="T1" fmla="*/ 2 h 16"/>
                <a:gd name="T2" fmla="*/ 8 w 14"/>
                <a:gd name="T3" fmla="*/ 2 h 16"/>
                <a:gd name="T4" fmla="*/ 10 w 14"/>
                <a:gd name="T5" fmla="*/ 10 h 16"/>
                <a:gd name="T6" fmla="*/ 4 w 14"/>
                <a:gd name="T7" fmla="*/ 10 h 16"/>
                <a:gd name="T8" fmla="*/ 6 w 14"/>
                <a:gd name="T9" fmla="*/ 2 h 16"/>
                <a:gd name="T10" fmla="*/ 6 w 14"/>
                <a:gd name="T11" fmla="*/ 0 h 16"/>
                <a:gd name="T12" fmla="*/ 0 w 14"/>
                <a:gd name="T13" fmla="*/ 16 h 16"/>
                <a:gd name="T14" fmla="*/ 2 w 14"/>
                <a:gd name="T15" fmla="*/ 16 h 16"/>
                <a:gd name="T16" fmla="*/ 4 w 14"/>
                <a:gd name="T17" fmla="*/ 10 h 16"/>
                <a:gd name="T18" fmla="*/ 10 w 14"/>
                <a:gd name="T19" fmla="*/ 10 h 16"/>
                <a:gd name="T20" fmla="*/ 12 w 14"/>
                <a:gd name="T21" fmla="*/ 16 h 16"/>
                <a:gd name="T22" fmla="*/ 14 w 14"/>
                <a:gd name="T23" fmla="*/ 16 h 16"/>
                <a:gd name="T24" fmla="*/ 8 w 14"/>
                <a:gd name="T25" fmla="*/ 0 h 16"/>
                <a:gd name="T26" fmla="*/ 6 w 14"/>
                <a:gd name="T27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4" h="16">
                  <a:moveTo>
                    <a:pt x="6" y="2"/>
                  </a:moveTo>
                  <a:lnTo>
                    <a:pt x="8" y="2"/>
                  </a:lnTo>
                  <a:lnTo>
                    <a:pt x="10" y="10"/>
                  </a:lnTo>
                  <a:lnTo>
                    <a:pt x="4" y="10"/>
                  </a:lnTo>
                  <a:lnTo>
                    <a:pt x="6" y="2"/>
                  </a:lnTo>
                  <a:close/>
                  <a:moveTo>
                    <a:pt x="6" y="0"/>
                  </a:moveTo>
                  <a:lnTo>
                    <a:pt x="0" y="16"/>
                  </a:lnTo>
                  <a:lnTo>
                    <a:pt x="2" y="16"/>
                  </a:lnTo>
                  <a:lnTo>
                    <a:pt x="4" y="10"/>
                  </a:lnTo>
                  <a:lnTo>
                    <a:pt x="10" y="10"/>
                  </a:lnTo>
                  <a:lnTo>
                    <a:pt x="12" y="16"/>
                  </a:lnTo>
                  <a:lnTo>
                    <a:pt x="14" y="16"/>
                  </a:lnTo>
                  <a:lnTo>
                    <a:pt x="8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66" name="Freeform 18">
              <a:extLst>
                <a:ext uri="{FF2B5EF4-FFF2-40B4-BE49-F238E27FC236}">
                  <a16:creationId xmlns:a16="http://schemas.microsoft.com/office/drawing/2014/main" id="{35240A0D-E512-2930-599E-A966B2989D09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7106" y="2471512"/>
              <a:ext cx="3255" cy="13018"/>
            </a:xfrm>
            <a:custGeom>
              <a:avLst/>
              <a:gdLst>
                <a:gd name="T0" fmla="*/ 0 w 1"/>
                <a:gd name="T1" fmla="*/ 0 h 4"/>
                <a:gd name="T2" fmla="*/ 0 w 1"/>
                <a:gd name="T3" fmla="*/ 4 h 4"/>
                <a:gd name="T4" fmla="*/ 1 w 1"/>
                <a:gd name="T5" fmla="*/ 2 h 4"/>
                <a:gd name="T6" fmla="*/ 0 w 1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4">
                  <a:moveTo>
                    <a:pt x="0" y="0"/>
                  </a:move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1" y="3"/>
                    <a:pt x="1" y="2"/>
                  </a:cubicBezTo>
                  <a:cubicBezTo>
                    <a:pt x="1" y="1"/>
                    <a:pt x="0" y="0"/>
                    <a:pt x="0" y="0"/>
                  </a:cubicBezTo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67" name="Freeform 19">
              <a:extLst>
                <a:ext uri="{FF2B5EF4-FFF2-40B4-BE49-F238E27FC236}">
                  <a16:creationId xmlns:a16="http://schemas.microsoft.com/office/drawing/2014/main" id="{1BFF8965-8617-414E-6A53-C7626A3F292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57925" y="2465003"/>
              <a:ext cx="16273" cy="26036"/>
            </a:xfrm>
            <a:custGeom>
              <a:avLst/>
              <a:gdLst>
                <a:gd name="T0" fmla="*/ 4 w 5"/>
                <a:gd name="T1" fmla="*/ 4 h 8"/>
                <a:gd name="T2" fmla="*/ 4 w 5"/>
                <a:gd name="T3" fmla="*/ 5 h 8"/>
                <a:gd name="T4" fmla="*/ 4 w 5"/>
                <a:gd name="T5" fmla="*/ 6 h 8"/>
                <a:gd name="T6" fmla="*/ 3 w 5"/>
                <a:gd name="T7" fmla="*/ 7 h 8"/>
                <a:gd name="T8" fmla="*/ 2 w 5"/>
                <a:gd name="T9" fmla="*/ 7 h 8"/>
                <a:gd name="T10" fmla="*/ 2 w 5"/>
                <a:gd name="T11" fmla="*/ 7 h 8"/>
                <a:gd name="T12" fmla="*/ 1 w 5"/>
                <a:gd name="T13" fmla="*/ 6 h 8"/>
                <a:gd name="T14" fmla="*/ 1 w 5"/>
                <a:gd name="T15" fmla="*/ 5 h 8"/>
                <a:gd name="T16" fmla="*/ 1 w 5"/>
                <a:gd name="T17" fmla="*/ 4 h 8"/>
                <a:gd name="T18" fmla="*/ 1 w 5"/>
                <a:gd name="T19" fmla="*/ 3 h 8"/>
                <a:gd name="T20" fmla="*/ 1 w 5"/>
                <a:gd name="T21" fmla="*/ 3 h 8"/>
                <a:gd name="T22" fmla="*/ 1 w 5"/>
                <a:gd name="T23" fmla="*/ 2 h 8"/>
                <a:gd name="T24" fmla="*/ 1 w 5"/>
                <a:gd name="T25" fmla="*/ 2 h 8"/>
                <a:gd name="T26" fmla="*/ 2 w 5"/>
                <a:gd name="T27" fmla="*/ 1 h 8"/>
                <a:gd name="T28" fmla="*/ 2 w 5"/>
                <a:gd name="T29" fmla="*/ 1 h 8"/>
                <a:gd name="T30" fmla="*/ 3 w 5"/>
                <a:gd name="T31" fmla="*/ 1 h 8"/>
                <a:gd name="T32" fmla="*/ 3 w 5"/>
                <a:gd name="T33" fmla="*/ 2 h 8"/>
                <a:gd name="T34" fmla="*/ 4 w 5"/>
                <a:gd name="T35" fmla="*/ 2 h 8"/>
                <a:gd name="T36" fmla="*/ 4 w 5"/>
                <a:gd name="T37" fmla="*/ 3 h 8"/>
                <a:gd name="T38" fmla="*/ 4 w 5"/>
                <a:gd name="T39" fmla="*/ 3 h 8"/>
                <a:gd name="T40" fmla="*/ 4 w 5"/>
                <a:gd name="T41" fmla="*/ 4 h 8"/>
                <a:gd name="T42" fmla="*/ 5 w 5"/>
                <a:gd name="T43" fmla="*/ 4 h 8"/>
                <a:gd name="T44" fmla="*/ 5 w 5"/>
                <a:gd name="T45" fmla="*/ 3 h 8"/>
                <a:gd name="T46" fmla="*/ 5 w 5"/>
                <a:gd name="T47" fmla="*/ 2 h 8"/>
                <a:gd name="T48" fmla="*/ 5 w 5"/>
                <a:gd name="T49" fmla="*/ 2 h 8"/>
                <a:gd name="T50" fmla="*/ 4 w 5"/>
                <a:gd name="T51" fmla="*/ 1 h 8"/>
                <a:gd name="T52" fmla="*/ 3 w 5"/>
                <a:gd name="T53" fmla="*/ 0 h 8"/>
                <a:gd name="T54" fmla="*/ 2 w 5"/>
                <a:gd name="T55" fmla="*/ 0 h 8"/>
                <a:gd name="T56" fmla="*/ 1 w 5"/>
                <a:gd name="T57" fmla="*/ 0 h 8"/>
                <a:gd name="T58" fmla="*/ 1 w 5"/>
                <a:gd name="T59" fmla="*/ 1 h 8"/>
                <a:gd name="T60" fmla="*/ 0 w 5"/>
                <a:gd name="T61" fmla="*/ 2 h 8"/>
                <a:gd name="T62" fmla="*/ 0 w 5"/>
                <a:gd name="T63" fmla="*/ 2 h 8"/>
                <a:gd name="T64" fmla="*/ 0 w 5"/>
                <a:gd name="T65" fmla="*/ 3 h 8"/>
                <a:gd name="T66" fmla="*/ 0 w 5"/>
                <a:gd name="T67" fmla="*/ 4 h 8"/>
                <a:gd name="T68" fmla="*/ 0 w 5"/>
                <a:gd name="T69" fmla="*/ 5 h 8"/>
                <a:gd name="T70" fmla="*/ 0 w 5"/>
                <a:gd name="T71" fmla="*/ 6 h 8"/>
                <a:gd name="T72" fmla="*/ 0 w 5"/>
                <a:gd name="T73" fmla="*/ 7 h 8"/>
                <a:gd name="T74" fmla="*/ 1 w 5"/>
                <a:gd name="T75" fmla="*/ 7 h 8"/>
                <a:gd name="T76" fmla="*/ 1 w 5"/>
                <a:gd name="T77" fmla="*/ 8 h 8"/>
                <a:gd name="T78" fmla="*/ 2 w 5"/>
                <a:gd name="T79" fmla="*/ 8 h 8"/>
                <a:gd name="T80" fmla="*/ 3 w 5"/>
                <a:gd name="T81" fmla="*/ 8 h 8"/>
                <a:gd name="T82" fmla="*/ 4 w 5"/>
                <a:gd name="T83" fmla="*/ 7 h 8"/>
                <a:gd name="T84" fmla="*/ 5 w 5"/>
                <a:gd name="T85" fmla="*/ 7 h 8"/>
                <a:gd name="T86" fmla="*/ 5 w 5"/>
                <a:gd name="T87" fmla="*/ 6 h 8"/>
                <a:gd name="T88" fmla="*/ 5 w 5"/>
                <a:gd name="T89" fmla="*/ 5 h 8"/>
                <a:gd name="T90" fmla="*/ 5 w 5"/>
                <a:gd name="T91" fmla="*/ 4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" h="8">
                  <a:moveTo>
                    <a:pt x="4" y="4"/>
                  </a:moveTo>
                  <a:cubicBezTo>
                    <a:pt x="4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7"/>
                    <a:pt x="3" y="7"/>
                    <a:pt x="3" y="7"/>
                  </a:cubicBezTo>
                  <a:cubicBezTo>
                    <a:pt x="3" y="7"/>
                    <a:pt x="3" y="7"/>
                    <a:pt x="2" y="7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4"/>
                    <a:pt x="4" y="4"/>
                    <a:pt x="4" y="4"/>
                  </a:cubicBezTo>
                  <a:moveTo>
                    <a:pt x="5" y="4"/>
                  </a:moveTo>
                  <a:cubicBezTo>
                    <a:pt x="5" y="3"/>
                    <a:pt x="5" y="3"/>
                    <a:pt x="5" y="3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1" y="8"/>
                    <a:pt x="1" y="8"/>
                    <a:pt x="1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4" y="7"/>
                    <a:pt x="4" y="7"/>
                    <a:pt x="4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4"/>
                    <a:pt x="5" y="4"/>
                    <a:pt x="5" y="4"/>
                  </a:cubicBezTo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68" name="Freeform 20">
              <a:extLst>
                <a:ext uri="{FF2B5EF4-FFF2-40B4-BE49-F238E27FC236}">
                  <a16:creationId xmlns:a16="http://schemas.microsoft.com/office/drawing/2014/main" id="{A5446287-0F7F-4D02-A10D-F6278D42D89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05852" y="2465003"/>
              <a:ext cx="16273" cy="26036"/>
            </a:xfrm>
            <a:custGeom>
              <a:avLst/>
              <a:gdLst>
                <a:gd name="T0" fmla="*/ 4 w 5"/>
                <a:gd name="T1" fmla="*/ 3 h 8"/>
                <a:gd name="T2" fmla="*/ 4 w 5"/>
                <a:gd name="T3" fmla="*/ 3 h 8"/>
                <a:gd name="T4" fmla="*/ 3 w 5"/>
                <a:gd name="T5" fmla="*/ 4 h 8"/>
                <a:gd name="T6" fmla="*/ 3 w 5"/>
                <a:gd name="T7" fmla="*/ 4 h 8"/>
                <a:gd name="T8" fmla="*/ 2 w 5"/>
                <a:gd name="T9" fmla="*/ 4 h 8"/>
                <a:gd name="T10" fmla="*/ 2 w 5"/>
                <a:gd name="T11" fmla="*/ 4 h 8"/>
                <a:gd name="T12" fmla="*/ 1 w 5"/>
                <a:gd name="T13" fmla="*/ 4 h 8"/>
                <a:gd name="T14" fmla="*/ 1 w 5"/>
                <a:gd name="T15" fmla="*/ 3 h 8"/>
                <a:gd name="T16" fmla="*/ 1 w 5"/>
                <a:gd name="T17" fmla="*/ 3 h 8"/>
                <a:gd name="T18" fmla="*/ 1 w 5"/>
                <a:gd name="T19" fmla="*/ 2 h 8"/>
                <a:gd name="T20" fmla="*/ 1 w 5"/>
                <a:gd name="T21" fmla="*/ 2 h 8"/>
                <a:gd name="T22" fmla="*/ 2 w 5"/>
                <a:gd name="T23" fmla="*/ 1 h 8"/>
                <a:gd name="T24" fmla="*/ 2 w 5"/>
                <a:gd name="T25" fmla="*/ 1 h 8"/>
                <a:gd name="T26" fmla="*/ 3 w 5"/>
                <a:gd name="T27" fmla="*/ 1 h 8"/>
                <a:gd name="T28" fmla="*/ 4 w 5"/>
                <a:gd name="T29" fmla="*/ 2 h 8"/>
                <a:gd name="T30" fmla="*/ 4 w 5"/>
                <a:gd name="T31" fmla="*/ 2 h 8"/>
                <a:gd name="T32" fmla="*/ 4 w 5"/>
                <a:gd name="T33" fmla="*/ 3 h 8"/>
                <a:gd name="T34" fmla="*/ 5 w 5"/>
                <a:gd name="T35" fmla="*/ 4 h 8"/>
                <a:gd name="T36" fmla="*/ 5 w 5"/>
                <a:gd name="T37" fmla="*/ 2 h 8"/>
                <a:gd name="T38" fmla="*/ 4 w 5"/>
                <a:gd name="T39" fmla="*/ 1 h 8"/>
                <a:gd name="T40" fmla="*/ 3 w 5"/>
                <a:gd name="T41" fmla="*/ 0 h 8"/>
                <a:gd name="T42" fmla="*/ 2 w 5"/>
                <a:gd name="T43" fmla="*/ 0 h 8"/>
                <a:gd name="T44" fmla="*/ 1 w 5"/>
                <a:gd name="T45" fmla="*/ 0 h 8"/>
                <a:gd name="T46" fmla="*/ 1 w 5"/>
                <a:gd name="T47" fmla="*/ 1 h 8"/>
                <a:gd name="T48" fmla="*/ 0 w 5"/>
                <a:gd name="T49" fmla="*/ 2 h 8"/>
                <a:gd name="T50" fmla="*/ 0 w 5"/>
                <a:gd name="T51" fmla="*/ 3 h 8"/>
                <a:gd name="T52" fmla="*/ 0 w 5"/>
                <a:gd name="T53" fmla="*/ 4 h 8"/>
                <a:gd name="T54" fmla="*/ 1 w 5"/>
                <a:gd name="T55" fmla="*/ 5 h 8"/>
                <a:gd name="T56" fmla="*/ 1 w 5"/>
                <a:gd name="T57" fmla="*/ 5 h 8"/>
                <a:gd name="T58" fmla="*/ 2 w 5"/>
                <a:gd name="T59" fmla="*/ 5 h 8"/>
                <a:gd name="T60" fmla="*/ 3 w 5"/>
                <a:gd name="T61" fmla="*/ 5 h 8"/>
                <a:gd name="T62" fmla="*/ 4 w 5"/>
                <a:gd name="T63" fmla="*/ 4 h 8"/>
                <a:gd name="T64" fmla="*/ 4 w 5"/>
                <a:gd name="T65" fmla="*/ 4 h 8"/>
                <a:gd name="T66" fmla="*/ 4 w 5"/>
                <a:gd name="T67" fmla="*/ 6 h 8"/>
                <a:gd name="T68" fmla="*/ 2 w 5"/>
                <a:gd name="T69" fmla="*/ 7 h 8"/>
                <a:gd name="T70" fmla="*/ 1 w 5"/>
                <a:gd name="T71" fmla="*/ 7 h 8"/>
                <a:gd name="T72" fmla="*/ 1 w 5"/>
                <a:gd name="T73" fmla="*/ 6 h 8"/>
                <a:gd name="T74" fmla="*/ 0 w 5"/>
                <a:gd name="T75" fmla="*/ 6 h 8"/>
                <a:gd name="T76" fmla="*/ 1 w 5"/>
                <a:gd name="T77" fmla="*/ 7 h 8"/>
                <a:gd name="T78" fmla="*/ 2 w 5"/>
                <a:gd name="T79" fmla="*/ 8 h 8"/>
                <a:gd name="T80" fmla="*/ 4 w 5"/>
                <a:gd name="T81" fmla="*/ 7 h 8"/>
                <a:gd name="T82" fmla="*/ 5 w 5"/>
                <a:gd name="T83" fmla="*/ 4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5" h="8">
                  <a:moveTo>
                    <a:pt x="4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3"/>
                    <a:pt x="4" y="3"/>
                    <a:pt x="4" y="3"/>
                  </a:cubicBezTo>
                  <a:moveTo>
                    <a:pt x="5" y="4"/>
                  </a:moveTo>
                  <a:cubicBezTo>
                    <a:pt x="5" y="3"/>
                    <a:pt x="5" y="3"/>
                    <a:pt x="5" y="2"/>
                  </a:cubicBezTo>
                  <a:cubicBezTo>
                    <a:pt x="5" y="2"/>
                    <a:pt x="4" y="1"/>
                    <a:pt x="4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3" y="5"/>
                    <a:pt x="3" y="5"/>
                    <a:pt x="3" y="5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4" y="5"/>
                    <a:pt x="4" y="6"/>
                    <a:pt x="4" y="6"/>
                  </a:cubicBezTo>
                  <a:cubicBezTo>
                    <a:pt x="3" y="7"/>
                    <a:pt x="3" y="7"/>
                    <a:pt x="2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1" y="7"/>
                    <a:pt x="1" y="6"/>
                    <a:pt x="1" y="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7"/>
                    <a:pt x="0" y="7"/>
                    <a:pt x="1" y="7"/>
                  </a:cubicBezTo>
                  <a:cubicBezTo>
                    <a:pt x="1" y="8"/>
                    <a:pt x="2" y="8"/>
                    <a:pt x="2" y="8"/>
                  </a:cubicBezTo>
                  <a:cubicBezTo>
                    <a:pt x="3" y="8"/>
                    <a:pt x="4" y="8"/>
                    <a:pt x="4" y="7"/>
                  </a:cubicBezTo>
                  <a:cubicBezTo>
                    <a:pt x="5" y="6"/>
                    <a:pt x="5" y="5"/>
                    <a:pt x="5" y="4"/>
                  </a:cubicBezTo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69" name="Rectangle 21">
              <a:extLst>
                <a:ext uri="{FF2B5EF4-FFF2-40B4-BE49-F238E27FC236}">
                  <a16:creationId xmlns:a16="http://schemas.microsoft.com/office/drawing/2014/main" id="{1CF240C1-A111-0B8B-AE78-6A1894F5C4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28634" y="2487787"/>
              <a:ext cx="3255" cy="3255"/>
            </a:xfrm>
            <a:prstGeom prst="rect">
              <a:avLst/>
            </a:pr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70" name="Rectangle 22">
              <a:extLst>
                <a:ext uri="{FF2B5EF4-FFF2-40B4-BE49-F238E27FC236}">
                  <a16:creationId xmlns:a16="http://schemas.microsoft.com/office/drawing/2014/main" id="{CBA3EAA8-5845-FE4E-BB47-4B39B3FF57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28634" y="2471514"/>
              <a:ext cx="3255" cy="3255"/>
            </a:xfrm>
            <a:prstGeom prst="rect">
              <a:avLst/>
            </a:pr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71" name="Freeform 23">
              <a:extLst>
                <a:ext uri="{FF2B5EF4-FFF2-40B4-BE49-F238E27FC236}">
                  <a16:creationId xmlns:a16="http://schemas.microsoft.com/office/drawing/2014/main" id="{BBB7EB3D-F0EC-1787-6EA0-BBF43845E0C0}"/>
                </a:ext>
              </a:extLst>
            </p:cNvPr>
            <p:cNvSpPr>
              <a:spLocks/>
            </p:cNvSpPr>
            <p:nvPr/>
          </p:nvSpPr>
          <p:spPr bwMode="auto">
            <a:xfrm>
              <a:off x="7356452" y="2461748"/>
              <a:ext cx="29291" cy="13018"/>
            </a:xfrm>
            <a:custGeom>
              <a:avLst/>
              <a:gdLst>
                <a:gd name="T0" fmla="*/ 0 w 9"/>
                <a:gd name="T1" fmla="*/ 3 h 4"/>
                <a:gd name="T2" fmla="*/ 1 w 9"/>
                <a:gd name="T3" fmla="*/ 4 h 4"/>
                <a:gd name="T4" fmla="*/ 4 w 9"/>
                <a:gd name="T5" fmla="*/ 3 h 4"/>
                <a:gd name="T6" fmla="*/ 8 w 9"/>
                <a:gd name="T7" fmla="*/ 4 h 4"/>
                <a:gd name="T8" fmla="*/ 9 w 9"/>
                <a:gd name="T9" fmla="*/ 3 h 4"/>
                <a:gd name="T10" fmla="*/ 0 w 9"/>
                <a:gd name="T11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" h="4">
                  <a:moveTo>
                    <a:pt x="0" y="3"/>
                  </a:moveTo>
                  <a:cubicBezTo>
                    <a:pt x="0" y="3"/>
                    <a:pt x="0" y="4"/>
                    <a:pt x="1" y="4"/>
                  </a:cubicBezTo>
                  <a:cubicBezTo>
                    <a:pt x="2" y="3"/>
                    <a:pt x="3" y="3"/>
                    <a:pt x="4" y="3"/>
                  </a:cubicBezTo>
                  <a:cubicBezTo>
                    <a:pt x="6" y="3"/>
                    <a:pt x="7" y="3"/>
                    <a:pt x="8" y="4"/>
                  </a:cubicBezTo>
                  <a:cubicBezTo>
                    <a:pt x="8" y="4"/>
                    <a:pt x="9" y="3"/>
                    <a:pt x="9" y="3"/>
                  </a:cubicBezTo>
                  <a:cubicBezTo>
                    <a:pt x="6" y="0"/>
                    <a:pt x="2" y="0"/>
                    <a:pt x="0" y="3"/>
                  </a:cubicBezTo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72" name="Freeform 24">
              <a:extLst>
                <a:ext uri="{FF2B5EF4-FFF2-40B4-BE49-F238E27FC236}">
                  <a16:creationId xmlns:a16="http://schemas.microsoft.com/office/drawing/2014/main" id="{6C6B97B2-1BE0-9AD4-0122-FA91BB9B28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415034" y="2465003"/>
              <a:ext cx="48818" cy="26036"/>
            </a:xfrm>
            <a:custGeom>
              <a:avLst/>
              <a:gdLst>
                <a:gd name="T0" fmla="*/ 11 w 15"/>
                <a:gd name="T1" fmla="*/ 7 h 8"/>
                <a:gd name="T2" fmla="*/ 10 w 15"/>
                <a:gd name="T3" fmla="*/ 7 h 8"/>
                <a:gd name="T4" fmla="*/ 2 w 15"/>
                <a:gd name="T5" fmla="*/ 7 h 8"/>
                <a:gd name="T6" fmla="*/ 1 w 15"/>
                <a:gd name="T7" fmla="*/ 6 h 8"/>
                <a:gd name="T8" fmla="*/ 1 w 15"/>
                <a:gd name="T9" fmla="*/ 2 h 8"/>
                <a:gd name="T10" fmla="*/ 2 w 15"/>
                <a:gd name="T11" fmla="*/ 1 h 8"/>
                <a:gd name="T12" fmla="*/ 10 w 15"/>
                <a:gd name="T13" fmla="*/ 1 h 8"/>
                <a:gd name="T14" fmla="*/ 11 w 15"/>
                <a:gd name="T15" fmla="*/ 2 h 8"/>
                <a:gd name="T16" fmla="*/ 11 w 15"/>
                <a:gd name="T17" fmla="*/ 7 h 8"/>
                <a:gd name="T18" fmla="*/ 15 w 15"/>
                <a:gd name="T19" fmla="*/ 6 h 8"/>
                <a:gd name="T20" fmla="*/ 15 w 15"/>
                <a:gd name="T21" fmla="*/ 2 h 8"/>
                <a:gd name="T22" fmla="*/ 13 w 15"/>
                <a:gd name="T23" fmla="*/ 0 h 8"/>
                <a:gd name="T24" fmla="*/ 2 w 15"/>
                <a:gd name="T25" fmla="*/ 0 h 8"/>
                <a:gd name="T26" fmla="*/ 0 w 15"/>
                <a:gd name="T27" fmla="*/ 2 h 8"/>
                <a:gd name="T28" fmla="*/ 0 w 15"/>
                <a:gd name="T29" fmla="*/ 6 h 8"/>
                <a:gd name="T30" fmla="*/ 2 w 15"/>
                <a:gd name="T31" fmla="*/ 8 h 8"/>
                <a:gd name="T32" fmla="*/ 7 w 15"/>
                <a:gd name="T33" fmla="*/ 8 h 8"/>
                <a:gd name="T34" fmla="*/ 13 w 15"/>
                <a:gd name="T35" fmla="*/ 8 h 8"/>
                <a:gd name="T36" fmla="*/ 15 w 15"/>
                <a:gd name="T37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" h="8">
                  <a:moveTo>
                    <a:pt x="11" y="7"/>
                  </a:moveTo>
                  <a:cubicBezTo>
                    <a:pt x="10" y="7"/>
                    <a:pt x="10" y="7"/>
                    <a:pt x="10" y="7"/>
                  </a:cubicBezTo>
                  <a:cubicBezTo>
                    <a:pt x="8" y="7"/>
                    <a:pt x="5" y="7"/>
                    <a:pt x="2" y="7"/>
                  </a:cubicBezTo>
                  <a:cubicBezTo>
                    <a:pt x="2" y="7"/>
                    <a:pt x="1" y="6"/>
                    <a:pt x="1" y="6"/>
                  </a:cubicBezTo>
                  <a:cubicBezTo>
                    <a:pt x="1" y="5"/>
                    <a:pt x="1" y="3"/>
                    <a:pt x="1" y="2"/>
                  </a:cubicBezTo>
                  <a:cubicBezTo>
                    <a:pt x="1" y="2"/>
                    <a:pt x="2" y="1"/>
                    <a:pt x="2" y="1"/>
                  </a:cubicBezTo>
                  <a:cubicBezTo>
                    <a:pt x="5" y="1"/>
                    <a:pt x="8" y="1"/>
                    <a:pt x="10" y="1"/>
                  </a:cubicBezTo>
                  <a:cubicBezTo>
                    <a:pt x="11" y="2"/>
                    <a:pt x="11" y="2"/>
                    <a:pt x="11" y="2"/>
                  </a:cubicBezTo>
                  <a:lnTo>
                    <a:pt x="11" y="7"/>
                  </a:lnTo>
                  <a:close/>
                  <a:moveTo>
                    <a:pt x="15" y="6"/>
                  </a:moveTo>
                  <a:cubicBezTo>
                    <a:pt x="15" y="5"/>
                    <a:pt x="15" y="3"/>
                    <a:pt x="15" y="2"/>
                  </a:cubicBezTo>
                  <a:cubicBezTo>
                    <a:pt x="15" y="1"/>
                    <a:pt x="14" y="0"/>
                    <a:pt x="13" y="0"/>
                  </a:cubicBezTo>
                  <a:cubicBezTo>
                    <a:pt x="9" y="0"/>
                    <a:pt x="6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3"/>
                    <a:pt x="0" y="5"/>
                    <a:pt x="0" y="6"/>
                  </a:cubicBezTo>
                  <a:cubicBezTo>
                    <a:pt x="0" y="7"/>
                    <a:pt x="1" y="8"/>
                    <a:pt x="2" y="8"/>
                  </a:cubicBezTo>
                  <a:cubicBezTo>
                    <a:pt x="4" y="8"/>
                    <a:pt x="6" y="8"/>
                    <a:pt x="7" y="8"/>
                  </a:cubicBezTo>
                  <a:cubicBezTo>
                    <a:pt x="9" y="8"/>
                    <a:pt x="11" y="8"/>
                    <a:pt x="13" y="8"/>
                  </a:cubicBezTo>
                  <a:cubicBezTo>
                    <a:pt x="14" y="8"/>
                    <a:pt x="15" y="7"/>
                    <a:pt x="15" y="6"/>
                  </a:cubicBezTo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73" name="Oval 25">
              <a:extLst>
                <a:ext uri="{FF2B5EF4-FFF2-40B4-BE49-F238E27FC236}">
                  <a16:creationId xmlns:a16="http://schemas.microsoft.com/office/drawing/2014/main" id="{226963A1-99FD-75EF-018D-27DD0175A3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66215" y="2484530"/>
              <a:ext cx="9764" cy="6509"/>
            </a:xfrm>
            <a:prstGeom prst="ellipse">
              <a:avLst/>
            </a:pr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74" name="Freeform 26">
              <a:extLst>
                <a:ext uri="{FF2B5EF4-FFF2-40B4-BE49-F238E27FC236}">
                  <a16:creationId xmlns:a16="http://schemas.microsoft.com/office/drawing/2014/main" id="{549A3272-4896-D269-7D50-87D7D59F8D22}"/>
                </a:ext>
              </a:extLst>
            </p:cNvPr>
            <p:cNvSpPr>
              <a:spLocks/>
            </p:cNvSpPr>
            <p:nvPr/>
          </p:nvSpPr>
          <p:spPr bwMode="auto">
            <a:xfrm>
              <a:off x="7359704" y="2471514"/>
              <a:ext cx="19527" cy="9764"/>
            </a:xfrm>
            <a:custGeom>
              <a:avLst/>
              <a:gdLst>
                <a:gd name="T0" fmla="*/ 0 w 6"/>
                <a:gd name="T1" fmla="*/ 2 h 3"/>
                <a:gd name="T2" fmla="*/ 2 w 6"/>
                <a:gd name="T3" fmla="*/ 3 h 3"/>
                <a:gd name="T4" fmla="*/ 3 w 6"/>
                <a:gd name="T5" fmla="*/ 3 h 3"/>
                <a:gd name="T6" fmla="*/ 5 w 6"/>
                <a:gd name="T7" fmla="*/ 3 h 3"/>
                <a:gd name="T8" fmla="*/ 6 w 6"/>
                <a:gd name="T9" fmla="*/ 2 h 3"/>
                <a:gd name="T10" fmla="*/ 0 w 6"/>
                <a:gd name="T11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">
                  <a:moveTo>
                    <a:pt x="0" y="2"/>
                  </a:moveTo>
                  <a:cubicBezTo>
                    <a:pt x="1" y="3"/>
                    <a:pt x="1" y="3"/>
                    <a:pt x="2" y="3"/>
                  </a:cubicBezTo>
                  <a:cubicBezTo>
                    <a:pt x="2" y="3"/>
                    <a:pt x="3" y="3"/>
                    <a:pt x="3" y="3"/>
                  </a:cubicBezTo>
                  <a:cubicBezTo>
                    <a:pt x="4" y="3"/>
                    <a:pt x="4" y="3"/>
                    <a:pt x="5" y="3"/>
                  </a:cubicBezTo>
                  <a:cubicBezTo>
                    <a:pt x="5" y="3"/>
                    <a:pt x="6" y="3"/>
                    <a:pt x="6" y="2"/>
                  </a:cubicBezTo>
                  <a:cubicBezTo>
                    <a:pt x="5" y="0"/>
                    <a:pt x="2" y="0"/>
                    <a:pt x="0" y="2"/>
                  </a:cubicBezTo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75" name="Freeform 27">
              <a:extLst>
                <a:ext uri="{FF2B5EF4-FFF2-40B4-BE49-F238E27FC236}">
                  <a16:creationId xmlns:a16="http://schemas.microsoft.com/office/drawing/2014/main" id="{D6E9BA95-A2E2-0C58-F2A2-1E95CC624C58}"/>
                </a:ext>
              </a:extLst>
            </p:cNvPr>
            <p:cNvSpPr>
              <a:spLocks/>
            </p:cNvSpPr>
            <p:nvPr/>
          </p:nvSpPr>
          <p:spPr bwMode="auto">
            <a:xfrm>
              <a:off x="7291361" y="2481278"/>
              <a:ext cx="9764" cy="9764"/>
            </a:xfrm>
            <a:custGeom>
              <a:avLst/>
              <a:gdLst>
                <a:gd name="T0" fmla="*/ 2 w 3"/>
                <a:gd name="T1" fmla="*/ 0 h 3"/>
                <a:gd name="T2" fmla="*/ 2 w 3"/>
                <a:gd name="T3" fmla="*/ 0 h 3"/>
                <a:gd name="T4" fmla="*/ 0 w 3"/>
                <a:gd name="T5" fmla="*/ 1 h 3"/>
                <a:gd name="T6" fmla="*/ 0 w 3"/>
                <a:gd name="T7" fmla="*/ 2 h 3"/>
                <a:gd name="T8" fmla="*/ 2 w 3"/>
                <a:gd name="T9" fmla="*/ 3 h 3"/>
                <a:gd name="T10" fmla="*/ 2 w 3"/>
                <a:gd name="T11" fmla="*/ 3 h 3"/>
                <a:gd name="T12" fmla="*/ 3 w 3"/>
                <a:gd name="T13" fmla="*/ 2 h 3"/>
                <a:gd name="T14" fmla="*/ 3 w 3"/>
                <a:gd name="T15" fmla="*/ 1 h 3"/>
                <a:gd name="T16" fmla="*/ 2 w 3"/>
                <a:gd name="T1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" h="3">
                  <a:moveTo>
                    <a:pt x="2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1" y="3"/>
                    <a:pt x="2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3" y="3"/>
                    <a:pt x="3" y="3"/>
                    <a:pt x="3" y="2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3" y="0"/>
                    <a:pt x="2" y="0"/>
                  </a:cubicBezTo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76" name="Freeform 28">
              <a:extLst>
                <a:ext uri="{FF2B5EF4-FFF2-40B4-BE49-F238E27FC236}">
                  <a16:creationId xmlns:a16="http://schemas.microsoft.com/office/drawing/2014/main" id="{AAD79E57-6F2C-7EBA-A91E-10B14BC37528}"/>
                </a:ext>
              </a:extLst>
            </p:cNvPr>
            <p:cNvSpPr>
              <a:spLocks/>
            </p:cNvSpPr>
            <p:nvPr/>
          </p:nvSpPr>
          <p:spPr bwMode="auto">
            <a:xfrm>
              <a:off x="7320650" y="2465003"/>
              <a:ext cx="6509" cy="26036"/>
            </a:xfrm>
            <a:custGeom>
              <a:avLst/>
              <a:gdLst>
                <a:gd name="T0" fmla="*/ 1 w 2"/>
                <a:gd name="T1" fmla="*/ 0 h 8"/>
                <a:gd name="T2" fmla="*/ 1 w 2"/>
                <a:gd name="T3" fmla="*/ 0 h 8"/>
                <a:gd name="T4" fmla="*/ 0 w 2"/>
                <a:gd name="T5" fmla="*/ 1 h 8"/>
                <a:gd name="T6" fmla="*/ 0 w 2"/>
                <a:gd name="T7" fmla="*/ 7 h 8"/>
                <a:gd name="T8" fmla="*/ 1 w 2"/>
                <a:gd name="T9" fmla="*/ 8 h 8"/>
                <a:gd name="T10" fmla="*/ 1 w 2"/>
                <a:gd name="T11" fmla="*/ 8 h 8"/>
                <a:gd name="T12" fmla="*/ 2 w 2"/>
                <a:gd name="T13" fmla="*/ 7 h 8"/>
                <a:gd name="T14" fmla="*/ 2 w 2"/>
                <a:gd name="T15" fmla="*/ 1 h 8"/>
                <a:gd name="T16" fmla="*/ 1 w 2"/>
                <a:gd name="T17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" h="8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8"/>
                    <a:pt x="0" y="8"/>
                    <a:pt x="1" y="8"/>
                  </a:cubicBezTo>
                  <a:cubicBezTo>
                    <a:pt x="1" y="8"/>
                    <a:pt x="1" y="8"/>
                    <a:pt x="1" y="8"/>
                  </a:cubicBezTo>
                  <a:cubicBezTo>
                    <a:pt x="2" y="8"/>
                    <a:pt x="2" y="8"/>
                    <a:pt x="2" y="7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0"/>
                    <a:pt x="1" y="0"/>
                  </a:cubicBezTo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77" name="Freeform 29">
              <a:extLst>
                <a:ext uri="{FF2B5EF4-FFF2-40B4-BE49-F238E27FC236}">
                  <a16:creationId xmlns:a16="http://schemas.microsoft.com/office/drawing/2014/main" id="{050F41F3-2898-7D65-085C-EC0B63EEE8F4}"/>
                </a:ext>
              </a:extLst>
            </p:cNvPr>
            <p:cNvSpPr>
              <a:spLocks/>
            </p:cNvSpPr>
            <p:nvPr/>
          </p:nvSpPr>
          <p:spPr bwMode="auto">
            <a:xfrm>
              <a:off x="7213250" y="2465003"/>
              <a:ext cx="26036" cy="26036"/>
            </a:xfrm>
            <a:custGeom>
              <a:avLst/>
              <a:gdLst>
                <a:gd name="T0" fmla="*/ 12 w 16"/>
                <a:gd name="T1" fmla="*/ 0 h 16"/>
                <a:gd name="T2" fmla="*/ 8 w 16"/>
                <a:gd name="T3" fmla="*/ 14 h 16"/>
                <a:gd name="T4" fmla="*/ 4 w 16"/>
                <a:gd name="T5" fmla="*/ 0 h 16"/>
                <a:gd name="T6" fmla="*/ 0 w 16"/>
                <a:gd name="T7" fmla="*/ 0 h 16"/>
                <a:gd name="T8" fmla="*/ 0 w 16"/>
                <a:gd name="T9" fmla="*/ 16 h 16"/>
                <a:gd name="T10" fmla="*/ 2 w 16"/>
                <a:gd name="T11" fmla="*/ 16 h 16"/>
                <a:gd name="T12" fmla="*/ 2 w 16"/>
                <a:gd name="T13" fmla="*/ 4 h 16"/>
                <a:gd name="T14" fmla="*/ 2 w 16"/>
                <a:gd name="T15" fmla="*/ 4 h 16"/>
                <a:gd name="T16" fmla="*/ 8 w 16"/>
                <a:gd name="T17" fmla="*/ 16 h 16"/>
                <a:gd name="T18" fmla="*/ 8 w 16"/>
                <a:gd name="T19" fmla="*/ 16 h 16"/>
                <a:gd name="T20" fmla="*/ 14 w 16"/>
                <a:gd name="T21" fmla="*/ 4 h 16"/>
                <a:gd name="T22" fmla="*/ 14 w 16"/>
                <a:gd name="T23" fmla="*/ 4 h 16"/>
                <a:gd name="T24" fmla="*/ 14 w 16"/>
                <a:gd name="T25" fmla="*/ 16 h 16"/>
                <a:gd name="T26" fmla="*/ 16 w 16"/>
                <a:gd name="T27" fmla="*/ 16 h 16"/>
                <a:gd name="T28" fmla="*/ 16 w 16"/>
                <a:gd name="T29" fmla="*/ 0 h 16"/>
                <a:gd name="T30" fmla="*/ 12 w 16"/>
                <a:gd name="T3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6" h="16">
                  <a:moveTo>
                    <a:pt x="12" y="0"/>
                  </a:moveTo>
                  <a:lnTo>
                    <a:pt x="8" y="14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16"/>
                  </a:lnTo>
                  <a:lnTo>
                    <a:pt x="2" y="16"/>
                  </a:lnTo>
                  <a:lnTo>
                    <a:pt x="2" y="4"/>
                  </a:lnTo>
                  <a:lnTo>
                    <a:pt x="2" y="4"/>
                  </a:lnTo>
                  <a:lnTo>
                    <a:pt x="8" y="16"/>
                  </a:lnTo>
                  <a:lnTo>
                    <a:pt x="8" y="16"/>
                  </a:lnTo>
                  <a:lnTo>
                    <a:pt x="14" y="4"/>
                  </a:lnTo>
                  <a:lnTo>
                    <a:pt x="14" y="4"/>
                  </a:lnTo>
                  <a:lnTo>
                    <a:pt x="14" y="16"/>
                  </a:lnTo>
                  <a:lnTo>
                    <a:pt x="16" y="16"/>
                  </a:lnTo>
                  <a:lnTo>
                    <a:pt x="16" y="0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sp>
          <p:nvSpPr>
            <p:cNvPr id="78" name="Freeform 30">
              <a:extLst>
                <a:ext uri="{FF2B5EF4-FFF2-40B4-BE49-F238E27FC236}">
                  <a16:creationId xmlns:a16="http://schemas.microsoft.com/office/drawing/2014/main" id="{A22E6347-E5E9-6C12-36AE-27F9ED849F71}"/>
                </a:ext>
              </a:extLst>
            </p:cNvPr>
            <p:cNvSpPr>
              <a:spLocks/>
            </p:cNvSpPr>
            <p:nvPr/>
          </p:nvSpPr>
          <p:spPr bwMode="auto">
            <a:xfrm>
              <a:off x="7307632" y="2471512"/>
              <a:ext cx="6509" cy="19527"/>
            </a:xfrm>
            <a:custGeom>
              <a:avLst/>
              <a:gdLst>
                <a:gd name="T0" fmla="*/ 1 w 2"/>
                <a:gd name="T1" fmla="*/ 0 h 6"/>
                <a:gd name="T2" fmla="*/ 1 w 2"/>
                <a:gd name="T3" fmla="*/ 0 h 6"/>
                <a:gd name="T4" fmla="*/ 0 w 2"/>
                <a:gd name="T5" fmla="*/ 2 h 6"/>
                <a:gd name="T6" fmla="*/ 0 w 2"/>
                <a:gd name="T7" fmla="*/ 5 h 6"/>
                <a:gd name="T8" fmla="*/ 1 w 2"/>
                <a:gd name="T9" fmla="*/ 6 h 6"/>
                <a:gd name="T10" fmla="*/ 1 w 2"/>
                <a:gd name="T11" fmla="*/ 6 h 6"/>
                <a:gd name="T12" fmla="*/ 2 w 2"/>
                <a:gd name="T13" fmla="*/ 5 h 6"/>
                <a:gd name="T14" fmla="*/ 2 w 2"/>
                <a:gd name="T15" fmla="*/ 2 h 6"/>
                <a:gd name="T16" fmla="*/ 1 w 2"/>
                <a:gd name="T17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" h="6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2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2" y="6"/>
                    <a:pt x="2" y="6"/>
                    <a:pt x="2" y="5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</a:path>
              </a:pathLst>
            </a:custGeom>
            <a:solidFill>
              <a:srgbClr val="48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</p:grpSp>
      <p:sp>
        <p:nvSpPr>
          <p:cNvPr id="79" name="Bildplatzhalter 52">
            <a:extLst>
              <a:ext uri="{FF2B5EF4-FFF2-40B4-BE49-F238E27FC236}">
                <a16:creationId xmlns:a16="http://schemas.microsoft.com/office/drawing/2014/main" id="{F69CE8FA-7BF7-33BD-6AEB-2002256BC9D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855496" y="3605196"/>
            <a:ext cx="1140677" cy="2451240"/>
          </a:xfrm>
          <a:custGeom>
            <a:avLst/>
            <a:gdLst>
              <a:gd name="connsiteX0" fmla="*/ 140084 w 1140677"/>
              <a:gd name="connsiteY0" fmla="*/ 0 h 2451240"/>
              <a:gd name="connsiteX1" fmla="*/ 276831 w 1140677"/>
              <a:gd name="connsiteY1" fmla="*/ 0 h 2451240"/>
              <a:gd name="connsiteX2" fmla="*/ 276831 w 1140677"/>
              <a:gd name="connsiteY2" fmla="*/ 26287 h 2451240"/>
              <a:gd name="connsiteX3" fmla="*/ 330197 w 1140677"/>
              <a:gd name="connsiteY3" fmla="*/ 82146 h 2451240"/>
              <a:gd name="connsiteX4" fmla="*/ 810482 w 1140677"/>
              <a:gd name="connsiteY4" fmla="*/ 82146 h 2451240"/>
              <a:gd name="connsiteX5" fmla="*/ 863846 w 1140677"/>
              <a:gd name="connsiteY5" fmla="*/ 26287 h 2451240"/>
              <a:gd name="connsiteX6" fmla="*/ 863846 w 1140677"/>
              <a:gd name="connsiteY6" fmla="*/ 0 h 2451240"/>
              <a:gd name="connsiteX7" fmla="*/ 1000594 w 1140677"/>
              <a:gd name="connsiteY7" fmla="*/ 0 h 2451240"/>
              <a:gd name="connsiteX8" fmla="*/ 1140677 w 1140677"/>
              <a:gd name="connsiteY8" fmla="*/ 138006 h 2451240"/>
              <a:gd name="connsiteX9" fmla="*/ 1140677 w 1140677"/>
              <a:gd name="connsiteY9" fmla="*/ 2313235 h 2451240"/>
              <a:gd name="connsiteX10" fmla="*/ 1000594 w 1140677"/>
              <a:gd name="connsiteY10" fmla="*/ 2451240 h 2451240"/>
              <a:gd name="connsiteX11" fmla="*/ 140084 w 1140677"/>
              <a:gd name="connsiteY11" fmla="*/ 2451240 h 2451240"/>
              <a:gd name="connsiteX12" fmla="*/ 0 w 1140677"/>
              <a:gd name="connsiteY12" fmla="*/ 2313235 h 2451240"/>
              <a:gd name="connsiteX13" fmla="*/ 0 w 1140677"/>
              <a:gd name="connsiteY13" fmla="*/ 138006 h 2451240"/>
              <a:gd name="connsiteX14" fmla="*/ 140084 w 1140677"/>
              <a:gd name="connsiteY14" fmla="*/ 0 h 2451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140677" h="2451240">
                <a:moveTo>
                  <a:pt x="140084" y="0"/>
                </a:moveTo>
                <a:cubicBezTo>
                  <a:pt x="276831" y="0"/>
                  <a:pt x="276831" y="0"/>
                  <a:pt x="276831" y="0"/>
                </a:cubicBezTo>
                <a:cubicBezTo>
                  <a:pt x="276831" y="26287"/>
                  <a:pt x="276831" y="26287"/>
                  <a:pt x="276831" y="26287"/>
                </a:cubicBezTo>
                <a:cubicBezTo>
                  <a:pt x="276831" y="46002"/>
                  <a:pt x="293508" y="82146"/>
                  <a:pt x="330197" y="82146"/>
                </a:cubicBezTo>
                <a:cubicBezTo>
                  <a:pt x="810482" y="82146"/>
                  <a:pt x="810482" y="82146"/>
                  <a:pt x="810482" y="82146"/>
                </a:cubicBezTo>
                <a:cubicBezTo>
                  <a:pt x="847170" y="82146"/>
                  <a:pt x="863846" y="46002"/>
                  <a:pt x="863846" y="26287"/>
                </a:cubicBezTo>
                <a:cubicBezTo>
                  <a:pt x="863846" y="0"/>
                  <a:pt x="863846" y="0"/>
                  <a:pt x="863846" y="0"/>
                </a:cubicBezTo>
                <a:cubicBezTo>
                  <a:pt x="1000594" y="0"/>
                  <a:pt x="1000594" y="0"/>
                  <a:pt x="1000594" y="0"/>
                </a:cubicBezTo>
                <a:cubicBezTo>
                  <a:pt x="1077306" y="0"/>
                  <a:pt x="1140677" y="62432"/>
                  <a:pt x="1140677" y="138006"/>
                </a:cubicBezTo>
                <a:cubicBezTo>
                  <a:pt x="1140677" y="2313235"/>
                  <a:pt x="1140677" y="2313235"/>
                  <a:pt x="1140677" y="2313235"/>
                </a:cubicBezTo>
                <a:cubicBezTo>
                  <a:pt x="1140677" y="2388810"/>
                  <a:pt x="1077306" y="2451240"/>
                  <a:pt x="1000594" y="2451240"/>
                </a:cubicBezTo>
                <a:cubicBezTo>
                  <a:pt x="140084" y="2451240"/>
                  <a:pt x="140084" y="2451240"/>
                  <a:pt x="140084" y="2451240"/>
                </a:cubicBezTo>
                <a:cubicBezTo>
                  <a:pt x="63371" y="2451240"/>
                  <a:pt x="0" y="2388810"/>
                  <a:pt x="0" y="2313235"/>
                </a:cubicBezTo>
                <a:cubicBezTo>
                  <a:pt x="0" y="138006"/>
                  <a:pt x="0" y="138006"/>
                  <a:pt x="0" y="138006"/>
                </a:cubicBezTo>
                <a:cubicBezTo>
                  <a:pt x="0" y="62432"/>
                  <a:pt x="63371" y="0"/>
                  <a:pt x="140084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anchor="ctr" anchorCtr="1"/>
          <a:lstStyle>
            <a:lvl1pPr marL="0" indent="0" algn="ctr">
              <a:buNone/>
              <a:defRPr sz="8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80" name="Bildplatzhalter 7">
            <a:extLst>
              <a:ext uri="{FF2B5EF4-FFF2-40B4-BE49-F238E27FC236}">
                <a16:creationId xmlns:a16="http://schemas.microsoft.com/office/drawing/2014/main" id="{88AB9D3B-052E-CE20-E779-AA962A56261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855496" y="3605196"/>
            <a:ext cx="1140677" cy="2451240"/>
          </a:xfrm>
          <a:custGeom>
            <a:avLst/>
            <a:gdLst>
              <a:gd name="connsiteX0" fmla="*/ 140084 w 1140677"/>
              <a:gd name="connsiteY0" fmla="*/ 0 h 2451240"/>
              <a:gd name="connsiteX1" fmla="*/ 276831 w 1140677"/>
              <a:gd name="connsiteY1" fmla="*/ 0 h 2451240"/>
              <a:gd name="connsiteX2" fmla="*/ 276831 w 1140677"/>
              <a:gd name="connsiteY2" fmla="*/ 26287 h 2451240"/>
              <a:gd name="connsiteX3" fmla="*/ 330197 w 1140677"/>
              <a:gd name="connsiteY3" fmla="*/ 82146 h 2451240"/>
              <a:gd name="connsiteX4" fmla="*/ 810482 w 1140677"/>
              <a:gd name="connsiteY4" fmla="*/ 82146 h 2451240"/>
              <a:gd name="connsiteX5" fmla="*/ 863846 w 1140677"/>
              <a:gd name="connsiteY5" fmla="*/ 26287 h 2451240"/>
              <a:gd name="connsiteX6" fmla="*/ 863846 w 1140677"/>
              <a:gd name="connsiteY6" fmla="*/ 0 h 2451240"/>
              <a:gd name="connsiteX7" fmla="*/ 1000594 w 1140677"/>
              <a:gd name="connsiteY7" fmla="*/ 0 h 2451240"/>
              <a:gd name="connsiteX8" fmla="*/ 1140677 w 1140677"/>
              <a:gd name="connsiteY8" fmla="*/ 138006 h 2451240"/>
              <a:gd name="connsiteX9" fmla="*/ 1140677 w 1140677"/>
              <a:gd name="connsiteY9" fmla="*/ 2313235 h 2451240"/>
              <a:gd name="connsiteX10" fmla="*/ 1000594 w 1140677"/>
              <a:gd name="connsiteY10" fmla="*/ 2451240 h 2451240"/>
              <a:gd name="connsiteX11" fmla="*/ 140084 w 1140677"/>
              <a:gd name="connsiteY11" fmla="*/ 2451240 h 2451240"/>
              <a:gd name="connsiteX12" fmla="*/ 0 w 1140677"/>
              <a:gd name="connsiteY12" fmla="*/ 2313235 h 2451240"/>
              <a:gd name="connsiteX13" fmla="*/ 0 w 1140677"/>
              <a:gd name="connsiteY13" fmla="*/ 138006 h 2451240"/>
              <a:gd name="connsiteX14" fmla="*/ 140084 w 1140677"/>
              <a:gd name="connsiteY14" fmla="*/ 0 h 2451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140677" h="2451240">
                <a:moveTo>
                  <a:pt x="140084" y="0"/>
                </a:moveTo>
                <a:cubicBezTo>
                  <a:pt x="276831" y="0"/>
                  <a:pt x="276831" y="0"/>
                  <a:pt x="276831" y="0"/>
                </a:cubicBezTo>
                <a:cubicBezTo>
                  <a:pt x="276831" y="26287"/>
                  <a:pt x="276831" y="26287"/>
                  <a:pt x="276831" y="26287"/>
                </a:cubicBezTo>
                <a:cubicBezTo>
                  <a:pt x="276831" y="46002"/>
                  <a:pt x="293508" y="82146"/>
                  <a:pt x="330197" y="82146"/>
                </a:cubicBezTo>
                <a:cubicBezTo>
                  <a:pt x="810482" y="82146"/>
                  <a:pt x="810482" y="82146"/>
                  <a:pt x="810482" y="82146"/>
                </a:cubicBezTo>
                <a:cubicBezTo>
                  <a:pt x="847170" y="82146"/>
                  <a:pt x="863846" y="46002"/>
                  <a:pt x="863846" y="26287"/>
                </a:cubicBezTo>
                <a:cubicBezTo>
                  <a:pt x="863846" y="0"/>
                  <a:pt x="863846" y="0"/>
                  <a:pt x="863846" y="0"/>
                </a:cubicBezTo>
                <a:cubicBezTo>
                  <a:pt x="1000594" y="0"/>
                  <a:pt x="1000594" y="0"/>
                  <a:pt x="1000594" y="0"/>
                </a:cubicBezTo>
                <a:cubicBezTo>
                  <a:pt x="1077306" y="0"/>
                  <a:pt x="1140677" y="62432"/>
                  <a:pt x="1140677" y="138006"/>
                </a:cubicBezTo>
                <a:cubicBezTo>
                  <a:pt x="1140677" y="2313235"/>
                  <a:pt x="1140677" y="2313235"/>
                  <a:pt x="1140677" y="2313235"/>
                </a:cubicBezTo>
                <a:cubicBezTo>
                  <a:pt x="1140677" y="2388810"/>
                  <a:pt x="1077306" y="2451240"/>
                  <a:pt x="1000594" y="2451240"/>
                </a:cubicBezTo>
                <a:cubicBezTo>
                  <a:pt x="140084" y="2451240"/>
                  <a:pt x="140084" y="2451240"/>
                  <a:pt x="140084" y="2451240"/>
                </a:cubicBezTo>
                <a:cubicBezTo>
                  <a:pt x="63371" y="2451240"/>
                  <a:pt x="0" y="2388810"/>
                  <a:pt x="0" y="2313235"/>
                </a:cubicBezTo>
                <a:cubicBezTo>
                  <a:pt x="0" y="138006"/>
                  <a:pt x="0" y="138006"/>
                  <a:pt x="0" y="138006"/>
                </a:cubicBezTo>
                <a:cubicBezTo>
                  <a:pt x="0" y="62432"/>
                  <a:pt x="63371" y="0"/>
                  <a:pt x="140084" y="0"/>
                </a:cubicBezTo>
                <a:close/>
              </a:path>
            </a:pathLst>
          </a:custGeom>
        </p:spPr>
        <p:txBody>
          <a:bodyPr anchor="ctr" anchorCtr="1"/>
          <a:lstStyle/>
          <a:p>
            <a:r>
              <a:rPr lang="de-DE"/>
              <a:t>Bild durch Klicken auf Symbol hinzufügen</a:t>
            </a:r>
          </a:p>
        </p:txBody>
      </p:sp>
      <p:grpSp>
        <p:nvGrpSpPr>
          <p:cNvPr id="81" name="Group 81">
            <a:extLst>
              <a:ext uri="{FF2B5EF4-FFF2-40B4-BE49-F238E27FC236}">
                <a16:creationId xmlns:a16="http://schemas.microsoft.com/office/drawing/2014/main" id="{B3563498-181F-F3FC-D65E-A0F4D93C7DBB}"/>
              </a:ext>
            </a:extLst>
          </p:cNvPr>
          <p:cNvGrpSpPr/>
          <p:nvPr userDrawn="1"/>
        </p:nvGrpSpPr>
        <p:grpSpPr>
          <a:xfrm>
            <a:off x="6825309" y="3575061"/>
            <a:ext cx="1201825" cy="2516269"/>
            <a:chOff x="6837149" y="3580375"/>
            <a:chExt cx="1178145" cy="2491355"/>
          </a:xfrm>
          <a:solidFill>
            <a:srgbClr val="2F3941"/>
          </a:solidFill>
        </p:grpSpPr>
        <p:sp>
          <p:nvSpPr>
            <p:cNvPr id="82" name="Freeform 13">
              <a:extLst>
                <a:ext uri="{FF2B5EF4-FFF2-40B4-BE49-F238E27FC236}">
                  <a16:creationId xmlns:a16="http://schemas.microsoft.com/office/drawing/2014/main" id="{9F50834F-6411-7F5B-05C8-43A1FC80AD9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837149" y="3580375"/>
              <a:ext cx="1178145" cy="2491355"/>
            </a:xfrm>
            <a:custGeom>
              <a:avLst/>
              <a:gdLst>
                <a:gd name="T0" fmla="*/ 352 w 362"/>
                <a:gd name="T1" fmla="*/ 714 h 766"/>
                <a:gd name="T2" fmla="*/ 310 w 362"/>
                <a:gd name="T3" fmla="*/ 756 h 766"/>
                <a:gd name="T4" fmla="*/ 52 w 362"/>
                <a:gd name="T5" fmla="*/ 756 h 766"/>
                <a:gd name="T6" fmla="*/ 10 w 362"/>
                <a:gd name="T7" fmla="*/ 714 h 766"/>
                <a:gd name="T8" fmla="*/ 10 w 362"/>
                <a:gd name="T9" fmla="*/ 52 h 766"/>
                <a:gd name="T10" fmla="*/ 52 w 362"/>
                <a:gd name="T11" fmla="*/ 10 h 766"/>
                <a:gd name="T12" fmla="*/ 93 w 362"/>
                <a:gd name="T13" fmla="*/ 10 h 766"/>
                <a:gd name="T14" fmla="*/ 93 w 362"/>
                <a:gd name="T15" fmla="*/ 18 h 766"/>
                <a:gd name="T16" fmla="*/ 109 w 362"/>
                <a:gd name="T17" fmla="*/ 35 h 766"/>
                <a:gd name="T18" fmla="*/ 253 w 362"/>
                <a:gd name="T19" fmla="*/ 35 h 766"/>
                <a:gd name="T20" fmla="*/ 269 w 362"/>
                <a:gd name="T21" fmla="*/ 18 h 766"/>
                <a:gd name="T22" fmla="*/ 269 w 362"/>
                <a:gd name="T23" fmla="*/ 10 h 766"/>
                <a:gd name="T24" fmla="*/ 310 w 362"/>
                <a:gd name="T25" fmla="*/ 10 h 766"/>
                <a:gd name="T26" fmla="*/ 352 w 362"/>
                <a:gd name="T27" fmla="*/ 52 h 766"/>
                <a:gd name="T28" fmla="*/ 352 w 362"/>
                <a:gd name="T29" fmla="*/ 714 h 766"/>
                <a:gd name="T30" fmla="*/ 309 w 362"/>
                <a:gd name="T31" fmla="*/ 0 h 766"/>
                <a:gd name="T32" fmla="*/ 53 w 362"/>
                <a:gd name="T33" fmla="*/ 0 h 766"/>
                <a:gd name="T34" fmla="*/ 0 w 362"/>
                <a:gd name="T35" fmla="*/ 54 h 766"/>
                <a:gd name="T36" fmla="*/ 0 w 362"/>
                <a:gd name="T37" fmla="*/ 712 h 766"/>
                <a:gd name="T38" fmla="*/ 53 w 362"/>
                <a:gd name="T39" fmla="*/ 766 h 766"/>
                <a:gd name="T40" fmla="*/ 309 w 362"/>
                <a:gd name="T41" fmla="*/ 766 h 766"/>
                <a:gd name="T42" fmla="*/ 362 w 362"/>
                <a:gd name="T43" fmla="*/ 712 h 766"/>
                <a:gd name="T44" fmla="*/ 362 w 362"/>
                <a:gd name="T45" fmla="*/ 54 h 766"/>
                <a:gd name="T46" fmla="*/ 309 w 362"/>
                <a:gd name="T47" fmla="*/ 0 h 7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362" h="766">
                  <a:moveTo>
                    <a:pt x="352" y="714"/>
                  </a:moveTo>
                  <a:cubicBezTo>
                    <a:pt x="352" y="737"/>
                    <a:pt x="333" y="756"/>
                    <a:pt x="310" y="756"/>
                  </a:cubicBezTo>
                  <a:cubicBezTo>
                    <a:pt x="52" y="756"/>
                    <a:pt x="52" y="756"/>
                    <a:pt x="52" y="756"/>
                  </a:cubicBezTo>
                  <a:cubicBezTo>
                    <a:pt x="29" y="756"/>
                    <a:pt x="10" y="737"/>
                    <a:pt x="10" y="714"/>
                  </a:cubicBezTo>
                  <a:cubicBezTo>
                    <a:pt x="10" y="52"/>
                    <a:pt x="10" y="52"/>
                    <a:pt x="10" y="52"/>
                  </a:cubicBezTo>
                  <a:cubicBezTo>
                    <a:pt x="10" y="29"/>
                    <a:pt x="29" y="10"/>
                    <a:pt x="52" y="10"/>
                  </a:cubicBezTo>
                  <a:cubicBezTo>
                    <a:pt x="93" y="10"/>
                    <a:pt x="93" y="10"/>
                    <a:pt x="93" y="10"/>
                  </a:cubicBezTo>
                  <a:cubicBezTo>
                    <a:pt x="93" y="18"/>
                    <a:pt x="93" y="18"/>
                    <a:pt x="93" y="18"/>
                  </a:cubicBezTo>
                  <a:cubicBezTo>
                    <a:pt x="93" y="24"/>
                    <a:pt x="98" y="35"/>
                    <a:pt x="109" y="35"/>
                  </a:cubicBezTo>
                  <a:cubicBezTo>
                    <a:pt x="253" y="35"/>
                    <a:pt x="253" y="35"/>
                    <a:pt x="253" y="35"/>
                  </a:cubicBezTo>
                  <a:cubicBezTo>
                    <a:pt x="264" y="35"/>
                    <a:pt x="269" y="24"/>
                    <a:pt x="269" y="18"/>
                  </a:cubicBezTo>
                  <a:cubicBezTo>
                    <a:pt x="269" y="10"/>
                    <a:pt x="269" y="10"/>
                    <a:pt x="269" y="10"/>
                  </a:cubicBezTo>
                  <a:cubicBezTo>
                    <a:pt x="310" y="10"/>
                    <a:pt x="310" y="10"/>
                    <a:pt x="310" y="10"/>
                  </a:cubicBezTo>
                  <a:cubicBezTo>
                    <a:pt x="333" y="10"/>
                    <a:pt x="352" y="29"/>
                    <a:pt x="352" y="52"/>
                  </a:cubicBezTo>
                  <a:cubicBezTo>
                    <a:pt x="352" y="714"/>
                    <a:pt x="352" y="714"/>
                    <a:pt x="352" y="714"/>
                  </a:cubicBezTo>
                  <a:moveTo>
                    <a:pt x="309" y="0"/>
                  </a:moveTo>
                  <a:cubicBezTo>
                    <a:pt x="53" y="0"/>
                    <a:pt x="53" y="0"/>
                    <a:pt x="53" y="0"/>
                  </a:cubicBezTo>
                  <a:cubicBezTo>
                    <a:pt x="22" y="0"/>
                    <a:pt x="0" y="22"/>
                    <a:pt x="0" y="54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744"/>
                    <a:pt x="22" y="766"/>
                    <a:pt x="53" y="766"/>
                  </a:cubicBezTo>
                  <a:cubicBezTo>
                    <a:pt x="309" y="766"/>
                    <a:pt x="309" y="766"/>
                    <a:pt x="309" y="766"/>
                  </a:cubicBezTo>
                  <a:cubicBezTo>
                    <a:pt x="340" y="766"/>
                    <a:pt x="362" y="744"/>
                    <a:pt x="362" y="712"/>
                  </a:cubicBezTo>
                  <a:cubicBezTo>
                    <a:pt x="362" y="54"/>
                    <a:pt x="362" y="54"/>
                    <a:pt x="362" y="54"/>
                  </a:cubicBezTo>
                  <a:cubicBezTo>
                    <a:pt x="362" y="22"/>
                    <a:pt x="340" y="0"/>
                    <a:pt x="309" y="0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114942" tIns="57471" rIns="114942" bIns="57471" numCol="1" anchor="ctr" anchorCtr="1" compatLnSpc="1">
              <a:prstTxWarp prst="textNoShape">
                <a:avLst/>
              </a:prstTxWarp>
            </a:bodyPr>
            <a:lstStyle/>
            <a:p>
              <a:endParaRPr lang="en-US" sz="2263"/>
            </a:p>
          </p:txBody>
        </p:sp>
        <p:grpSp>
          <p:nvGrpSpPr>
            <p:cNvPr id="83" name="Group 33">
              <a:extLst>
                <a:ext uri="{FF2B5EF4-FFF2-40B4-BE49-F238E27FC236}">
                  <a16:creationId xmlns:a16="http://schemas.microsoft.com/office/drawing/2014/main" id="{E35ECECA-F720-A13F-9AA5-0AE7A1550422}"/>
                </a:ext>
              </a:extLst>
            </p:cNvPr>
            <p:cNvGrpSpPr/>
            <p:nvPr/>
          </p:nvGrpSpPr>
          <p:grpSpPr>
            <a:xfrm>
              <a:off x="7216110" y="3583933"/>
              <a:ext cx="397676" cy="75655"/>
              <a:chOff x="7218491" y="3591078"/>
              <a:chExt cx="397676" cy="75655"/>
            </a:xfrm>
            <a:grpFill/>
          </p:grpSpPr>
          <p:sp>
            <p:nvSpPr>
              <p:cNvPr id="84" name="Freeform 15">
                <a:extLst>
                  <a:ext uri="{FF2B5EF4-FFF2-40B4-BE49-F238E27FC236}">
                    <a16:creationId xmlns:a16="http://schemas.microsoft.com/office/drawing/2014/main" id="{A483C931-D188-B03C-8E57-608F48A986E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249049" y="3591078"/>
                <a:ext cx="279891" cy="29291"/>
              </a:xfrm>
              <a:custGeom>
                <a:avLst/>
                <a:gdLst>
                  <a:gd name="T0" fmla="*/ 84 w 86"/>
                  <a:gd name="T1" fmla="*/ 2 h 9"/>
                  <a:gd name="T2" fmla="*/ 22 w 86"/>
                  <a:gd name="T3" fmla="*/ 2 h 9"/>
                  <a:gd name="T4" fmla="*/ 19 w 86"/>
                  <a:gd name="T5" fmla="*/ 4 h 9"/>
                  <a:gd name="T6" fmla="*/ 19 w 86"/>
                  <a:gd name="T7" fmla="*/ 5 h 9"/>
                  <a:gd name="T8" fmla="*/ 22 w 86"/>
                  <a:gd name="T9" fmla="*/ 7 h 9"/>
                  <a:gd name="T10" fmla="*/ 84 w 86"/>
                  <a:gd name="T11" fmla="*/ 7 h 9"/>
                  <a:gd name="T12" fmla="*/ 86 w 86"/>
                  <a:gd name="T13" fmla="*/ 5 h 9"/>
                  <a:gd name="T14" fmla="*/ 86 w 86"/>
                  <a:gd name="T15" fmla="*/ 4 h 9"/>
                  <a:gd name="T16" fmla="*/ 84 w 86"/>
                  <a:gd name="T17" fmla="*/ 2 h 9"/>
                  <a:gd name="T18" fmla="*/ 5 w 86"/>
                  <a:gd name="T19" fmla="*/ 0 h 9"/>
                  <a:gd name="T20" fmla="*/ 0 w 86"/>
                  <a:gd name="T21" fmla="*/ 4 h 9"/>
                  <a:gd name="T22" fmla="*/ 5 w 86"/>
                  <a:gd name="T23" fmla="*/ 9 h 9"/>
                  <a:gd name="T24" fmla="*/ 9 w 86"/>
                  <a:gd name="T25" fmla="*/ 4 h 9"/>
                  <a:gd name="T26" fmla="*/ 5 w 86"/>
                  <a:gd name="T2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6" h="9">
                    <a:moveTo>
                      <a:pt x="84" y="2"/>
                    </a:moveTo>
                    <a:cubicBezTo>
                      <a:pt x="22" y="2"/>
                      <a:pt x="22" y="2"/>
                      <a:pt x="22" y="2"/>
                    </a:cubicBezTo>
                    <a:cubicBezTo>
                      <a:pt x="21" y="2"/>
                      <a:pt x="19" y="3"/>
                      <a:pt x="19" y="4"/>
                    </a:cubicBezTo>
                    <a:cubicBezTo>
                      <a:pt x="19" y="5"/>
                      <a:pt x="19" y="5"/>
                      <a:pt x="19" y="5"/>
                    </a:cubicBezTo>
                    <a:cubicBezTo>
                      <a:pt x="19" y="6"/>
                      <a:pt x="21" y="7"/>
                      <a:pt x="22" y="7"/>
                    </a:cubicBezTo>
                    <a:cubicBezTo>
                      <a:pt x="84" y="7"/>
                      <a:pt x="84" y="7"/>
                      <a:pt x="84" y="7"/>
                    </a:cubicBezTo>
                    <a:cubicBezTo>
                      <a:pt x="85" y="7"/>
                      <a:pt x="86" y="6"/>
                      <a:pt x="86" y="5"/>
                    </a:cubicBezTo>
                    <a:cubicBezTo>
                      <a:pt x="86" y="4"/>
                      <a:pt x="86" y="4"/>
                      <a:pt x="86" y="4"/>
                    </a:cubicBezTo>
                    <a:cubicBezTo>
                      <a:pt x="86" y="3"/>
                      <a:pt x="85" y="2"/>
                      <a:pt x="84" y="2"/>
                    </a:cubicBezTo>
                    <a:moveTo>
                      <a:pt x="5" y="0"/>
                    </a:move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5" y="9"/>
                    </a:cubicBezTo>
                    <a:cubicBezTo>
                      <a:pt x="7" y="9"/>
                      <a:pt x="9" y="7"/>
                      <a:pt x="9" y="4"/>
                    </a:cubicBezTo>
                    <a:cubicBezTo>
                      <a:pt x="9" y="2"/>
                      <a:pt x="7" y="0"/>
                      <a:pt x="5" y="0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14942" tIns="57471" rIns="114942" bIns="57471" numCol="1" anchor="ctr" anchorCtr="1" compatLnSpc="1">
                <a:prstTxWarp prst="textNoShape">
                  <a:avLst/>
                </a:prstTxWarp>
              </a:bodyPr>
              <a:lstStyle/>
              <a:p>
                <a:endParaRPr lang="en-US" sz="2263"/>
              </a:p>
            </p:txBody>
          </p:sp>
          <p:sp>
            <p:nvSpPr>
              <p:cNvPr id="85" name="Freeform 12">
                <a:extLst>
                  <a:ext uri="{FF2B5EF4-FFF2-40B4-BE49-F238E27FC236}">
                    <a16:creationId xmlns:a16="http://schemas.microsoft.com/office/drawing/2014/main" id="{9C622A77-5978-CDA7-5D7D-0EE6653E8DA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218491" y="3625647"/>
                <a:ext cx="397676" cy="41086"/>
              </a:xfrm>
              <a:custGeom>
                <a:avLst/>
                <a:gdLst>
                  <a:gd name="T0" fmla="*/ 143 w 147"/>
                  <a:gd name="T1" fmla="*/ 3 h 16"/>
                  <a:gd name="T2" fmla="*/ 38 w 147"/>
                  <a:gd name="T3" fmla="*/ 3 h 16"/>
                  <a:gd name="T4" fmla="*/ 33 w 147"/>
                  <a:gd name="T5" fmla="*/ 8 h 16"/>
                  <a:gd name="T6" fmla="*/ 33 w 147"/>
                  <a:gd name="T7" fmla="*/ 8 h 16"/>
                  <a:gd name="T8" fmla="*/ 38 w 147"/>
                  <a:gd name="T9" fmla="*/ 13 h 16"/>
                  <a:gd name="T10" fmla="*/ 143 w 147"/>
                  <a:gd name="T11" fmla="*/ 13 h 16"/>
                  <a:gd name="T12" fmla="*/ 147 w 147"/>
                  <a:gd name="T13" fmla="*/ 8 h 16"/>
                  <a:gd name="T14" fmla="*/ 147 w 147"/>
                  <a:gd name="T15" fmla="*/ 8 h 16"/>
                  <a:gd name="T16" fmla="*/ 143 w 147"/>
                  <a:gd name="T17" fmla="*/ 3 h 16"/>
                  <a:gd name="T18" fmla="*/ 8 w 147"/>
                  <a:gd name="T19" fmla="*/ 0 h 16"/>
                  <a:gd name="T20" fmla="*/ 0 w 147"/>
                  <a:gd name="T21" fmla="*/ 8 h 16"/>
                  <a:gd name="T22" fmla="*/ 8 w 147"/>
                  <a:gd name="T23" fmla="*/ 16 h 16"/>
                  <a:gd name="T24" fmla="*/ 16 w 147"/>
                  <a:gd name="T25" fmla="*/ 8 h 16"/>
                  <a:gd name="T26" fmla="*/ 8 w 147"/>
                  <a:gd name="T27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16">
                    <a:moveTo>
                      <a:pt x="143" y="3"/>
                    </a:moveTo>
                    <a:cubicBezTo>
                      <a:pt x="38" y="3"/>
                      <a:pt x="38" y="3"/>
                      <a:pt x="38" y="3"/>
                    </a:cubicBezTo>
                    <a:cubicBezTo>
                      <a:pt x="35" y="3"/>
                      <a:pt x="33" y="5"/>
                      <a:pt x="33" y="8"/>
                    </a:cubicBezTo>
                    <a:cubicBezTo>
                      <a:pt x="33" y="8"/>
                      <a:pt x="33" y="8"/>
                      <a:pt x="33" y="8"/>
                    </a:cubicBezTo>
                    <a:cubicBezTo>
                      <a:pt x="33" y="11"/>
                      <a:pt x="35" y="13"/>
                      <a:pt x="38" y="13"/>
                    </a:cubicBezTo>
                    <a:cubicBezTo>
                      <a:pt x="143" y="13"/>
                      <a:pt x="143" y="13"/>
                      <a:pt x="143" y="13"/>
                    </a:cubicBezTo>
                    <a:cubicBezTo>
                      <a:pt x="145" y="13"/>
                      <a:pt x="147" y="11"/>
                      <a:pt x="147" y="8"/>
                    </a:cubicBezTo>
                    <a:cubicBezTo>
                      <a:pt x="147" y="8"/>
                      <a:pt x="147" y="8"/>
                      <a:pt x="147" y="8"/>
                    </a:cubicBezTo>
                    <a:cubicBezTo>
                      <a:pt x="147" y="5"/>
                      <a:pt x="145" y="3"/>
                      <a:pt x="143" y="3"/>
                    </a:cubicBezTo>
                    <a:moveTo>
                      <a:pt x="8" y="0"/>
                    </a:moveTo>
                    <a:cubicBezTo>
                      <a:pt x="3" y="0"/>
                      <a:pt x="0" y="4"/>
                      <a:pt x="0" y="8"/>
                    </a:cubicBezTo>
                    <a:cubicBezTo>
                      <a:pt x="0" y="12"/>
                      <a:pt x="3" y="16"/>
                      <a:pt x="8" y="16"/>
                    </a:cubicBezTo>
                    <a:cubicBezTo>
                      <a:pt x="12" y="16"/>
                      <a:pt x="16" y="12"/>
                      <a:pt x="16" y="8"/>
                    </a:cubicBezTo>
                    <a:cubicBezTo>
                      <a:pt x="16" y="4"/>
                      <a:pt x="12" y="0"/>
                      <a:pt x="8" y="0"/>
                    </a:cubicBezTo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txBody>
              <a:bodyPr vert="horz" wrap="square" lIns="114942" tIns="57471" rIns="114942" bIns="57471" numCol="1" anchor="ctr" anchorCtr="1" compatLnSpc="1">
                <a:prstTxWarp prst="textNoShape">
                  <a:avLst/>
                </a:prstTxWarp>
              </a:bodyPr>
              <a:lstStyle/>
              <a:p>
                <a:endParaRPr lang="en-US" sz="2263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39402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Laptop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BC4B996-22FD-F47B-2286-9FC5EE9427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3" y="1808163"/>
            <a:ext cx="4003622" cy="4537075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1pPr>
            <a:lvl2pPr marL="6286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2pPr>
            <a:lvl3pPr marL="10858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3pPr>
            <a:lvl4pPr marL="15430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4pPr>
            <a:lvl5pPr marL="20002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78B49EC-1E7E-CBA5-20E5-32DACA007E30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1E281D-AA97-31A9-EA27-7D3C3ADF18B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7CD1CAE8-93ED-6018-E6CC-FE9B13E722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D233101D-EDF1-46BD-61D3-A5BC5E9B84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68F06D59-8F2D-23F2-B25F-4198E6AE5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6" name="Picture Placeholder 13">
            <a:extLst>
              <a:ext uri="{FF2B5EF4-FFF2-40B4-BE49-F238E27FC236}">
                <a16:creationId xmlns:a16="http://schemas.microsoft.com/office/drawing/2014/main" id="{4989684B-90A8-E8C0-AC45-8BF3075261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93116" y="2206611"/>
            <a:ext cx="5395136" cy="3532403"/>
          </a:xfrm>
          <a:custGeom>
            <a:avLst/>
            <a:gdLst>
              <a:gd name="connsiteX0" fmla="*/ 130223 w 5121354"/>
              <a:gd name="connsiteY0" fmla="*/ 0 h 3353148"/>
              <a:gd name="connsiteX1" fmla="*/ 4991131 w 5121354"/>
              <a:gd name="connsiteY1" fmla="*/ 0 h 3353148"/>
              <a:gd name="connsiteX2" fmla="*/ 5121354 w 5121354"/>
              <a:gd name="connsiteY2" fmla="*/ 130253 h 3353148"/>
              <a:gd name="connsiteX3" fmla="*/ 5121354 w 5121354"/>
              <a:gd name="connsiteY3" fmla="*/ 3353148 h 3353148"/>
              <a:gd name="connsiteX4" fmla="*/ 0 w 5121354"/>
              <a:gd name="connsiteY4" fmla="*/ 3353148 h 3353148"/>
              <a:gd name="connsiteX5" fmla="*/ 0 w 5121354"/>
              <a:gd name="connsiteY5" fmla="*/ 130253 h 3353148"/>
              <a:gd name="connsiteX6" fmla="*/ 130223 w 5121354"/>
              <a:gd name="connsiteY6" fmla="*/ 0 h 3353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121354" h="3353148">
                <a:moveTo>
                  <a:pt x="130223" y="0"/>
                </a:moveTo>
                <a:cubicBezTo>
                  <a:pt x="130223" y="0"/>
                  <a:pt x="130223" y="0"/>
                  <a:pt x="4991131" y="0"/>
                </a:cubicBezTo>
                <a:cubicBezTo>
                  <a:pt x="5062581" y="0"/>
                  <a:pt x="5121354" y="58788"/>
                  <a:pt x="5121354" y="130253"/>
                </a:cubicBezTo>
                <a:lnTo>
                  <a:pt x="5121354" y="3353148"/>
                </a:lnTo>
                <a:cubicBezTo>
                  <a:pt x="5121354" y="3353148"/>
                  <a:pt x="5121354" y="3353148"/>
                  <a:pt x="0" y="3353148"/>
                </a:cubicBezTo>
                <a:cubicBezTo>
                  <a:pt x="0" y="3353148"/>
                  <a:pt x="0" y="3353148"/>
                  <a:pt x="0" y="130253"/>
                </a:cubicBezTo>
                <a:cubicBezTo>
                  <a:pt x="0" y="58788"/>
                  <a:pt x="58775" y="0"/>
                  <a:pt x="130223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anchor="ctr" anchorCtr="1"/>
          <a:lstStyle>
            <a:lvl1pPr marL="0" indent="0" algn="ctr">
              <a:buNone/>
              <a:defRPr sz="8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27" name="Bildplatzhalter 6">
            <a:extLst>
              <a:ext uri="{FF2B5EF4-FFF2-40B4-BE49-F238E27FC236}">
                <a16:creationId xmlns:a16="http://schemas.microsoft.com/office/drawing/2014/main" id="{EDEB85E5-C57C-3503-3A55-EAFFCBB9887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493116" y="2206611"/>
            <a:ext cx="5395136" cy="3532403"/>
          </a:xfrm>
          <a:custGeom>
            <a:avLst/>
            <a:gdLst>
              <a:gd name="connsiteX0" fmla="*/ 130223 w 5121354"/>
              <a:gd name="connsiteY0" fmla="*/ 0 h 3353148"/>
              <a:gd name="connsiteX1" fmla="*/ 4991131 w 5121354"/>
              <a:gd name="connsiteY1" fmla="*/ 0 h 3353148"/>
              <a:gd name="connsiteX2" fmla="*/ 5121354 w 5121354"/>
              <a:gd name="connsiteY2" fmla="*/ 130253 h 3353148"/>
              <a:gd name="connsiteX3" fmla="*/ 5121354 w 5121354"/>
              <a:gd name="connsiteY3" fmla="*/ 3353148 h 3353148"/>
              <a:gd name="connsiteX4" fmla="*/ 0 w 5121354"/>
              <a:gd name="connsiteY4" fmla="*/ 3353148 h 3353148"/>
              <a:gd name="connsiteX5" fmla="*/ 0 w 5121354"/>
              <a:gd name="connsiteY5" fmla="*/ 130253 h 3353148"/>
              <a:gd name="connsiteX6" fmla="*/ 130223 w 5121354"/>
              <a:gd name="connsiteY6" fmla="*/ 0 h 3353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121354" h="3353148">
                <a:moveTo>
                  <a:pt x="130223" y="0"/>
                </a:moveTo>
                <a:cubicBezTo>
                  <a:pt x="130223" y="0"/>
                  <a:pt x="130223" y="0"/>
                  <a:pt x="4991131" y="0"/>
                </a:cubicBezTo>
                <a:cubicBezTo>
                  <a:pt x="5062581" y="0"/>
                  <a:pt x="5121354" y="58788"/>
                  <a:pt x="5121354" y="130253"/>
                </a:cubicBezTo>
                <a:lnTo>
                  <a:pt x="5121354" y="3353148"/>
                </a:lnTo>
                <a:cubicBezTo>
                  <a:pt x="5121354" y="3353148"/>
                  <a:pt x="5121354" y="3353148"/>
                  <a:pt x="0" y="3353148"/>
                </a:cubicBezTo>
                <a:cubicBezTo>
                  <a:pt x="0" y="3353148"/>
                  <a:pt x="0" y="3353148"/>
                  <a:pt x="0" y="130253"/>
                </a:cubicBezTo>
                <a:cubicBezTo>
                  <a:pt x="0" y="58788"/>
                  <a:pt x="58775" y="0"/>
                  <a:pt x="130223" y="0"/>
                </a:cubicBezTo>
                <a:close/>
              </a:path>
            </a:pathLst>
          </a:custGeom>
        </p:spPr>
        <p:txBody>
          <a:bodyPr anchor="ctr" anchorCtr="1"/>
          <a:lstStyle/>
          <a:p>
            <a:r>
              <a:rPr lang="de-DE"/>
              <a:t>Bild durch Klicken auf Symbol hinzufügen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EFC18D3D-D5D6-3B00-32BC-17B8BDCC1C39}"/>
              </a:ext>
            </a:extLst>
          </p:cNvPr>
          <p:cNvGrpSpPr/>
          <p:nvPr userDrawn="1"/>
        </p:nvGrpSpPr>
        <p:grpSpPr>
          <a:xfrm>
            <a:off x="4880346" y="2148891"/>
            <a:ext cx="6620676" cy="3830916"/>
            <a:chOff x="4880346" y="2148891"/>
            <a:chExt cx="6620676" cy="3830916"/>
          </a:xfrm>
        </p:grpSpPr>
        <p:pic>
          <p:nvPicPr>
            <p:cNvPr id="29" name="Grafik 28">
              <a:extLst>
                <a:ext uri="{FF2B5EF4-FFF2-40B4-BE49-F238E27FC236}">
                  <a16:creationId xmlns:a16="http://schemas.microsoft.com/office/drawing/2014/main" id="{BA29ADD8-7162-EDF1-B29D-DBE9B90C72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880346" y="5891363"/>
              <a:ext cx="6620676" cy="88444"/>
            </a:xfrm>
            <a:prstGeom prst="rect">
              <a:avLst/>
            </a:prstGeom>
          </p:spPr>
        </p:pic>
        <p:sp>
          <p:nvSpPr>
            <p:cNvPr id="30" name="Freeform 6">
              <a:extLst>
                <a:ext uri="{FF2B5EF4-FFF2-40B4-BE49-F238E27FC236}">
                  <a16:creationId xmlns:a16="http://schemas.microsoft.com/office/drawing/2014/main" id="{18827ABE-274C-1549-4DDF-41E73019971F}"/>
                </a:ext>
              </a:extLst>
            </p:cNvPr>
            <p:cNvSpPr>
              <a:spLocks/>
            </p:cNvSpPr>
            <p:nvPr/>
          </p:nvSpPr>
          <p:spPr bwMode="auto">
            <a:xfrm>
              <a:off x="5458672" y="2148891"/>
              <a:ext cx="5464024" cy="3711732"/>
            </a:xfrm>
            <a:custGeom>
              <a:avLst/>
              <a:gdLst>
                <a:gd name="T0" fmla="*/ 4375 w 4538"/>
                <a:gd name="T1" fmla="*/ 0 h 3082"/>
                <a:gd name="T2" fmla="*/ 163 w 4538"/>
                <a:gd name="T3" fmla="*/ 0 h 3082"/>
                <a:gd name="T4" fmla="*/ 0 w 4538"/>
                <a:gd name="T5" fmla="*/ 163 h 3082"/>
                <a:gd name="T6" fmla="*/ 0 w 4538"/>
                <a:gd name="T7" fmla="*/ 3042 h 3082"/>
                <a:gd name="T8" fmla="*/ 41 w 4538"/>
                <a:gd name="T9" fmla="*/ 3082 h 3082"/>
                <a:gd name="T10" fmla="*/ 48 w 4538"/>
                <a:gd name="T11" fmla="*/ 3082 h 3082"/>
                <a:gd name="T12" fmla="*/ 48 w 4538"/>
                <a:gd name="T13" fmla="*/ 160 h 3082"/>
                <a:gd name="T14" fmla="*/ 160 w 4538"/>
                <a:gd name="T15" fmla="*/ 47 h 3082"/>
                <a:gd name="T16" fmla="*/ 4379 w 4538"/>
                <a:gd name="T17" fmla="*/ 47 h 3082"/>
                <a:gd name="T18" fmla="*/ 4491 w 4538"/>
                <a:gd name="T19" fmla="*/ 160 h 3082"/>
                <a:gd name="T20" fmla="*/ 4491 w 4538"/>
                <a:gd name="T21" fmla="*/ 3082 h 3082"/>
                <a:gd name="T22" fmla="*/ 4498 w 4538"/>
                <a:gd name="T23" fmla="*/ 3082 h 3082"/>
                <a:gd name="T24" fmla="*/ 4538 w 4538"/>
                <a:gd name="T25" fmla="*/ 3042 h 3082"/>
                <a:gd name="T26" fmla="*/ 4538 w 4538"/>
                <a:gd name="T27" fmla="*/ 163 h 3082"/>
                <a:gd name="T28" fmla="*/ 4375 w 4538"/>
                <a:gd name="T29" fmla="*/ 0 h 30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538" h="3082">
                  <a:moveTo>
                    <a:pt x="4375" y="0"/>
                  </a:moveTo>
                  <a:cubicBezTo>
                    <a:pt x="163" y="0"/>
                    <a:pt x="163" y="0"/>
                    <a:pt x="163" y="0"/>
                  </a:cubicBezTo>
                  <a:cubicBezTo>
                    <a:pt x="74" y="0"/>
                    <a:pt x="0" y="73"/>
                    <a:pt x="0" y="163"/>
                  </a:cubicBezTo>
                  <a:cubicBezTo>
                    <a:pt x="0" y="3042"/>
                    <a:pt x="0" y="3042"/>
                    <a:pt x="0" y="3042"/>
                  </a:cubicBezTo>
                  <a:cubicBezTo>
                    <a:pt x="0" y="3064"/>
                    <a:pt x="19" y="3082"/>
                    <a:pt x="41" y="3082"/>
                  </a:cubicBezTo>
                  <a:cubicBezTo>
                    <a:pt x="48" y="3082"/>
                    <a:pt x="48" y="3082"/>
                    <a:pt x="48" y="3082"/>
                  </a:cubicBezTo>
                  <a:cubicBezTo>
                    <a:pt x="48" y="160"/>
                    <a:pt x="48" y="160"/>
                    <a:pt x="48" y="160"/>
                  </a:cubicBezTo>
                  <a:cubicBezTo>
                    <a:pt x="48" y="98"/>
                    <a:pt x="98" y="47"/>
                    <a:pt x="160" y="47"/>
                  </a:cubicBezTo>
                  <a:cubicBezTo>
                    <a:pt x="4379" y="47"/>
                    <a:pt x="4379" y="47"/>
                    <a:pt x="4379" y="47"/>
                  </a:cubicBezTo>
                  <a:cubicBezTo>
                    <a:pt x="4441" y="47"/>
                    <a:pt x="4491" y="98"/>
                    <a:pt x="4491" y="160"/>
                  </a:cubicBezTo>
                  <a:cubicBezTo>
                    <a:pt x="4491" y="3082"/>
                    <a:pt x="4491" y="3082"/>
                    <a:pt x="4491" y="3082"/>
                  </a:cubicBezTo>
                  <a:cubicBezTo>
                    <a:pt x="4498" y="3082"/>
                    <a:pt x="4498" y="3082"/>
                    <a:pt x="4498" y="3082"/>
                  </a:cubicBezTo>
                  <a:cubicBezTo>
                    <a:pt x="4520" y="3082"/>
                    <a:pt x="4538" y="3064"/>
                    <a:pt x="4538" y="3042"/>
                  </a:cubicBezTo>
                  <a:cubicBezTo>
                    <a:pt x="4538" y="163"/>
                    <a:pt x="4538" y="163"/>
                    <a:pt x="4538" y="163"/>
                  </a:cubicBezTo>
                  <a:cubicBezTo>
                    <a:pt x="4538" y="73"/>
                    <a:pt x="4465" y="0"/>
                    <a:pt x="4375" y="0"/>
                  </a:cubicBezTo>
                </a:path>
              </a:pathLst>
            </a:custGeom>
            <a:solidFill>
              <a:srgbClr val="2F3941"/>
            </a:solidFill>
            <a:ln>
              <a:noFill/>
            </a:ln>
          </p:spPr>
          <p:txBody>
            <a:bodyPr vert="horz" wrap="square" lIns="91440" tIns="45720" rIns="91440" bIns="45720" numCol="1" anchor="ctr" anchorCtr="1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7">
              <a:extLst>
                <a:ext uri="{FF2B5EF4-FFF2-40B4-BE49-F238E27FC236}">
                  <a16:creationId xmlns:a16="http://schemas.microsoft.com/office/drawing/2014/main" id="{C4DA727D-A815-FFBA-5DAB-453996C2F662}"/>
                </a:ext>
              </a:extLst>
            </p:cNvPr>
            <p:cNvSpPr>
              <a:spLocks/>
            </p:cNvSpPr>
            <p:nvPr/>
          </p:nvSpPr>
          <p:spPr bwMode="auto">
            <a:xfrm>
              <a:off x="5487566" y="2178228"/>
              <a:ext cx="5406237" cy="3682394"/>
            </a:xfrm>
            <a:custGeom>
              <a:avLst/>
              <a:gdLst>
                <a:gd name="T0" fmla="*/ 4491 w 4491"/>
                <a:gd name="T1" fmla="*/ 3042 h 3058"/>
                <a:gd name="T2" fmla="*/ 4491 w 4491"/>
                <a:gd name="T3" fmla="*/ 138 h 3058"/>
                <a:gd name="T4" fmla="*/ 4352 w 4491"/>
                <a:gd name="T5" fmla="*/ 0 h 3058"/>
                <a:gd name="T6" fmla="*/ 139 w 4491"/>
                <a:gd name="T7" fmla="*/ 0 h 3058"/>
                <a:gd name="T8" fmla="*/ 0 w 4491"/>
                <a:gd name="T9" fmla="*/ 138 h 3058"/>
                <a:gd name="T10" fmla="*/ 0 w 4491"/>
                <a:gd name="T11" fmla="*/ 3042 h 3058"/>
                <a:gd name="T12" fmla="*/ 15 w 4491"/>
                <a:gd name="T13" fmla="*/ 3058 h 3058"/>
                <a:gd name="T14" fmla="*/ 17 w 4491"/>
                <a:gd name="T15" fmla="*/ 3058 h 3058"/>
                <a:gd name="T16" fmla="*/ 24 w 4491"/>
                <a:gd name="T17" fmla="*/ 3058 h 3058"/>
                <a:gd name="T18" fmla="*/ 24 w 4491"/>
                <a:gd name="T19" fmla="*/ 136 h 3058"/>
                <a:gd name="T20" fmla="*/ 136 w 4491"/>
                <a:gd name="T21" fmla="*/ 23 h 3058"/>
                <a:gd name="T22" fmla="*/ 4355 w 4491"/>
                <a:gd name="T23" fmla="*/ 23 h 3058"/>
                <a:gd name="T24" fmla="*/ 4467 w 4491"/>
                <a:gd name="T25" fmla="*/ 136 h 3058"/>
                <a:gd name="T26" fmla="*/ 4467 w 4491"/>
                <a:gd name="T27" fmla="*/ 3058 h 3058"/>
                <a:gd name="T28" fmla="*/ 4474 w 4491"/>
                <a:gd name="T29" fmla="*/ 3058 h 3058"/>
                <a:gd name="T30" fmla="*/ 4476 w 4491"/>
                <a:gd name="T31" fmla="*/ 3058 h 3058"/>
                <a:gd name="T32" fmla="*/ 4491 w 4491"/>
                <a:gd name="T33" fmla="*/ 3042 h 30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91" h="3058">
                  <a:moveTo>
                    <a:pt x="4491" y="3042"/>
                  </a:moveTo>
                  <a:cubicBezTo>
                    <a:pt x="4491" y="138"/>
                    <a:pt x="4491" y="138"/>
                    <a:pt x="4491" y="138"/>
                  </a:cubicBezTo>
                  <a:cubicBezTo>
                    <a:pt x="4491" y="62"/>
                    <a:pt x="4429" y="0"/>
                    <a:pt x="4352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62" y="0"/>
                    <a:pt x="0" y="62"/>
                    <a:pt x="0" y="138"/>
                  </a:cubicBezTo>
                  <a:cubicBezTo>
                    <a:pt x="0" y="3042"/>
                    <a:pt x="0" y="3042"/>
                    <a:pt x="0" y="3042"/>
                  </a:cubicBezTo>
                  <a:cubicBezTo>
                    <a:pt x="0" y="3051"/>
                    <a:pt x="7" y="3058"/>
                    <a:pt x="15" y="3058"/>
                  </a:cubicBezTo>
                  <a:cubicBezTo>
                    <a:pt x="16" y="3058"/>
                    <a:pt x="17" y="3058"/>
                    <a:pt x="17" y="3058"/>
                  </a:cubicBezTo>
                  <a:cubicBezTo>
                    <a:pt x="24" y="3058"/>
                    <a:pt x="24" y="3058"/>
                    <a:pt x="24" y="3058"/>
                  </a:cubicBezTo>
                  <a:cubicBezTo>
                    <a:pt x="24" y="136"/>
                    <a:pt x="24" y="136"/>
                    <a:pt x="24" y="136"/>
                  </a:cubicBezTo>
                  <a:cubicBezTo>
                    <a:pt x="24" y="74"/>
                    <a:pt x="74" y="23"/>
                    <a:pt x="136" y="23"/>
                  </a:cubicBezTo>
                  <a:cubicBezTo>
                    <a:pt x="4355" y="23"/>
                    <a:pt x="4355" y="23"/>
                    <a:pt x="4355" y="23"/>
                  </a:cubicBezTo>
                  <a:cubicBezTo>
                    <a:pt x="4417" y="23"/>
                    <a:pt x="4467" y="74"/>
                    <a:pt x="4467" y="136"/>
                  </a:cubicBezTo>
                  <a:cubicBezTo>
                    <a:pt x="4467" y="3058"/>
                    <a:pt x="4467" y="3058"/>
                    <a:pt x="4467" y="3058"/>
                  </a:cubicBezTo>
                  <a:cubicBezTo>
                    <a:pt x="4474" y="3058"/>
                    <a:pt x="4474" y="3058"/>
                    <a:pt x="4474" y="3058"/>
                  </a:cubicBezTo>
                  <a:cubicBezTo>
                    <a:pt x="4474" y="3058"/>
                    <a:pt x="4475" y="3058"/>
                    <a:pt x="4476" y="3058"/>
                  </a:cubicBezTo>
                  <a:cubicBezTo>
                    <a:pt x="4484" y="3058"/>
                    <a:pt x="4491" y="3051"/>
                    <a:pt x="4491" y="3042"/>
                  </a:cubicBezTo>
                </a:path>
              </a:pathLst>
            </a:custGeom>
            <a:solidFill>
              <a:srgbClr val="2F3941"/>
            </a:solidFill>
            <a:ln>
              <a:noFill/>
            </a:ln>
          </p:spPr>
          <p:txBody>
            <a:bodyPr vert="horz" wrap="square" lIns="91440" tIns="45720" rIns="91440" bIns="45720" numCol="1" anchor="ctr" anchorCtr="1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3043F41F-3E76-82F7-977F-FA7B9D214DD8}"/>
                </a:ext>
              </a:extLst>
            </p:cNvPr>
            <p:cNvSpPr>
              <a:spLocks/>
            </p:cNvSpPr>
            <p:nvPr/>
          </p:nvSpPr>
          <p:spPr bwMode="auto">
            <a:xfrm>
              <a:off x="5458672" y="5700783"/>
              <a:ext cx="5464024" cy="152026"/>
            </a:xfrm>
            <a:custGeom>
              <a:avLst/>
              <a:gdLst>
                <a:gd name="T0" fmla="*/ 0 w 4538"/>
                <a:gd name="T1" fmla="*/ 0 h 126"/>
                <a:gd name="T2" fmla="*/ 0 w 4538"/>
                <a:gd name="T3" fmla="*/ 86 h 126"/>
                <a:gd name="T4" fmla="*/ 41 w 4538"/>
                <a:gd name="T5" fmla="*/ 126 h 126"/>
                <a:gd name="T6" fmla="*/ 4498 w 4538"/>
                <a:gd name="T7" fmla="*/ 126 h 126"/>
                <a:gd name="T8" fmla="*/ 4538 w 4538"/>
                <a:gd name="T9" fmla="*/ 86 h 126"/>
                <a:gd name="T10" fmla="*/ 4538 w 4538"/>
                <a:gd name="T11" fmla="*/ 0 h 126"/>
                <a:gd name="T12" fmla="*/ 0 w 4538"/>
                <a:gd name="T13" fmla="*/ 0 h 1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538" h="126">
                  <a:moveTo>
                    <a:pt x="0" y="0"/>
                  </a:moveTo>
                  <a:cubicBezTo>
                    <a:pt x="0" y="86"/>
                    <a:pt x="0" y="86"/>
                    <a:pt x="0" y="86"/>
                  </a:cubicBezTo>
                  <a:cubicBezTo>
                    <a:pt x="0" y="108"/>
                    <a:pt x="19" y="126"/>
                    <a:pt x="41" y="126"/>
                  </a:cubicBezTo>
                  <a:cubicBezTo>
                    <a:pt x="4498" y="126"/>
                    <a:pt x="4498" y="126"/>
                    <a:pt x="4498" y="126"/>
                  </a:cubicBezTo>
                  <a:cubicBezTo>
                    <a:pt x="4520" y="126"/>
                    <a:pt x="4538" y="108"/>
                    <a:pt x="4538" y="86"/>
                  </a:cubicBezTo>
                  <a:cubicBezTo>
                    <a:pt x="4538" y="0"/>
                    <a:pt x="4538" y="0"/>
                    <a:pt x="4538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2F3941"/>
            </a:solidFill>
            <a:ln>
              <a:noFill/>
            </a:ln>
          </p:spPr>
          <p:txBody>
            <a:bodyPr vert="horz" wrap="square" lIns="91440" tIns="45720" rIns="91440" bIns="45720" numCol="1" anchor="ctr" anchorCtr="1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C1B41E92-EE93-87DF-3D21-2040D82508C5}"/>
                </a:ext>
              </a:extLst>
            </p:cNvPr>
            <p:cNvCxnSpPr>
              <a:cxnSpLocks/>
            </p:cNvCxnSpPr>
            <p:nvPr/>
          </p:nvCxnSpPr>
          <p:spPr>
            <a:xfrm>
              <a:off x="4880346" y="5869704"/>
              <a:ext cx="6620676" cy="0"/>
            </a:xfrm>
            <a:prstGeom prst="line">
              <a:avLst/>
            </a:prstGeom>
            <a:ln w="50800" cap="rnd">
              <a:gradFill flip="none" rotWithShape="1">
                <a:gsLst>
                  <a:gs pos="0">
                    <a:schemeClr val="tx1">
                      <a:lumMod val="50000"/>
                    </a:schemeClr>
                  </a:gs>
                  <a:gs pos="46000">
                    <a:schemeClr val="tx1">
                      <a:lumMod val="75000"/>
                    </a:schemeClr>
                  </a:gs>
                  <a:gs pos="100000">
                    <a:schemeClr val="tx1">
                      <a:lumMod val="5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983842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Tablet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BC4B996-22FD-F47B-2286-9FC5EE9427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3" y="1808163"/>
            <a:ext cx="4003622" cy="4537075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1pPr>
            <a:lvl2pPr marL="6286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2pPr>
            <a:lvl3pPr marL="10858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3pPr>
            <a:lvl4pPr marL="15430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4pPr>
            <a:lvl5pPr marL="20002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C3AEED-268C-A10F-FBBD-D515CE143E54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DD5176-8492-5BCB-53FE-585205A05F6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3E286BF0-7EB5-CA4C-B9E6-2AD5F27A36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7029A39E-DEF5-B200-35E5-1F463FF89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9" name="Textplatzhalter 17">
            <a:extLst>
              <a:ext uri="{FF2B5EF4-FFF2-40B4-BE49-F238E27FC236}">
                <a16:creationId xmlns:a16="http://schemas.microsoft.com/office/drawing/2014/main" id="{F575D7DA-2EEF-EC33-2BAB-5E1CEDB06E0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4E747307-99C2-2D37-782D-3B19E61F887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5296" y="2096497"/>
            <a:ext cx="5252195" cy="3981784"/>
          </a:xfrm>
          <a:custGeom>
            <a:avLst/>
            <a:gdLst>
              <a:gd name="connsiteX0" fmla="*/ 145098 w 4621113"/>
              <a:gd name="connsiteY0" fmla="*/ 0 h 3503349"/>
              <a:gd name="connsiteX1" fmla="*/ 4476016 w 4621113"/>
              <a:gd name="connsiteY1" fmla="*/ 0 h 3503349"/>
              <a:gd name="connsiteX2" fmla="*/ 4621113 w 4621113"/>
              <a:gd name="connsiteY2" fmla="*/ 146140 h 3503349"/>
              <a:gd name="connsiteX3" fmla="*/ 4621113 w 4621113"/>
              <a:gd name="connsiteY3" fmla="*/ 3358210 h 3503349"/>
              <a:gd name="connsiteX4" fmla="*/ 4476016 w 4621113"/>
              <a:gd name="connsiteY4" fmla="*/ 3503349 h 3503349"/>
              <a:gd name="connsiteX5" fmla="*/ 145098 w 4621113"/>
              <a:gd name="connsiteY5" fmla="*/ 3503349 h 3503349"/>
              <a:gd name="connsiteX6" fmla="*/ 0 w 4621113"/>
              <a:gd name="connsiteY6" fmla="*/ 3358210 h 3503349"/>
              <a:gd name="connsiteX7" fmla="*/ 0 w 4621113"/>
              <a:gd name="connsiteY7" fmla="*/ 146140 h 3503349"/>
              <a:gd name="connsiteX8" fmla="*/ 145098 w 4621113"/>
              <a:gd name="connsiteY8" fmla="*/ 0 h 3503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21113" h="3503349">
                <a:moveTo>
                  <a:pt x="145098" y="0"/>
                </a:moveTo>
                <a:cubicBezTo>
                  <a:pt x="4476016" y="0"/>
                  <a:pt x="4476016" y="0"/>
                  <a:pt x="4476016" y="0"/>
                </a:cubicBezTo>
                <a:cubicBezTo>
                  <a:pt x="4556070" y="0"/>
                  <a:pt x="4621113" y="65063"/>
                  <a:pt x="4621113" y="146140"/>
                </a:cubicBezTo>
                <a:lnTo>
                  <a:pt x="4621113" y="3358210"/>
                </a:lnTo>
                <a:cubicBezTo>
                  <a:pt x="4621113" y="3438288"/>
                  <a:pt x="4556070" y="3503349"/>
                  <a:pt x="4476016" y="3503349"/>
                </a:cubicBezTo>
                <a:cubicBezTo>
                  <a:pt x="145098" y="3503349"/>
                  <a:pt x="145098" y="3503349"/>
                  <a:pt x="145098" y="3503349"/>
                </a:cubicBezTo>
                <a:cubicBezTo>
                  <a:pt x="65044" y="3503349"/>
                  <a:pt x="0" y="3438288"/>
                  <a:pt x="0" y="3358210"/>
                </a:cubicBezTo>
                <a:cubicBezTo>
                  <a:pt x="0" y="146140"/>
                  <a:pt x="0" y="146140"/>
                  <a:pt x="0" y="146140"/>
                </a:cubicBezTo>
                <a:cubicBezTo>
                  <a:pt x="0" y="65063"/>
                  <a:pt x="65044" y="0"/>
                  <a:pt x="145098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anchor="ctr" anchorCtr="1"/>
          <a:lstStyle>
            <a:lvl1pPr marL="0" indent="0" algn="ctr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3" name="Bildplatzhalter 9">
            <a:extLst>
              <a:ext uri="{FF2B5EF4-FFF2-40B4-BE49-F238E27FC236}">
                <a16:creationId xmlns:a16="http://schemas.microsoft.com/office/drawing/2014/main" id="{1BD9634F-1574-8853-5827-89A8433E674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235296" y="2096497"/>
            <a:ext cx="5252195" cy="3981784"/>
          </a:xfrm>
          <a:custGeom>
            <a:avLst/>
            <a:gdLst>
              <a:gd name="connsiteX0" fmla="*/ 145098 w 4621113"/>
              <a:gd name="connsiteY0" fmla="*/ 0 h 3503349"/>
              <a:gd name="connsiteX1" fmla="*/ 4476016 w 4621113"/>
              <a:gd name="connsiteY1" fmla="*/ 0 h 3503349"/>
              <a:gd name="connsiteX2" fmla="*/ 4621113 w 4621113"/>
              <a:gd name="connsiteY2" fmla="*/ 146140 h 3503349"/>
              <a:gd name="connsiteX3" fmla="*/ 4621113 w 4621113"/>
              <a:gd name="connsiteY3" fmla="*/ 3358210 h 3503349"/>
              <a:gd name="connsiteX4" fmla="*/ 4476016 w 4621113"/>
              <a:gd name="connsiteY4" fmla="*/ 3503349 h 3503349"/>
              <a:gd name="connsiteX5" fmla="*/ 145098 w 4621113"/>
              <a:gd name="connsiteY5" fmla="*/ 3503349 h 3503349"/>
              <a:gd name="connsiteX6" fmla="*/ 0 w 4621113"/>
              <a:gd name="connsiteY6" fmla="*/ 3358210 h 3503349"/>
              <a:gd name="connsiteX7" fmla="*/ 0 w 4621113"/>
              <a:gd name="connsiteY7" fmla="*/ 146140 h 3503349"/>
              <a:gd name="connsiteX8" fmla="*/ 145098 w 4621113"/>
              <a:gd name="connsiteY8" fmla="*/ 0 h 3503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21113" h="3503349">
                <a:moveTo>
                  <a:pt x="145098" y="0"/>
                </a:moveTo>
                <a:cubicBezTo>
                  <a:pt x="4476016" y="0"/>
                  <a:pt x="4476016" y="0"/>
                  <a:pt x="4476016" y="0"/>
                </a:cubicBezTo>
                <a:cubicBezTo>
                  <a:pt x="4556070" y="0"/>
                  <a:pt x="4621113" y="65063"/>
                  <a:pt x="4621113" y="146140"/>
                </a:cubicBezTo>
                <a:lnTo>
                  <a:pt x="4621113" y="3358210"/>
                </a:lnTo>
                <a:cubicBezTo>
                  <a:pt x="4621113" y="3438288"/>
                  <a:pt x="4556070" y="3503349"/>
                  <a:pt x="4476016" y="3503349"/>
                </a:cubicBezTo>
                <a:cubicBezTo>
                  <a:pt x="145098" y="3503349"/>
                  <a:pt x="145098" y="3503349"/>
                  <a:pt x="145098" y="3503349"/>
                </a:cubicBezTo>
                <a:cubicBezTo>
                  <a:pt x="65044" y="3503349"/>
                  <a:pt x="0" y="3438288"/>
                  <a:pt x="0" y="3358210"/>
                </a:cubicBezTo>
                <a:cubicBezTo>
                  <a:pt x="0" y="146140"/>
                  <a:pt x="0" y="146140"/>
                  <a:pt x="0" y="146140"/>
                </a:cubicBezTo>
                <a:cubicBezTo>
                  <a:pt x="0" y="65063"/>
                  <a:pt x="65044" y="0"/>
                  <a:pt x="145098" y="0"/>
                </a:cubicBezTo>
                <a:close/>
              </a:path>
            </a:pathLst>
          </a:custGeom>
        </p:spPr>
        <p:txBody>
          <a:bodyPr anchor="ctr" anchorCtr="1"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20" name="Freeform 5">
            <a:extLst>
              <a:ext uri="{FF2B5EF4-FFF2-40B4-BE49-F238E27FC236}">
                <a16:creationId xmlns:a16="http://schemas.microsoft.com/office/drawing/2014/main" id="{A07B509F-A8E7-7D8A-AE4B-70C753531979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6162385" y="2019796"/>
            <a:ext cx="5376995" cy="4111035"/>
          </a:xfrm>
          <a:custGeom>
            <a:avLst/>
            <a:gdLst>
              <a:gd name="T0" fmla="*/ 576 w 4763"/>
              <a:gd name="T1" fmla="*/ 0 h 3641"/>
              <a:gd name="T2" fmla="*/ 511 w 4763"/>
              <a:gd name="T3" fmla="*/ 0 h 3641"/>
              <a:gd name="T4" fmla="*/ 27 w 4763"/>
              <a:gd name="T5" fmla="*/ 227 h 3641"/>
              <a:gd name="T6" fmla="*/ 27 w 4763"/>
              <a:gd name="T7" fmla="*/ 406 h 3641"/>
              <a:gd name="T8" fmla="*/ 4763 w 4763"/>
              <a:gd name="T9" fmla="*/ 228 h 3641"/>
              <a:gd name="T10" fmla="*/ 86 w 4763"/>
              <a:gd name="T11" fmla="*/ 3437 h 3641"/>
              <a:gd name="T12" fmla="*/ 4704 w 4763"/>
              <a:gd name="T13" fmla="*/ 3437 h 3641"/>
              <a:gd name="T14" fmla="*/ 4163 w 4763"/>
              <a:gd name="T15" fmla="*/ 138 h 3641"/>
              <a:gd name="T16" fmla="*/ 4145 w 4763"/>
              <a:gd name="T17" fmla="*/ 136 h 3641"/>
              <a:gd name="T18" fmla="*/ 4148 w 4763"/>
              <a:gd name="T19" fmla="*/ 139 h 3641"/>
              <a:gd name="T20" fmla="*/ 4159 w 4763"/>
              <a:gd name="T21" fmla="*/ 144 h 3641"/>
              <a:gd name="T22" fmla="*/ 4151 w 4763"/>
              <a:gd name="T23" fmla="*/ 147 h 3641"/>
              <a:gd name="T24" fmla="*/ 4160 w 4763"/>
              <a:gd name="T25" fmla="*/ 155 h 3641"/>
              <a:gd name="T26" fmla="*/ 4153 w 4763"/>
              <a:gd name="T27" fmla="*/ 164 h 3641"/>
              <a:gd name="T28" fmla="*/ 4145 w 4763"/>
              <a:gd name="T29" fmla="*/ 165 h 3641"/>
              <a:gd name="T30" fmla="*/ 4164 w 4763"/>
              <a:gd name="T31" fmla="*/ 162 h 3641"/>
              <a:gd name="T32" fmla="*/ 4213 w 4763"/>
              <a:gd name="T33" fmla="*/ 167 h 3641"/>
              <a:gd name="T34" fmla="*/ 4246 w 4763"/>
              <a:gd name="T35" fmla="*/ 167 h 3641"/>
              <a:gd name="T36" fmla="*/ 4229 w 4763"/>
              <a:gd name="T37" fmla="*/ 137 h 3641"/>
              <a:gd name="T38" fmla="*/ 4615 w 4763"/>
              <a:gd name="T39" fmla="*/ 151 h 3641"/>
              <a:gd name="T40" fmla="*/ 4187 w 4763"/>
              <a:gd name="T41" fmla="*/ 133 h 3641"/>
              <a:gd name="T42" fmla="*/ 4172 w 4763"/>
              <a:gd name="T43" fmla="*/ 142 h 3641"/>
              <a:gd name="T44" fmla="*/ 4173 w 4763"/>
              <a:gd name="T45" fmla="*/ 162 h 3641"/>
              <a:gd name="T46" fmla="*/ 4191 w 4763"/>
              <a:gd name="T47" fmla="*/ 165 h 3641"/>
              <a:gd name="T48" fmla="*/ 4194 w 4763"/>
              <a:gd name="T49" fmla="*/ 146 h 3641"/>
              <a:gd name="T50" fmla="*/ 4183 w 4763"/>
              <a:gd name="T51" fmla="*/ 164 h 3641"/>
              <a:gd name="T52" fmla="*/ 4176 w 4763"/>
              <a:gd name="T53" fmla="*/ 147 h 3641"/>
              <a:gd name="T54" fmla="*/ 4183 w 4763"/>
              <a:gd name="T55" fmla="*/ 136 h 3641"/>
              <a:gd name="T56" fmla="*/ 4190 w 4763"/>
              <a:gd name="T57" fmla="*/ 147 h 3641"/>
              <a:gd name="T58" fmla="*/ 4109 w 4763"/>
              <a:gd name="T59" fmla="*/ 133 h 3641"/>
              <a:gd name="T60" fmla="*/ 4098 w 4763"/>
              <a:gd name="T61" fmla="*/ 149 h 3641"/>
              <a:gd name="T62" fmla="*/ 4116 w 4763"/>
              <a:gd name="T63" fmla="*/ 151 h 3641"/>
              <a:gd name="T64" fmla="*/ 4102 w 4763"/>
              <a:gd name="T65" fmla="*/ 159 h 3641"/>
              <a:gd name="T66" fmla="*/ 4121 w 4763"/>
              <a:gd name="T67" fmla="*/ 149 h 3641"/>
              <a:gd name="T68" fmla="*/ 4112 w 4763"/>
              <a:gd name="T69" fmla="*/ 151 h 3641"/>
              <a:gd name="T70" fmla="*/ 4102 w 4763"/>
              <a:gd name="T71" fmla="*/ 145 h 3641"/>
              <a:gd name="T72" fmla="*/ 4112 w 4763"/>
              <a:gd name="T73" fmla="*/ 137 h 3641"/>
              <a:gd name="T74" fmla="*/ 4129 w 4763"/>
              <a:gd name="T75" fmla="*/ 167 h 3641"/>
              <a:gd name="T76" fmla="*/ 4129 w 4763"/>
              <a:gd name="T77" fmla="*/ 147 h 3641"/>
              <a:gd name="T78" fmla="*/ 4452 w 4763"/>
              <a:gd name="T79" fmla="*/ 141 h 3641"/>
              <a:gd name="T80" fmla="*/ 4452 w 4763"/>
              <a:gd name="T81" fmla="*/ 141 h 3641"/>
              <a:gd name="T82" fmla="*/ 4545 w 4763"/>
              <a:gd name="T83" fmla="*/ 169 h 3641"/>
              <a:gd name="T84" fmla="*/ 4597 w 4763"/>
              <a:gd name="T85" fmla="*/ 131 h 3641"/>
              <a:gd name="T86" fmla="*/ 4540 w 4763"/>
              <a:gd name="T87" fmla="*/ 140 h 3641"/>
              <a:gd name="T88" fmla="*/ 4602 w 4763"/>
              <a:gd name="T89" fmla="*/ 160 h 3641"/>
              <a:gd name="T90" fmla="*/ 4473 w 4763"/>
              <a:gd name="T91" fmla="*/ 157 h 3641"/>
              <a:gd name="T92" fmla="*/ 4487 w 4763"/>
              <a:gd name="T93" fmla="*/ 151 h 3641"/>
              <a:gd name="T94" fmla="*/ 4548 w 4763"/>
              <a:gd name="T95" fmla="*/ 162 h 3641"/>
              <a:gd name="T96" fmla="*/ 4547 w 4763"/>
              <a:gd name="T97" fmla="*/ 138 h 3641"/>
              <a:gd name="T98" fmla="*/ 4369 w 4763"/>
              <a:gd name="T99" fmla="*/ 170 h 3641"/>
              <a:gd name="T100" fmla="*/ 4408 w 4763"/>
              <a:gd name="T101" fmla="*/ 132 h 3641"/>
              <a:gd name="T102" fmla="*/ 4408 w 4763"/>
              <a:gd name="T103" fmla="*/ 170 h 3641"/>
              <a:gd name="T104" fmla="*/ 4257 w 4763"/>
              <a:gd name="T105" fmla="*/ 132 h 3641"/>
              <a:gd name="T106" fmla="*/ 4256 w 4763"/>
              <a:gd name="T107" fmla="*/ 138 h 3641"/>
              <a:gd name="T108" fmla="*/ 4281 w 4763"/>
              <a:gd name="T109" fmla="*/ 167 h 3641"/>
              <a:gd name="T110" fmla="*/ 4389 w 4763"/>
              <a:gd name="T111" fmla="*/ 143 h 3641"/>
              <a:gd name="T112" fmla="*/ 4389 w 4763"/>
              <a:gd name="T113" fmla="*/ 170 h 36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4763" h="3641">
                <a:moveTo>
                  <a:pt x="4559" y="24"/>
                </a:moveTo>
                <a:cubicBezTo>
                  <a:pt x="750" y="24"/>
                  <a:pt x="750" y="24"/>
                  <a:pt x="750" y="24"/>
                </a:cubicBezTo>
                <a:cubicBezTo>
                  <a:pt x="750" y="6"/>
                  <a:pt x="750" y="6"/>
                  <a:pt x="750" y="6"/>
                </a:cubicBezTo>
                <a:cubicBezTo>
                  <a:pt x="750" y="2"/>
                  <a:pt x="747" y="0"/>
                  <a:pt x="744" y="0"/>
                </a:cubicBezTo>
                <a:cubicBezTo>
                  <a:pt x="576" y="0"/>
                  <a:pt x="576" y="0"/>
                  <a:pt x="576" y="0"/>
                </a:cubicBezTo>
                <a:cubicBezTo>
                  <a:pt x="573" y="0"/>
                  <a:pt x="570" y="2"/>
                  <a:pt x="570" y="6"/>
                </a:cubicBezTo>
                <a:cubicBezTo>
                  <a:pt x="570" y="24"/>
                  <a:pt x="570" y="24"/>
                  <a:pt x="570" y="24"/>
                </a:cubicBezTo>
                <a:cubicBezTo>
                  <a:pt x="517" y="24"/>
                  <a:pt x="517" y="24"/>
                  <a:pt x="517" y="24"/>
                </a:cubicBezTo>
                <a:cubicBezTo>
                  <a:pt x="517" y="6"/>
                  <a:pt x="517" y="6"/>
                  <a:pt x="517" y="6"/>
                </a:cubicBezTo>
                <a:cubicBezTo>
                  <a:pt x="517" y="2"/>
                  <a:pt x="515" y="0"/>
                  <a:pt x="511" y="0"/>
                </a:cubicBezTo>
                <a:cubicBezTo>
                  <a:pt x="344" y="0"/>
                  <a:pt x="344" y="0"/>
                  <a:pt x="344" y="0"/>
                </a:cubicBezTo>
                <a:cubicBezTo>
                  <a:pt x="341" y="0"/>
                  <a:pt x="338" y="2"/>
                  <a:pt x="338" y="6"/>
                </a:cubicBezTo>
                <a:cubicBezTo>
                  <a:pt x="338" y="24"/>
                  <a:pt x="338" y="24"/>
                  <a:pt x="338" y="24"/>
                </a:cubicBezTo>
                <a:cubicBezTo>
                  <a:pt x="231" y="24"/>
                  <a:pt x="231" y="24"/>
                  <a:pt x="231" y="24"/>
                </a:cubicBezTo>
                <a:cubicBezTo>
                  <a:pt x="119" y="24"/>
                  <a:pt x="27" y="115"/>
                  <a:pt x="27" y="227"/>
                </a:cubicBezTo>
                <a:cubicBezTo>
                  <a:pt x="6" y="227"/>
                  <a:pt x="6" y="227"/>
                  <a:pt x="6" y="227"/>
                </a:cubicBezTo>
                <a:cubicBezTo>
                  <a:pt x="3" y="227"/>
                  <a:pt x="0" y="230"/>
                  <a:pt x="0" y="233"/>
                </a:cubicBezTo>
                <a:cubicBezTo>
                  <a:pt x="0" y="400"/>
                  <a:pt x="0" y="400"/>
                  <a:pt x="0" y="400"/>
                </a:cubicBezTo>
                <a:cubicBezTo>
                  <a:pt x="0" y="404"/>
                  <a:pt x="3" y="406"/>
                  <a:pt x="6" y="406"/>
                </a:cubicBezTo>
                <a:cubicBezTo>
                  <a:pt x="27" y="406"/>
                  <a:pt x="27" y="406"/>
                  <a:pt x="27" y="406"/>
                </a:cubicBezTo>
                <a:cubicBezTo>
                  <a:pt x="27" y="3437"/>
                  <a:pt x="27" y="3437"/>
                  <a:pt x="27" y="3437"/>
                </a:cubicBezTo>
                <a:cubicBezTo>
                  <a:pt x="27" y="3549"/>
                  <a:pt x="119" y="3641"/>
                  <a:pt x="231" y="3641"/>
                </a:cubicBezTo>
                <a:cubicBezTo>
                  <a:pt x="4559" y="3641"/>
                  <a:pt x="4559" y="3641"/>
                  <a:pt x="4559" y="3641"/>
                </a:cubicBezTo>
                <a:cubicBezTo>
                  <a:pt x="4671" y="3641"/>
                  <a:pt x="4763" y="3549"/>
                  <a:pt x="4763" y="3437"/>
                </a:cubicBezTo>
                <a:cubicBezTo>
                  <a:pt x="4763" y="228"/>
                  <a:pt x="4763" y="228"/>
                  <a:pt x="4763" y="228"/>
                </a:cubicBezTo>
                <a:cubicBezTo>
                  <a:pt x="4763" y="115"/>
                  <a:pt x="4671" y="24"/>
                  <a:pt x="4559" y="24"/>
                </a:cubicBezTo>
                <a:moveTo>
                  <a:pt x="4704" y="3437"/>
                </a:moveTo>
                <a:cubicBezTo>
                  <a:pt x="4704" y="3517"/>
                  <a:pt x="4639" y="3582"/>
                  <a:pt x="4559" y="3582"/>
                </a:cubicBezTo>
                <a:cubicBezTo>
                  <a:pt x="231" y="3582"/>
                  <a:pt x="231" y="3582"/>
                  <a:pt x="231" y="3582"/>
                </a:cubicBezTo>
                <a:cubicBezTo>
                  <a:pt x="151" y="3582"/>
                  <a:pt x="86" y="3517"/>
                  <a:pt x="86" y="3437"/>
                </a:cubicBezTo>
                <a:cubicBezTo>
                  <a:pt x="86" y="228"/>
                  <a:pt x="86" y="228"/>
                  <a:pt x="86" y="228"/>
                </a:cubicBezTo>
                <a:cubicBezTo>
                  <a:pt x="86" y="147"/>
                  <a:pt x="151" y="82"/>
                  <a:pt x="231" y="82"/>
                </a:cubicBezTo>
                <a:cubicBezTo>
                  <a:pt x="4559" y="82"/>
                  <a:pt x="4559" y="82"/>
                  <a:pt x="4559" y="82"/>
                </a:cubicBezTo>
                <a:cubicBezTo>
                  <a:pt x="4639" y="82"/>
                  <a:pt x="4704" y="147"/>
                  <a:pt x="4704" y="228"/>
                </a:cubicBezTo>
                <a:lnTo>
                  <a:pt x="4704" y="3437"/>
                </a:lnTo>
                <a:close/>
                <a:moveTo>
                  <a:pt x="4159" y="149"/>
                </a:moveTo>
                <a:cubicBezTo>
                  <a:pt x="4159" y="149"/>
                  <a:pt x="4159" y="149"/>
                  <a:pt x="4159" y="149"/>
                </a:cubicBezTo>
                <a:cubicBezTo>
                  <a:pt x="4160" y="148"/>
                  <a:pt x="4161" y="147"/>
                  <a:pt x="4162" y="146"/>
                </a:cubicBezTo>
                <a:cubicBezTo>
                  <a:pt x="4163" y="145"/>
                  <a:pt x="4164" y="144"/>
                  <a:pt x="4164" y="142"/>
                </a:cubicBezTo>
                <a:cubicBezTo>
                  <a:pt x="4164" y="140"/>
                  <a:pt x="4163" y="139"/>
                  <a:pt x="4163" y="138"/>
                </a:cubicBezTo>
                <a:cubicBezTo>
                  <a:pt x="4162" y="137"/>
                  <a:pt x="4162" y="136"/>
                  <a:pt x="4161" y="135"/>
                </a:cubicBezTo>
                <a:cubicBezTo>
                  <a:pt x="4160" y="134"/>
                  <a:pt x="4159" y="134"/>
                  <a:pt x="4157" y="133"/>
                </a:cubicBezTo>
                <a:cubicBezTo>
                  <a:pt x="4156" y="133"/>
                  <a:pt x="4155" y="133"/>
                  <a:pt x="4153" y="133"/>
                </a:cubicBezTo>
                <a:cubicBezTo>
                  <a:pt x="4151" y="133"/>
                  <a:pt x="4150" y="133"/>
                  <a:pt x="4149" y="134"/>
                </a:cubicBezTo>
                <a:cubicBezTo>
                  <a:pt x="4147" y="134"/>
                  <a:pt x="4146" y="135"/>
                  <a:pt x="4145" y="136"/>
                </a:cubicBezTo>
                <a:cubicBezTo>
                  <a:pt x="4144" y="137"/>
                  <a:pt x="4144" y="138"/>
                  <a:pt x="4143" y="139"/>
                </a:cubicBezTo>
                <a:cubicBezTo>
                  <a:pt x="4143" y="141"/>
                  <a:pt x="4143" y="142"/>
                  <a:pt x="4142" y="144"/>
                </a:cubicBezTo>
                <a:cubicBezTo>
                  <a:pt x="4147" y="144"/>
                  <a:pt x="4147" y="144"/>
                  <a:pt x="4147" y="144"/>
                </a:cubicBezTo>
                <a:cubicBezTo>
                  <a:pt x="4147" y="143"/>
                  <a:pt x="4147" y="142"/>
                  <a:pt x="4147" y="141"/>
                </a:cubicBezTo>
                <a:cubicBezTo>
                  <a:pt x="4147" y="140"/>
                  <a:pt x="4148" y="139"/>
                  <a:pt x="4148" y="139"/>
                </a:cubicBezTo>
                <a:cubicBezTo>
                  <a:pt x="4149" y="138"/>
                  <a:pt x="4149" y="137"/>
                  <a:pt x="4150" y="137"/>
                </a:cubicBezTo>
                <a:cubicBezTo>
                  <a:pt x="4151" y="137"/>
                  <a:pt x="4152" y="136"/>
                  <a:pt x="4153" y="136"/>
                </a:cubicBezTo>
                <a:cubicBezTo>
                  <a:pt x="4155" y="136"/>
                  <a:pt x="4156" y="137"/>
                  <a:pt x="4158" y="138"/>
                </a:cubicBezTo>
                <a:cubicBezTo>
                  <a:pt x="4159" y="139"/>
                  <a:pt x="4159" y="140"/>
                  <a:pt x="4159" y="142"/>
                </a:cubicBezTo>
                <a:cubicBezTo>
                  <a:pt x="4159" y="143"/>
                  <a:pt x="4159" y="144"/>
                  <a:pt x="4159" y="144"/>
                </a:cubicBezTo>
                <a:cubicBezTo>
                  <a:pt x="4158" y="145"/>
                  <a:pt x="4158" y="146"/>
                  <a:pt x="4157" y="146"/>
                </a:cubicBezTo>
                <a:cubicBezTo>
                  <a:pt x="4157" y="147"/>
                  <a:pt x="4156" y="147"/>
                  <a:pt x="4155" y="147"/>
                </a:cubicBezTo>
                <a:cubicBezTo>
                  <a:pt x="4154" y="147"/>
                  <a:pt x="4154" y="148"/>
                  <a:pt x="4153" y="148"/>
                </a:cubicBezTo>
                <a:cubicBezTo>
                  <a:pt x="4151" y="148"/>
                  <a:pt x="4151" y="148"/>
                  <a:pt x="4151" y="148"/>
                </a:cubicBezTo>
                <a:cubicBezTo>
                  <a:pt x="4151" y="148"/>
                  <a:pt x="4151" y="148"/>
                  <a:pt x="4151" y="147"/>
                </a:cubicBezTo>
                <a:cubicBezTo>
                  <a:pt x="4151" y="151"/>
                  <a:pt x="4151" y="151"/>
                  <a:pt x="4151" y="151"/>
                </a:cubicBezTo>
                <a:cubicBezTo>
                  <a:pt x="4152" y="151"/>
                  <a:pt x="4152" y="151"/>
                  <a:pt x="4153" y="151"/>
                </a:cubicBezTo>
                <a:cubicBezTo>
                  <a:pt x="4154" y="151"/>
                  <a:pt x="4155" y="151"/>
                  <a:pt x="4156" y="151"/>
                </a:cubicBezTo>
                <a:cubicBezTo>
                  <a:pt x="4157" y="152"/>
                  <a:pt x="4158" y="152"/>
                  <a:pt x="4159" y="153"/>
                </a:cubicBezTo>
                <a:cubicBezTo>
                  <a:pt x="4159" y="153"/>
                  <a:pt x="4160" y="154"/>
                  <a:pt x="4160" y="155"/>
                </a:cubicBezTo>
                <a:cubicBezTo>
                  <a:pt x="4161" y="155"/>
                  <a:pt x="4161" y="156"/>
                  <a:pt x="4161" y="157"/>
                </a:cubicBezTo>
                <a:cubicBezTo>
                  <a:pt x="4161" y="158"/>
                  <a:pt x="4161" y="159"/>
                  <a:pt x="4160" y="160"/>
                </a:cubicBezTo>
                <a:cubicBezTo>
                  <a:pt x="4160" y="161"/>
                  <a:pt x="4159" y="162"/>
                  <a:pt x="4158" y="162"/>
                </a:cubicBezTo>
                <a:cubicBezTo>
                  <a:pt x="4158" y="163"/>
                  <a:pt x="4157" y="163"/>
                  <a:pt x="4156" y="164"/>
                </a:cubicBezTo>
                <a:cubicBezTo>
                  <a:pt x="4155" y="164"/>
                  <a:pt x="4154" y="164"/>
                  <a:pt x="4153" y="164"/>
                </a:cubicBezTo>
                <a:cubicBezTo>
                  <a:pt x="4151" y="164"/>
                  <a:pt x="4149" y="163"/>
                  <a:pt x="4148" y="162"/>
                </a:cubicBezTo>
                <a:cubicBezTo>
                  <a:pt x="4147" y="161"/>
                  <a:pt x="4146" y="159"/>
                  <a:pt x="4146" y="157"/>
                </a:cubicBezTo>
                <a:cubicBezTo>
                  <a:pt x="4142" y="157"/>
                  <a:pt x="4142" y="157"/>
                  <a:pt x="4142" y="157"/>
                </a:cubicBezTo>
                <a:cubicBezTo>
                  <a:pt x="4142" y="158"/>
                  <a:pt x="4142" y="160"/>
                  <a:pt x="4143" y="161"/>
                </a:cubicBezTo>
                <a:cubicBezTo>
                  <a:pt x="4143" y="163"/>
                  <a:pt x="4144" y="164"/>
                  <a:pt x="4145" y="165"/>
                </a:cubicBezTo>
                <a:cubicBezTo>
                  <a:pt x="4146" y="166"/>
                  <a:pt x="4147" y="166"/>
                  <a:pt x="4148" y="167"/>
                </a:cubicBezTo>
                <a:cubicBezTo>
                  <a:pt x="4150" y="167"/>
                  <a:pt x="4151" y="168"/>
                  <a:pt x="4153" y="168"/>
                </a:cubicBezTo>
                <a:cubicBezTo>
                  <a:pt x="4155" y="168"/>
                  <a:pt x="4156" y="167"/>
                  <a:pt x="4158" y="167"/>
                </a:cubicBezTo>
                <a:cubicBezTo>
                  <a:pt x="4159" y="167"/>
                  <a:pt x="4161" y="166"/>
                  <a:pt x="4162" y="165"/>
                </a:cubicBezTo>
                <a:cubicBezTo>
                  <a:pt x="4163" y="164"/>
                  <a:pt x="4164" y="163"/>
                  <a:pt x="4164" y="162"/>
                </a:cubicBezTo>
                <a:cubicBezTo>
                  <a:pt x="4165" y="160"/>
                  <a:pt x="4165" y="159"/>
                  <a:pt x="4165" y="157"/>
                </a:cubicBezTo>
                <a:cubicBezTo>
                  <a:pt x="4165" y="155"/>
                  <a:pt x="4165" y="153"/>
                  <a:pt x="4164" y="152"/>
                </a:cubicBezTo>
                <a:cubicBezTo>
                  <a:pt x="4163" y="150"/>
                  <a:pt x="4161" y="149"/>
                  <a:pt x="4159" y="149"/>
                </a:cubicBezTo>
                <a:moveTo>
                  <a:pt x="4227" y="132"/>
                </a:moveTo>
                <a:cubicBezTo>
                  <a:pt x="4213" y="167"/>
                  <a:pt x="4213" y="167"/>
                  <a:pt x="4213" y="167"/>
                </a:cubicBezTo>
                <a:cubicBezTo>
                  <a:pt x="4218" y="167"/>
                  <a:pt x="4218" y="167"/>
                  <a:pt x="4218" y="167"/>
                </a:cubicBezTo>
                <a:cubicBezTo>
                  <a:pt x="4222" y="157"/>
                  <a:pt x="4222" y="157"/>
                  <a:pt x="4222" y="157"/>
                </a:cubicBezTo>
                <a:cubicBezTo>
                  <a:pt x="4237" y="157"/>
                  <a:pt x="4237" y="157"/>
                  <a:pt x="4237" y="157"/>
                </a:cubicBezTo>
                <a:cubicBezTo>
                  <a:pt x="4241" y="167"/>
                  <a:pt x="4241" y="167"/>
                  <a:pt x="4241" y="167"/>
                </a:cubicBezTo>
                <a:cubicBezTo>
                  <a:pt x="4246" y="167"/>
                  <a:pt x="4246" y="167"/>
                  <a:pt x="4246" y="167"/>
                </a:cubicBezTo>
                <a:cubicBezTo>
                  <a:pt x="4232" y="132"/>
                  <a:pt x="4232" y="132"/>
                  <a:pt x="4232" y="132"/>
                </a:cubicBezTo>
                <a:lnTo>
                  <a:pt x="4227" y="132"/>
                </a:lnTo>
                <a:close/>
                <a:moveTo>
                  <a:pt x="4223" y="153"/>
                </a:moveTo>
                <a:cubicBezTo>
                  <a:pt x="4229" y="137"/>
                  <a:pt x="4229" y="137"/>
                  <a:pt x="4229" y="137"/>
                </a:cubicBezTo>
                <a:cubicBezTo>
                  <a:pt x="4229" y="137"/>
                  <a:pt x="4229" y="137"/>
                  <a:pt x="4229" y="137"/>
                </a:cubicBezTo>
                <a:cubicBezTo>
                  <a:pt x="4235" y="153"/>
                  <a:pt x="4235" y="153"/>
                  <a:pt x="4235" y="153"/>
                </a:cubicBezTo>
                <a:lnTo>
                  <a:pt x="4223" y="153"/>
                </a:lnTo>
                <a:close/>
                <a:moveTo>
                  <a:pt x="4609" y="143"/>
                </a:moveTo>
                <a:cubicBezTo>
                  <a:pt x="4609" y="157"/>
                  <a:pt x="4609" y="157"/>
                  <a:pt x="4609" y="157"/>
                </a:cubicBezTo>
                <a:cubicBezTo>
                  <a:pt x="4612" y="157"/>
                  <a:pt x="4615" y="154"/>
                  <a:pt x="4615" y="151"/>
                </a:cubicBezTo>
                <a:cubicBezTo>
                  <a:pt x="4615" y="146"/>
                  <a:pt x="4612" y="143"/>
                  <a:pt x="4609" y="143"/>
                </a:cubicBezTo>
                <a:moveTo>
                  <a:pt x="4194" y="142"/>
                </a:moveTo>
                <a:cubicBezTo>
                  <a:pt x="4193" y="141"/>
                  <a:pt x="4193" y="140"/>
                  <a:pt x="4193" y="139"/>
                </a:cubicBezTo>
                <a:cubicBezTo>
                  <a:pt x="4192" y="137"/>
                  <a:pt x="4191" y="136"/>
                  <a:pt x="4191" y="136"/>
                </a:cubicBezTo>
                <a:cubicBezTo>
                  <a:pt x="4190" y="135"/>
                  <a:pt x="4189" y="134"/>
                  <a:pt x="4187" y="133"/>
                </a:cubicBezTo>
                <a:cubicBezTo>
                  <a:pt x="4186" y="133"/>
                  <a:pt x="4185" y="133"/>
                  <a:pt x="4183" y="133"/>
                </a:cubicBezTo>
                <a:cubicBezTo>
                  <a:pt x="4181" y="133"/>
                  <a:pt x="4179" y="133"/>
                  <a:pt x="4178" y="133"/>
                </a:cubicBezTo>
                <a:cubicBezTo>
                  <a:pt x="4177" y="134"/>
                  <a:pt x="4176" y="135"/>
                  <a:pt x="4175" y="136"/>
                </a:cubicBezTo>
                <a:cubicBezTo>
                  <a:pt x="4174" y="136"/>
                  <a:pt x="4174" y="137"/>
                  <a:pt x="4173" y="139"/>
                </a:cubicBezTo>
                <a:cubicBezTo>
                  <a:pt x="4173" y="140"/>
                  <a:pt x="4172" y="141"/>
                  <a:pt x="4172" y="142"/>
                </a:cubicBezTo>
                <a:cubicBezTo>
                  <a:pt x="4172" y="144"/>
                  <a:pt x="4171" y="145"/>
                  <a:pt x="4171" y="146"/>
                </a:cubicBezTo>
                <a:cubicBezTo>
                  <a:pt x="4171" y="148"/>
                  <a:pt x="4171" y="149"/>
                  <a:pt x="4171" y="150"/>
                </a:cubicBezTo>
                <a:cubicBezTo>
                  <a:pt x="4171" y="152"/>
                  <a:pt x="4171" y="153"/>
                  <a:pt x="4171" y="154"/>
                </a:cubicBezTo>
                <a:cubicBezTo>
                  <a:pt x="4171" y="156"/>
                  <a:pt x="4172" y="157"/>
                  <a:pt x="4172" y="158"/>
                </a:cubicBezTo>
                <a:cubicBezTo>
                  <a:pt x="4172" y="159"/>
                  <a:pt x="4173" y="161"/>
                  <a:pt x="4173" y="162"/>
                </a:cubicBezTo>
                <a:cubicBezTo>
                  <a:pt x="4174" y="163"/>
                  <a:pt x="4174" y="164"/>
                  <a:pt x="4175" y="165"/>
                </a:cubicBezTo>
                <a:cubicBezTo>
                  <a:pt x="4176" y="166"/>
                  <a:pt x="4177" y="166"/>
                  <a:pt x="4178" y="167"/>
                </a:cubicBezTo>
                <a:cubicBezTo>
                  <a:pt x="4179" y="167"/>
                  <a:pt x="4181" y="168"/>
                  <a:pt x="4183" y="168"/>
                </a:cubicBezTo>
                <a:cubicBezTo>
                  <a:pt x="4185" y="168"/>
                  <a:pt x="4186" y="167"/>
                  <a:pt x="4187" y="167"/>
                </a:cubicBezTo>
                <a:cubicBezTo>
                  <a:pt x="4189" y="166"/>
                  <a:pt x="4190" y="166"/>
                  <a:pt x="4191" y="165"/>
                </a:cubicBezTo>
                <a:cubicBezTo>
                  <a:pt x="4191" y="164"/>
                  <a:pt x="4192" y="163"/>
                  <a:pt x="4193" y="162"/>
                </a:cubicBezTo>
                <a:cubicBezTo>
                  <a:pt x="4193" y="161"/>
                  <a:pt x="4193" y="159"/>
                  <a:pt x="4194" y="158"/>
                </a:cubicBezTo>
                <a:cubicBezTo>
                  <a:pt x="4194" y="157"/>
                  <a:pt x="4194" y="156"/>
                  <a:pt x="4194" y="154"/>
                </a:cubicBezTo>
                <a:cubicBezTo>
                  <a:pt x="4194" y="153"/>
                  <a:pt x="4194" y="152"/>
                  <a:pt x="4194" y="150"/>
                </a:cubicBezTo>
                <a:cubicBezTo>
                  <a:pt x="4194" y="149"/>
                  <a:pt x="4194" y="148"/>
                  <a:pt x="4194" y="146"/>
                </a:cubicBezTo>
                <a:cubicBezTo>
                  <a:pt x="4194" y="145"/>
                  <a:pt x="4194" y="144"/>
                  <a:pt x="4194" y="142"/>
                </a:cubicBezTo>
                <a:moveTo>
                  <a:pt x="4190" y="155"/>
                </a:moveTo>
                <a:cubicBezTo>
                  <a:pt x="4190" y="156"/>
                  <a:pt x="4189" y="158"/>
                  <a:pt x="4189" y="159"/>
                </a:cubicBezTo>
                <a:cubicBezTo>
                  <a:pt x="4189" y="160"/>
                  <a:pt x="4188" y="162"/>
                  <a:pt x="4187" y="163"/>
                </a:cubicBezTo>
                <a:cubicBezTo>
                  <a:pt x="4186" y="164"/>
                  <a:pt x="4185" y="164"/>
                  <a:pt x="4183" y="164"/>
                </a:cubicBezTo>
                <a:cubicBezTo>
                  <a:pt x="4181" y="164"/>
                  <a:pt x="4180" y="164"/>
                  <a:pt x="4179" y="163"/>
                </a:cubicBezTo>
                <a:cubicBezTo>
                  <a:pt x="4178" y="162"/>
                  <a:pt x="4177" y="160"/>
                  <a:pt x="4177" y="159"/>
                </a:cubicBezTo>
                <a:cubicBezTo>
                  <a:pt x="4176" y="158"/>
                  <a:pt x="4176" y="156"/>
                  <a:pt x="4176" y="155"/>
                </a:cubicBezTo>
                <a:cubicBezTo>
                  <a:pt x="4176" y="153"/>
                  <a:pt x="4176" y="151"/>
                  <a:pt x="4176" y="150"/>
                </a:cubicBezTo>
                <a:cubicBezTo>
                  <a:pt x="4176" y="149"/>
                  <a:pt x="4176" y="148"/>
                  <a:pt x="4176" y="147"/>
                </a:cubicBezTo>
                <a:cubicBezTo>
                  <a:pt x="4176" y="146"/>
                  <a:pt x="4176" y="145"/>
                  <a:pt x="4176" y="144"/>
                </a:cubicBezTo>
                <a:cubicBezTo>
                  <a:pt x="4176" y="143"/>
                  <a:pt x="4176" y="142"/>
                  <a:pt x="4177" y="141"/>
                </a:cubicBezTo>
                <a:cubicBezTo>
                  <a:pt x="4177" y="140"/>
                  <a:pt x="4177" y="140"/>
                  <a:pt x="4178" y="139"/>
                </a:cubicBezTo>
                <a:cubicBezTo>
                  <a:pt x="4178" y="138"/>
                  <a:pt x="4179" y="137"/>
                  <a:pt x="4180" y="137"/>
                </a:cubicBezTo>
                <a:cubicBezTo>
                  <a:pt x="4181" y="137"/>
                  <a:pt x="4182" y="136"/>
                  <a:pt x="4183" y="136"/>
                </a:cubicBezTo>
                <a:cubicBezTo>
                  <a:pt x="4184" y="136"/>
                  <a:pt x="4185" y="137"/>
                  <a:pt x="4186" y="137"/>
                </a:cubicBezTo>
                <a:cubicBezTo>
                  <a:pt x="4187" y="137"/>
                  <a:pt x="4187" y="138"/>
                  <a:pt x="4188" y="139"/>
                </a:cubicBezTo>
                <a:cubicBezTo>
                  <a:pt x="4188" y="140"/>
                  <a:pt x="4189" y="140"/>
                  <a:pt x="4189" y="141"/>
                </a:cubicBezTo>
                <a:cubicBezTo>
                  <a:pt x="4189" y="142"/>
                  <a:pt x="4189" y="143"/>
                  <a:pt x="4190" y="144"/>
                </a:cubicBezTo>
                <a:cubicBezTo>
                  <a:pt x="4190" y="145"/>
                  <a:pt x="4190" y="146"/>
                  <a:pt x="4190" y="147"/>
                </a:cubicBezTo>
                <a:cubicBezTo>
                  <a:pt x="4190" y="148"/>
                  <a:pt x="4190" y="149"/>
                  <a:pt x="4190" y="150"/>
                </a:cubicBezTo>
                <a:cubicBezTo>
                  <a:pt x="4190" y="151"/>
                  <a:pt x="4190" y="153"/>
                  <a:pt x="4190" y="155"/>
                </a:cubicBezTo>
                <a:moveTo>
                  <a:pt x="4117" y="136"/>
                </a:moveTo>
                <a:cubicBezTo>
                  <a:pt x="4116" y="135"/>
                  <a:pt x="4115" y="134"/>
                  <a:pt x="4113" y="133"/>
                </a:cubicBezTo>
                <a:cubicBezTo>
                  <a:pt x="4112" y="133"/>
                  <a:pt x="4110" y="133"/>
                  <a:pt x="4109" y="133"/>
                </a:cubicBezTo>
                <a:cubicBezTo>
                  <a:pt x="4107" y="133"/>
                  <a:pt x="4106" y="133"/>
                  <a:pt x="4104" y="134"/>
                </a:cubicBezTo>
                <a:cubicBezTo>
                  <a:pt x="4103" y="134"/>
                  <a:pt x="4102" y="135"/>
                  <a:pt x="4101" y="136"/>
                </a:cubicBezTo>
                <a:cubicBezTo>
                  <a:pt x="4100" y="137"/>
                  <a:pt x="4099" y="138"/>
                  <a:pt x="4098" y="139"/>
                </a:cubicBezTo>
                <a:cubicBezTo>
                  <a:pt x="4098" y="141"/>
                  <a:pt x="4097" y="142"/>
                  <a:pt x="4097" y="144"/>
                </a:cubicBezTo>
                <a:cubicBezTo>
                  <a:pt x="4097" y="146"/>
                  <a:pt x="4098" y="147"/>
                  <a:pt x="4098" y="149"/>
                </a:cubicBezTo>
                <a:cubicBezTo>
                  <a:pt x="4099" y="150"/>
                  <a:pt x="4099" y="151"/>
                  <a:pt x="4100" y="152"/>
                </a:cubicBezTo>
                <a:cubicBezTo>
                  <a:pt x="4101" y="153"/>
                  <a:pt x="4102" y="154"/>
                  <a:pt x="4104" y="155"/>
                </a:cubicBezTo>
                <a:cubicBezTo>
                  <a:pt x="4105" y="155"/>
                  <a:pt x="4107" y="155"/>
                  <a:pt x="4108" y="155"/>
                </a:cubicBezTo>
                <a:cubicBezTo>
                  <a:pt x="4110" y="155"/>
                  <a:pt x="4112" y="155"/>
                  <a:pt x="4113" y="154"/>
                </a:cubicBezTo>
                <a:cubicBezTo>
                  <a:pt x="4114" y="153"/>
                  <a:pt x="4116" y="152"/>
                  <a:pt x="4116" y="151"/>
                </a:cubicBezTo>
                <a:cubicBezTo>
                  <a:pt x="4116" y="151"/>
                  <a:pt x="4116" y="151"/>
                  <a:pt x="4116" y="151"/>
                </a:cubicBezTo>
                <a:cubicBezTo>
                  <a:pt x="4116" y="155"/>
                  <a:pt x="4116" y="159"/>
                  <a:pt x="4114" y="161"/>
                </a:cubicBezTo>
                <a:cubicBezTo>
                  <a:pt x="4113" y="163"/>
                  <a:pt x="4111" y="164"/>
                  <a:pt x="4109" y="164"/>
                </a:cubicBezTo>
                <a:cubicBezTo>
                  <a:pt x="4107" y="164"/>
                  <a:pt x="4106" y="164"/>
                  <a:pt x="4104" y="163"/>
                </a:cubicBezTo>
                <a:cubicBezTo>
                  <a:pt x="4103" y="162"/>
                  <a:pt x="4103" y="161"/>
                  <a:pt x="4102" y="159"/>
                </a:cubicBezTo>
                <a:cubicBezTo>
                  <a:pt x="4098" y="159"/>
                  <a:pt x="4098" y="159"/>
                  <a:pt x="4098" y="159"/>
                </a:cubicBezTo>
                <a:cubicBezTo>
                  <a:pt x="4098" y="162"/>
                  <a:pt x="4100" y="164"/>
                  <a:pt x="4101" y="166"/>
                </a:cubicBezTo>
                <a:cubicBezTo>
                  <a:pt x="4103" y="167"/>
                  <a:pt x="4106" y="168"/>
                  <a:pt x="4109" y="168"/>
                </a:cubicBezTo>
                <a:cubicBezTo>
                  <a:pt x="4113" y="168"/>
                  <a:pt x="4116" y="166"/>
                  <a:pt x="4118" y="163"/>
                </a:cubicBezTo>
                <a:cubicBezTo>
                  <a:pt x="4120" y="160"/>
                  <a:pt x="4121" y="155"/>
                  <a:pt x="4121" y="149"/>
                </a:cubicBezTo>
                <a:cubicBezTo>
                  <a:pt x="4121" y="146"/>
                  <a:pt x="4120" y="143"/>
                  <a:pt x="4120" y="141"/>
                </a:cubicBezTo>
                <a:cubicBezTo>
                  <a:pt x="4119" y="139"/>
                  <a:pt x="4118" y="137"/>
                  <a:pt x="4117" y="136"/>
                </a:cubicBezTo>
                <a:moveTo>
                  <a:pt x="4115" y="147"/>
                </a:moveTo>
                <a:cubicBezTo>
                  <a:pt x="4115" y="148"/>
                  <a:pt x="4114" y="149"/>
                  <a:pt x="4114" y="150"/>
                </a:cubicBezTo>
                <a:cubicBezTo>
                  <a:pt x="4113" y="150"/>
                  <a:pt x="4112" y="151"/>
                  <a:pt x="4112" y="151"/>
                </a:cubicBezTo>
                <a:cubicBezTo>
                  <a:pt x="4111" y="152"/>
                  <a:pt x="4110" y="152"/>
                  <a:pt x="4109" y="152"/>
                </a:cubicBezTo>
                <a:cubicBezTo>
                  <a:pt x="4108" y="152"/>
                  <a:pt x="4107" y="152"/>
                  <a:pt x="4106" y="151"/>
                </a:cubicBezTo>
                <a:cubicBezTo>
                  <a:pt x="4105" y="151"/>
                  <a:pt x="4104" y="150"/>
                  <a:pt x="4104" y="150"/>
                </a:cubicBezTo>
                <a:cubicBezTo>
                  <a:pt x="4103" y="149"/>
                  <a:pt x="4103" y="148"/>
                  <a:pt x="4102" y="147"/>
                </a:cubicBezTo>
                <a:cubicBezTo>
                  <a:pt x="4102" y="146"/>
                  <a:pt x="4102" y="145"/>
                  <a:pt x="4102" y="145"/>
                </a:cubicBezTo>
                <a:cubicBezTo>
                  <a:pt x="4102" y="143"/>
                  <a:pt x="4102" y="142"/>
                  <a:pt x="4102" y="141"/>
                </a:cubicBezTo>
                <a:cubicBezTo>
                  <a:pt x="4102" y="140"/>
                  <a:pt x="4103" y="140"/>
                  <a:pt x="4103" y="139"/>
                </a:cubicBezTo>
                <a:cubicBezTo>
                  <a:pt x="4104" y="138"/>
                  <a:pt x="4105" y="137"/>
                  <a:pt x="4105" y="137"/>
                </a:cubicBezTo>
                <a:cubicBezTo>
                  <a:pt x="4106" y="137"/>
                  <a:pt x="4107" y="136"/>
                  <a:pt x="4109" y="136"/>
                </a:cubicBezTo>
                <a:cubicBezTo>
                  <a:pt x="4110" y="136"/>
                  <a:pt x="4111" y="137"/>
                  <a:pt x="4112" y="137"/>
                </a:cubicBezTo>
                <a:cubicBezTo>
                  <a:pt x="4113" y="137"/>
                  <a:pt x="4113" y="138"/>
                  <a:pt x="4114" y="139"/>
                </a:cubicBezTo>
                <a:cubicBezTo>
                  <a:pt x="4115" y="139"/>
                  <a:pt x="4115" y="140"/>
                  <a:pt x="4115" y="141"/>
                </a:cubicBezTo>
                <a:cubicBezTo>
                  <a:pt x="4116" y="142"/>
                  <a:pt x="4116" y="143"/>
                  <a:pt x="4116" y="144"/>
                </a:cubicBezTo>
                <a:cubicBezTo>
                  <a:pt x="4116" y="145"/>
                  <a:pt x="4116" y="146"/>
                  <a:pt x="4115" y="147"/>
                </a:cubicBezTo>
                <a:moveTo>
                  <a:pt x="4129" y="167"/>
                </a:moveTo>
                <a:cubicBezTo>
                  <a:pt x="4134" y="167"/>
                  <a:pt x="4134" y="167"/>
                  <a:pt x="4134" y="167"/>
                </a:cubicBezTo>
                <a:cubicBezTo>
                  <a:pt x="4134" y="162"/>
                  <a:pt x="4134" y="162"/>
                  <a:pt x="4134" y="162"/>
                </a:cubicBezTo>
                <a:cubicBezTo>
                  <a:pt x="4129" y="162"/>
                  <a:pt x="4129" y="162"/>
                  <a:pt x="4129" y="162"/>
                </a:cubicBezTo>
                <a:lnTo>
                  <a:pt x="4129" y="167"/>
                </a:lnTo>
                <a:close/>
                <a:moveTo>
                  <a:pt x="4129" y="147"/>
                </a:moveTo>
                <a:cubicBezTo>
                  <a:pt x="4134" y="147"/>
                  <a:pt x="4134" y="147"/>
                  <a:pt x="4134" y="147"/>
                </a:cubicBezTo>
                <a:cubicBezTo>
                  <a:pt x="4134" y="142"/>
                  <a:pt x="4134" y="142"/>
                  <a:pt x="4134" y="142"/>
                </a:cubicBezTo>
                <a:cubicBezTo>
                  <a:pt x="4129" y="142"/>
                  <a:pt x="4129" y="142"/>
                  <a:pt x="4129" y="142"/>
                </a:cubicBezTo>
                <a:lnTo>
                  <a:pt x="4129" y="147"/>
                </a:lnTo>
                <a:close/>
                <a:moveTo>
                  <a:pt x="4452" y="141"/>
                </a:moveTo>
                <a:cubicBezTo>
                  <a:pt x="4454" y="143"/>
                  <a:pt x="4455" y="145"/>
                  <a:pt x="4457" y="147"/>
                </a:cubicBezTo>
                <a:cubicBezTo>
                  <a:pt x="4462" y="142"/>
                  <a:pt x="4467" y="139"/>
                  <a:pt x="4473" y="139"/>
                </a:cubicBezTo>
                <a:cubicBezTo>
                  <a:pt x="4480" y="139"/>
                  <a:pt x="4485" y="142"/>
                  <a:pt x="4489" y="147"/>
                </a:cubicBezTo>
                <a:cubicBezTo>
                  <a:pt x="4491" y="145"/>
                  <a:pt x="4493" y="143"/>
                  <a:pt x="4495" y="141"/>
                </a:cubicBezTo>
                <a:cubicBezTo>
                  <a:pt x="4483" y="127"/>
                  <a:pt x="4462" y="129"/>
                  <a:pt x="4452" y="141"/>
                </a:cubicBezTo>
                <a:moveTo>
                  <a:pt x="4597" y="131"/>
                </a:moveTo>
                <a:cubicBezTo>
                  <a:pt x="4545" y="131"/>
                  <a:pt x="4545" y="131"/>
                  <a:pt x="4545" y="131"/>
                </a:cubicBezTo>
                <a:cubicBezTo>
                  <a:pt x="4540" y="131"/>
                  <a:pt x="4537" y="134"/>
                  <a:pt x="4537" y="140"/>
                </a:cubicBezTo>
                <a:cubicBezTo>
                  <a:pt x="4536" y="147"/>
                  <a:pt x="4536" y="153"/>
                  <a:pt x="4537" y="160"/>
                </a:cubicBezTo>
                <a:cubicBezTo>
                  <a:pt x="4537" y="166"/>
                  <a:pt x="4540" y="169"/>
                  <a:pt x="4545" y="169"/>
                </a:cubicBezTo>
                <a:cubicBezTo>
                  <a:pt x="4554" y="169"/>
                  <a:pt x="4562" y="169"/>
                  <a:pt x="4571" y="169"/>
                </a:cubicBezTo>
                <a:cubicBezTo>
                  <a:pt x="4580" y="169"/>
                  <a:pt x="4588" y="169"/>
                  <a:pt x="4597" y="169"/>
                </a:cubicBezTo>
                <a:cubicBezTo>
                  <a:pt x="4602" y="169"/>
                  <a:pt x="4605" y="166"/>
                  <a:pt x="4605" y="160"/>
                </a:cubicBezTo>
                <a:cubicBezTo>
                  <a:pt x="4606" y="153"/>
                  <a:pt x="4605" y="147"/>
                  <a:pt x="4605" y="140"/>
                </a:cubicBezTo>
                <a:cubicBezTo>
                  <a:pt x="4605" y="134"/>
                  <a:pt x="4602" y="131"/>
                  <a:pt x="4597" y="131"/>
                </a:cubicBezTo>
                <a:moveTo>
                  <a:pt x="4602" y="160"/>
                </a:moveTo>
                <a:cubicBezTo>
                  <a:pt x="4602" y="164"/>
                  <a:pt x="4601" y="166"/>
                  <a:pt x="4597" y="166"/>
                </a:cubicBezTo>
                <a:cubicBezTo>
                  <a:pt x="4545" y="166"/>
                  <a:pt x="4545" y="166"/>
                  <a:pt x="4545" y="166"/>
                </a:cubicBezTo>
                <a:cubicBezTo>
                  <a:pt x="4541" y="166"/>
                  <a:pt x="4540" y="164"/>
                  <a:pt x="4540" y="160"/>
                </a:cubicBezTo>
                <a:cubicBezTo>
                  <a:pt x="4540" y="153"/>
                  <a:pt x="4540" y="147"/>
                  <a:pt x="4540" y="140"/>
                </a:cubicBezTo>
                <a:cubicBezTo>
                  <a:pt x="4540" y="136"/>
                  <a:pt x="4541" y="134"/>
                  <a:pt x="4545" y="134"/>
                </a:cubicBezTo>
                <a:cubicBezTo>
                  <a:pt x="4554" y="134"/>
                  <a:pt x="4562" y="134"/>
                  <a:pt x="4571" y="134"/>
                </a:cubicBezTo>
                <a:cubicBezTo>
                  <a:pt x="4580" y="134"/>
                  <a:pt x="4588" y="134"/>
                  <a:pt x="4597" y="134"/>
                </a:cubicBezTo>
                <a:cubicBezTo>
                  <a:pt x="4601" y="134"/>
                  <a:pt x="4602" y="136"/>
                  <a:pt x="4602" y="140"/>
                </a:cubicBezTo>
                <a:cubicBezTo>
                  <a:pt x="4602" y="147"/>
                  <a:pt x="4602" y="153"/>
                  <a:pt x="4602" y="160"/>
                </a:cubicBezTo>
                <a:moveTo>
                  <a:pt x="4473" y="157"/>
                </a:moveTo>
                <a:cubicBezTo>
                  <a:pt x="4470" y="157"/>
                  <a:pt x="4467" y="159"/>
                  <a:pt x="4467" y="163"/>
                </a:cubicBezTo>
                <a:cubicBezTo>
                  <a:pt x="4467" y="166"/>
                  <a:pt x="4470" y="169"/>
                  <a:pt x="4473" y="169"/>
                </a:cubicBezTo>
                <a:cubicBezTo>
                  <a:pt x="4477" y="169"/>
                  <a:pt x="4479" y="166"/>
                  <a:pt x="4479" y="163"/>
                </a:cubicBezTo>
                <a:cubicBezTo>
                  <a:pt x="4479" y="159"/>
                  <a:pt x="4477" y="157"/>
                  <a:pt x="4473" y="157"/>
                </a:cubicBezTo>
                <a:moveTo>
                  <a:pt x="4460" y="151"/>
                </a:moveTo>
                <a:cubicBezTo>
                  <a:pt x="4462" y="152"/>
                  <a:pt x="4464" y="154"/>
                  <a:pt x="4466" y="156"/>
                </a:cubicBezTo>
                <a:cubicBezTo>
                  <a:pt x="4468" y="154"/>
                  <a:pt x="4470" y="153"/>
                  <a:pt x="4473" y="153"/>
                </a:cubicBezTo>
                <a:cubicBezTo>
                  <a:pt x="4476" y="153"/>
                  <a:pt x="4479" y="154"/>
                  <a:pt x="4481" y="156"/>
                </a:cubicBezTo>
                <a:cubicBezTo>
                  <a:pt x="4483" y="154"/>
                  <a:pt x="4485" y="152"/>
                  <a:pt x="4487" y="151"/>
                </a:cubicBezTo>
                <a:cubicBezTo>
                  <a:pt x="4480" y="142"/>
                  <a:pt x="4467" y="142"/>
                  <a:pt x="4460" y="151"/>
                </a:cubicBezTo>
                <a:moveTo>
                  <a:pt x="4547" y="138"/>
                </a:moveTo>
                <a:cubicBezTo>
                  <a:pt x="4545" y="138"/>
                  <a:pt x="4543" y="139"/>
                  <a:pt x="4543" y="142"/>
                </a:cubicBezTo>
                <a:cubicBezTo>
                  <a:pt x="4543" y="147"/>
                  <a:pt x="4543" y="152"/>
                  <a:pt x="4543" y="158"/>
                </a:cubicBezTo>
                <a:cubicBezTo>
                  <a:pt x="4543" y="161"/>
                  <a:pt x="4544" y="162"/>
                  <a:pt x="4548" y="162"/>
                </a:cubicBezTo>
                <a:cubicBezTo>
                  <a:pt x="4560" y="162"/>
                  <a:pt x="4572" y="162"/>
                  <a:pt x="4584" y="162"/>
                </a:cubicBezTo>
                <a:cubicBezTo>
                  <a:pt x="4585" y="162"/>
                  <a:pt x="4585" y="162"/>
                  <a:pt x="4586" y="162"/>
                </a:cubicBezTo>
                <a:cubicBezTo>
                  <a:pt x="4586" y="138"/>
                  <a:pt x="4586" y="138"/>
                  <a:pt x="4586" y="138"/>
                </a:cubicBezTo>
                <a:cubicBezTo>
                  <a:pt x="4586" y="138"/>
                  <a:pt x="4585" y="138"/>
                  <a:pt x="4585" y="138"/>
                </a:cubicBezTo>
                <a:cubicBezTo>
                  <a:pt x="4572" y="138"/>
                  <a:pt x="4560" y="138"/>
                  <a:pt x="4547" y="138"/>
                </a:cubicBezTo>
                <a:moveTo>
                  <a:pt x="4369" y="153"/>
                </a:moveTo>
                <a:cubicBezTo>
                  <a:pt x="4369" y="153"/>
                  <a:pt x="4369" y="153"/>
                  <a:pt x="4369" y="153"/>
                </a:cubicBezTo>
                <a:cubicBezTo>
                  <a:pt x="4366" y="153"/>
                  <a:pt x="4363" y="156"/>
                  <a:pt x="4363" y="159"/>
                </a:cubicBezTo>
                <a:cubicBezTo>
                  <a:pt x="4363" y="164"/>
                  <a:pt x="4363" y="164"/>
                  <a:pt x="4363" y="164"/>
                </a:cubicBezTo>
                <a:cubicBezTo>
                  <a:pt x="4363" y="167"/>
                  <a:pt x="4366" y="170"/>
                  <a:pt x="4369" y="170"/>
                </a:cubicBezTo>
                <a:cubicBezTo>
                  <a:pt x="4369" y="170"/>
                  <a:pt x="4369" y="170"/>
                  <a:pt x="4369" y="170"/>
                </a:cubicBezTo>
                <a:cubicBezTo>
                  <a:pt x="4373" y="170"/>
                  <a:pt x="4375" y="167"/>
                  <a:pt x="4375" y="164"/>
                </a:cubicBezTo>
                <a:cubicBezTo>
                  <a:pt x="4375" y="159"/>
                  <a:pt x="4375" y="159"/>
                  <a:pt x="4375" y="159"/>
                </a:cubicBezTo>
                <a:cubicBezTo>
                  <a:pt x="4375" y="156"/>
                  <a:pt x="4373" y="153"/>
                  <a:pt x="4369" y="153"/>
                </a:cubicBezTo>
                <a:moveTo>
                  <a:pt x="4408" y="132"/>
                </a:moveTo>
                <a:cubicBezTo>
                  <a:pt x="4407" y="132"/>
                  <a:pt x="4407" y="132"/>
                  <a:pt x="4407" y="132"/>
                </a:cubicBezTo>
                <a:cubicBezTo>
                  <a:pt x="4404" y="132"/>
                  <a:pt x="4402" y="135"/>
                  <a:pt x="4402" y="138"/>
                </a:cubicBezTo>
                <a:cubicBezTo>
                  <a:pt x="4402" y="164"/>
                  <a:pt x="4402" y="164"/>
                  <a:pt x="4402" y="164"/>
                </a:cubicBezTo>
                <a:cubicBezTo>
                  <a:pt x="4402" y="167"/>
                  <a:pt x="4404" y="170"/>
                  <a:pt x="4407" y="170"/>
                </a:cubicBezTo>
                <a:cubicBezTo>
                  <a:pt x="4408" y="170"/>
                  <a:pt x="4408" y="170"/>
                  <a:pt x="4408" y="170"/>
                </a:cubicBezTo>
                <a:cubicBezTo>
                  <a:pt x="4411" y="170"/>
                  <a:pt x="4414" y="167"/>
                  <a:pt x="4414" y="164"/>
                </a:cubicBezTo>
                <a:cubicBezTo>
                  <a:pt x="4414" y="138"/>
                  <a:pt x="4414" y="138"/>
                  <a:pt x="4414" y="138"/>
                </a:cubicBezTo>
                <a:cubicBezTo>
                  <a:pt x="4414" y="135"/>
                  <a:pt x="4411" y="132"/>
                  <a:pt x="4408" y="132"/>
                </a:cubicBezTo>
                <a:moveTo>
                  <a:pt x="4268" y="162"/>
                </a:moveTo>
                <a:cubicBezTo>
                  <a:pt x="4257" y="132"/>
                  <a:pt x="4257" y="132"/>
                  <a:pt x="4257" y="132"/>
                </a:cubicBezTo>
                <a:cubicBezTo>
                  <a:pt x="4251" y="132"/>
                  <a:pt x="4251" y="132"/>
                  <a:pt x="4251" y="132"/>
                </a:cubicBezTo>
                <a:cubicBezTo>
                  <a:pt x="4251" y="167"/>
                  <a:pt x="4251" y="167"/>
                  <a:pt x="4251" y="167"/>
                </a:cubicBezTo>
                <a:cubicBezTo>
                  <a:pt x="4255" y="167"/>
                  <a:pt x="4255" y="167"/>
                  <a:pt x="4255" y="167"/>
                </a:cubicBezTo>
                <a:cubicBezTo>
                  <a:pt x="4255" y="138"/>
                  <a:pt x="4255" y="138"/>
                  <a:pt x="4255" y="138"/>
                </a:cubicBezTo>
                <a:cubicBezTo>
                  <a:pt x="4256" y="138"/>
                  <a:pt x="4256" y="138"/>
                  <a:pt x="4256" y="138"/>
                </a:cubicBezTo>
                <a:cubicBezTo>
                  <a:pt x="4266" y="167"/>
                  <a:pt x="4266" y="167"/>
                  <a:pt x="4266" y="167"/>
                </a:cubicBezTo>
                <a:cubicBezTo>
                  <a:pt x="4270" y="167"/>
                  <a:pt x="4270" y="167"/>
                  <a:pt x="4270" y="167"/>
                </a:cubicBezTo>
                <a:cubicBezTo>
                  <a:pt x="4281" y="138"/>
                  <a:pt x="4281" y="138"/>
                  <a:pt x="4281" y="138"/>
                </a:cubicBezTo>
                <a:cubicBezTo>
                  <a:pt x="4281" y="138"/>
                  <a:pt x="4281" y="138"/>
                  <a:pt x="4281" y="138"/>
                </a:cubicBezTo>
                <a:cubicBezTo>
                  <a:pt x="4281" y="167"/>
                  <a:pt x="4281" y="167"/>
                  <a:pt x="4281" y="167"/>
                </a:cubicBezTo>
                <a:cubicBezTo>
                  <a:pt x="4286" y="167"/>
                  <a:pt x="4286" y="167"/>
                  <a:pt x="4286" y="167"/>
                </a:cubicBezTo>
                <a:cubicBezTo>
                  <a:pt x="4286" y="132"/>
                  <a:pt x="4286" y="132"/>
                  <a:pt x="4286" y="132"/>
                </a:cubicBezTo>
                <a:cubicBezTo>
                  <a:pt x="4279" y="132"/>
                  <a:pt x="4279" y="132"/>
                  <a:pt x="4279" y="132"/>
                </a:cubicBezTo>
                <a:lnTo>
                  <a:pt x="4268" y="162"/>
                </a:lnTo>
                <a:close/>
                <a:moveTo>
                  <a:pt x="4389" y="143"/>
                </a:moveTo>
                <a:cubicBezTo>
                  <a:pt x="4388" y="143"/>
                  <a:pt x="4388" y="143"/>
                  <a:pt x="4388" y="143"/>
                </a:cubicBezTo>
                <a:cubicBezTo>
                  <a:pt x="4385" y="143"/>
                  <a:pt x="4382" y="145"/>
                  <a:pt x="4382" y="149"/>
                </a:cubicBezTo>
                <a:cubicBezTo>
                  <a:pt x="4382" y="164"/>
                  <a:pt x="4382" y="164"/>
                  <a:pt x="4382" y="164"/>
                </a:cubicBezTo>
                <a:cubicBezTo>
                  <a:pt x="4382" y="167"/>
                  <a:pt x="4385" y="170"/>
                  <a:pt x="4388" y="170"/>
                </a:cubicBezTo>
                <a:cubicBezTo>
                  <a:pt x="4389" y="170"/>
                  <a:pt x="4389" y="170"/>
                  <a:pt x="4389" y="170"/>
                </a:cubicBezTo>
                <a:cubicBezTo>
                  <a:pt x="4392" y="170"/>
                  <a:pt x="4395" y="167"/>
                  <a:pt x="4395" y="164"/>
                </a:cubicBezTo>
                <a:cubicBezTo>
                  <a:pt x="4395" y="149"/>
                  <a:pt x="4395" y="149"/>
                  <a:pt x="4395" y="149"/>
                </a:cubicBezTo>
                <a:cubicBezTo>
                  <a:pt x="4395" y="145"/>
                  <a:pt x="4392" y="143"/>
                  <a:pt x="4389" y="143"/>
                </a:cubicBezTo>
              </a:path>
            </a:pathLst>
          </a:custGeom>
          <a:solidFill>
            <a:srgbClr val="2F3941"/>
          </a:solidFill>
          <a:ln>
            <a:noFill/>
          </a:ln>
        </p:spPr>
        <p:txBody>
          <a:bodyPr vert="horz" wrap="square" lIns="91440" tIns="45720" rIns="91440" bIns="45720" numCol="1" anchor="ctr" anchorCtr="1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0559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Phone 1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7F783002-8F8A-FBB7-9005-A3E9DA77F3E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3" y="1808163"/>
            <a:ext cx="4003622" cy="4537075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1pPr>
            <a:lvl2pPr marL="6286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2pPr>
            <a:lvl3pPr marL="10858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3pPr>
            <a:lvl4pPr marL="15430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4pPr>
            <a:lvl5pPr marL="20002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E3472D1-4B64-879E-FC55-008D4C09C50F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E2319061-5E8A-C1BC-FF0A-0BE78113563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85B7C98-996D-42AA-ADBA-070B74562D6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16CC601-9393-25C4-6674-7B88BF8DC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8" name="Textplatzhalter 17">
            <a:extLst>
              <a:ext uri="{FF2B5EF4-FFF2-40B4-BE49-F238E27FC236}">
                <a16:creationId xmlns:a16="http://schemas.microsoft.com/office/drawing/2014/main" id="{B30282F7-085A-DDAD-EA25-162290BDA0D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Bildplatzhalter 29">
            <a:extLst>
              <a:ext uri="{FF2B5EF4-FFF2-40B4-BE49-F238E27FC236}">
                <a16:creationId xmlns:a16="http://schemas.microsoft.com/office/drawing/2014/main" id="{CE434D42-85E1-CF87-DC85-C8B0B0F85CA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98614" y="1505102"/>
            <a:ext cx="2214000" cy="4821659"/>
          </a:xfrm>
          <a:custGeom>
            <a:avLst/>
            <a:gdLst>
              <a:gd name="connsiteX0" fmla="*/ 266012 w 2214000"/>
              <a:gd name="connsiteY0" fmla="*/ 0 h 4821659"/>
              <a:gd name="connsiteX1" fmla="*/ 1947988 w 2214000"/>
              <a:gd name="connsiteY1" fmla="*/ 0 h 4821659"/>
              <a:gd name="connsiteX2" fmla="*/ 2214000 w 2214000"/>
              <a:gd name="connsiteY2" fmla="*/ 266012 h 4821659"/>
              <a:gd name="connsiteX3" fmla="*/ 2214000 w 2214000"/>
              <a:gd name="connsiteY3" fmla="*/ 4555647 h 4821659"/>
              <a:gd name="connsiteX4" fmla="*/ 1947988 w 2214000"/>
              <a:gd name="connsiteY4" fmla="*/ 4821659 h 4821659"/>
              <a:gd name="connsiteX5" fmla="*/ 266012 w 2214000"/>
              <a:gd name="connsiteY5" fmla="*/ 4821659 h 4821659"/>
              <a:gd name="connsiteX6" fmla="*/ 0 w 2214000"/>
              <a:gd name="connsiteY6" fmla="*/ 4555647 h 4821659"/>
              <a:gd name="connsiteX7" fmla="*/ 0 w 2214000"/>
              <a:gd name="connsiteY7" fmla="*/ 266012 h 4821659"/>
              <a:gd name="connsiteX8" fmla="*/ 266012 w 2214000"/>
              <a:gd name="connsiteY8" fmla="*/ 0 h 4821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14000" h="4821659">
                <a:moveTo>
                  <a:pt x="266012" y="0"/>
                </a:moveTo>
                <a:lnTo>
                  <a:pt x="1947988" y="0"/>
                </a:lnTo>
                <a:cubicBezTo>
                  <a:pt x="2094902" y="0"/>
                  <a:pt x="2214000" y="119098"/>
                  <a:pt x="2214000" y="266012"/>
                </a:cubicBezTo>
                <a:lnTo>
                  <a:pt x="2214000" y="4555647"/>
                </a:lnTo>
                <a:cubicBezTo>
                  <a:pt x="2214000" y="4702561"/>
                  <a:pt x="2094902" y="4821659"/>
                  <a:pt x="1947988" y="4821659"/>
                </a:cubicBezTo>
                <a:lnTo>
                  <a:pt x="266012" y="4821659"/>
                </a:lnTo>
                <a:cubicBezTo>
                  <a:pt x="119098" y="4821659"/>
                  <a:pt x="0" y="4702561"/>
                  <a:pt x="0" y="4555647"/>
                </a:cubicBezTo>
                <a:lnTo>
                  <a:pt x="0" y="266012"/>
                </a:lnTo>
                <a:cubicBezTo>
                  <a:pt x="0" y="119098"/>
                  <a:pt x="119098" y="0"/>
                  <a:pt x="266012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anchor="ctr" anchorCtr="1"/>
          <a:lstStyle>
            <a:lvl1pPr marL="0" indent="0" algn="ctr">
              <a:buNone/>
              <a:defRPr sz="8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3" name="Bildplatzhalter 3">
            <a:extLst>
              <a:ext uri="{FF2B5EF4-FFF2-40B4-BE49-F238E27FC236}">
                <a16:creationId xmlns:a16="http://schemas.microsoft.com/office/drawing/2014/main" id="{84604FE2-4189-30D6-0D79-17EB6B413B2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498614" y="1505102"/>
            <a:ext cx="2214000" cy="4821659"/>
          </a:xfrm>
          <a:custGeom>
            <a:avLst/>
            <a:gdLst>
              <a:gd name="connsiteX0" fmla="*/ 266012 w 2214000"/>
              <a:gd name="connsiteY0" fmla="*/ 0 h 4821659"/>
              <a:gd name="connsiteX1" fmla="*/ 1947988 w 2214000"/>
              <a:gd name="connsiteY1" fmla="*/ 0 h 4821659"/>
              <a:gd name="connsiteX2" fmla="*/ 2214000 w 2214000"/>
              <a:gd name="connsiteY2" fmla="*/ 266012 h 4821659"/>
              <a:gd name="connsiteX3" fmla="*/ 2214000 w 2214000"/>
              <a:gd name="connsiteY3" fmla="*/ 4555647 h 4821659"/>
              <a:gd name="connsiteX4" fmla="*/ 1947988 w 2214000"/>
              <a:gd name="connsiteY4" fmla="*/ 4821659 h 4821659"/>
              <a:gd name="connsiteX5" fmla="*/ 266012 w 2214000"/>
              <a:gd name="connsiteY5" fmla="*/ 4821659 h 4821659"/>
              <a:gd name="connsiteX6" fmla="*/ 0 w 2214000"/>
              <a:gd name="connsiteY6" fmla="*/ 4555647 h 4821659"/>
              <a:gd name="connsiteX7" fmla="*/ 0 w 2214000"/>
              <a:gd name="connsiteY7" fmla="*/ 266012 h 4821659"/>
              <a:gd name="connsiteX8" fmla="*/ 266012 w 2214000"/>
              <a:gd name="connsiteY8" fmla="*/ 0 h 4821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14000" h="4821659">
                <a:moveTo>
                  <a:pt x="266012" y="0"/>
                </a:moveTo>
                <a:lnTo>
                  <a:pt x="1947988" y="0"/>
                </a:lnTo>
                <a:cubicBezTo>
                  <a:pt x="2094902" y="0"/>
                  <a:pt x="2214000" y="119098"/>
                  <a:pt x="2214000" y="266012"/>
                </a:cubicBezTo>
                <a:lnTo>
                  <a:pt x="2214000" y="4555647"/>
                </a:lnTo>
                <a:cubicBezTo>
                  <a:pt x="2214000" y="4702561"/>
                  <a:pt x="2094902" y="4821659"/>
                  <a:pt x="1947988" y="4821659"/>
                </a:cubicBezTo>
                <a:lnTo>
                  <a:pt x="266012" y="4821659"/>
                </a:lnTo>
                <a:cubicBezTo>
                  <a:pt x="119098" y="4821659"/>
                  <a:pt x="0" y="4702561"/>
                  <a:pt x="0" y="4555647"/>
                </a:cubicBezTo>
                <a:lnTo>
                  <a:pt x="0" y="266012"/>
                </a:lnTo>
                <a:cubicBezTo>
                  <a:pt x="0" y="119098"/>
                  <a:pt x="119098" y="0"/>
                  <a:pt x="266012" y="0"/>
                </a:cubicBezTo>
                <a:close/>
              </a:path>
            </a:pathLst>
          </a:custGeom>
        </p:spPr>
        <p:txBody>
          <a:bodyPr anchor="ctr" anchorCtr="1"/>
          <a:lstStyle/>
          <a:p>
            <a:r>
              <a:rPr lang="de-DE"/>
              <a:t>Bild durch Klicken auf Symbol hinzufügen</a:t>
            </a:r>
          </a:p>
        </p:txBody>
      </p: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2DF918D9-D50E-459C-4F77-7983CE359BBE}"/>
              </a:ext>
            </a:extLst>
          </p:cNvPr>
          <p:cNvGrpSpPr/>
          <p:nvPr userDrawn="1"/>
        </p:nvGrpSpPr>
        <p:grpSpPr>
          <a:xfrm>
            <a:off x="7452799" y="1458000"/>
            <a:ext cx="2311134" cy="4894165"/>
            <a:chOff x="7452799" y="1458000"/>
            <a:chExt cx="2311134" cy="4894165"/>
          </a:xfrm>
        </p:grpSpPr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E470C3A8-6EB3-D134-B1FD-43B5A1C4933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452799" y="1458000"/>
              <a:ext cx="2311134" cy="4894165"/>
            </a:xfrm>
            <a:custGeom>
              <a:avLst/>
              <a:gdLst>
                <a:gd name="T0" fmla="*/ 1381 w 1617"/>
                <a:gd name="T1" fmla="*/ 0 h 3426"/>
                <a:gd name="T2" fmla="*/ 237 w 1617"/>
                <a:gd name="T3" fmla="*/ 0 h 3426"/>
                <a:gd name="T4" fmla="*/ 0 w 1617"/>
                <a:gd name="T5" fmla="*/ 239 h 3426"/>
                <a:gd name="T6" fmla="*/ 0 w 1617"/>
                <a:gd name="T7" fmla="*/ 3187 h 3426"/>
                <a:gd name="T8" fmla="*/ 237 w 1617"/>
                <a:gd name="T9" fmla="*/ 3426 h 3426"/>
                <a:gd name="T10" fmla="*/ 1381 w 1617"/>
                <a:gd name="T11" fmla="*/ 3426 h 3426"/>
                <a:gd name="T12" fmla="*/ 1617 w 1617"/>
                <a:gd name="T13" fmla="*/ 3187 h 3426"/>
                <a:gd name="T14" fmla="*/ 1617 w 1617"/>
                <a:gd name="T15" fmla="*/ 239 h 3426"/>
                <a:gd name="T16" fmla="*/ 1381 w 1617"/>
                <a:gd name="T17" fmla="*/ 0 h 3426"/>
                <a:gd name="T18" fmla="*/ 1575 w 1617"/>
                <a:gd name="T19" fmla="*/ 3193 h 3426"/>
                <a:gd name="T20" fmla="*/ 1385 w 1617"/>
                <a:gd name="T21" fmla="*/ 3383 h 3426"/>
                <a:gd name="T22" fmla="*/ 233 w 1617"/>
                <a:gd name="T23" fmla="*/ 3383 h 3426"/>
                <a:gd name="T24" fmla="*/ 43 w 1617"/>
                <a:gd name="T25" fmla="*/ 3193 h 3426"/>
                <a:gd name="T26" fmla="*/ 43 w 1617"/>
                <a:gd name="T27" fmla="*/ 233 h 3426"/>
                <a:gd name="T28" fmla="*/ 233 w 1617"/>
                <a:gd name="T29" fmla="*/ 43 h 3426"/>
                <a:gd name="T30" fmla="*/ 417 w 1617"/>
                <a:gd name="T31" fmla="*/ 43 h 3426"/>
                <a:gd name="T32" fmla="*/ 417 w 1617"/>
                <a:gd name="T33" fmla="*/ 77 h 3426"/>
                <a:gd name="T34" fmla="*/ 487 w 1617"/>
                <a:gd name="T35" fmla="*/ 153 h 3426"/>
                <a:gd name="T36" fmla="*/ 1130 w 1617"/>
                <a:gd name="T37" fmla="*/ 153 h 3426"/>
                <a:gd name="T38" fmla="*/ 1201 w 1617"/>
                <a:gd name="T39" fmla="*/ 77 h 3426"/>
                <a:gd name="T40" fmla="*/ 1201 w 1617"/>
                <a:gd name="T41" fmla="*/ 43 h 3426"/>
                <a:gd name="T42" fmla="*/ 1385 w 1617"/>
                <a:gd name="T43" fmla="*/ 43 h 3426"/>
                <a:gd name="T44" fmla="*/ 1575 w 1617"/>
                <a:gd name="T45" fmla="*/ 233 h 3426"/>
                <a:gd name="T46" fmla="*/ 1575 w 1617"/>
                <a:gd name="T47" fmla="*/ 3193 h 34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17" h="3426">
                  <a:moveTo>
                    <a:pt x="1381" y="0"/>
                  </a:moveTo>
                  <a:cubicBezTo>
                    <a:pt x="237" y="0"/>
                    <a:pt x="237" y="0"/>
                    <a:pt x="237" y="0"/>
                  </a:cubicBezTo>
                  <a:cubicBezTo>
                    <a:pt x="98" y="0"/>
                    <a:pt x="0" y="99"/>
                    <a:pt x="0" y="239"/>
                  </a:cubicBezTo>
                  <a:cubicBezTo>
                    <a:pt x="0" y="3187"/>
                    <a:pt x="0" y="3187"/>
                    <a:pt x="0" y="3187"/>
                  </a:cubicBezTo>
                  <a:cubicBezTo>
                    <a:pt x="0" y="3328"/>
                    <a:pt x="98" y="3426"/>
                    <a:pt x="237" y="3426"/>
                  </a:cubicBezTo>
                  <a:cubicBezTo>
                    <a:pt x="1381" y="3426"/>
                    <a:pt x="1381" y="3426"/>
                    <a:pt x="1381" y="3426"/>
                  </a:cubicBezTo>
                  <a:cubicBezTo>
                    <a:pt x="1520" y="3426"/>
                    <a:pt x="1617" y="3328"/>
                    <a:pt x="1617" y="3187"/>
                  </a:cubicBezTo>
                  <a:cubicBezTo>
                    <a:pt x="1617" y="239"/>
                    <a:pt x="1617" y="239"/>
                    <a:pt x="1617" y="239"/>
                  </a:cubicBezTo>
                  <a:cubicBezTo>
                    <a:pt x="1617" y="99"/>
                    <a:pt x="1520" y="0"/>
                    <a:pt x="1381" y="0"/>
                  </a:cubicBezTo>
                  <a:moveTo>
                    <a:pt x="1575" y="3193"/>
                  </a:moveTo>
                  <a:cubicBezTo>
                    <a:pt x="1575" y="3298"/>
                    <a:pt x="1490" y="3383"/>
                    <a:pt x="1385" y="3383"/>
                  </a:cubicBezTo>
                  <a:cubicBezTo>
                    <a:pt x="233" y="3383"/>
                    <a:pt x="233" y="3383"/>
                    <a:pt x="233" y="3383"/>
                  </a:cubicBezTo>
                  <a:cubicBezTo>
                    <a:pt x="128" y="3383"/>
                    <a:pt x="43" y="3298"/>
                    <a:pt x="43" y="3193"/>
                  </a:cubicBezTo>
                  <a:cubicBezTo>
                    <a:pt x="43" y="233"/>
                    <a:pt x="43" y="233"/>
                    <a:pt x="43" y="233"/>
                  </a:cubicBezTo>
                  <a:cubicBezTo>
                    <a:pt x="43" y="128"/>
                    <a:pt x="128" y="43"/>
                    <a:pt x="233" y="43"/>
                  </a:cubicBezTo>
                  <a:cubicBezTo>
                    <a:pt x="417" y="43"/>
                    <a:pt x="417" y="43"/>
                    <a:pt x="417" y="43"/>
                  </a:cubicBezTo>
                  <a:cubicBezTo>
                    <a:pt x="417" y="77"/>
                    <a:pt x="417" y="77"/>
                    <a:pt x="417" y="77"/>
                  </a:cubicBezTo>
                  <a:cubicBezTo>
                    <a:pt x="417" y="108"/>
                    <a:pt x="436" y="153"/>
                    <a:pt x="487" y="153"/>
                  </a:cubicBezTo>
                  <a:cubicBezTo>
                    <a:pt x="1130" y="153"/>
                    <a:pt x="1130" y="153"/>
                    <a:pt x="1130" y="153"/>
                  </a:cubicBezTo>
                  <a:cubicBezTo>
                    <a:pt x="1181" y="153"/>
                    <a:pt x="1201" y="108"/>
                    <a:pt x="1201" y="77"/>
                  </a:cubicBezTo>
                  <a:cubicBezTo>
                    <a:pt x="1201" y="43"/>
                    <a:pt x="1201" y="43"/>
                    <a:pt x="1201" y="43"/>
                  </a:cubicBezTo>
                  <a:cubicBezTo>
                    <a:pt x="1385" y="43"/>
                    <a:pt x="1385" y="43"/>
                    <a:pt x="1385" y="43"/>
                  </a:cubicBezTo>
                  <a:cubicBezTo>
                    <a:pt x="1490" y="43"/>
                    <a:pt x="1575" y="128"/>
                    <a:pt x="1575" y="233"/>
                  </a:cubicBezTo>
                  <a:lnTo>
                    <a:pt x="1575" y="3193"/>
                  </a:lnTo>
                  <a:close/>
                </a:path>
              </a:pathLst>
            </a:custGeom>
            <a:solidFill>
              <a:srgbClr val="2F3941"/>
            </a:solidFill>
            <a:ln>
              <a:noFill/>
            </a:ln>
          </p:spPr>
          <p:txBody>
            <a:bodyPr vert="horz" wrap="square" lIns="91440" tIns="45720" rIns="91440" bIns="45720" numCol="1" anchor="ctr" anchorCtr="1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22B54588-6547-F5D2-9F94-723FE062BEC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331937" y="1530506"/>
              <a:ext cx="552859" cy="60044"/>
            </a:xfrm>
            <a:custGeom>
              <a:avLst/>
              <a:gdLst>
                <a:gd name="T0" fmla="*/ 22 w 387"/>
                <a:gd name="T1" fmla="*/ 0 h 42"/>
                <a:gd name="T2" fmla="*/ 0 w 387"/>
                <a:gd name="T3" fmla="*/ 21 h 42"/>
                <a:gd name="T4" fmla="*/ 22 w 387"/>
                <a:gd name="T5" fmla="*/ 42 h 42"/>
                <a:gd name="T6" fmla="*/ 43 w 387"/>
                <a:gd name="T7" fmla="*/ 21 h 42"/>
                <a:gd name="T8" fmla="*/ 22 w 387"/>
                <a:gd name="T9" fmla="*/ 0 h 42"/>
                <a:gd name="T10" fmla="*/ 376 w 387"/>
                <a:gd name="T11" fmla="*/ 9 h 42"/>
                <a:gd name="T12" fmla="*/ 99 w 387"/>
                <a:gd name="T13" fmla="*/ 9 h 42"/>
                <a:gd name="T14" fmla="*/ 88 w 387"/>
                <a:gd name="T15" fmla="*/ 21 h 42"/>
                <a:gd name="T16" fmla="*/ 88 w 387"/>
                <a:gd name="T17" fmla="*/ 22 h 42"/>
                <a:gd name="T18" fmla="*/ 99 w 387"/>
                <a:gd name="T19" fmla="*/ 33 h 42"/>
                <a:gd name="T20" fmla="*/ 376 w 387"/>
                <a:gd name="T21" fmla="*/ 33 h 42"/>
                <a:gd name="T22" fmla="*/ 387 w 387"/>
                <a:gd name="T23" fmla="*/ 22 h 42"/>
                <a:gd name="T24" fmla="*/ 387 w 387"/>
                <a:gd name="T25" fmla="*/ 21 h 42"/>
                <a:gd name="T26" fmla="*/ 376 w 387"/>
                <a:gd name="T27" fmla="*/ 9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87" h="42">
                  <a:moveTo>
                    <a:pt x="22" y="0"/>
                  </a:moveTo>
                  <a:cubicBezTo>
                    <a:pt x="10" y="0"/>
                    <a:pt x="0" y="9"/>
                    <a:pt x="0" y="21"/>
                  </a:cubicBezTo>
                  <a:cubicBezTo>
                    <a:pt x="0" y="33"/>
                    <a:pt x="10" y="42"/>
                    <a:pt x="22" y="42"/>
                  </a:cubicBezTo>
                  <a:cubicBezTo>
                    <a:pt x="33" y="42"/>
                    <a:pt x="43" y="33"/>
                    <a:pt x="43" y="21"/>
                  </a:cubicBezTo>
                  <a:cubicBezTo>
                    <a:pt x="43" y="9"/>
                    <a:pt x="33" y="0"/>
                    <a:pt x="22" y="0"/>
                  </a:cubicBezTo>
                  <a:moveTo>
                    <a:pt x="376" y="9"/>
                  </a:moveTo>
                  <a:cubicBezTo>
                    <a:pt x="99" y="9"/>
                    <a:pt x="99" y="9"/>
                    <a:pt x="99" y="9"/>
                  </a:cubicBezTo>
                  <a:cubicBezTo>
                    <a:pt x="93" y="9"/>
                    <a:pt x="88" y="14"/>
                    <a:pt x="88" y="21"/>
                  </a:cubicBezTo>
                  <a:cubicBezTo>
                    <a:pt x="88" y="22"/>
                    <a:pt x="88" y="22"/>
                    <a:pt x="88" y="22"/>
                  </a:cubicBezTo>
                  <a:cubicBezTo>
                    <a:pt x="88" y="28"/>
                    <a:pt x="93" y="33"/>
                    <a:pt x="99" y="33"/>
                  </a:cubicBezTo>
                  <a:cubicBezTo>
                    <a:pt x="376" y="33"/>
                    <a:pt x="376" y="33"/>
                    <a:pt x="376" y="33"/>
                  </a:cubicBezTo>
                  <a:cubicBezTo>
                    <a:pt x="382" y="33"/>
                    <a:pt x="387" y="28"/>
                    <a:pt x="387" y="22"/>
                  </a:cubicBezTo>
                  <a:cubicBezTo>
                    <a:pt x="387" y="21"/>
                    <a:pt x="387" y="21"/>
                    <a:pt x="387" y="21"/>
                  </a:cubicBezTo>
                  <a:cubicBezTo>
                    <a:pt x="387" y="14"/>
                    <a:pt x="382" y="9"/>
                    <a:pt x="376" y="9"/>
                  </a:cubicBezTo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ctr" anchorCtr="1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82681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Phone 2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7F783002-8F8A-FBB7-9005-A3E9DA77F3E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3" y="1808163"/>
            <a:ext cx="4003622" cy="4537075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1pPr>
            <a:lvl2pPr marL="6286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2pPr>
            <a:lvl3pPr marL="10858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3pPr>
            <a:lvl4pPr marL="15430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4pPr>
            <a:lvl5pPr marL="2000250" indent="-171450">
              <a:buFont typeface="Symbol" panose="05050102010706020507" pitchFamily="18" charset="2"/>
              <a:buChar char="-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E3472D1-4B64-879E-FC55-008D4C09C50F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E2319061-5E8A-C1BC-FF0A-0BE78113563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AFABE2B-6943-41E0-4A57-CC1A8CC35CB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5AAFD30-D8B1-0E99-35A8-78543FBD1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5F93C807-CE44-DEF3-7C4D-DCAE4A2ACA2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Bildplatzhalter 29">
            <a:extLst>
              <a:ext uri="{FF2B5EF4-FFF2-40B4-BE49-F238E27FC236}">
                <a16:creationId xmlns:a16="http://schemas.microsoft.com/office/drawing/2014/main" id="{DD9B4367-FB0A-BAA0-828C-7678AEDB2B6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1505102"/>
            <a:ext cx="2214000" cy="4821659"/>
          </a:xfrm>
          <a:custGeom>
            <a:avLst/>
            <a:gdLst>
              <a:gd name="connsiteX0" fmla="*/ 266012 w 2214000"/>
              <a:gd name="connsiteY0" fmla="*/ 0 h 4821659"/>
              <a:gd name="connsiteX1" fmla="*/ 1947988 w 2214000"/>
              <a:gd name="connsiteY1" fmla="*/ 0 h 4821659"/>
              <a:gd name="connsiteX2" fmla="*/ 2214000 w 2214000"/>
              <a:gd name="connsiteY2" fmla="*/ 266012 h 4821659"/>
              <a:gd name="connsiteX3" fmla="*/ 2214000 w 2214000"/>
              <a:gd name="connsiteY3" fmla="*/ 4555647 h 4821659"/>
              <a:gd name="connsiteX4" fmla="*/ 1947988 w 2214000"/>
              <a:gd name="connsiteY4" fmla="*/ 4821659 h 4821659"/>
              <a:gd name="connsiteX5" fmla="*/ 266012 w 2214000"/>
              <a:gd name="connsiteY5" fmla="*/ 4821659 h 4821659"/>
              <a:gd name="connsiteX6" fmla="*/ 0 w 2214000"/>
              <a:gd name="connsiteY6" fmla="*/ 4555647 h 4821659"/>
              <a:gd name="connsiteX7" fmla="*/ 0 w 2214000"/>
              <a:gd name="connsiteY7" fmla="*/ 266012 h 4821659"/>
              <a:gd name="connsiteX8" fmla="*/ 266012 w 2214000"/>
              <a:gd name="connsiteY8" fmla="*/ 0 h 4821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14000" h="4821659">
                <a:moveTo>
                  <a:pt x="266012" y="0"/>
                </a:moveTo>
                <a:lnTo>
                  <a:pt x="1947988" y="0"/>
                </a:lnTo>
                <a:cubicBezTo>
                  <a:pt x="2094902" y="0"/>
                  <a:pt x="2214000" y="119098"/>
                  <a:pt x="2214000" y="266012"/>
                </a:cubicBezTo>
                <a:lnTo>
                  <a:pt x="2214000" y="4555647"/>
                </a:lnTo>
                <a:cubicBezTo>
                  <a:pt x="2214000" y="4702561"/>
                  <a:pt x="2094902" y="4821659"/>
                  <a:pt x="1947988" y="4821659"/>
                </a:cubicBezTo>
                <a:lnTo>
                  <a:pt x="266012" y="4821659"/>
                </a:lnTo>
                <a:cubicBezTo>
                  <a:pt x="119098" y="4821659"/>
                  <a:pt x="0" y="4702561"/>
                  <a:pt x="0" y="4555647"/>
                </a:cubicBezTo>
                <a:lnTo>
                  <a:pt x="0" y="266012"/>
                </a:lnTo>
                <a:cubicBezTo>
                  <a:pt x="0" y="119098"/>
                  <a:pt x="119098" y="0"/>
                  <a:pt x="266012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anchor="ctr" anchorCtr="1"/>
          <a:lstStyle>
            <a:lvl1pPr marL="0" indent="0" algn="ctr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3" name="Bildplatzhalter 29">
            <a:extLst>
              <a:ext uri="{FF2B5EF4-FFF2-40B4-BE49-F238E27FC236}">
                <a16:creationId xmlns:a16="http://schemas.microsoft.com/office/drawing/2014/main" id="{CC98BB81-55E9-BBD5-A779-A388104B425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31181" y="1505102"/>
            <a:ext cx="2214000" cy="4821659"/>
          </a:xfrm>
          <a:custGeom>
            <a:avLst/>
            <a:gdLst>
              <a:gd name="connsiteX0" fmla="*/ 266012 w 2214000"/>
              <a:gd name="connsiteY0" fmla="*/ 0 h 4821659"/>
              <a:gd name="connsiteX1" fmla="*/ 1947988 w 2214000"/>
              <a:gd name="connsiteY1" fmla="*/ 0 h 4821659"/>
              <a:gd name="connsiteX2" fmla="*/ 2214000 w 2214000"/>
              <a:gd name="connsiteY2" fmla="*/ 266012 h 4821659"/>
              <a:gd name="connsiteX3" fmla="*/ 2214000 w 2214000"/>
              <a:gd name="connsiteY3" fmla="*/ 4555647 h 4821659"/>
              <a:gd name="connsiteX4" fmla="*/ 1947988 w 2214000"/>
              <a:gd name="connsiteY4" fmla="*/ 4821659 h 4821659"/>
              <a:gd name="connsiteX5" fmla="*/ 266012 w 2214000"/>
              <a:gd name="connsiteY5" fmla="*/ 4821659 h 4821659"/>
              <a:gd name="connsiteX6" fmla="*/ 0 w 2214000"/>
              <a:gd name="connsiteY6" fmla="*/ 4555647 h 4821659"/>
              <a:gd name="connsiteX7" fmla="*/ 0 w 2214000"/>
              <a:gd name="connsiteY7" fmla="*/ 266012 h 4821659"/>
              <a:gd name="connsiteX8" fmla="*/ 266012 w 2214000"/>
              <a:gd name="connsiteY8" fmla="*/ 0 h 4821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14000" h="4821659">
                <a:moveTo>
                  <a:pt x="266012" y="0"/>
                </a:moveTo>
                <a:lnTo>
                  <a:pt x="1947988" y="0"/>
                </a:lnTo>
                <a:cubicBezTo>
                  <a:pt x="2094902" y="0"/>
                  <a:pt x="2214000" y="119098"/>
                  <a:pt x="2214000" y="266012"/>
                </a:cubicBezTo>
                <a:lnTo>
                  <a:pt x="2214000" y="4555647"/>
                </a:lnTo>
                <a:cubicBezTo>
                  <a:pt x="2214000" y="4702561"/>
                  <a:pt x="2094902" y="4821659"/>
                  <a:pt x="1947988" y="4821659"/>
                </a:cubicBezTo>
                <a:lnTo>
                  <a:pt x="266012" y="4821659"/>
                </a:lnTo>
                <a:cubicBezTo>
                  <a:pt x="119098" y="4821659"/>
                  <a:pt x="0" y="4702561"/>
                  <a:pt x="0" y="4555647"/>
                </a:cubicBezTo>
                <a:lnTo>
                  <a:pt x="0" y="266012"/>
                </a:lnTo>
                <a:cubicBezTo>
                  <a:pt x="0" y="119098"/>
                  <a:pt x="119098" y="0"/>
                  <a:pt x="266012" y="0"/>
                </a:cubicBez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anchor="ctr" anchorCtr="1"/>
          <a:lstStyle>
            <a:lvl1pPr marL="0" indent="0" algn="ctr"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3E13BA3D-6F40-3093-F79B-A48CDEC8403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096000" y="1505102"/>
            <a:ext cx="2214000" cy="4821659"/>
          </a:xfrm>
          <a:custGeom>
            <a:avLst/>
            <a:gdLst>
              <a:gd name="connsiteX0" fmla="*/ 266012 w 2214000"/>
              <a:gd name="connsiteY0" fmla="*/ 0 h 4821659"/>
              <a:gd name="connsiteX1" fmla="*/ 1947988 w 2214000"/>
              <a:gd name="connsiteY1" fmla="*/ 0 h 4821659"/>
              <a:gd name="connsiteX2" fmla="*/ 2214000 w 2214000"/>
              <a:gd name="connsiteY2" fmla="*/ 266012 h 4821659"/>
              <a:gd name="connsiteX3" fmla="*/ 2214000 w 2214000"/>
              <a:gd name="connsiteY3" fmla="*/ 4555647 h 4821659"/>
              <a:gd name="connsiteX4" fmla="*/ 1947988 w 2214000"/>
              <a:gd name="connsiteY4" fmla="*/ 4821659 h 4821659"/>
              <a:gd name="connsiteX5" fmla="*/ 266012 w 2214000"/>
              <a:gd name="connsiteY5" fmla="*/ 4821659 h 4821659"/>
              <a:gd name="connsiteX6" fmla="*/ 0 w 2214000"/>
              <a:gd name="connsiteY6" fmla="*/ 4555647 h 4821659"/>
              <a:gd name="connsiteX7" fmla="*/ 0 w 2214000"/>
              <a:gd name="connsiteY7" fmla="*/ 266012 h 4821659"/>
              <a:gd name="connsiteX8" fmla="*/ 266012 w 2214000"/>
              <a:gd name="connsiteY8" fmla="*/ 0 h 4821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14000" h="4821659">
                <a:moveTo>
                  <a:pt x="266012" y="0"/>
                </a:moveTo>
                <a:lnTo>
                  <a:pt x="1947988" y="0"/>
                </a:lnTo>
                <a:cubicBezTo>
                  <a:pt x="2094902" y="0"/>
                  <a:pt x="2214000" y="119098"/>
                  <a:pt x="2214000" y="266012"/>
                </a:cubicBezTo>
                <a:lnTo>
                  <a:pt x="2214000" y="4555647"/>
                </a:lnTo>
                <a:cubicBezTo>
                  <a:pt x="2214000" y="4702561"/>
                  <a:pt x="2094902" y="4821659"/>
                  <a:pt x="1947988" y="4821659"/>
                </a:cubicBezTo>
                <a:lnTo>
                  <a:pt x="266012" y="4821659"/>
                </a:lnTo>
                <a:cubicBezTo>
                  <a:pt x="119098" y="4821659"/>
                  <a:pt x="0" y="4702561"/>
                  <a:pt x="0" y="4555647"/>
                </a:cubicBezTo>
                <a:lnTo>
                  <a:pt x="0" y="266012"/>
                </a:lnTo>
                <a:cubicBezTo>
                  <a:pt x="0" y="119098"/>
                  <a:pt x="119098" y="0"/>
                  <a:pt x="266012" y="0"/>
                </a:cubicBezTo>
                <a:close/>
              </a:path>
            </a:pathLst>
          </a:custGeom>
        </p:spPr>
        <p:txBody>
          <a:bodyPr anchor="ctr" anchorCtr="1"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22" name="Bildplatzhalter 16">
            <a:extLst>
              <a:ext uri="{FF2B5EF4-FFF2-40B4-BE49-F238E27FC236}">
                <a16:creationId xmlns:a16="http://schemas.microsoft.com/office/drawing/2014/main" id="{5226F4E2-973D-F5A2-D5E1-9531D69AC00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731181" y="1505102"/>
            <a:ext cx="2214000" cy="4821659"/>
          </a:xfrm>
          <a:custGeom>
            <a:avLst/>
            <a:gdLst>
              <a:gd name="connsiteX0" fmla="*/ 266012 w 2214000"/>
              <a:gd name="connsiteY0" fmla="*/ 0 h 4821659"/>
              <a:gd name="connsiteX1" fmla="*/ 1947988 w 2214000"/>
              <a:gd name="connsiteY1" fmla="*/ 0 h 4821659"/>
              <a:gd name="connsiteX2" fmla="*/ 2214000 w 2214000"/>
              <a:gd name="connsiteY2" fmla="*/ 266012 h 4821659"/>
              <a:gd name="connsiteX3" fmla="*/ 2214000 w 2214000"/>
              <a:gd name="connsiteY3" fmla="*/ 4555647 h 4821659"/>
              <a:gd name="connsiteX4" fmla="*/ 1947988 w 2214000"/>
              <a:gd name="connsiteY4" fmla="*/ 4821659 h 4821659"/>
              <a:gd name="connsiteX5" fmla="*/ 266012 w 2214000"/>
              <a:gd name="connsiteY5" fmla="*/ 4821659 h 4821659"/>
              <a:gd name="connsiteX6" fmla="*/ 0 w 2214000"/>
              <a:gd name="connsiteY6" fmla="*/ 4555647 h 4821659"/>
              <a:gd name="connsiteX7" fmla="*/ 0 w 2214000"/>
              <a:gd name="connsiteY7" fmla="*/ 266012 h 4821659"/>
              <a:gd name="connsiteX8" fmla="*/ 266012 w 2214000"/>
              <a:gd name="connsiteY8" fmla="*/ 0 h 4821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14000" h="4821659">
                <a:moveTo>
                  <a:pt x="266012" y="0"/>
                </a:moveTo>
                <a:lnTo>
                  <a:pt x="1947988" y="0"/>
                </a:lnTo>
                <a:cubicBezTo>
                  <a:pt x="2094902" y="0"/>
                  <a:pt x="2214000" y="119098"/>
                  <a:pt x="2214000" y="266012"/>
                </a:cubicBezTo>
                <a:lnTo>
                  <a:pt x="2214000" y="4555647"/>
                </a:lnTo>
                <a:cubicBezTo>
                  <a:pt x="2214000" y="4702561"/>
                  <a:pt x="2094902" y="4821659"/>
                  <a:pt x="1947988" y="4821659"/>
                </a:cubicBezTo>
                <a:lnTo>
                  <a:pt x="266012" y="4821659"/>
                </a:lnTo>
                <a:cubicBezTo>
                  <a:pt x="119098" y="4821659"/>
                  <a:pt x="0" y="4702561"/>
                  <a:pt x="0" y="4555647"/>
                </a:cubicBezTo>
                <a:lnTo>
                  <a:pt x="0" y="266012"/>
                </a:lnTo>
                <a:cubicBezTo>
                  <a:pt x="0" y="119098"/>
                  <a:pt x="119098" y="0"/>
                  <a:pt x="266012" y="0"/>
                </a:cubicBezTo>
                <a:close/>
              </a:path>
            </a:pathLst>
          </a:custGeom>
        </p:spPr>
        <p:txBody>
          <a:bodyPr anchor="ctr" anchorCtr="1"/>
          <a:lstStyle/>
          <a:p>
            <a:r>
              <a:rPr lang="de-DE"/>
              <a:t>Bild durch Klicken auf Symbol hinzufügen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6604D837-D903-F6B7-524A-1B0C687AD266}"/>
              </a:ext>
            </a:extLst>
          </p:cNvPr>
          <p:cNvGrpSpPr/>
          <p:nvPr userDrawn="1"/>
        </p:nvGrpSpPr>
        <p:grpSpPr>
          <a:xfrm>
            <a:off x="6048375" y="1458000"/>
            <a:ext cx="2311134" cy="4894165"/>
            <a:chOff x="6048375" y="1458000"/>
            <a:chExt cx="2311134" cy="4894165"/>
          </a:xfrm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ABBD5530-F5AC-496B-A71B-57ED22DD727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048375" y="1458000"/>
              <a:ext cx="2311134" cy="4894165"/>
            </a:xfrm>
            <a:custGeom>
              <a:avLst/>
              <a:gdLst>
                <a:gd name="T0" fmla="*/ 1381 w 1617"/>
                <a:gd name="T1" fmla="*/ 0 h 3426"/>
                <a:gd name="T2" fmla="*/ 237 w 1617"/>
                <a:gd name="T3" fmla="*/ 0 h 3426"/>
                <a:gd name="T4" fmla="*/ 0 w 1617"/>
                <a:gd name="T5" fmla="*/ 239 h 3426"/>
                <a:gd name="T6" fmla="*/ 0 w 1617"/>
                <a:gd name="T7" fmla="*/ 3187 h 3426"/>
                <a:gd name="T8" fmla="*/ 237 w 1617"/>
                <a:gd name="T9" fmla="*/ 3426 h 3426"/>
                <a:gd name="T10" fmla="*/ 1381 w 1617"/>
                <a:gd name="T11" fmla="*/ 3426 h 3426"/>
                <a:gd name="T12" fmla="*/ 1617 w 1617"/>
                <a:gd name="T13" fmla="*/ 3187 h 3426"/>
                <a:gd name="T14" fmla="*/ 1617 w 1617"/>
                <a:gd name="T15" fmla="*/ 239 h 3426"/>
                <a:gd name="T16" fmla="*/ 1381 w 1617"/>
                <a:gd name="T17" fmla="*/ 0 h 3426"/>
                <a:gd name="T18" fmla="*/ 1575 w 1617"/>
                <a:gd name="T19" fmla="*/ 3193 h 3426"/>
                <a:gd name="T20" fmla="*/ 1385 w 1617"/>
                <a:gd name="T21" fmla="*/ 3383 h 3426"/>
                <a:gd name="T22" fmla="*/ 233 w 1617"/>
                <a:gd name="T23" fmla="*/ 3383 h 3426"/>
                <a:gd name="T24" fmla="*/ 43 w 1617"/>
                <a:gd name="T25" fmla="*/ 3193 h 3426"/>
                <a:gd name="T26" fmla="*/ 43 w 1617"/>
                <a:gd name="T27" fmla="*/ 233 h 3426"/>
                <a:gd name="T28" fmla="*/ 233 w 1617"/>
                <a:gd name="T29" fmla="*/ 43 h 3426"/>
                <a:gd name="T30" fmla="*/ 417 w 1617"/>
                <a:gd name="T31" fmla="*/ 43 h 3426"/>
                <a:gd name="T32" fmla="*/ 417 w 1617"/>
                <a:gd name="T33" fmla="*/ 77 h 3426"/>
                <a:gd name="T34" fmla="*/ 487 w 1617"/>
                <a:gd name="T35" fmla="*/ 153 h 3426"/>
                <a:gd name="T36" fmla="*/ 1130 w 1617"/>
                <a:gd name="T37" fmla="*/ 153 h 3426"/>
                <a:gd name="T38" fmla="*/ 1201 w 1617"/>
                <a:gd name="T39" fmla="*/ 77 h 3426"/>
                <a:gd name="T40" fmla="*/ 1201 w 1617"/>
                <a:gd name="T41" fmla="*/ 43 h 3426"/>
                <a:gd name="T42" fmla="*/ 1385 w 1617"/>
                <a:gd name="T43" fmla="*/ 43 h 3426"/>
                <a:gd name="T44" fmla="*/ 1575 w 1617"/>
                <a:gd name="T45" fmla="*/ 233 h 3426"/>
                <a:gd name="T46" fmla="*/ 1575 w 1617"/>
                <a:gd name="T47" fmla="*/ 3193 h 34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17" h="3426">
                  <a:moveTo>
                    <a:pt x="1381" y="0"/>
                  </a:moveTo>
                  <a:cubicBezTo>
                    <a:pt x="237" y="0"/>
                    <a:pt x="237" y="0"/>
                    <a:pt x="237" y="0"/>
                  </a:cubicBezTo>
                  <a:cubicBezTo>
                    <a:pt x="98" y="0"/>
                    <a:pt x="0" y="99"/>
                    <a:pt x="0" y="239"/>
                  </a:cubicBezTo>
                  <a:cubicBezTo>
                    <a:pt x="0" y="3187"/>
                    <a:pt x="0" y="3187"/>
                    <a:pt x="0" y="3187"/>
                  </a:cubicBezTo>
                  <a:cubicBezTo>
                    <a:pt x="0" y="3328"/>
                    <a:pt x="98" y="3426"/>
                    <a:pt x="237" y="3426"/>
                  </a:cubicBezTo>
                  <a:cubicBezTo>
                    <a:pt x="1381" y="3426"/>
                    <a:pt x="1381" y="3426"/>
                    <a:pt x="1381" y="3426"/>
                  </a:cubicBezTo>
                  <a:cubicBezTo>
                    <a:pt x="1520" y="3426"/>
                    <a:pt x="1617" y="3328"/>
                    <a:pt x="1617" y="3187"/>
                  </a:cubicBezTo>
                  <a:cubicBezTo>
                    <a:pt x="1617" y="239"/>
                    <a:pt x="1617" y="239"/>
                    <a:pt x="1617" y="239"/>
                  </a:cubicBezTo>
                  <a:cubicBezTo>
                    <a:pt x="1617" y="99"/>
                    <a:pt x="1520" y="0"/>
                    <a:pt x="1381" y="0"/>
                  </a:cubicBezTo>
                  <a:moveTo>
                    <a:pt x="1575" y="3193"/>
                  </a:moveTo>
                  <a:cubicBezTo>
                    <a:pt x="1575" y="3298"/>
                    <a:pt x="1490" y="3383"/>
                    <a:pt x="1385" y="3383"/>
                  </a:cubicBezTo>
                  <a:cubicBezTo>
                    <a:pt x="233" y="3383"/>
                    <a:pt x="233" y="3383"/>
                    <a:pt x="233" y="3383"/>
                  </a:cubicBezTo>
                  <a:cubicBezTo>
                    <a:pt x="128" y="3383"/>
                    <a:pt x="43" y="3298"/>
                    <a:pt x="43" y="3193"/>
                  </a:cubicBezTo>
                  <a:cubicBezTo>
                    <a:pt x="43" y="233"/>
                    <a:pt x="43" y="233"/>
                    <a:pt x="43" y="233"/>
                  </a:cubicBezTo>
                  <a:cubicBezTo>
                    <a:pt x="43" y="128"/>
                    <a:pt x="128" y="43"/>
                    <a:pt x="233" y="43"/>
                  </a:cubicBezTo>
                  <a:cubicBezTo>
                    <a:pt x="417" y="43"/>
                    <a:pt x="417" y="43"/>
                    <a:pt x="417" y="43"/>
                  </a:cubicBezTo>
                  <a:cubicBezTo>
                    <a:pt x="417" y="77"/>
                    <a:pt x="417" y="77"/>
                    <a:pt x="417" y="77"/>
                  </a:cubicBezTo>
                  <a:cubicBezTo>
                    <a:pt x="417" y="108"/>
                    <a:pt x="436" y="153"/>
                    <a:pt x="487" y="153"/>
                  </a:cubicBezTo>
                  <a:cubicBezTo>
                    <a:pt x="1130" y="153"/>
                    <a:pt x="1130" y="153"/>
                    <a:pt x="1130" y="153"/>
                  </a:cubicBezTo>
                  <a:cubicBezTo>
                    <a:pt x="1181" y="153"/>
                    <a:pt x="1201" y="108"/>
                    <a:pt x="1201" y="77"/>
                  </a:cubicBezTo>
                  <a:cubicBezTo>
                    <a:pt x="1201" y="43"/>
                    <a:pt x="1201" y="43"/>
                    <a:pt x="1201" y="43"/>
                  </a:cubicBezTo>
                  <a:cubicBezTo>
                    <a:pt x="1385" y="43"/>
                    <a:pt x="1385" y="43"/>
                    <a:pt x="1385" y="43"/>
                  </a:cubicBezTo>
                  <a:cubicBezTo>
                    <a:pt x="1490" y="43"/>
                    <a:pt x="1575" y="128"/>
                    <a:pt x="1575" y="233"/>
                  </a:cubicBezTo>
                  <a:lnTo>
                    <a:pt x="1575" y="3193"/>
                  </a:lnTo>
                  <a:close/>
                </a:path>
              </a:pathLst>
            </a:custGeom>
            <a:solidFill>
              <a:srgbClr val="2F3941"/>
            </a:solidFill>
            <a:ln>
              <a:noFill/>
            </a:ln>
          </p:spPr>
          <p:txBody>
            <a:bodyPr vert="horz" wrap="square" lIns="91440" tIns="45720" rIns="91440" bIns="45720" numCol="1" anchor="ctr" anchorCtr="1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AE06E1EE-DC8D-4CC5-156D-E51227448C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27513" y="1530506"/>
              <a:ext cx="552859" cy="60044"/>
            </a:xfrm>
            <a:custGeom>
              <a:avLst/>
              <a:gdLst>
                <a:gd name="T0" fmla="*/ 22 w 387"/>
                <a:gd name="T1" fmla="*/ 0 h 42"/>
                <a:gd name="T2" fmla="*/ 0 w 387"/>
                <a:gd name="T3" fmla="*/ 21 h 42"/>
                <a:gd name="T4" fmla="*/ 22 w 387"/>
                <a:gd name="T5" fmla="*/ 42 h 42"/>
                <a:gd name="T6" fmla="*/ 43 w 387"/>
                <a:gd name="T7" fmla="*/ 21 h 42"/>
                <a:gd name="T8" fmla="*/ 22 w 387"/>
                <a:gd name="T9" fmla="*/ 0 h 42"/>
                <a:gd name="T10" fmla="*/ 376 w 387"/>
                <a:gd name="T11" fmla="*/ 9 h 42"/>
                <a:gd name="T12" fmla="*/ 99 w 387"/>
                <a:gd name="T13" fmla="*/ 9 h 42"/>
                <a:gd name="T14" fmla="*/ 88 w 387"/>
                <a:gd name="T15" fmla="*/ 21 h 42"/>
                <a:gd name="T16" fmla="*/ 88 w 387"/>
                <a:gd name="T17" fmla="*/ 22 h 42"/>
                <a:gd name="T18" fmla="*/ 99 w 387"/>
                <a:gd name="T19" fmla="*/ 33 h 42"/>
                <a:gd name="T20" fmla="*/ 376 w 387"/>
                <a:gd name="T21" fmla="*/ 33 h 42"/>
                <a:gd name="T22" fmla="*/ 387 w 387"/>
                <a:gd name="T23" fmla="*/ 22 h 42"/>
                <a:gd name="T24" fmla="*/ 387 w 387"/>
                <a:gd name="T25" fmla="*/ 21 h 42"/>
                <a:gd name="T26" fmla="*/ 376 w 387"/>
                <a:gd name="T27" fmla="*/ 9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87" h="42">
                  <a:moveTo>
                    <a:pt x="22" y="0"/>
                  </a:moveTo>
                  <a:cubicBezTo>
                    <a:pt x="10" y="0"/>
                    <a:pt x="0" y="9"/>
                    <a:pt x="0" y="21"/>
                  </a:cubicBezTo>
                  <a:cubicBezTo>
                    <a:pt x="0" y="33"/>
                    <a:pt x="10" y="42"/>
                    <a:pt x="22" y="42"/>
                  </a:cubicBezTo>
                  <a:cubicBezTo>
                    <a:pt x="33" y="42"/>
                    <a:pt x="43" y="33"/>
                    <a:pt x="43" y="21"/>
                  </a:cubicBezTo>
                  <a:cubicBezTo>
                    <a:pt x="43" y="9"/>
                    <a:pt x="33" y="0"/>
                    <a:pt x="22" y="0"/>
                  </a:cubicBezTo>
                  <a:moveTo>
                    <a:pt x="376" y="9"/>
                  </a:moveTo>
                  <a:cubicBezTo>
                    <a:pt x="99" y="9"/>
                    <a:pt x="99" y="9"/>
                    <a:pt x="99" y="9"/>
                  </a:cubicBezTo>
                  <a:cubicBezTo>
                    <a:pt x="93" y="9"/>
                    <a:pt x="88" y="14"/>
                    <a:pt x="88" y="21"/>
                  </a:cubicBezTo>
                  <a:cubicBezTo>
                    <a:pt x="88" y="22"/>
                    <a:pt x="88" y="22"/>
                    <a:pt x="88" y="22"/>
                  </a:cubicBezTo>
                  <a:cubicBezTo>
                    <a:pt x="88" y="28"/>
                    <a:pt x="93" y="33"/>
                    <a:pt x="99" y="33"/>
                  </a:cubicBezTo>
                  <a:cubicBezTo>
                    <a:pt x="376" y="33"/>
                    <a:pt x="376" y="33"/>
                    <a:pt x="376" y="33"/>
                  </a:cubicBezTo>
                  <a:cubicBezTo>
                    <a:pt x="382" y="33"/>
                    <a:pt x="387" y="28"/>
                    <a:pt x="387" y="22"/>
                  </a:cubicBezTo>
                  <a:cubicBezTo>
                    <a:pt x="387" y="21"/>
                    <a:pt x="387" y="21"/>
                    <a:pt x="387" y="21"/>
                  </a:cubicBezTo>
                  <a:cubicBezTo>
                    <a:pt x="387" y="14"/>
                    <a:pt x="382" y="9"/>
                    <a:pt x="376" y="9"/>
                  </a:cubicBezTo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ctr" anchorCtr="1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1C4CC21E-BB24-CFA4-88A0-7679258A3462}"/>
              </a:ext>
            </a:extLst>
          </p:cNvPr>
          <p:cNvGrpSpPr/>
          <p:nvPr userDrawn="1"/>
        </p:nvGrpSpPr>
        <p:grpSpPr>
          <a:xfrm>
            <a:off x="8682614" y="1455063"/>
            <a:ext cx="2311134" cy="4894165"/>
            <a:chOff x="6048375" y="1458000"/>
            <a:chExt cx="2311134" cy="4894165"/>
          </a:xfrm>
        </p:grpSpPr>
        <p:sp>
          <p:nvSpPr>
            <p:cNvPr id="28" name="Freeform 5">
              <a:extLst>
                <a:ext uri="{FF2B5EF4-FFF2-40B4-BE49-F238E27FC236}">
                  <a16:creationId xmlns:a16="http://schemas.microsoft.com/office/drawing/2014/main" id="{F20E712D-4042-3C65-5ACE-887BAF8492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048375" y="1458000"/>
              <a:ext cx="2311134" cy="4894165"/>
            </a:xfrm>
            <a:custGeom>
              <a:avLst/>
              <a:gdLst>
                <a:gd name="T0" fmla="*/ 1381 w 1617"/>
                <a:gd name="T1" fmla="*/ 0 h 3426"/>
                <a:gd name="T2" fmla="*/ 237 w 1617"/>
                <a:gd name="T3" fmla="*/ 0 h 3426"/>
                <a:gd name="T4" fmla="*/ 0 w 1617"/>
                <a:gd name="T5" fmla="*/ 239 h 3426"/>
                <a:gd name="T6" fmla="*/ 0 w 1617"/>
                <a:gd name="T7" fmla="*/ 3187 h 3426"/>
                <a:gd name="T8" fmla="*/ 237 w 1617"/>
                <a:gd name="T9" fmla="*/ 3426 h 3426"/>
                <a:gd name="T10" fmla="*/ 1381 w 1617"/>
                <a:gd name="T11" fmla="*/ 3426 h 3426"/>
                <a:gd name="T12" fmla="*/ 1617 w 1617"/>
                <a:gd name="T13" fmla="*/ 3187 h 3426"/>
                <a:gd name="T14" fmla="*/ 1617 w 1617"/>
                <a:gd name="T15" fmla="*/ 239 h 3426"/>
                <a:gd name="T16" fmla="*/ 1381 w 1617"/>
                <a:gd name="T17" fmla="*/ 0 h 3426"/>
                <a:gd name="T18" fmla="*/ 1575 w 1617"/>
                <a:gd name="T19" fmla="*/ 3193 h 3426"/>
                <a:gd name="T20" fmla="*/ 1385 w 1617"/>
                <a:gd name="T21" fmla="*/ 3383 h 3426"/>
                <a:gd name="T22" fmla="*/ 233 w 1617"/>
                <a:gd name="T23" fmla="*/ 3383 h 3426"/>
                <a:gd name="T24" fmla="*/ 43 w 1617"/>
                <a:gd name="T25" fmla="*/ 3193 h 3426"/>
                <a:gd name="T26" fmla="*/ 43 w 1617"/>
                <a:gd name="T27" fmla="*/ 233 h 3426"/>
                <a:gd name="T28" fmla="*/ 233 w 1617"/>
                <a:gd name="T29" fmla="*/ 43 h 3426"/>
                <a:gd name="T30" fmla="*/ 417 w 1617"/>
                <a:gd name="T31" fmla="*/ 43 h 3426"/>
                <a:gd name="T32" fmla="*/ 417 w 1617"/>
                <a:gd name="T33" fmla="*/ 77 h 3426"/>
                <a:gd name="T34" fmla="*/ 487 w 1617"/>
                <a:gd name="T35" fmla="*/ 153 h 3426"/>
                <a:gd name="T36" fmla="*/ 1130 w 1617"/>
                <a:gd name="T37" fmla="*/ 153 h 3426"/>
                <a:gd name="T38" fmla="*/ 1201 w 1617"/>
                <a:gd name="T39" fmla="*/ 77 h 3426"/>
                <a:gd name="T40" fmla="*/ 1201 w 1617"/>
                <a:gd name="T41" fmla="*/ 43 h 3426"/>
                <a:gd name="T42" fmla="*/ 1385 w 1617"/>
                <a:gd name="T43" fmla="*/ 43 h 3426"/>
                <a:gd name="T44" fmla="*/ 1575 w 1617"/>
                <a:gd name="T45" fmla="*/ 233 h 3426"/>
                <a:gd name="T46" fmla="*/ 1575 w 1617"/>
                <a:gd name="T47" fmla="*/ 3193 h 34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17" h="3426">
                  <a:moveTo>
                    <a:pt x="1381" y="0"/>
                  </a:moveTo>
                  <a:cubicBezTo>
                    <a:pt x="237" y="0"/>
                    <a:pt x="237" y="0"/>
                    <a:pt x="237" y="0"/>
                  </a:cubicBezTo>
                  <a:cubicBezTo>
                    <a:pt x="98" y="0"/>
                    <a:pt x="0" y="99"/>
                    <a:pt x="0" y="239"/>
                  </a:cubicBezTo>
                  <a:cubicBezTo>
                    <a:pt x="0" y="3187"/>
                    <a:pt x="0" y="3187"/>
                    <a:pt x="0" y="3187"/>
                  </a:cubicBezTo>
                  <a:cubicBezTo>
                    <a:pt x="0" y="3328"/>
                    <a:pt x="98" y="3426"/>
                    <a:pt x="237" y="3426"/>
                  </a:cubicBezTo>
                  <a:cubicBezTo>
                    <a:pt x="1381" y="3426"/>
                    <a:pt x="1381" y="3426"/>
                    <a:pt x="1381" y="3426"/>
                  </a:cubicBezTo>
                  <a:cubicBezTo>
                    <a:pt x="1520" y="3426"/>
                    <a:pt x="1617" y="3328"/>
                    <a:pt x="1617" y="3187"/>
                  </a:cubicBezTo>
                  <a:cubicBezTo>
                    <a:pt x="1617" y="239"/>
                    <a:pt x="1617" y="239"/>
                    <a:pt x="1617" y="239"/>
                  </a:cubicBezTo>
                  <a:cubicBezTo>
                    <a:pt x="1617" y="99"/>
                    <a:pt x="1520" y="0"/>
                    <a:pt x="1381" y="0"/>
                  </a:cubicBezTo>
                  <a:moveTo>
                    <a:pt x="1575" y="3193"/>
                  </a:moveTo>
                  <a:cubicBezTo>
                    <a:pt x="1575" y="3298"/>
                    <a:pt x="1490" y="3383"/>
                    <a:pt x="1385" y="3383"/>
                  </a:cubicBezTo>
                  <a:cubicBezTo>
                    <a:pt x="233" y="3383"/>
                    <a:pt x="233" y="3383"/>
                    <a:pt x="233" y="3383"/>
                  </a:cubicBezTo>
                  <a:cubicBezTo>
                    <a:pt x="128" y="3383"/>
                    <a:pt x="43" y="3298"/>
                    <a:pt x="43" y="3193"/>
                  </a:cubicBezTo>
                  <a:cubicBezTo>
                    <a:pt x="43" y="233"/>
                    <a:pt x="43" y="233"/>
                    <a:pt x="43" y="233"/>
                  </a:cubicBezTo>
                  <a:cubicBezTo>
                    <a:pt x="43" y="128"/>
                    <a:pt x="128" y="43"/>
                    <a:pt x="233" y="43"/>
                  </a:cubicBezTo>
                  <a:cubicBezTo>
                    <a:pt x="417" y="43"/>
                    <a:pt x="417" y="43"/>
                    <a:pt x="417" y="43"/>
                  </a:cubicBezTo>
                  <a:cubicBezTo>
                    <a:pt x="417" y="77"/>
                    <a:pt x="417" y="77"/>
                    <a:pt x="417" y="77"/>
                  </a:cubicBezTo>
                  <a:cubicBezTo>
                    <a:pt x="417" y="108"/>
                    <a:pt x="436" y="153"/>
                    <a:pt x="487" y="153"/>
                  </a:cubicBezTo>
                  <a:cubicBezTo>
                    <a:pt x="1130" y="153"/>
                    <a:pt x="1130" y="153"/>
                    <a:pt x="1130" y="153"/>
                  </a:cubicBezTo>
                  <a:cubicBezTo>
                    <a:pt x="1181" y="153"/>
                    <a:pt x="1201" y="108"/>
                    <a:pt x="1201" y="77"/>
                  </a:cubicBezTo>
                  <a:cubicBezTo>
                    <a:pt x="1201" y="43"/>
                    <a:pt x="1201" y="43"/>
                    <a:pt x="1201" y="43"/>
                  </a:cubicBezTo>
                  <a:cubicBezTo>
                    <a:pt x="1385" y="43"/>
                    <a:pt x="1385" y="43"/>
                    <a:pt x="1385" y="43"/>
                  </a:cubicBezTo>
                  <a:cubicBezTo>
                    <a:pt x="1490" y="43"/>
                    <a:pt x="1575" y="128"/>
                    <a:pt x="1575" y="233"/>
                  </a:cubicBezTo>
                  <a:lnTo>
                    <a:pt x="1575" y="3193"/>
                  </a:lnTo>
                  <a:close/>
                </a:path>
              </a:pathLst>
            </a:custGeom>
            <a:solidFill>
              <a:srgbClr val="2F3941"/>
            </a:solidFill>
            <a:ln>
              <a:noFill/>
            </a:ln>
          </p:spPr>
          <p:txBody>
            <a:bodyPr vert="horz" wrap="square" lIns="91440" tIns="45720" rIns="91440" bIns="45720" numCol="1" anchor="ctr" anchorCtr="1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7206A955-25DA-0969-8784-CBEE99C5251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27513" y="1530506"/>
              <a:ext cx="552859" cy="60044"/>
            </a:xfrm>
            <a:custGeom>
              <a:avLst/>
              <a:gdLst>
                <a:gd name="T0" fmla="*/ 22 w 387"/>
                <a:gd name="T1" fmla="*/ 0 h 42"/>
                <a:gd name="T2" fmla="*/ 0 w 387"/>
                <a:gd name="T3" fmla="*/ 21 h 42"/>
                <a:gd name="T4" fmla="*/ 22 w 387"/>
                <a:gd name="T5" fmla="*/ 42 h 42"/>
                <a:gd name="T6" fmla="*/ 43 w 387"/>
                <a:gd name="T7" fmla="*/ 21 h 42"/>
                <a:gd name="T8" fmla="*/ 22 w 387"/>
                <a:gd name="T9" fmla="*/ 0 h 42"/>
                <a:gd name="T10" fmla="*/ 376 w 387"/>
                <a:gd name="T11" fmla="*/ 9 h 42"/>
                <a:gd name="T12" fmla="*/ 99 w 387"/>
                <a:gd name="T13" fmla="*/ 9 h 42"/>
                <a:gd name="T14" fmla="*/ 88 w 387"/>
                <a:gd name="T15" fmla="*/ 21 h 42"/>
                <a:gd name="T16" fmla="*/ 88 w 387"/>
                <a:gd name="T17" fmla="*/ 22 h 42"/>
                <a:gd name="T18" fmla="*/ 99 w 387"/>
                <a:gd name="T19" fmla="*/ 33 h 42"/>
                <a:gd name="T20" fmla="*/ 376 w 387"/>
                <a:gd name="T21" fmla="*/ 33 h 42"/>
                <a:gd name="T22" fmla="*/ 387 w 387"/>
                <a:gd name="T23" fmla="*/ 22 h 42"/>
                <a:gd name="T24" fmla="*/ 387 w 387"/>
                <a:gd name="T25" fmla="*/ 21 h 42"/>
                <a:gd name="T26" fmla="*/ 376 w 387"/>
                <a:gd name="T27" fmla="*/ 9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87" h="42">
                  <a:moveTo>
                    <a:pt x="22" y="0"/>
                  </a:moveTo>
                  <a:cubicBezTo>
                    <a:pt x="10" y="0"/>
                    <a:pt x="0" y="9"/>
                    <a:pt x="0" y="21"/>
                  </a:cubicBezTo>
                  <a:cubicBezTo>
                    <a:pt x="0" y="33"/>
                    <a:pt x="10" y="42"/>
                    <a:pt x="22" y="42"/>
                  </a:cubicBezTo>
                  <a:cubicBezTo>
                    <a:pt x="33" y="42"/>
                    <a:pt x="43" y="33"/>
                    <a:pt x="43" y="21"/>
                  </a:cubicBezTo>
                  <a:cubicBezTo>
                    <a:pt x="43" y="9"/>
                    <a:pt x="33" y="0"/>
                    <a:pt x="22" y="0"/>
                  </a:cubicBezTo>
                  <a:moveTo>
                    <a:pt x="376" y="9"/>
                  </a:moveTo>
                  <a:cubicBezTo>
                    <a:pt x="99" y="9"/>
                    <a:pt x="99" y="9"/>
                    <a:pt x="99" y="9"/>
                  </a:cubicBezTo>
                  <a:cubicBezTo>
                    <a:pt x="93" y="9"/>
                    <a:pt x="88" y="14"/>
                    <a:pt x="88" y="21"/>
                  </a:cubicBezTo>
                  <a:cubicBezTo>
                    <a:pt x="88" y="22"/>
                    <a:pt x="88" y="22"/>
                    <a:pt x="88" y="22"/>
                  </a:cubicBezTo>
                  <a:cubicBezTo>
                    <a:pt x="88" y="28"/>
                    <a:pt x="93" y="33"/>
                    <a:pt x="99" y="33"/>
                  </a:cubicBezTo>
                  <a:cubicBezTo>
                    <a:pt x="376" y="33"/>
                    <a:pt x="376" y="33"/>
                    <a:pt x="376" y="33"/>
                  </a:cubicBezTo>
                  <a:cubicBezTo>
                    <a:pt x="382" y="33"/>
                    <a:pt x="387" y="28"/>
                    <a:pt x="387" y="22"/>
                  </a:cubicBezTo>
                  <a:cubicBezTo>
                    <a:pt x="387" y="21"/>
                    <a:pt x="387" y="21"/>
                    <a:pt x="387" y="21"/>
                  </a:cubicBezTo>
                  <a:cubicBezTo>
                    <a:pt x="387" y="14"/>
                    <a:pt x="382" y="9"/>
                    <a:pt x="376" y="9"/>
                  </a:cubicBezTo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ctr" anchorCtr="1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16931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Numb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D2C738C5-CE17-8F75-ADAC-39B90FA84D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64121" y="1295861"/>
            <a:ext cx="2110924" cy="1244652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100</a:t>
            </a:r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781407F7-B6AC-4E72-B6AC-77BC56A3AEB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93435" y="1808163"/>
            <a:ext cx="2039475" cy="44631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r>
              <a:rPr lang="de-DE"/>
              <a:t>(Beschreibungstext)</a:t>
            </a:r>
          </a:p>
        </p:txBody>
      </p:sp>
      <p:sp>
        <p:nvSpPr>
          <p:cNvPr id="26" name="Textplatzhalter 17">
            <a:extLst>
              <a:ext uri="{FF2B5EF4-FFF2-40B4-BE49-F238E27FC236}">
                <a16:creationId xmlns:a16="http://schemas.microsoft.com/office/drawing/2014/main" id="{A091C3CC-3F3F-23FE-602C-3411500BF0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7190" y="2617150"/>
            <a:ext cx="1422872" cy="1244652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00</a:t>
            </a:r>
          </a:p>
        </p:txBody>
      </p:sp>
      <p:sp>
        <p:nvSpPr>
          <p:cNvPr id="29" name="Textplatzhalter 24">
            <a:extLst>
              <a:ext uri="{FF2B5EF4-FFF2-40B4-BE49-F238E27FC236}">
                <a16:creationId xmlns:a16="http://schemas.microsoft.com/office/drawing/2014/main" id="{E1B4253D-A3DF-0CF2-D8A6-BD53847BB4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16839" y="3079886"/>
            <a:ext cx="2479185" cy="3753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r>
              <a:rPr lang="de-DE"/>
              <a:t>(Beschreibungstext)</a:t>
            </a:r>
          </a:p>
        </p:txBody>
      </p:sp>
      <p:sp>
        <p:nvSpPr>
          <p:cNvPr id="30" name="Textplatzhalter 17">
            <a:extLst>
              <a:ext uri="{FF2B5EF4-FFF2-40B4-BE49-F238E27FC236}">
                <a16:creationId xmlns:a16="http://schemas.microsoft.com/office/drawing/2014/main" id="{96B47188-9DE9-83A5-4351-EF7BE32A85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08364" y="3942865"/>
            <a:ext cx="2651320" cy="1244652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00%</a:t>
            </a:r>
          </a:p>
        </p:txBody>
      </p:sp>
      <p:sp>
        <p:nvSpPr>
          <p:cNvPr id="31" name="Textplatzhalter 24">
            <a:extLst>
              <a:ext uri="{FF2B5EF4-FFF2-40B4-BE49-F238E27FC236}">
                <a16:creationId xmlns:a16="http://schemas.microsoft.com/office/drawing/2014/main" id="{52FB245C-0815-D83A-0EAA-EA17BEF16B1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66461" y="4405601"/>
            <a:ext cx="1656998" cy="3753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r>
              <a:rPr lang="de-DE"/>
              <a:t>(Beschreibungstext)</a:t>
            </a:r>
          </a:p>
        </p:txBody>
      </p:sp>
      <p:sp>
        <p:nvSpPr>
          <p:cNvPr id="32" name="Textplatzhalter 17">
            <a:extLst>
              <a:ext uri="{FF2B5EF4-FFF2-40B4-BE49-F238E27FC236}">
                <a16:creationId xmlns:a16="http://schemas.microsoft.com/office/drawing/2014/main" id="{007CD200-62FF-17FA-0BA7-16E6A6F1EB2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16323" y="5268287"/>
            <a:ext cx="2110924" cy="106966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&gt;00</a:t>
            </a:r>
          </a:p>
        </p:txBody>
      </p:sp>
      <p:sp>
        <p:nvSpPr>
          <p:cNvPr id="33" name="Textplatzhalter 24">
            <a:extLst>
              <a:ext uri="{FF2B5EF4-FFF2-40B4-BE49-F238E27FC236}">
                <a16:creationId xmlns:a16="http://schemas.microsoft.com/office/drawing/2014/main" id="{CC6694AC-DF0F-CE8B-5A82-C6C614FF44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34024" y="5731023"/>
            <a:ext cx="2479185" cy="3753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r>
              <a:rPr lang="de-DE"/>
              <a:t>(Beschreibungstext)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33906E0-6D46-195B-33C1-D09180C9E891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8E9054D-2B23-A000-5E11-8D12948E29A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5F0F97F8-B6AF-0A50-6FE0-FEC64B2BB12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58812" y="1807200"/>
            <a:ext cx="534600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FCEA20B0-21B2-D36B-5E43-43A9246AE6A4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6" name="Titel 15">
            <a:extLst>
              <a:ext uri="{FF2B5EF4-FFF2-40B4-BE49-F238E27FC236}">
                <a16:creationId xmlns:a16="http://schemas.microsoft.com/office/drawing/2014/main" id="{1BDD9D7E-C4A9-0B76-5A01-A25FD8BDB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7" name="Textplatzhalter 17">
            <a:extLst>
              <a:ext uri="{FF2B5EF4-FFF2-40B4-BE49-F238E27FC236}">
                <a16:creationId xmlns:a16="http://schemas.microsoft.com/office/drawing/2014/main" id="{D52585E2-29D8-9C9F-5360-87974B4BE91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571362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Numbers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8E9054D-2B23-A000-5E11-8D12948E29A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464BD83E-8778-CC97-4712-99AFB58E50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64121" y="1295861"/>
            <a:ext cx="2110924" cy="1244652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100</a:t>
            </a:r>
          </a:p>
        </p:txBody>
      </p:sp>
      <p:sp>
        <p:nvSpPr>
          <p:cNvPr id="16" name="Textplatzhalter 24">
            <a:extLst>
              <a:ext uri="{FF2B5EF4-FFF2-40B4-BE49-F238E27FC236}">
                <a16:creationId xmlns:a16="http://schemas.microsoft.com/office/drawing/2014/main" id="{FBCB321B-95A1-BEB1-0D24-83F6BEE520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93435" y="1808163"/>
            <a:ext cx="2039475" cy="44631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r>
              <a:rPr lang="de-DE"/>
              <a:t>(Beschreibungstext)</a:t>
            </a:r>
          </a:p>
        </p:txBody>
      </p:sp>
      <p:sp>
        <p:nvSpPr>
          <p:cNvPr id="17" name="Textplatzhalter 17">
            <a:extLst>
              <a:ext uri="{FF2B5EF4-FFF2-40B4-BE49-F238E27FC236}">
                <a16:creationId xmlns:a16="http://schemas.microsoft.com/office/drawing/2014/main" id="{0ED7772D-CD08-A72F-BA2F-2DBE2B6D55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34007" y="3083836"/>
            <a:ext cx="1422872" cy="1244652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</a:t>
            </a:r>
          </a:p>
        </p:txBody>
      </p:sp>
      <p:sp>
        <p:nvSpPr>
          <p:cNvPr id="19" name="Textplatzhalter 24">
            <a:extLst>
              <a:ext uri="{FF2B5EF4-FFF2-40B4-BE49-F238E27FC236}">
                <a16:creationId xmlns:a16="http://schemas.microsoft.com/office/drawing/2014/main" id="{8A4C226E-A367-B142-EA1F-8C4338098F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63656" y="3546572"/>
            <a:ext cx="2479185" cy="3753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r>
              <a:rPr lang="de-DE"/>
              <a:t>(Beschreibungstext)</a:t>
            </a:r>
          </a:p>
        </p:txBody>
      </p:sp>
      <p:sp>
        <p:nvSpPr>
          <p:cNvPr id="20" name="Textplatzhalter 17">
            <a:extLst>
              <a:ext uri="{FF2B5EF4-FFF2-40B4-BE49-F238E27FC236}">
                <a16:creationId xmlns:a16="http://schemas.microsoft.com/office/drawing/2014/main" id="{8AF69B83-0099-07DC-2AF2-62DA1EF886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08364" y="4594080"/>
            <a:ext cx="2651320" cy="1244652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00%</a:t>
            </a:r>
          </a:p>
        </p:txBody>
      </p:sp>
      <p:sp>
        <p:nvSpPr>
          <p:cNvPr id="21" name="Textplatzhalter 24">
            <a:extLst>
              <a:ext uri="{FF2B5EF4-FFF2-40B4-BE49-F238E27FC236}">
                <a16:creationId xmlns:a16="http://schemas.microsoft.com/office/drawing/2014/main" id="{24212708-A85E-62D4-39B6-FC62619C21D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66461" y="5056816"/>
            <a:ext cx="1656998" cy="3753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r>
              <a:rPr lang="de-DE"/>
              <a:t>(Beschreibungstext)</a:t>
            </a:r>
          </a:p>
        </p:txBody>
      </p:sp>
      <p:sp>
        <p:nvSpPr>
          <p:cNvPr id="22" name="Textplatzhalter 17">
            <a:extLst>
              <a:ext uri="{FF2B5EF4-FFF2-40B4-BE49-F238E27FC236}">
                <a16:creationId xmlns:a16="http://schemas.microsoft.com/office/drawing/2014/main" id="{91901F5D-7B87-BE07-0D0B-9793ED04A80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411478" y="5268287"/>
            <a:ext cx="2110924" cy="106966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&gt;00</a:t>
            </a:r>
          </a:p>
        </p:txBody>
      </p:sp>
      <p:sp>
        <p:nvSpPr>
          <p:cNvPr id="23" name="Textplatzhalter 24">
            <a:extLst>
              <a:ext uri="{FF2B5EF4-FFF2-40B4-BE49-F238E27FC236}">
                <a16:creationId xmlns:a16="http://schemas.microsoft.com/office/drawing/2014/main" id="{01264C22-8F84-ACBF-EFF8-2FBCA5FE86E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29179" y="5731023"/>
            <a:ext cx="2479185" cy="3753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r>
              <a:rPr lang="de-DE"/>
              <a:t>(Beschreibungstext)</a:t>
            </a:r>
          </a:p>
        </p:txBody>
      </p:sp>
      <p:sp>
        <p:nvSpPr>
          <p:cNvPr id="24" name="Textplatzhalter 17">
            <a:extLst>
              <a:ext uri="{FF2B5EF4-FFF2-40B4-BE49-F238E27FC236}">
                <a16:creationId xmlns:a16="http://schemas.microsoft.com/office/drawing/2014/main" id="{F252CA67-FFA3-A81F-D76A-858E367B66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58542" y="1638679"/>
            <a:ext cx="2110924" cy="1244652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100</a:t>
            </a:r>
          </a:p>
        </p:txBody>
      </p:sp>
      <p:sp>
        <p:nvSpPr>
          <p:cNvPr id="34" name="Textplatzhalter 24">
            <a:extLst>
              <a:ext uri="{FF2B5EF4-FFF2-40B4-BE49-F238E27FC236}">
                <a16:creationId xmlns:a16="http://schemas.microsoft.com/office/drawing/2014/main" id="{90349DD5-DB65-C386-0CB6-8DFE86A1E0A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87856" y="2150981"/>
            <a:ext cx="2039475" cy="44631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r>
              <a:rPr lang="de-DE"/>
              <a:t>(Beschreibungstext)</a:t>
            </a:r>
          </a:p>
        </p:txBody>
      </p:sp>
      <p:sp>
        <p:nvSpPr>
          <p:cNvPr id="35" name="Textplatzhalter 17">
            <a:extLst>
              <a:ext uri="{FF2B5EF4-FFF2-40B4-BE49-F238E27FC236}">
                <a16:creationId xmlns:a16="http://schemas.microsoft.com/office/drawing/2014/main" id="{B5E01315-A857-14B2-E06B-ED59F947E98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1611" y="3511934"/>
            <a:ext cx="1422872" cy="1244652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00</a:t>
            </a:r>
          </a:p>
        </p:txBody>
      </p:sp>
      <p:sp>
        <p:nvSpPr>
          <p:cNvPr id="36" name="Textplatzhalter 24">
            <a:extLst>
              <a:ext uri="{FF2B5EF4-FFF2-40B4-BE49-F238E27FC236}">
                <a16:creationId xmlns:a16="http://schemas.microsoft.com/office/drawing/2014/main" id="{125F58F5-82E2-C17F-6D38-86D242329C3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211260" y="3974670"/>
            <a:ext cx="2479185" cy="3753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r>
              <a:rPr lang="de-DE"/>
              <a:t>(Beschreibungstext)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44DCDCE-03BC-B2FC-0050-051E2CF2A909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436147B-532D-42CF-E249-BF9382B43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FE5329AE-E1AB-5B6B-7B92-493CC6B69F0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454749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Numbers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A7BA29A0-0475-CB59-42A6-F43F0CE81F2A}"/>
              </a:ext>
            </a:extLst>
          </p:cNvPr>
          <p:cNvGrpSpPr/>
          <p:nvPr userDrawn="1"/>
        </p:nvGrpSpPr>
        <p:grpSpPr>
          <a:xfrm>
            <a:off x="4239231" y="4062465"/>
            <a:ext cx="3713538" cy="1296000"/>
            <a:chOff x="4245504" y="4062465"/>
            <a:chExt cx="3713538" cy="1296000"/>
          </a:xfrm>
        </p:grpSpPr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FBD1D0BB-D5D1-451E-362D-0850AB2250B4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245504" y="4062465"/>
              <a:ext cx="0" cy="129600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F3ED77D0-18D5-6B3B-87CB-672BC1E5AB3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7959042" y="4062465"/>
              <a:ext cx="0" cy="129600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platzhalter 17">
            <a:extLst>
              <a:ext uri="{FF2B5EF4-FFF2-40B4-BE49-F238E27FC236}">
                <a16:creationId xmlns:a16="http://schemas.microsoft.com/office/drawing/2014/main" id="{E7B6069A-40C8-94D1-CEED-4528869F144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77538" y="4132505"/>
            <a:ext cx="1685657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5000"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300</a:t>
            </a:r>
          </a:p>
        </p:txBody>
      </p:sp>
      <p:sp>
        <p:nvSpPr>
          <p:cNvPr id="24" name="Textplatzhalter 24">
            <a:extLst>
              <a:ext uri="{FF2B5EF4-FFF2-40B4-BE49-F238E27FC236}">
                <a16:creationId xmlns:a16="http://schemas.microsoft.com/office/drawing/2014/main" id="{AEA58E8D-4488-9CB9-F626-5C7FA38C9E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677540" y="4898172"/>
            <a:ext cx="1685652" cy="269883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endParaRPr lang="de-DE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81F0644D-B565-F04C-F55D-0061E019FF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77538" y="5212659"/>
            <a:ext cx="1685656" cy="65105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</a:t>
            </a:r>
            <a:br>
              <a:rPr lang="de-DE"/>
            </a:br>
            <a:endParaRPr lang="de-DE"/>
          </a:p>
        </p:txBody>
      </p:sp>
      <p:sp>
        <p:nvSpPr>
          <p:cNvPr id="26" name="Textplatzhalter 17">
            <a:extLst>
              <a:ext uri="{FF2B5EF4-FFF2-40B4-BE49-F238E27FC236}">
                <a16:creationId xmlns:a16="http://schemas.microsoft.com/office/drawing/2014/main" id="{CA83C053-EC74-8221-0420-66FC3ABE8C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53172" y="4132505"/>
            <a:ext cx="1685657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5000"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100</a:t>
            </a:r>
          </a:p>
        </p:txBody>
      </p:sp>
      <p:sp>
        <p:nvSpPr>
          <p:cNvPr id="29" name="Textplatzhalter 24">
            <a:extLst>
              <a:ext uri="{FF2B5EF4-FFF2-40B4-BE49-F238E27FC236}">
                <a16:creationId xmlns:a16="http://schemas.microsoft.com/office/drawing/2014/main" id="{0E2E8157-2D1A-CC25-EF26-EE00ED45533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53174" y="4898172"/>
            <a:ext cx="1685652" cy="269883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endParaRPr lang="de-DE"/>
          </a:p>
        </p:txBody>
      </p:sp>
      <p:sp>
        <p:nvSpPr>
          <p:cNvPr id="30" name="Textplatzhalter 24">
            <a:extLst>
              <a:ext uri="{FF2B5EF4-FFF2-40B4-BE49-F238E27FC236}">
                <a16:creationId xmlns:a16="http://schemas.microsoft.com/office/drawing/2014/main" id="{493D4D73-AAB1-516F-EFB3-C35E3D4944E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53172" y="5212659"/>
            <a:ext cx="1685656" cy="65105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</a:t>
            </a:r>
            <a:br>
              <a:rPr lang="de-DE"/>
            </a:br>
            <a:endParaRPr lang="de-DE"/>
          </a:p>
        </p:txBody>
      </p:sp>
      <p:sp>
        <p:nvSpPr>
          <p:cNvPr id="31" name="Textplatzhalter 17">
            <a:extLst>
              <a:ext uri="{FF2B5EF4-FFF2-40B4-BE49-F238E27FC236}">
                <a16:creationId xmlns:a16="http://schemas.microsoft.com/office/drawing/2014/main" id="{A5CC053B-77E9-3D89-5EA6-578756D7BA6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66710" y="4132505"/>
            <a:ext cx="1685657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5000"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100</a:t>
            </a:r>
          </a:p>
        </p:txBody>
      </p:sp>
      <p:sp>
        <p:nvSpPr>
          <p:cNvPr id="32" name="Textplatzhalter 24">
            <a:extLst>
              <a:ext uri="{FF2B5EF4-FFF2-40B4-BE49-F238E27FC236}">
                <a16:creationId xmlns:a16="http://schemas.microsoft.com/office/drawing/2014/main" id="{ACE9A6AB-AB41-F08B-0FCF-609545138CE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66712" y="4898172"/>
            <a:ext cx="1685652" cy="269883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Projektbeispiele</a:t>
            </a:r>
            <a:br>
              <a:rPr lang="de-DE"/>
            </a:br>
            <a:endParaRPr lang="de-DE"/>
          </a:p>
        </p:txBody>
      </p:sp>
      <p:sp>
        <p:nvSpPr>
          <p:cNvPr id="33" name="Textplatzhalter 24">
            <a:extLst>
              <a:ext uri="{FF2B5EF4-FFF2-40B4-BE49-F238E27FC236}">
                <a16:creationId xmlns:a16="http://schemas.microsoft.com/office/drawing/2014/main" id="{610A1C2C-95D4-5095-F370-2EFD0D93BB3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66710" y="5212659"/>
            <a:ext cx="1685656" cy="651050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</a:t>
            </a:r>
            <a:br>
              <a:rPr lang="de-DE"/>
            </a:br>
            <a:endParaRPr lang="de-DE"/>
          </a:p>
        </p:txBody>
      </p:sp>
      <p:sp>
        <p:nvSpPr>
          <p:cNvPr id="34" name="Textplatzhalter 33">
            <a:extLst>
              <a:ext uri="{FF2B5EF4-FFF2-40B4-BE49-F238E27FC236}">
                <a16:creationId xmlns:a16="http://schemas.microsoft.com/office/drawing/2014/main" id="{48D5DE7D-B7B0-B4AE-DACB-4ABEF6F8D79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58811" y="1808163"/>
            <a:ext cx="3580419" cy="70646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  <a:lvl2pPr marL="457200" indent="0" algn="r">
              <a:buFontTx/>
              <a:buNone/>
              <a:defRPr/>
            </a:lvl2pPr>
            <a:lvl3pPr marL="914400" indent="0" algn="r">
              <a:buFontTx/>
              <a:buNone/>
              <a:defRPr/>
            </a:lvl3pPr>
            <a:lvl4pPr marL="1371600" indent="0" algn="r">
              <a:buFontTx/>
              <a:buNone/>
              <a:defRPr/>
            </a:lvl4pPr>
            <a:lvl5pPr marL="1828800" indent="0" algn="r">
              <a:buFontTx/>
              <a:buNone/>
              <a:defRPr/>
            </a:lvl5pPr>
          </a:lstStyle>
          <a:p>
            <a:pPr lvl="0"/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looks like </a:t>
            </a:r>
            <a:r>
              <a:rPr lang="en-GB" sz="1200" b="0" err="1">
                <a:effectLst/>
                <a:latin typeface="+mj-lt"/>
                <a:ea typeface="Open Sans" pitchFamily="2" charset="0"/>
                <a:cs typeface="Sora" pitchFamily="2" charset="0"/>
              </a:rPr>
              <a:t>dolor</a:t>
            </a:r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 sit Latin because</a:t>
            </a:r>
            <a:endParaRPr lang="de-DE"/>
          </a:p>
        </p:txBody>
      </p:sp>
      <p:sp>
        <p:nvSpPr>
          <p:cNvPr id="35" name="Textplatzhalter 24">
            <a:extLst>
              <a:ext uri="{FF2B5EF4-FFF2-40B4-BE49-F238E27FC236}">
                <a16:creationId xmlns:a16="http://schemas.microsoft.com/office/drawing/2014/main" id="{C02373F9-D0E0-094A-737A-AB20359CE9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677538" y="3920770"/>
            <a:ext cx="1685656" cy="182986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1000" b="0" spc="3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sz="1200" b="0">
                <a:effectLst/>
                <a:latin typeface="+mj-lt"/>
                <a:ea typeface="Open Sans" pitchFamily="2" charset="0"/>
                <a:cs typeface="Sora" pitchFamily="2" charset="0"/>
              </a:rPr>
              <a:t>Projekte</a:t>
            </a:r>
            <a:endParaRPr lang="de-DE"/>
          </a:p>
        </p:txBody>
      </p:sp>
      <p:sp>
        <p:nvSpPr>
          <p:cNvPr id="36" name="Textplatzhalter 24">
            <a:extLst>
              <a:ext uri="{FF2B5EF4-FFF2-40B4-BE49-F238E27FC236}">
                <a16:creationId xmlns:a16="http://schemas.microsoft.com/office/drawing/2014/main" id="{5DFC2D4C-660D-4062-0F81-9BE7729BEEF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53172" y="3917170"/>
            <a:ext cx="1685656" cy="182986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1000" b="0" spc="3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sz="1200" b="0">
                <a:effectLst/>
                <a:latin typeface="+mj-lt"/>
                <a:ea typeface="Open Sans" pitchFamily="2" charset="0"/>
                <a:cs typeface="Sora" pitchFamily="2" charset="0"/>
              </a:rPr>
              <a:t>Projekte</a:t>
            </a:r>
            <a:endParaRPr lang="de-DE"/>
          </a:p>
        </p:txBody>
      </p:sp>
      <p:sp>
        <p:nvSpPr>
          <p:cNvPr id="37" name="Textplatzhalter 24">
            <a:extLst>
              <a:ext uri="{FF2B5EF4-FFF2-40B4-BE49-F238E27FC236}">
                <a16:creationId xmlns:a16="http://schemas.microsoft.com/office/drawing/2014/main" id="{F817B4CC-A1CF-4A82-CCEC-9CA1D438A5C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66710" y="3924678"/>
            <a:ext cx="1685656" cy="182986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1000" b="0" spc="3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sz="1200" b="0">
                <a:effectLst/>
                <a:latin typeface="+mj-lt"/>
                <a:ea typeface="Open Sans" pitchFamily="2" charset="0"/>
                <a:cs typeface="Sora" pitchFamily="2" charset="0"/>
              </a:rPr>
              <a:t>Projekte</a:t>
            </a:r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38CCA27-A28D-4F94-2D7A-F51807EF2577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C1C88693-ED94-4510-BF50-3DE7B29C01B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Fußzeilenplatzhalter 18">
            <a:extLst>
              <a:ext uri="{FF2B5EF4-FFF2-40B4-BE49-F238E27FC236}">
                <a16:creationId xmlns:a16="http://schemas.microsoft.com/office/drawing/2014/main" id="{C0D992E9-5480-97A0-8402-7ADE1DAD4CA3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20" name="Textplatzhalter 17">
            <a:extLst>
              <a:ext uri="{FF2B5EF4-FFF2-40B4-BE49-F238E27FC236}">
                <a16:creationId xmlns:a16="http://schemas.microsoft.com/office/drawing/2014/main" id="{2DB024EA-C06B-7640-6138-C8CA8BA1B4C5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1" name="Titel 20">
            <a:extLst>
              <a:ext uri="{FF2B5EF4-FFF2-40B4-BE49-F238E27FC236}">
                <a16:creationId xmlns:a16="http://schemas.microsoft.com/office/drawing/2014/main" id="{DB5B60A7-D2B1-3134-8D0E-652CDEB08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714912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Numbers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A7BA29A0-0475-CB59-42A6-F43F0CE81F2A}"/>
              </a:ext>
            </a:extLst>
          </p:cNvPr>
          <p:cNvGrpSpPr/>
          <p:nvPr userDrawn="1"/>
        </p:nvGrpSpPr>
        <p:grpSpPr>
          <a:xfrm>
            <a:off x="4239231" y="4525761"/>
            <a:ext cx="3713538" cy="1296000"/>
            <a:chOff x="4245504" y="4062465"/>
            <a:chExt cx="3713538" cy="1296000"/>
          </a:xfrm>
        </p:grpSpPr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FBD1D0BB-D5D1-451E-362D-0850AB2250B4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245504" y="4062465"/>
              <a:ext cx="0" cy="129600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F3ED77D0-18D5-6B3B-87CB-672BC1E5AB3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7959042" y="4062465"/>
              <a:ext cx="0" cy="129600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platzhalter 17">
            <a:extLst>
              <a:ext uri="{FF2B5EF4-FFF2-40B4-BE49-F238E27FC236}">
                <a16:creationId xmlns:a16="http://schemas.microsoft.com/office/drawing/2014/main" id="{E7B6069A-40C8-94D1-CEED-4528869F144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77538" y="4595801"/>
            <a:ext cx="1685657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5000" b="1"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1000</a:t>
            </a:r>
          </a:p>
        </p:txBody>
      </p:sp>
      <p:sp>
        <p:nvSpPr>
          <p:cNvPr id="24" name="Textplatzhalter 24">
            <a:extLst>
              <a:ext uri="{FF2B5EF4-FFF2-40B4-BE49-F238E27FC236}">
                <a16:creationId xmlns:a16="http://schemas.microsoft.com/office/drawing/2014/main" id="{AEA58E8D-4488-9CB9-F626-5C7FA38C9E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677540" y="5361468"/>
            <a:ext cx="1685652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</a:t>
            </a:r>
            <a:br>
              <a:rPr lang="de-DE"/>
            </a:br>
            <a:endParaRPr lang="de-DE"/>
          </a:p>
        </p:txBody>
      </p:sp>
      <p:sp>
        <p:nvSpPr>
          <p:cNvPr id="26" name="Textplatzhalter 17">
            <a:extLst>
              <a:ext uri="{FF2B5EF4-FFF2-40B4-BE49-F238E27FC236}">
                <a16:creationId xmlns:a16="http://schemas.microsoft.com/office/drawing/2014/main" id="{CA83C053-EC74-8221-0420-66FC3ABE8C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53172" y="4595801"/>
            <a:ext cx="1685657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5000" b="1"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1.1</a:t>
            </a:r>
          </a:p>
        </p:txBody>
      </p:sp>
      <p:sp>
        <p:nvSpPr>
          <p:cNvPr id="29" name="Textplatzhalter 24">
            <a:extLst>
              <a:ext uri="{FF2B5EF4-FFF2-40B4-BE49-F238E27FC236}">
                <a16:creationId xmlns:a16="http://schemas.microsoft.com/office/drawing/2014/main" id="{0E2E8157-2D1A-CC25-EF26-EE00ED45533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53174" y="5361468"/>
            <a:ext cx="1685652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</a:t>
            </a:r>
            <a:br>
              <a:rPr lang="de-DE"/>
            </a:br>
            <a:endParaRPr lang="de-DE"/>
          </a:p>
        </p:txBody>
      </p:sp>
      <p:sp>
        <p:nvSpPr>
          <p:cNvPr id="31" name="Textplatzhalter 17">
            <a:extLst>
              <a:ext uri="{FF2B5EF4-FFF2-40B4-BE49-F238E27FC236}">
                <a16:creationId xmlns:a16="http://schemas.microsoft.com/office/drawing/2014/main" id="{A5CC053B-77E9-3D89-5EA6-578756D7BA6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66710" y="4595801"/>
            <a:ext cx="1685657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5000" b="1"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100</a:t>
            </a:r>
          </a:p>
        </p:txBody>
      </p:sp>
      <p:sp>
        <p:nvSpPr>
          <p:cNvPr id="32" name="Textplatzhalter 24">
            <a:extLst>
              <a:ext uri="{FF2B5EF4-FFF2-40B4-BE49-F238E27FC236}">
                <a16:creationId xmlns:a16="http://schemas.microsoft.com/office/drawing/2014/main" id="{ACE9A6AB-AB41-F08B-0FCF-609545138CE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66712" y="5361468"/>
            <a:ext cx="1685652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</a:t>
            </a:r>
            <a:br>
              <a:rPr lang="de-DE"/>
            </a:br>
            <a:endParaRPr lang="de-DE"/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C1C88693-ED94-4510-BF50-3DE7B29C01B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B7C1FF4C-BB20-F196-8766-DBFD7C251171}"/>
              </a:ext>
            </a:extLst>
          </p:cNvPr>
          <p:cNvGrpSpPr/>
          <p:nvPr userDrawn="1"/>
        </p:nvGrpSpPr>
        <p:grpSpPr>
          <a:xfrm>
            <a:off x="4239231" y="2378900"/>
            <a:ext cx="3713538" cy="1296000"/>
            <a:chOff x="4245504" y="4062465"/>
            <a:chExt cx="3713538" cy="1296000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58DEA858-43FF-4415-DE89-277020C5EAF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245504" y="4062465"/>
              <a:ext cx="0" cy="129600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94AEF92F-434C-2FFD-CF05-7C8B6885038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7959042" y="4062465"/>
              <a:ext cx="0" cy="129600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platzhalter 17">
            <a:extLst>
              <a:ext uri="{FF2B5EF4-FFF2-40B4-BE49-F238E27FC236}">
                <a16:creationId xmlns:a16="http://schemas.microsoft.com/office/drawing/2014/main" id="{0ECD0387-F61D-490D-FE26-5366E11DC75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677538" y="2448940"/>
            <a:ext cx="1685657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5000" b="1"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100</a:t>
            </a:r>
          </a:p>
        </p:txBody>
      </p:sp>
      <p:sp>
        <p:nvSpPr>
          <p:cNvPr id="21" name="Textplatzhalter 24">
            <a:extLst>
              <a:ext uri="{FF2B5EF4-FFF2-40B4-BE49-F238E27FC236}">
                <a16:creationId xmlns:a16="http://schemas.microsoft.com/office/drawing/2014/main" id="{E166CB07-9F81-7EAD-7135-BBEA879EC2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677540" y="3214607"/>
            <a:ext cx="1685652" cy="595829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</a:t>
            </a:r>
            <a:br>
              <a:rPr lang="de-DE"/>
            </a:br>
            <a:endParaRPr lang="de-DE"/>
          </a:p>
        </p:txBody>
      </p:sp>
      <p:sp>
        <p:nvSpPr>
          <p:cNvPr id="22" name="Textplatzhalter 17">
            <a:extLst>
              <a:ext uri="{FF2B5EF4-FFF2-40B4-BE49-F238E27FC236}">
                <a16:creationId xmlns:a16="http://schemas.microsoft.com/office/drawing/2014/main" id="{B26F895C-2B40-786C-429E-81F4483FE46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253172" y="2448940"/>
            <a:ext cx="1685657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5000" b="1"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10</a:t>
            </a:r>
          </a:p>
        </p:txBody>
      </p:sp>
      <p:sp>
        <p:nvSpPr>
          <p:cNvPr id="38" name="Textplatzhalter 24">
            <a:extLst>
              <a:ext uri="{FF2B5EF4-FFF2-40B4-BE49-F238E27FC236}">
                <a16:creationId xmlns:a16="http://schemas.microsoft.com/office/drawing/2014/main" id="{5ADD81B7-6B3B-7274-726E-357BB9C52F9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253174" y="3214607"/>
            <a:ext cx="1685652" cy="595829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</a:t>
            </a:r>
            <a:br>
              <a:rPr lang="de-DE"/>
            </a:br>
            <a:endParaRPr lang="de-DE"/>
          </a:p>
        </p:txBody>
      </p:sp>
      <p:sp>
        <p:nvSpPr>
          <p:cNvPr id="39" name="Textplatzhalter 17">
            <a:extLst>
              <a:ext uri="{FF2B5EF4-FFF2-40B4-BE49-F238E27FC236}">
                <a16:creationId xmlns:a16="http://schemas.microsoft.com/office/drawing/2014/main" id="{E3D7BC02-47FA-22EB-FE72-4D8D52E04A6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966710" y="2448940"/>
            <a:ext cx="1685657" cy="5986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5000" b="1" baseline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9600" b="1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9600" b="1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9600" b="1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9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1</a:t>
            </a:r>
          </a:p>
        </p:txBody>
      </p:sp>
      <p:sp>
        <p:nvSpPr>
          <p:cNvPr id="40" name="Textplatzhalter 24">
            <a:extLst>
              <a:ext uri="{FF2B5EF4-FFF2-40B4-BE49-F238E27FC236}">
                <a16:creationId xmlns:a16="http://schemas.microsoft.com/office/drawing/2014/main" id="{0F3E8A97-495E-6B17-D01C-EEB4FB8912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966712" y="3214607"/>
            <a:ext cx="1685652" cy="595829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b="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sz="1200" b="0">
                <a:effectLst/>
                <a:latin typeface="+mj-lt"/>
                <a:ea typeface="Open Sans" pitchFamily="2" charset="0"/>
                <a:cs typeface="Sora" pitchFamily="2" charset="0"/>
              </a:rPr>
              <a:t>The placeholder text, beginning with the line Lorem ipsum</a:t>
            </a:r>
            <a:br>
              <a:rPr lang="de-DE"/>
            </a:br>
            <a:endParaRPr lang="de-DE"/>
          </a:p>
        </p:txBody>
      </p:sp>
      <p:sp>
        <p:nvSpPr>
          <p:cNvPr id="27" name="Fußzeilenplatzhalter 26">
            <a:extLst>
              <a:ext uri="{FF2B5EF4-FFF2-40B4-BE49-F238E27FC236}">
                <a16:creationId xmlns:a16="http://schemas.microsoft.com/office/drawing/2014/main" id="{BC528E42-9C11-61B7-B7E2-1A1BCBC79B48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28" name="Titel 27">
            <a:extLst>
              <a:ext uri="{FF2B5EF4-FFF2-40B4-BE49-F238E27FC236}">
                <a16:creationId xmlns:a16="http://schemas.microsoft.com/office/drawing/2014/main" id="{8FEAFCC1-E8E6-0013-4806-1E43140F9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0" name="Textplatzhalter 17">
            <a:extLst>
              <a:ext uri="{FF2B5EF4-FFF2-40B4-BE49-F238E27FC236}">
                <a16:creationId xmlns:a16="http://schemas.microsoft.com/office/drawing/2014/main" id="{E3BA15D6-C8CD-27F9-7BEE-4D69CE31080C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5793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Statement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Inhaltsplatzhalter 2">
            <a:extLst>
              <a:ext uri="{FF2B5EF4-FFF2-40B4-BE49-F238E27FC236}">
                <a16:creationId xmlns:a16="http://schemas.microsoft.com/office/drawing/2014/main" id="{454F6B8C-4F87-2244-4BC5-741A66267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799" y="3827849"/>
            <a:ext cx="10875600" cy="234911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1600" b="1">
                <a:solidFill>
                  <a:schemeClr val="bg1"/>
                </a:solidFill>
              </a:defRPr>
            </a:lvl2pPr>
            <a:lvl3pPr marL="914400" indent="0">
              <a:buNone/>
              <a:defRPr sz="1600" b="1">
                <a:solidFill>
                  <a:schemeClr val="bg1"/>
                </a:solidFill>
              </a:defRPr>
            </a:lvl3pPr>
            <a:lvl4pPr marL="1371600" indent="0">
              <a:buNone/>
              <a:defRPr sz="1600" b="1">
                <a:solidFill>
                  <a:schemeClr val="bg1"/>
                </a:solidFill>
              </a:defRPr>
            </a:lvl4pPr>
            <a:lvl5pPr marL="1828800" indent="0">
              <a:buNone/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F86A3554-534D-D127-DCF0-58C57506EA18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9008"/>
          <a:stretch/>
        </p:blipFill>
        <p:spPr>
          <a:xfrm>
            <a:off x="8780393" y="2797200"/>
            <a:ext cx="3411607" cy="2687150"/>
          </a:xfrm>
          <a:prstGeom prst="rect">
            <a:avLst/>
          </a:prstGeom>
        </p:spPr>
      </p:pic>
      <p:sp>
        <p:nvSpPr>
          <p:cNvPr id="34" name="Textplatzhalter 33">
            <a:extLst>
              <a:ext uri="{FF2B5EF4-FFF2-40B4-BE49-F238E27FC236}">
                <a16:creationId xmlns:a16="http://schemas.microsoft.com/office/drawing/2014/main" id="{503E446B-C915-7208-68EB-2F475AFD84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61660" y="2349140"/>
            <a:ext cx="6371528" cy="114134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6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9600"/>
            </a:lvl2pPr>
            <a:lvl3pPr marL="914400" indent="0">
              <a:buNone/>
              <a:defRPr sz="9600"/>
            </a:lvl3pPr>
            <a:lvl4pPr marL="1371600" indent="0">
              <a:buNone/>
              <a:defRPr sz="9600"/>
            </a:lvl4pPr>
            <a:lvl5pPr marL="1828800" indent="0">
              <a:buNone/>
              <a:defRPr sz="9600"/>
            </a:lvl5pPr>
          </a:lstStyle>
          <a:p>
            <a:pPr lvl="0"/>
            <a:r>
              <a:rPr lang="de-DE"/>
              <a:t>KEYWORD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6099C07-01B4-9C15-824D-A167FAAA900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5B538B9-EE2B-C5A5-0BF2-7EE231BE04F2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0" y="3552483"/>
            <a:ext cx="658814" cy="137683"/>
          </a:xfrm>
          <a:prstGeom prst="rect">
            <a:avLst/>
          </a:prstGeom>
        </p:spPr>
      </p:pic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D9F877EB-AD36-6ED0-574A-91C23B2F40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A9E41E50-6542-6018-482F-6ACEB78EB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41486753-22F6-63EB-6ECA-6251DED3A1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00584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Statement 1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Inhaltsplatzhalter 2">
            <a:extLst>
              <a:ext uri="{FF2B5EF4-FFF2-40B4-BE49-F238E27FC236}">
                <a16:creationId xmlns:a16="http://schemas.microsoft.com/office/drawing/2014/main" id="{454F6B8C-4F87-2244-4BC5-741A66267B0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8800" y="1807200"/>
            <a:ext cx="10875600" cy="4536184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None/>
              <a:defRPr sz="1600" b="1">
                <a:solidFill>
                  <a:schemeClr val="bg1"/>
                </a:solidFill>
              </a:defRPr>
            </a:lvl2pPr>
            <a:lvl3pPr marL="914400" indent="0">
              <a:buNone/>
              <a:defRPr sz="1600" b="1">
                <a:solidFill>
                  <a:schemeClr val="bg1"/>
                </a:solidFill>
              </a:defRPr>
            </a:lvl3pPr>
            <a:lvl4pPr marL="1371600" indent="0">
              <a:buNone/>
              <a:defRPr sz="1600" b="1">
                <a:solidFill>
                  <a:schemeClr val="bg1"/>
                </a:solidFill>
              </a:defRPr>
            </a:lvl4pPr>
            <a:lvl5pPr marL="1828800" indent="0">
              <a:buNone/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„Platz für Statements &amp; mehr“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F86A3554-534D-D127-DCF0-58C57506EA18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9008"/>
          <a:stretch/>
        </p:blipFill>
        <p:spPr>
          <a:xfrm>
            <a:off x="8780393" y="2794708"/>
            <a:ext cx="3411607" cy="2687150"/>
          </a:xfrm>
          <a:prstGeom prst="rect">
            <a:avLst/>
          </a:prstGeom>
        </p:spPr>
      </p:pic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6099C07-01B4-9C15-824D-A167FAAA900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52A8D6D-0A96-78D0-3895-A3F54133DC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3969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Statement 2">
    <p:bg>
      <p:bgPr>
        <a:gradFill>
          <a:gsLst>
            <a:gs pos="38000">
              <a:schemeClr val="tx1"/>
            </a:gs>
            <a:gs pos="100000">
              <a:schemeClr val="tx1">
                <a:lumMod val="5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fik 30">
            <a:extLst>
              <a:ext uri="{FF2B5EF4-FFF2-40B4-BE49-F238E27FC236}">
                <a16:creationId xmlns:a16="http://schemas.microsoft.com/office/drawing/2014/main" id="{F86A3554-534D-D127-DCF0-58C57506EA18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9008"/>
          <a:stretch/>
        </p:blipFill>
        <p:spPr>
          <a:xfrm>
            <a:off x="8780393" y="2794708"/>
            <a:ext cx="3411607" cy="2687150"/>
          </a:xfrm>
          <a:prstGeom prst="rect">
            <a:avLst/>
          </a:prstGeom>
        </p:spPr>
      </p:pic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6099C07-01B4-9C15-824D-A167FAAA900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661536-73BB-9C23-0532-1D93E2CE91A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8800" y="1807200"/>
            <a:ext cx="10875600" cy="3988431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sz="6000" b="1">
                <a:solidFill>
                  <a:schemeClr val="bg1"/>
                </a:solidFill>
              </a:defRPr>
            </a:lvl1pPr>
            <a:lvl2pPr marL="457200" indent="0">
              <a:buNone/>
              <a:defRPr sz="1600" b="1">
                <a:solidFill>
                  <a:schemeClr val="bg1"/>
                </a:solidFill>
              </a:defRPr>
            </a:lvl2pPr>
            <a:lvl3pPr marL="914400" indent="0">
              <a:buNone/>
              <a:defRPr sz="1600" b="1">
                <a:solidFill>
                  <a:schemeClr val="bg1"/>
                </a:solidFill>
              </a:defRPr>
            </a:lvl3pPr>
            <a:lvl4pPr marL="1371600" indent="0">
              <a:buNone/>
              <a:defRPr sz="1600" b="1">
                <a:solidFill>
                  <a:schemeClr val="bg1"/>
                </a:solidFill>
              </a:defRPr>
            </a:lvl4pPr>
            <a:lvl5pPr marL="1828800" indent="0">
              <a:buNone/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„Platz für lange Statements, Sprüche, Zitate &amp; Co.</a:t>
            </a:r>
            <a:br>
              <a:rPr lang="de-DE"/>
            </a:br>
            <a:r>
              <a:rPr lang="de-DE"/>
              <a:t> Mit Quellenangabe </a:t>
            </a:r>
            <a:br>
              <a:rPr lang="de-DE"/>
            </a:br>
            <a:r>
              <a:rPr lang="de-DE"/>
              <a:t>oder Autor“</a:t>
            </a:r>
          </a:p>
        </p:txBody>
      </p:sp>
      <p:sp>
        <p:nvSpPr>
          <p:cNvPr id="14" name="Textplatzhalter 4">
            <a:extLst>
              <a:ext uri="{FF2B5EF4-FFF2-40B4-BE49-F238E27FC236}">
                <a16:creationId xmlns:a16="http://schemas.microsoft.com/office/drawing/2014/main" id="{B754EBAC-E16C-096E-A3ED-21FAF5D60D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814" y="5957739"/>
            <a:ext cx="10874374" cy="320823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b="1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b="0"/>
            </a:lvl2pPr>
            <a:lvl3pPr marL="914400" indent="0" algn="ctr">
              <a:buNone/>
              <a:defRPr b="0"/>
            </a:lvl3pPr>
            <a:lvl4pPr marL="1371600" indent="0" algn="ctr">
              <a:buNone/>
              <a:defRPr b="0"/>
            </a:lvl4pPr>
            <a:lvl5pPr marL="1828800" indent="0" algn="ctr">
              <a:buNone/>
              <a:defRPr b="0"/>
            </a:lvl5pPr>
          </a:lstStyle>
          <a:p>
            <a:pPr lvl="0"/>
            <a:r>
              <a:rPr lang="de-DE"/>
              <a:t>Autor / Quellenangabe</a:t>
            </a:r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FFD1D5F9-E4D0-11B2-3524-45C127256D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2855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Brea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37976C26-78A6-624E-DAD4-0DE213156E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8800" y="1808163"/>
            <a:ext cx="10885465" cy="13383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96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LUNCH BREAK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1D0CE84-41B1-6D79-9631-C2D087737F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8542" y="549275"/>
            <a:ext cx="1041663" cy="589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platzhalter 47">
            <a:extLst>
              <a:ext uri="{FF2B5EF4-FFF2-40B4-BE49-F238E27FC236}">
                <a16:creationId xmlns:a16="http://schemas.microsoft.com/office/drawing/2014/main" id="{76E72628-9A9C-9C8E-A85B-3BCDC0B1AF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8813" y="3339268"/>
            <a:ext cx="2338828" cy="278749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 sz="2200" b="1" spc="0">
                <a:solidFill>
                  <a:schemeClr val="bg2"/>
                </a:solidFill>
              </a:defRPr>
            </a:lvl1pPr>
            <a:lvl2pPr marL="457200" indent="0">
              <a:buFontTx/>
              <a:buNone/>
              <a:defRPr sz="4000"/>
            </a:lvl2pPr>
            <a:lvl3pPr marL="914400" indent="0">
              <a:buFontTx/>
              <a:buNone/>
              <a:defRPr sz="4000"/>
            </a:lvl3pPr>
            <a:lvl4pPr marL="1371600" indent="0">
              <a:buFontTx/>
              <a:buNone/>
              <a:defRPr sz="4000"/>
            </a:lvl4pPr>
            <a:lvl5pPr marL="1828800" indent="0">
              <a:buFontTx/>
              <a:buNone/>
              <a:defRPr sz="4000"/>
            </a:lvl5pPr>
          </a:lstStyle>
          <a:p>
            <a:pPr lvl="0"/>
            <a:r>
              <a:rPr lang="de-DE"/>
              <a:t>00:00 – 00:00 Uhr</a:t>
            </a:r>
          </a:p>
        </p:txBody>
      </p:sp>
      <p:sp>
        <p:nvSpPr>
          <p:cNvPr id="8" name="Foliennummernplatzhalter 21">
            <a:extLst>
              <a:ext uri="{FF2B5EF4-FFF2-40B4-BE49-F238E27FC236}">
                <a16:creationId xmlns:a16="http://schemas.microsoft.com/office/drawing/2014/main" id="{0F89045D-698C-C921-C774-A0192223B5C6}"/>
              </a:ext>
            </a:extLst>
          </p:cNvPr>
          <p:cNvSpPr txBox="1">
            <a:spLocks/>
          </p:cNvSpPr>
          <p:nvPr userDrawn="1"/>
        </p:nvSpPr>
        <p:spPr>
          <a:xfrm>
            <a:off x="11318005" y="6538125"/>
            <a:ext cx="215183" cy="122917"/>
          </a:xfrm>
          <a:prstGeom prst="rect">
            <a:avLst/>
          </a:prstGeom>
        </p:spPr>
        <p:txBody>
          <a:bodyPr/>
          <a:lstStyle>
            <a:defPPr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>
              <a:solidFill>
                <a:schemeClr val="bg2"/>
              </a:solidFill>
            </a:endParaRP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3F320E8-BC7A-4AFB-91F1-F357DC912366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24" name="Foliennummernplatzhalter 23">
            <a:extLst>
              <a:ext uri="{FF2B5EF4-FFF2-40B4-BE49-F238E27FC236}">
                <a16:creationId xmlns:a16="http://schemas.microsoft.com/office/drawing/2014/main" id="{D17C45FD-4A8C-72AD-38C2-187BFD8EB25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86C4D638-C8E5-8A92-1C5B-A0C2B39E12C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77664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Break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37976C26-78A6-624E-DAD4-0DE213156E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8800" y="1808163"/>
            <a:ext cx="10885465" cy="13383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96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KAFFEEPAUSE</a:t>
            </a:r>
          </a:p>
        </p:txBody>
      </p:sp>
      <p:sp>
        <p:nvSpPr>
          <p:cNvPr id="7" name="Textplatzhalter 47">
            <a:extLst>
              <a:ext uri="{FF2B5EF4-FFF2-40B4-BE49-F238E27FC236}">
                <a16:creationId xmlns:a16="http://schemas.microsoft.com/office/drawing/2014/main" id="{76E72628-9A9C-9C8E-A85B-3BCDC0B1AF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8813" y="3339268"/>
            <a:ext cx="2338828" cy="278749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 sz="2200" b="1" spc="0">
                <a:solidFill>
                  <a:schemeClr val="bg2"/>
                </a:solidFill>
              </a:defRPr>
            </a:lvl1pPr>
            <a:lvl2pPr marL="457200" indent="0">
              <a:buFontTx/>
              <a:buNone/>
              <a:defRPr sz="4000"/>
            </a:lvl2pPr>
            <a:lvl3pPr marL="914400" indent="0">
              <a:buFontTx/>
              <a:buNone/>
              <a:defRPr sz="4000"/>
            </a:lvl3pPr>
            <a:lvl4pPr marL="1371600" indent="0">
              <a:buFontTx/>
              <a:buNone/>
              <a:defRPr sz="4000"/>
            </a:lvl4pPr>
            <a:lvl5pPr marL="1828800" indent="0">
              <a:buFontTx/>
              <a:buNone/>
              <a:defRPr sz="4000"/>
            </a:lvl5pPr>
          </a:lstStyle>
          <a:p>
            <a:pPr lvl="0"/>
            <a:r>
              <a:rPr lang="de-DE"/>
              <a:t>00:00 – 00:00 Uhr</a:t>
            </a:r>
          </a:p>
        </p:txBody>
      </p:sp>
      <p:pic>
        <p:nvPicPr>
          <p:cNvPr id="2050" name="Picture 2" descr="Ein Bild, das Design, Grafiken, Schrift, Clipart enthält.&#10;&#10;Automatisch generierte Beschreibung">
            <a:extLst>
              <a:ext uri="{FF2B5EF4-FFF2-40B4-BE49-F238E27FC236}">
                <a16:creationId xmlns:a16="http://schemas.microsoft.com/office/drawing/2014/main" id="{405B16C3-8821-B49C-1DDB-8C37A89C37F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8541" y="561471"/>
            <a:ext cx="820479" cy="577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FEB5CC8-23B5-DE3B-0F55-C279A646017D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659E214-4056-E6B0-FFDA-BDF765F275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CE0FD4C3-E448-E95E-CB78-F12A7F45E1B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9320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Thank Yo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37976C26-78A6-624E-DAD4-0DE213156E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68541" y="1808163"/>
            <a:ext cx="10885465" cy="1338371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FontTx/>
              <a:buNone/>
              <a:defRPr sz="9600" b="1" cap="all"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THANK YOU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722D19C-5DE4-5CA1-7053-363A776252C2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2E04811-2901-B3EA-7C35-4129D15D4E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16D9F57E-680C-A595-D1A7-95D26CA53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37850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City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E752FF5E-4524-C9B9-4F0B-51F064476B45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B62D29-1D71-A85F-A77E-8A1FEDC9172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E2652B-EE30-8F95-CE76-CC449B4C47C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10874098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baseline="0"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30DA1DDB-FEF4-3F2E-5211-1323A3112BD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679E75D4-7517-E880-0566-8E2718F75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9" name="Textplatzhalter 17">
            <a:extLst>
              <a:ext uri="{FF2B5EF4-FFF2-40B4-BE49-F238E27FC236}">
                <a16:creationId xmlns:a16="http://schemas.microsoft.com/office/drawing/2014/main" id="{0EDE1D84-5B78-074B-3EE2-4C109B80DFE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89518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Citybot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14BAFACA-41F5-59AF-BC5D-A1A110D629E2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-2" y="1532797"/>
            <a:ext cx="658814" cy="137683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FFAB10-3C2D-E58A-7F38-A056849D559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A33F7D0B-9E83-D593-6C10-BF79753A115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10874098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8EF99966-4C52-5294-D793-40624DA351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8C3BC26-989D-BC4C-E9A7-7B1F0E369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9" name="Textplatzhalter 17">
            <a:extLst>
              <a:ext uri="{FF2B5EF4-FFF2-40B4-BE49-F238E27FC236}">
                <a16:creationId xmlns:a16="http://schemas.microsoft.com/office/drawing/2014/main" id="{882DFE73-C16B-5DCF-1984-AE565524D75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45800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Peop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3C3130B1-9899-DCD5-4842-ADFE2A9EC5B2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-2" y="1532797"/>
            <a:ext cx="658814" cy="137683"/>
          </a:xfrm>
          <a:prstGeom prst="rect">
            <a:avLst/>
          </a:prstGeom>
        </p:spPr>
      </p:pic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21945C6-7BC4-8F25-98FD-6C017BCFF40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999B2A-40E9-664B-43DF-7DABFC26AC3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10874098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1454182F-0568-AC12-6E00-F98C24106D4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25B04EA-DDD5-D6A2-C07B-9518BFCF43A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9B42037B-7401-DE37-99EE-513804007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09250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Peopl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3C3130B1-9899-DCD5-4842-ADFE2A9EC5B2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-2" y="1532797"/>
            <a:ext cx="658814" cy="137683"/>
          </a:xfrm>
          <a:prstGeom prst="rect">
            <a:avLst/>
          </a:prstGeom>
        </p:spPr>
      </p:pic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D839311-2A18-05C9-98F2-8F5F0AFAE27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3663BE5-E0A8-07EE-589C-1A8D9E8F436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10874098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511E4FB8-9364-B73D-F641-7FBBE621B76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165E39E0-5FFF-42BC-2E9C-BE766C0AA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9" name="Textplatzhalter 17">
            <a:extLst>
              <a:ext uri="{FF2B5EF4-FFF2-40B4-BE49-F238E27FC236}">
                <a16:creationId xmlns:a16="http://schemas.microsoft.com/office/drawing/2014/main" id="{46A43E3F-B8CD-4C56-969F-95D576AD93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63637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Peop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3C3130B1-9899-DCD5-4842-ADFE2A9EC5B2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-2" y="1532797"/>
            <a:ext cx="658814" cy="137683"/>
          </a:xfrm>
          <a:prstGeom prst="rect">
            <a:avLst/>
          </a:prstGeom>
        </p:spPr>
      </p:pic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5BDD3A4-7205-C9A0-D3D0-4317BFC242C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7326301D-4D64-E66D-845C-6FC4E996D5E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10874098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3B6DB9F7-5043-ADAB-9055-FFE5142E796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F43C0FCC-BB03-6109-74BF-709DA15F4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9" name="Textplatzhalter 17">
            <a:extLst>
              <a:ext uri="{FF2B5EF4-FFF2-40B4-BE49-F238E27FC236}">
                <a16:creationId xmlns:a16="http://schemas.microsoft.com/office/drawing/2014/main" id="{79ACF6B5-77F9-56C3-780E-F2C993F67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60368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Mode/Gray People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3C3130B1-9899-DCD5-4842-ADFE2A9EC5B2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660" t="1" r="-1" b="-1"/>
          <a:stretch/>
        </p:blipFill>
        <p:spPr>
          <a:xfrm>
            <a:off x="-2" y="1532797"/>
            <a:ext cx="658814" cy="137683"/>
          </a:xfrm>
          <a:prstGeom prst="rect">
            <a:avLst/>
          </a:prstGeom>
        </p:spPr>
      </p:pic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DF4B5FE-77F0-96B3-EEAF-8D00B68A145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A1730D6-EB19-A96B-7638-616440C3757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10874098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87421BB5-2FF2-7E7B-3FF5-40504DE01BC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6F4D58B3-9AC8-F367-D764-CD0D29A0A94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8800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baseline="0">
                <a:solidFill>
                  <a:schemeClr val="bg1"/>
                </a:solidFill>
              </a:defRPr>
            </a:lvl2pPr>
            <a:lvl3pPr marL="914400" indent="0">
              <a:buNone/>
              <a:defRPr b="1" i="0" cap="all" baseline="0">
                <a:solidFill>
                  <a:schemeClr val="bg1"/>
                </a:solidFill>
              </a:defRPr>
            </a:lvl3pPr>
            <a:lvl4pPr marL="1371600" indent="0">
              <a:buNone/>
              <a:defRPr b="1" i="0" cap="all" baseline="0">
                <a:solidFill>
                  <a:schemeClr val="bg1"/>
                </a:solidFill>
              </a:defRPr>
            </a:lvl4pPr>
            <a:lvl5pPr marL="1828800" indent="0">
              <a:buNone/>
              <a:defRPr b="1" i="0" cap="all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B7B65401-C228-BBEB-941C-1CABE739D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72481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layout V3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raphic 9">
            <a:extLst>
              <a:ext uri="{FF2B5EF4-FFF2-40B4-BE49-F238E27FC236}">
                <a16:creationId xmlns:a16="http://schemas.microsoft.com/office/drawing/2014/main" id="{6B058AA6-B18B-8EE1-008C-DE1454E86A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6" b="641"/>
          <a:stretch>
            <a:fillRect/>
          </a:stretch>
        </p:blipFill>
        <p:spPr bwMode="gray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4" name="Rectangle18">
            <a:extLst>
              <a:ext uri="{FF2B5EF4-FFF2-40B4-BE49-F238E27FC236}">
                <a16:creationId xmlns:a16="http://schemas.microsoft.com/office/drawing/2014/main" id="{89BB2330-CF5A-7D6B-60EC-B4DC7736B9DB}"/>
              </a:ext>
            </a:extLst>
          </p:cNvPr>
          <p:cNvSpPr/>
          <p:nvPr userDrawn="1"/>
        </p:nvSpPr>
        <p:spPr bwMode="gray">
          <a:xfrm>
            <a:off x="0" y="-10633"/>
            <a:ext cx="12191998" cy="6868633"/>
          </a:xfrm>
          <a:prstGeom prst="rect">
            <a:avLst/>
          </a:prstGeom>
          <a:gradFill>
            <a:gsLst>
              <a:gs pos="22000">
                <a:schemeClr val="accent1">
                  <a:lumMod val="5000"/>
                  <a:lumOff val="95000"/>
                  <a:alpha val="0"/>
                </a:schemeClr>
              </a:gs>
              <a:gs pos="67000">
                <a:srgbClr val="66717B">
                  <a:alpha val="92000"/>
                </a:srgbClr>
              </a:gs>
              <a:gs pos="98000">
                <a:schemeClr val="tx1">
                  <a:alpha val="94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marL="0" indent="0" algn="ctr">
              <a:lnSpc>
                <a:spcPts val="1500"/>
              </a:lnSpc>
              <a:spcAft>
                <a:spcPts val="600"/>
              </a:spcAft>
            </a:pPr>
            <a:endParaRPr lang="en-US" sz="1200" noProof="0">
              <a:solidFill>
                <a:schemeClr val="tx1"/>
              </a:solidFill>
            </a:endParaRPr>
          </a:p>
        </p:txBody>
      </p:sp>
      <p:pic>
        <p:nvPicPr>
          <p:cNvPr id="13" name="Grafik 11">
            <a:extLst>
              <a:ext uri="{FF2B5EF4-FFF2-40B4-BE49-F238E27FC236}">
                <a16:creationId xmlns:a16="http://schemas.microsoft.com/office/drawing/2014/main" id="{AEC24BE7-8D51-D6F7-5489-4A3B77033E6F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78859" y="4940891"/>
            <a:ext cx="9013141" cy="191711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AB5E9FA-5872-706C-C258-907A239F9C61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6660" t="1" r="-1" b="-1"/>
          <a:stretch/>
        </p:blipFill>
        <p:spPr>
          <a:xfrm>
            <a:off x="-1" y="5761763"/>
            <a:ext cx="658814" cy="137683"/>
          </a:xfrm>
          <a:prstGeom prst="rect">
            <a:avLst/>
          </a:prstGeom>
        </p:spPr>
      </p:pic>
      <p:sp>
        <p:nvSpPr>
          <p:cNvPr id="2" name="Subtitle 2">
            <a:extLst>
              <a:ext uri="{FF2B5EF4-FFF2-40B4-BE49-F238E27FC236}">
                <a16:creationId xmlns:a16="http://schemas.microsoft.com/office/drawing/2014/main" id="{61276F45-1631-9041-78DB-67BF2ECD8A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58800" y="3408841"/>
            <a:ext cx="10874388" cy="36000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1400" b="1" cap="all" baseline="0">
                <a:solidFill>
                  <a:schemeClr val="bg1"/>
                </a:solidFill>
              </a:defRPr>
            </a:lvl1pPr>
            <a:lvl2pPr marL="0" indent="0" algn="l">
              <a:lnSpc>
                <a:spcPct val="85000"/>
              </a:lnSpc>
              <a:spcBef>
                <a:spcPts val="1000"/>
              </a:spcBef>
              <a:buNone/>
              <a:defRPr sz="1400" b="1" cap="all" baseline="0">
                <a:solidFill>
                  <a:schemeClr val="tx1"/>
                </a:solidFill>
              </a:defRPr>
            </a:lvl2pPr>
            <a:lvl3pPr marL="0" indent="0" algn="l">
              <a:lnSpc>
                <a:spcPct val="85000"/>
              </a:lnSpc>
              <a:spcBef>
                <a:spcPts val="0"/>
              </a:spcBef>
              <a:buNone/>
              <a:defRPr sz="1400" b="1" cap="all" baseline="0">
                <a:solidFill>
                  <a:schemeClr val="tx1"/>
                </a:solidFill>
              </a:defRPr>
            </a:lvl3pPr>
            <a:lvl4pPr marL="0" indent="0" algn="l">
              <a:lnSpc>
                <a:spcPct val="85000"/>
              </a:lnSpc>
              <a:spcBef>
                <a:spcPts val="0"/>
              </a:spcBef>
              <a:buNone/>
              <a:defRPr sz="1400" b="1" cap="all" baseline="0">
                <a:solidFill>
                  <a:schemeClr val="tx1"/>
                </a:solidFill>
              </a:defRPr>
            </a:lvl4pPr>
            <a:lvl5pPr marL="0" indent="0" algn="l">
              <a:lnSpc>
                <a:spcPct val="85000"/>
              </a:lnSpc>
              <a:spcBef>
                <a:spcPts val="0"/>
              </a:spcBef>
              <a:buNone/>
              <a:defRPr sz="1400" b="1" cap="all" baseline="0">
                <a:solidFill>
                  <a:schemeClr val="tx1"/>
                </a:solidFill>
              </a:defRPr>
            </a:lvl5pPr>
            <a:lvl6pPr marL="0" indent="0" algn="l">
              <a:lnSpc>
                <a:spcPct val="85000"/>
              </a:lnSpc>
              <a:spcBef>
                <a:spcPts val="0"/>
              </a:spcBef>
              <a:buNone/>
              <a:defRPr sz="1400" b="1" cap="all" baseline="0">
                <a:solidFill>
                  <a:schemeClr val="tx1"/>
                </a:solidFill>
              </a:defRPr>
            </a:lvl6pPr>
            <a:lvl7pPr marL="0" indent="0" algn="l">
              <a:lnSpc>
                <a:spcPct val="85000"/>
              </a:lnSpc>
              <a:spcBef>
                <a:spcPts val="0"/>
              </a:spcBef>
              <a:buNone/>
              <a:defRPr sz="1400" b="1" cap="all" baseline="0">
                <a:solidFill>
                  <a:schemeClr val="tx1"/>
                </a:solidFill>
              </a:defRPr>
            </a:lvl7pPr>
            <a:lvl8pPr marL="0" indent="0" algn="l">
              <a:lnSpc>
                <a:spcPct val="85000"/>
              </a:lnSpc>
              <a:spcBef>
                <a:spcPts val="0"/>
              </a:spcBef>
              <a:buNone/>
              <a:defRPr sz="1400" b="1" cap="all" baseline="0">
                <a:solidFill>
                  <a:schemeClr val="tx1"/>
                </a:solidFill>
              </a:defRPr>
            </a:lvl8pPr>
            <a:lvl9pPr marL="0" indent="0" algn="l">
              <a:lnSpc>
                <a:spcPct val="85000"/>
              </a:lnSpc>
              <a:spcBef>
                <a:spcPts val="0"/>
              </a:spcBef>
              <a:buNone/>
              <a:defRPr sz="1400" b="1" cap="all" baseline="0">
                <a:solidFill>
                  <a:schemeClr val="tx1"/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43404A3-B3DF-3512-72CE-1885163455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812" y="549275"/>
            <a:ext cx="2880000" cy="180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Date | Location | Event</a:t>
            </a:r>
          </a:p>
        </p:txBody>
      </p:sp>
      <p:sp>
        <p:nvSpPr>
          <p:cNvPr id="12" name="Titel 11">
            <a:extLst>
              <a:ext uri="{FF2B5EF4-FFF2-40B4-BE49-F238E27FC236}">
                <a16:creationId xmlns:a16="http://schemas.microsoft.com/office/drawing/2014/main" id="{685D7E39-5CBD-C4E8-8E23-1859A20EF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grpSp>
        <p:nvGrpSpPr>
          <p:cNvPr id="63" name="Grafik 13">
            <a:extLst>
              <a:ext uri="{FF2B5EF4-FFF2-40B4-BE49-F238E27FC236}">
                <a16:creationId xmlns:a16="http://schemas.microsoft.com/office/drawing/2014/main" id="{BE5BC6B5-6A14-4225-2EC0-927027197071}"/>
              </a:ext>
            </a:extLst>
          </p:cNvPr>
          <p:cNvGrpSpPr/>
          <p:nvPr userDrawn="1"/>
        </p:nvGrpSpPr>
        <p:grpSpPr>
          <a:xfrm>
            <a:off x="9735258" y="6000795"/>
            <a:ext cx="1791477" cy="442860"/>
            <a:chOff x="8501174" y="2383489"/>
            <a:chExt cx="2699861" cy="667416"/>
          </a:xfrm>
          <a:solidFill>
            <a:schemeClr val="bg1"/>
          </a:solidFill>
        </p:grpSpPr>
        <p:grpSp>
          <p:nvGrpSpPr>
            <p:cNvPr id="64" name="Grafik 13">
              <a:extLst>
                <a:ext uri="{FF2B5EF4-FFF2-40B4-BE49-F238E27FC236}">
                  <a16:creationId xmlns:a16="http://schemas.microsoft.com/office/drawing/2014/main" id="{90C9303C-B081-1DA4-578C-F7217C06DA75}"/>
                </a:ext>
              </a:extLst>
            </p:cNvPr>
            <p:cNvGrpSpPr/>
            <p:nvPr/>
          </p:nvGrpSpPr>
          <p:grpSpPr>
            <a:xfrm>
              <a:off x="9461484" y="2955941"/>
              <a:ext cx="876871" cy="94964"/>
              <a:chOff x="9461484" y="2955941"/>
              <a:chExt cx="876871" cy="94964"/>
            </a:xfrm>
            <a:grpFill/>
          </p:grpSpPr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C2BCC1B1-1F81-B20F-E72E-87CF1A7C8C1A}"/>
                  </a:ext>
                </a:extLst>
              </p:cNvPr>
              <p:cNvSpPr/>
              <p:nvPr/>
            </p:nvSpPr>
            <p:spPr>
              <a:xfrm>
                <a:off x="9461484" y="2957560"/>
                <a:ext cx="64198" cy="91725"/>
              </a:xfrm>
              <a:custGeom>
                <a:avLst/>
                <a:gdLst>
                  <a:gd name="connsiteX0" fmla="*/ 0 w 64198"/>
                  <a:gd name="connsiteY0" fmla="*/ 91726 h 91725"/>
                  <a:gd name="connsiteX1" fmla="*/ 18955 w 64198"/>
                  <a:gd name="connsiteY1" fmla="*/ 0 h 91725"/>
                  <a:gd name="connsiteX2" fmla="*/ 64198 w 64198"/>
                  <a:gd name="connsiteY2" fmla="*/ 0 h 91725"/>
                  <a:gd name="connsiteX3" fmla="*/ 62770 w 64198"/>
                  <a:gd name="connsiteY3" fmla="*/ 7906 h 91725"/>
                  <a:gd name="connsiteX4" fmla="*/ 26384 w 64198"/>
                  <a:gd name="connsiteY4" fmla="*/ 7906 h 91725"/>
                  <a:gd name="connsiteX5" fmla="*/ 19717 w 64198"/>
                  <a:gd name="connsiteY5" fmla="*/ 40576 h 91725"/>
                  <a:gd name="connsiteX6" fmla="*/ 54007 w 64198"/>
                  <a:gd name="connsiteY6" fmla="*/ 40576 h 91725"/>
                  <a:gd name="connsiteX7" fmla="*/ 52578 w 64198"/>
                  <a:gd name="connsiteY7" fmla="*/ 48482 h 91725"/>
                  <a:gd name="connsiteX8" fmla="*/ 18193 w 64198"/>
                  <a:gd name="connsiteY8" fmla="*/ 48482 h 91725"/>
                  <a:gd name="connsiteX9" fmla="*/ 10858 w 64198"/>
                  <a:gd name="connsiteY9" fmla="*/ 83820 h 91725"/>
                  <a:gd name="connsiteX10" fmla="*/ 48577 w 64198"/>
                  <a:gd name="connsiteY10" fmla="*/ 83820 h 91725"/>
                  <a:gd name="connsiteX11" fmla="*/ 47244 w 64198"/>
                  <a:gd name="connsiteY11" fmla="*/ 91726 h 91725"/>
                  <a:gd name="connsiteX12" fmla="*/ 190 w 64198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4198" h="91725">
                    <a:moveTo>
                      <a:pt x="0" y="91726"/>
                    </a:moveTo>
                    <a:lnTo>
                      <a:pt x="18955" y="0"/>
                    </a:lnTo>
                    <a:lnTo>
                      <a:pt x="64198" y="0"/>
                    </a:lnTo>
                    <a:lnTo>
                      <a:pt x="62770" y="7906"/>
                    </a:lnTo>
                    <a:lnTo>
                      <a:pt x="26384" y="7906"/>
                    </a:lnTo>
                    <a:lnTo>
                      <a:pt x="19717" y="40576"/>
                    </a:lnTo>
                    <a:lnTo>
                      <a:pt x="54007" y="40576"/>
                    </a:lnTo>
                    <a:lnTo>
                      <a:pt x="52578" y="48482"/>
                    </a:lnTo>
                    <a:lnTo>
                      <a:pt x="18193" y="48482"/>
                    </a:lnTo>
                    <a:lnTo>
                      <a:pt x="10858" y="83820"/>
                    </a:lnTo>
                    <a:lnTo>
                      <a:pt x="48577" y="83820"/>
                    </a:lnTo>
                    <a:lnTo>
                      <a:pt x="47244" y="91726"/>
                    </a:lnTo>
                    <a:lnTo>
                      <a:pt x="190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632915ED-231F-F00F-4AA4-CCCDFE3D8EB5}"/>
                  </a:ext>
                </a:extLst>
              </p:cNvPr>
              <p:cNvSpPr/>
              <p:nvPr/>
            </p:nvSpPr>
            <p:spPr>
              <a:xfrm>
                <a:off x="9534636" y="2957560"/>
                <a:ext cx="48387" cy="91725"/>
              </a:xfrm>
              <a:custGeom>
                <a:avLst/>
                <a:gdLst>
                  <a:gd name="connsiteX0" fmla="*/ 0 w 48387"/>
                  <a:gd name="connsiteY0" fmla="*/ 91726 h 91725"/>
                  <a:gd name="connsiteX1" fmla="*/ 19621 w 48387"/>
                  <a:gd name="connsiteY1" fmla="*/ 0 h 91725"/>
                  <a:gd name="connsiteX2" fmla="*/ 28956 w 48387"/>
                  <a:gd name="connsiteY2" fmla="*/ 0 h 91725"/>
                  <a:gd name="connsiteX3" fmla="*/ 10954 w 48387"/>
                  <a:gd name="connsiteY3" fmla="*/ 83820 h 91725"/>
                  <a:gd name="connsiteX4" fmla="*/ 48387 w 48387"/>
                  <a:gd name="connsiteY4" fmla="*/ 83820 h 91725"/>
                  <a:gd name="connsiteX5" fmla="*/ 46958 w 48387"/>
                  <a:gd name="connsiteY5" fmla="*/ 91726 h 91725"/>
                  <a:gd name="connsiteX6" fmla="*/ 95 w 48387"/>
                  <a:gd name="connsiteY6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8387" h="91725">
                    <a:moveTo>
                      <a:pt x="0" y="91726"/>
                    </a:moveTo>
                    <a:lnTo>
                      <a:pt x="19621" y="0"/>
                    </a:lnTo>
                    <a:lnTo>
                      <a:pt x="28956" y="0"/>
                    </a:lnTo>
                    <a:lnTo>
                      <a:pt x="10954" y="83820"/>
                    </a:lnTo>
                    <a:lnTo>
                      <a:pt x="48387" y="83820"/>
                    </a:lnTo>
                    <a:lnTo>
                      <a:pt x="46958" y="91726"/>
                    </a:lnTo>
                    <a:lnTo>
                      <a:pt x="95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75" name="Freihandform: Form 74">
                <a:extLst>
                  <a:ext uri="{FF2B5EF4-FFF2-40B4-BE49-F238E27FC236}">
                    <a16:creationId xmlns:a16="http://schemas.microsoft.com/office/drawing/2014/main" id="{52091995-5F71-5D13-2C23-59FA15AC4EBA}"/>
                  </a:ext>
                </a:extLst>
              </p:cNvPr>
              <p:cNvSpPr/>
              <p:nvPr/>
            </p:nvSpPr>
            <p:spPr>
              <a:xfrm>
                <a:off x="9605216" y="2957560"/>
                <a:ext cx="64198" cy="91725"/>
              </a:xfrm>
              <a:custGeom>
                <a:avLst/>
                <a:gdLst>
                  <a:gd name="connsiteX0" fmla="*/ 0 w 64198"/>
                  <a:gd name="connsiteY0" fmla="*/ 91726 h 91725"/>
                  <a:gd name="connsiteX1" fmla="*/ 18955 w 64198"/>
                  <a:gd name="connsiteY1" fmla="*/ 0 h 91725"/>
                  <a:gd name="connsiteX2" fmla="*/ 64199 w 64198"/>
                  <a:gd name="connsiteY2" fmla="*/ 0 h 91725"/>
                  <a:gd name="connsiteX3" fmla="*/ 62770 w 64198"/>
                  <a:gd name="connsiteY3" fmla="*/ 7906 h 91725"/>
                  <a:gd name="connsiteX4" fmla="*/ 26384 w 64198"/>
                  <a:gd name="connsiteY4" fmla="*/ 7906 h 91725"/>
                  <a:gd name="connsiteX5" fmla="*/ 19717 w 64198"/>
                  <a:gd name="connsiteY5" fmla="*/ 40576 h 91725"/>
                  <a:gd name="connsiteX6" fmla="*/ 54007 w 64198"/>
                  <a:gd name="connsiteY6" fmla="*/ 40576 h 91725"/>
                  <a:gd name="connsiteX7" fmla="*/ 52578 w 64198"/>
                  <a:gd name="connsiteY7" fmla="*/ 48482 h 91725"/>
                  <a:gd name="connsiteX8" fmla="*/ 18193 w 64198"/>
                  <a:gd name="connsiteY8" fmla="*/ 48482 h 91725"/>
                  <a:gd name="connsiteX9" fmla="*/ 10859 w 64198"/>
                  <a:gd name="connsiteY9" fmla="*/ 83820 h 91725"/>
                  <a:gd name="connsiteX10" fmla="*/ 48578 w 64198"/>
                  <a:gd name="connsiteY10" fmla="*/ 83820 h 91725"/>
                  <a:gd name="connsiteX11" fmla="*/ 47244 w 64198"/>
                  <a:gd name="connsiteY11" fmla="*/ 91726 h 91725"/>
                  <a:gd name="connsiteX12" fmla="*/ 191 w 64198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4198" h="91725">
                    <a:moveTo>
                      <a:pt x="0" y="91726"/>
                    </a:moveTo>
                    <a:lnTo>
                      <a:pt x="18955" y="0"/>
                    </a:lnTo>
                    <a:lnTo>
                      <a:pt x="64199" y="0"/>
                    </a:lnTo>
                    <a:lnTo>
                      <a:pt x="62770" y="7906"/>
                    </a:lnTo>
                    <a:lnTo>
                      <a:pt x="26384" y="7906"/>
                    </a:lnTo>
                    <a:lnTo>
                      <a:pt x="19717" y="40576"/>
                    </a:lnTo>
                    <a:lnTo>
                      <a:pt x="54007" y="40576"/>
                    </a:lnTo>
                    <a:lnTo>
                      <a:pt x="52578" y="48482"/>
                    </a:lnTo>
                    <a:lnTo>
                      <a:pt x="18193" y="48482"/>
                    </a:lnTo>
                    <a:lnTo>
                      <a:pt x="10859" y="83820"/>
                    </a:lnTo>
                    <a:lnTo>
                      <a:pt x="48578" y="83820"/>
                    </a:lnTo>
                    <a:lnTo>
                      <a:pt x="47244" y="91726"/>
                    </a:lnTo>
                    <a:lnTo>
                      <a:pt x="191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76" name="Freihandform: Form 75">
                <a:extLst>
                  <a:ext uri="{FF2B5EF4-FFF2-40B4-BE49-F238E27FC236}">
                    <a16:creationId xmlns:a16="http://schemas.microsoft.com/office/drawing/2014/main" id="{2E75EE8A-29A7-2139-FC3F-D06FE6012169}"/>
                  </a:ext>
                </a:extLst>
              </p:cNvPr>
              <p:cNvSpPr/>
              <p:nvPr/>
            </p:nvSpPr>
            <p:spPr>
              <a:xfrm>
                <a:off x="9684179" y="2955941"/>
                <a:ext cx="79247" cy="94869"/>
              </a:xfrm>
              <a:custGeom>
                <a:avLst/>
                <a:gdLst>
                  <a:gd name="connsiteX0" fmla="*/ 60960 w 79247"/>
                  <a:gd name="connsiteY0" fmla="*/ 92012 h 94869"/>
                  <a:gd name="connsiteX1" fmla="*/ 43053 w 79247"/>
                  <a:gd name="connsiteY1" fmla="*/ 94869 h 94869"/>
                  <a:gd name="connsiteX2" fmla="*/ 0 w 79247"/>
                  <a:gd name="connsiteY2" fmla="*/ 54674 h 94869"/>
                  <a:gd name="connsiteX3" fmla="*/ 54673 w 79247"/>
                  <a:gd name="connsiteY3" fmla="*/ 0 h 94869"/>
                  <a:gd name="connsiteX4" fmla="*/ 79248 w 79247"/>
                  <a:gd name="connsiteY4" fmla="*/ 4763 h 94869"/>
                  <a:gd name="connsiteX5" fmla="*/ 76105 w 79247"/>
                  <a:gd name="connsiteY5" fmla="*/ 12382 h 94869"/>
                  <a:gd name="connsiteX6" fmla="*/ 54007 w 79247"/>
                  <a:gd name="connsiteY6" fmla="*/ 7906 h 94869"/>
                  <a:gd name="connsiteX7" fmla="*/ 9049 w 79247"/>
                  <a:gd name="connsiteY7" fmla="*/ 54769 h 94869"/>
                  <a:gd name="connsiteX8" fmla="*/ 42577 w 79247"/>
                  <a:gd name="connsiteY8" fmla="*/ 86963 h 94869"/>
                  <a:gd name="connsiteX9" fmla="*/ 62008 w 79247"/>
                  <a:gd name="connsiteY9" fmla="*/ 83915 h 94869"/>
                  <a:gd name="connsiteX10" fmla="*/ 60960 w 79247"/>
                  <a:gd name="connsiteY10" fmla="*/ 91916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9247" h="94869">
                    <a:moveTo>
                      <a:pt x="60960" y="92012"/>
                    </a:moveTo>
                    <a:cubicBezTo>
                      <a:pt x="54293" y="94202"/>
                      <a:pt x="49244" y="94869"/>
                      <a:pt x="43053" y="94869"/>
                    </a:cubicBezTo>
                    <a:cubicBezTo>
                      <a:pt x="19145" y="94869"/>
                      <a:pt x="0" y="79153"/>
                      <a:pt x="0" y="54674"/>
                    </a:cubicBezTo>
                    <a:cubicBezTo>
                      <a:pt x="0" y="23050"/>
                      <a:pt x="22289" y="0"/>
                      <a:pt x="54673" y="0"/>
                    </a:cubicBezTo>
                    <a:cubicBezTo>
                      <a:pt x="66199" y="0"/>
                      <a:pt x="72961" y="1810"/>
                      <a:pt x="79248" y="4763"/>
                    </a:cubicBezTo>
                    <a:lnTo>
                      <a:pt x="76105" y="12382"/>
                    </a:lnTo>
                    <a:cubicBezTo>
                      <a:pt x="69532" y="8858"/>
                      <a:pt x="61817" y="7906"/>
                      <a:pt x="54007" y="7906"/>
                    </a:cubicBezTo>
                    <a:cubicBezTo>
                      <a:pt x="27337" y="7906"/>
                      <a:pt x="9049" y="28289"/>
                      <a:pt x="9049" y="54769"/>
                    </a:cubicBezTo>
                    <a:cubicBezTo>
                      <a:pt x="9049" y="72485"/>
                      <a:pt x="22955" y="86963"/>
                      <a:pt x="42577" y="86963"/>
                    </a:cubicBezTo>
                    <a:cubicBezTo>
                      <a:pt x="48482" y="86963"/>
                      <a:pt x="53721" y="86678"/>
                      <a:pt x="62008" y="83915"/>
                    </a:cubicBezTo>
                    <a:lnTo>
                      <a:pt x="60960" y="9191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77" name="Freihandform: Form 76">
                <a:extLst>
                  <a:ext uri="{FF2B5EF4-FFF2-40B4-BE49-F238E27FC236}">
                    <a16:creationId xmlns:a16="http://schemas.microsoft.com/office/drawing/2014/main" id="{F3D2E601-AB9F-84C9-62CB-B1EE7BF41296}"/>
                  </a:ext>
                </a:extLst>
              </p:cNvPr>
              <p:cNvSpPr/>
              <p:nvPr/>
            </p:nvSpPr>
            <p:spPr>
              <a:xfrm>
                <a:off x="9781905" y="2957560"/>
                <a:ext cx="66484" cy="91725"/>
              </a:xfrm>
              <a:custGeom>
                <a:avLst/>
                <a:gdLst>
                  <a:gd name="connsiteX0" fmla="*/ 9906 w 66484"/>
                  <a:gd name="connsiteY0" fmla="*/ 91726 h 91725"/>
                  <a:gd name="connsiteX1" fmla="*/ 27813 w 66484"/>
                  <a:gd name="connsiteY1" fmla="*/ 7906 h 91725"/>
                  <a:gd name="connsiteX2" fmla="*/ 0 w 66484"/>
                  <a:gd name="connsiteY2" fmla="*/ 7906 h 91725"/>
                  <a:gd name="connsiteX3" fmla="*/ 1715 w 66484"/>
                  <a:gd name="connsiteY3" fmla="*/ 0 h 91725"/>
                  <a:gd name="connsiteX4" fmla="*/ 66484 w 66484"/>
                  <a:gd name="connsiteY4" fmla="*/ 0 h 91725"/>
                  <a:gd name="connsiteX5" fmla="*/ 64865 w 66484"/>
                  <a:gd name="connsiteY5" fmla="*/ 7906 h 91725"/>
                  <a:gd name="connsiteX6" fmla="*/ 37052 w 66484"/>
                  <a:gd name="connsiteY6" fmla="*/ 7906 h 91725"/>
                  <a:gd name="connsiteX7" fmla="*/ 19431 w 66484"/>
                  <a:gd name="connsiteY7" fmla="*/ 91726 h 91725"/>
                  <a:gd name="connsiteX8" fmla="*/ 10001 w 66484"/>
                  <a:gd name="connsiteY8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484" h="91725">
                    <a:moveTo>
                      <a:pt x="9906" y="91726"/>
                    </a:moveTo>
                    <a:lnTo>
                      <a:pt x="27813" y="7906"/>
                    </a:lnTo>
                    <a:lnTo>
                      <a:pt x="0" y="7906"/>
                    </a:lnTo>
                    <a:lnTo>
                      <a:pt x="1715" y="0"/>
                    </a:lnTo>
                    <a:lnTo>
                      <a:pt x="66484" y="0"/>
                    </a:lnTo>
                    <a:lnTo>
                      <a:pt x="64865" y="7906"/>
                    </a:lnTo>
                    <a:lnTo>
                      <a:pt x="37052" y="7906"/>
                    </a:lnTo>
                    <a:lnTo>
                      <a:pt x="19431" y="91726"/>
                    </a:lnTo>
                    <a:lnTo>
                      <a:pt x="10001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78" name="Freihandform: Form 77">
                <a:extLst>
                  <a:ext uri="{FF2B5EF4-FFF2-40B4-BE49-F238E27FC236}">
                    <a16:creationId xmlns:a16="http://schemas.microsoft.com/office/drawing/2014/main" id="{629B6AA4-C9C1-7A7D-F47E-0273F1EF8DBE}"/>
                  </a:ext>
                </a:extLst>
              </p:cNvPr>
              <p:cNvSpPr/>
              <p:nvPr/>
            </p:nvSpPr>
            <p:spPr>
              <a:xfrm>
                <a:off x="9852104" y="2957560"/>
                <a:ext cx="65912" cy="91725"/>
              </a:xfrm>
              <a:custGeom>
                <a:avLst/>
                <a:gdLst>
                  <a:gd name="connsiteX0" fmla="*/ 49625 w 65912"/>
                  <a:gd name="connsiteY0" fmla="*/ 91726 h 91725"/>
                  <a:gd name="connsiteX1" fmla="*/ 41910 w 65912"/>
                  <a:gd name="connsiteY1" fmla="*/ 58769 h 91725"/>
                  <a:gd name="connsiteX2" fmla="*/ 29051 w 65912"/>
                  <a:gd name="connsiteY2" fmla="*/ 48482 h 91725"/>
                  <a:gd name="connsiteX3" fmla="*/ 18383 w 65912"/>
                  <a:gd name="connsiteY3" fmla="*/ 48482 h 91725"/>
                  <a:gd name="connsiteX4" fmla="*/ 9144 w 65912"/>
                  <a:gd name="connsiteY4" fmla="*/ 91726 h 91725"/>
                  <a:gd name="connsiteX5" fmla="*/ 0 w 65912"/>
                  <a:gd name="connsiteY5" fmla="*/ 91726 h 91725"/>
                  <a:gd name="connsiteX6" fmla="*/ 20003 w 65912"/>
                  <a:gd name="connsiteY6" fmla="*/ 0 h 91725"/>
                  <a:gd name="connsiteX7" fmla="*/ 42291 w 65912"/>
                  <a:gd name="connsiteY7" fmla="*/ 0 h 91725"/>
                  <a:gd name="connsiteX8" fmla="*/ 65913 w 65912"/>
                  <a:gd name="connsiteY8" fmla="*/ 20479 h 91725"/>
                  <a:gd name="connsiteX9" fmla="*/ 40005 w 65912"/>
                  <a:gd name="connsiteY9" fmla="*/ 45053 h 91725"/>
                  <a:gd name="connsiteX10" fmla="*/ 40005 w 65912"/>
                  <a:gd name="connsiteY10" fmla="*/ 45339 h 91725"/>
                  <a:gd name="connsiteX11" fmla="*/ 49721 w 65912"/>
                  <a:gd name="connsiteY11" fmla="*/ 56007 h 91725"/>
                  <a:gd name="connsiteX12" fmla="*/ 58483 w 65912"/>
                  <a:gd name="connsiteY12" fmla="*/ 91726 h 91725"/>
                  <a:gd name="connsiteX13" fmla="*/ 49530 w 65912"/>
                  <a:gd name="connsiteY13" fmla="*/ 91726 h 91725"/>
                  <a:gd name="connsiteX14" fmla="*/ 29242 w 65912"/>
                  <a:gd name="connsiteY14" fmla="*/ 40672 h 91725"/>
                  <a:gd name="connsiteX15" fmla="*/ 56864 w 65912"/>
                  <a:gd name="connsiteY15" fmla="*/ 21717 h 91725"/>
                  <a:gd name="connsiteX16" fmla="*/ 40291 w 65912"/>
                  <a:gd name="connsiteY16" fmla="*/ 7906 h 91725"/>
                  <a:gd name="connsiteX17" fmla="*/ 27051 w 65912"/>
                  <a:gd name="connsiteY17" fmla="*/ 7906 h 91725"/>
                  <a:gd name="connsiteX18" fmla="*/ 20098 w 65912"/>
                  <a:gd name="connsiteY18" fmla="*/ 40576 h 91725"/>
                  <a:gd name="connsiteX19" fmla="*/ 29242 w 65912"/>
                  <a:gd name="connsiteY19" fmla="*/ 4057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5912" h="91725">
                    <a:moveTo>
                      <a:pt x="49625" y="91726"/>
                    </a:moveTo>
                    <a:lnTo>
                      <a:pt x="41910" y="58769"/>
                    </a:lnTo>
                    <a:cubicBezTo>
                      <a:pt x="39910" y="50578"/>
                      <a:pt x="36481" y="48482"/>
                      <a:pt x="29051" y="48482"/>
                    </a:cubicBezTo>
                    <a:lnTo>
                      <a:pt x="18383" y="48482"/>
                    </a:lnTo>
                    <a:lnTo>
                      <a:pt x="9144" y="91726"/>
                    </a:lnTo>
                    <a:lnTo>
                      <a:pt x="0" y="91726"/>
                    </a:lnTo>
                    <a:lnTo>
                      <a:pt x="20003" y="0"/>
                    </a:lnTo>
                    <a:lnTo>
                      <a:pt x="42291" y="0"/>
                    </a:lnTo>
                    <a:cubicBezTo>
                      <a:pt x="57245" y="0"/>
                      <a:pt x="65913" y="6286"/>
                      <a:pt x="65913" y="20479"/>
                    </a:cubicBezTo>
                    <a:cubicBezTo>
                      <a:pt x="65913" y="34671"/>
                      <a:pt x="55531" y="44291"/>
                      <a:pt x="40005" y="45053"/>
                    </a:cubicBezTo>
                    <a:lnTo>
                      <a:pt x="40005" y="45339"/>
                    </a:lnTo>
                    <a:cubicBezTo>
                      <a:pt x="46577" y="46482"/>
                      <a:pt x="48292" y="49911"/>
                      <a:pt x="49721" y="56007"/>
                    </a:cubicBezTo>
                    <a:lnTo>
                      <a:pt x="58483" y="91726"/>
                    </a:lnTo>
                    <a:lnTo>
                      <a:pt x="49530" y="91726"/>
                    </a:lnTo>
                    <a:close/>
                    <a:moveTo>
                      <a:pt x="29242" y="40672"/>
                    </a:moveTo>
                    <a:cubicBezTo>
                      <a:pt x="45149" y="40672"/>
                      <a:pt x="56864" y="34671"/>
                      <a:pt x="56864" y="21717"/>
                    </a:cubicBezTo>
                    <a:cubicBezTo>
                      <a:pt x="56864" y="11716"/>
                      <a:pt x="50197" y="7906"/>
                      <a:pt x="40291" y="7906"/>
                    </a:cubicBezTo>
                    <a:lnTo>
                      <a:pt x="27051" y="7906"/>
                    </a:lnTo>
                    <a:lnTo>
                      <a:pt x="20098" y="40576"/>
                    </a:lnTo>
                    <a:lnTo>
                      <a:pt x="29242" y="4057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79" name="Freihandform: Form 78">
                <a:extLst>
                  <a:ext uri="{FF2B5EF4-FFF2-40B4-BE49-F238E27FC236}">
                    <a16:creationId xmlns:a16="http://schemas.microsoft.com/office/drawing/2014/main" id="{751A2543-7399-B7A3-CB91-B2C5B8C7B9D8}"/>
                  </a:ext>
                </a:extLst>
              </p:cNvPr>
              <p:cNvSpPr/>
              <p:nvPr/>
            </p:nvSpPr>
            <p:spPr>
              <a:xfrm>
                <a:off x="9939068" y="2956036"/>
                <a:ext cx="83438" cy="94868"/>
              </a:xfrm>
              <a:custGeom>
                <a:avLst/>
                <a:gdLst>
                  <a:gd name="connsiteX0" fmla="*/ 0 w 83438"/>
                  <a:gd name="connsiteY0" fmla="*/ 57436 h 94868"/>
                  <a:gd name="connsiteX1" fmla="*/ 48768 w 83438"/>
                  <a:gd name="connsiteY1" fmla="*/ 0 h 94868"/>
                  <a:gd name="connsiteX2" fmla="*/ 83439 w 83438"/>
                  <a:gd name="connsiteY2" fmla="*/ 37433 h 94868"/>
                  <a:gd name="connsiteX3" fmla="*/ 34671 w 83438"/>
                  <a:gd name="connsiteY3" fmla="*/ 94869 h 94868"/>
                  <a:gd name="connsiteX4" fmla="*/ 0 w 83438"/>
                  <a:gd name="connsiteY4" fmla="*/ 57436 h 94868"/>
                  <a:gd name="connsiteX5" fmla="*/ 74390 w 83438"/>
                  <a:gd name="connsiteY5" fmla="*/ 38481 h 94868"/>
                  <a:gd name="connsiteX6" fmla="*/ 48387 w 83438"/>
                  <a:gd name="connsiteY6" fmla="*/ 7906 h 94868"/>
                  <a:gd name="connsiteX7" fmla="*/ 9144 w 83438"/>
                  <a:gd name="connsiteY7" fmla="*/ 56674 h 94868"/>
                  <a:gd name="connsiteX8" fmla="*/ 35433 w 83438"/>
                  <a:gd name="connsiteY8" fmla="*/ 87058 h 94868"/>
                  <a:gd name="connsiteX9" fmla="*/ 74486 w 83438"/>
                  <a:gd name="connsiteY9" fmla="*/ 38576 h 94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3438" h="94868">
                    <a:moveTo>
                      <a:pt x="0" y="57436"/>
                    </a:moveTo>
                    <a:cubicBezTo>
                      <a:pt x="0" y="28099"/>
                      <a:pt x="18574" y="0"/>
                      <a:pt x="48768" y="0"/>
                    </a:cubicBezTo>
                    <a:cubicBezTo>
                      <a:pt x="70961" y="0"/>
                      <a:pt x="83439" y="14573"/>
                      <a:pt x="83439" y="37433"/>
                    </a:cubicBezTo>
                    <a:cubicBezTo>
                      <a:pt x="83439" y="66866"/>
                      <a:pt x="64865" y="94869"/>
                      <a:pt x="34671" y="94869"/>
                    </a:cubicBezTo>
                    <a:cubicBezTo>
                      <a:pt x="12383" y="94869"/>
                      <a:pt x="0" y="80010"/>
                      <a:pt x="0" y="57436"/>
                    </a:cubicBezTo>
                    <a:close/>
                    <a:moveTo>
                      <a:pt x="74390" y="38481"/>
                    </a:moveTo>
                    <a:cubicBezTo>
                      <a:pt x="74390" y="19717"/>
                      <a:pt x="64961" y="7906"/>
                      <a:pt x="48387" y="7906"/>
                    </a:cubicBezTo>
                    <a:cubicBezTo>
                      <a:pt x="24384" y="7906"/>
                      <a:pt x="9144" y="33623"/>
                      <a:pt x="9144" y="56674"/>
                    </a:cubicBezTo>
                    <a:cubicBezTo>
                      <a:pt x="9144" y="72485"/>
                      <a:pt x="16383" y="87058"/>
                      <a:pt x="35433" y="87058"/>
                    </a:cubicBezTo>
                    <a:cubicBezTo>
                      <a:pt x="59246" y="87058"/>
                      <a:pt x="74486" y="61055"/>
                      <a:pt x="74486" y="38576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80" name="Freihandform: Form 79">
                <a:extLst>
                  <a:ext uri="{FF2B5EF4-FFF2-40B4-BE49-F238E27FC236}">
                    <a16:creationId xmlns:a16="http://schemas.microsoft.com/office/drawing/2014/main" id="{721D424A-623C-2594-F9F2-E611A790B024}"/>
                  </a:ext>
                </a:extLst>
              </p:cNvPr>
              <p:cNvSpPr/>
              <p:nvPr/>
            </p:nvSpPr>
            <p:spPr>
              <a:xfrm>
                <a:off x="10040890" y="2957560"/>
                <a:ext cx="86772" cy="91725"/>
              </a:xfrm>
              <a:custGeom>
                <a:avLst/>
                <a:gdLst>
                  <a:gd name="connsiteX0" fmla="*/ 56579 w 86772"/>
                  <a:gd name="connsiteY0" fmla="*/ 91726 h 91725"/>
                  <a:gd name="connsiteX1" fmla="*/ 26003 w 86772"/>
                  <a:gd name="connsiteY1" fmla="*/ 11049 h 91725"/>
                  <a:gd name="connsiteX2" fmla="*/ 25717 w 86772"/>
                  <a:gd name="connsiteY2" fmla="*/ 11049 h 91725"/>
                  <a:gd name="connsiteX3" fmla="*/ 8382 w 86772"/>
                  <a:gd name="connsiteY3" fmla="*/ 91726 h 91725"/>
                  <a:gd name="connsiteX4" fmla="*/ 0 w 86772"/>
                  <a:gd name="connsiteY4" fmla="*/ 91726 h 91725"/>
                  <a:gd name="connsiteX5" fmla="*/ 19812 w 86772"/>
                  <a:gd name="connsiteY5" fmla="*/ 0 h 91725"/>
                  <a:gd name="connsiteX6" fmla="*/ 30575 w 86772"/>
                  <a:gd name="connsiteY6" fmla="*/ 0 h 91725"/>
                  <a:gd name="connsiteX7" fmla="*/ 61150 w 86772"/>
                  <a:gd name="connsiteY7" fmla="*/ 80677 h 91725"/>
                  <a:gd name="connsiteX8" fmla="*/ 61436 w 86772"/>
                  <a:gd name="connsiteY8" fmla="*/ 80677 h 91725"/>
                  <a:gd name="connsiteX9" fmla="*/ 78486 w 86772"/>
                  <a:gd name="connsiteY9" fmla="*/ 0 h 91725"/>
                  <a:gd name="connsiteX10" fmla="*/ 86773 w 86772"/>
                  <a:gd name="connsiteY10" fmla="*/ 0 h 91725"/>
                  <a:gd name="connsiteX11" fmla="*/ 67342 w 86772"/>
                  <a:gd name="connsiteY11" fmla="*/ 91726 h 91725"/>
                  <a:gd name="connsiteX12" fmla="*/ 56579 w 86772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6772" h="91725">
                    <a:moveTo>
                      <a:pt x="56579" y="91726"/>
                    </a:moveTo>
                    <a:lnTo>
                      <a:pt x="26003" y="11049"/>
                    </a:lnTo>
                    <a:lnTo>
                      <a:pt x="25717" y="11049"/>
                    </a:lnTo>
                    <a:lnTo>
                      <a:pt x="8382" y="91726"/>
                    </a:lnTo>
                    <a:lnTo>
                      <a:pt x="0" y="91726"/>
                    </a:lnTo>
                    <a:lnTo>
                      <a:pt x="19812" y="0"/>
                    </a:lnTo>
                    <a:lnTo>
                      <a:pt x="30575" y="0"/>
                    </a:lnTo>
                    <a:lnTo>
                      <a:pt x="61150" y="80677"/>
                    </a:lnTo>
                    <a:lnTo>
                      <a:pt x="61436" y="80677"/>
                    </a:lnTo>
                    <a:lnTo>
                      <a:pt x="78486" y="0"/>
                    </a:lnTo>
                    <a:lnTo>
                      <a:pt x="86773" y="0"/>
                    </a:lnTo>
                    <a:lnTo>
                      <a:pt x="67342" y="91726"/>
                    </a:lnTo>
                    <a:lnTo>
                      <a:pt x="56579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81" name="Freihandform: Form 80">
                <a:extLst>
                  <a:ext uri="{FF2B5EF4-FFF2-40B4-BE49-F238E27FC236}">
                    <a16:creationId xmlns:a16="http://schemas.microsoft.com/office/drawing/2014/main" id="{06EAC23E-0B69-24EB-C3F4-41BB7AFCD7D1}"/>
                  </a:ext>
                </a:extLst>
              </p:cNvPr>
              <p:cNvSpPr/>
              <p:nvPr/>
            </p:nvSpPr>
            <p:spPr>
              <a:xfrm>
                <a:off x="10141379" y="2957560"/>
                <a:ext cx="28479" cy="91725"/>
              </a:xfrm>
              <a:custGeom>
                <a:avLst/>
                <a:gdLst>
                  <a:gd name="connsiteX0" fmla="*/ 0 w 28479"/>
                  <a:gd name="connsiteY0" fmla="*/ 91726 h 91725"/>
                  <a:gd name="connsiteX1" fmla="*/ 19431 w 28479"/>
                  <a:gd name="connsiteY1" fmla="*/ 0 h 91725"/>
                  <a:gd name="connsiteX2" fmla="*/ 28480 w 28479"/>
                  <a:gd name="connsiteY2" fmla="*/ 0 h 91725"/>
                  <a:gd name="connsiteX3" fmla="*/ 9049 w 28479"/>
                  <a:gd name="connsiteY3" fmla="*/ 91726 h 91725"/>
                  <a:gd name="connsiteX4" fmla="*/ 0 w 28479"/>
                  <a:gd name="connsiteY4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479" h="91725">
                    <a:moveTo>
                      <a:pt x="0" y="91726"/>
                    </a:moveTo>
                    <a:lnTo>
                      <a:pt x="19431" y="0"/>
                    </a:lnTo>
                    <a:lnTo>
                      <a:pt x="28480" y="0"/>
                    </a:lnTo>
                    <a:lnTo>
                      <a:pt x="9049" y="91726"/>
                    </a:lnTo>
                    <a:lnTo>
                      <a:pt x="0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82" name="Freihandform: Form 81">
                <a:extLst>
                  <a:ext uri="{FF2B5EF4-FFF2-40B4-BE49-F238E27FC236}">
                    <a16:creationId xmlns:a16="http://schemas.microsoft.com/office/drawing/2014/main" id="{94C203DA-D326-A98F-7E14-3D616978CDCF}"/>
                  </a:ext>
                </a:extLst>
              </p:cNvPr>
              <p:cNvSpPr/>
              <p:nvPr/>
            </p:nvSpPr>
            <p:spPr>
              <a:xfrm>
                <a:off x="10187766" y="2955941"/>
                <a:ext cx="79248" cy="94869"/>
              </a:xfrm>
              <a:custGeom>
                <a:avLst/>
                <a:gdLst>
                  <a:gd name="connsiteX0" fmla="*/ 60960 w 79248"/>
                  <a:gd name="connsiteY0" fmla="*/ 92012 h 94869"/>
                  <a:gd name="connsiteX1" fmla="*/ 43053 w 79248"/>
                  <a:gd name="connsiteY1" fmla="*/ 94869 h 94869"/>
                  <a:gd name="connsiteX2" fmla="*/ 0 w 79248"/>
                  <a:gd name="connsiteY2" fmla="*/ 54674 h 94869"/>
                  <a:gd name="connsiteX3" fmla="*/ 54674 w 79248"/>
                  <a:gd name="connsiteY3" fmla="*/ 0 h 94869"/>
                  <a:gd name="connsiteX4" fmla="*/ 79248 w 79248"/>
                  <a:gd name="connsiteY4" fmla="*/ 4763 h 94869"/>
                  <a:gd name="connsiteX5" fmla="*/ 76105 w 79248"/>
                  <a:gd name="connsiteY5" fmla="*/ 12382 h 94869"/>
                  <a:gd name="connsiteX6" fmla="*/ 54007 w 79248"/>
                  <a:gd name="connsiteY6" fmla="*/ 7906 h 94869"/>
                  <a:gd name="connsiteX7" fmla="*/ 9049 w 79248"/>
                  <a:gd name="connsiteY7" fmla="*/ 54769 h 94869"/>
                  <a:gd name="connsiteX8" fmla="*/ 42577 w 79248"/>
                  <a:gd name="connsiteY8" fmla="*/ 86963 h 94869"/>
                  <a:gd name="connsiteX9" fmla="*/ 62008 w 79248"/>
                  <a:gd name="connsiteY9" fmla="*/ 83915 h 94869"/>
                  <a:gd name="connsiteX10" fmla="*/ 60960 w 79248"/>
                  <a:gd name="connsiteY10" fmla="*/ 91916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9248" h="94869">
                    <a:moveTo>
                      <a:pt x="60960" y="92012"/>
                    </a:moveTo>
                    <a:cubicBezTo>
                      <a:pt x="54292" y="94202"/>
                      <a:pt x="49244" y="94869"/>
                      <a:pt x="43053" y="94869"/>
                    </a:cubicBezTo>
                    <a:cubicBezTo>
                      <a:pt x="19145" y="94869"/>
                      <a:pt x="0" y="79153"/>
                      <a:pt x="0" y="54674"/>
                    </a:cubicBezTo>
                    <a:cubicBezTo>
                      <a:pt x="0" y="23050"/>
                      <a:pt x="22288" y="0"/>
                      <a:pt x="54674" y="0"/>
                    </a:cubicBezTo>
                    <a:cubicBezTo>
                      <a:pt x="66199" y="0"/>
                      <a:pt x="72962" y="1810"/>
                      <a:pt x="79248" y="4763"/>
                    </a:cubicBezTo>
                    <a:lnTo>
                      <a:pt x="76105" y="12382"/>
                    </a:lnTo>
                    <a:cubicBezTo>
                      <a:pt x="69533" y="8858"/>
                      <a:pt x="61817" y="7906"/>
                      <a:pt x="54007" y="7906"/>
                    </a:cubicBezTo>
                    <a:cubicBezTo>
                      <a:pt x="27337" y="7906"/>
                      <a:pt x="9049" y="28289"/>
                      <a:pt x="9049" y="54769"/>
                    </a:cubicBezTo>
                    <a:cubicBezTo>
                      <a:pt x="9049" y="72485"/>
                      <a:pt x="22955" y="86963"/>
                      <a:pt x="42577" y="86963"/>
                    </a:cubicBezTo>
                    <a:cubicBezTo>
                      <a:pt x="48482" y="86963"/>
                      <a:pt x="53721" y="86678"/>
                      <a:pt x="62008" y="83915"/>
                    </a:cubicBezTo>
                    <a:lnTo>
                      <a:pt x="60960" y="9191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83" name="Freihandform: Form 82">
                <a:extLst>
                  <a:ext uri="{FF2B5EF4-FFF2-40B4-BE49-F238E27FC236}">
                    <a16:creationId xmlns:a16="http://schemas.microsoft.com/office/drawing/2014/main" id="{B41B0512-94B5-AD51-D757-09411F7155C3}"/>
                  </a:ext>
                </a:extLst>
              </p:cNvPr>
              <p:cNvSpPr/>
              <p:nvPr/>
            </p:nvSpPr>
            <p:spPr>
              <a:xfrm>
                <a:off x="10272062" y="2955941"/>
                <a:ext cx="66293" cy="94869"/>
              </a:xfrm>
              <a:custGeom>
                <a:avLst/>
                <a:gdLst>
                  <a:gd name="connsiteX0" fmla="*/ 2572 w 66293"/>
                  <a:gd name="connsiteY0" fmla="*/ 81248 h 94869"/>
                  <a:gd name="connsiteX1" fmla="*/ 22193 w 66293"/>
                  <a:gd name="connsiteY1" fmla="*/ 87058 h 94869"/>
                  <a:gd name="connsiteX2" fmla="*/ 47720 w 66293"/>
                  <a:gd name="connsiteY2" fmla="*/ 67437 h 94869"/>
                  <a:gd name="connsiteX3" fmla="*/ 34099 w 66293"/>
                  <a:gd name="connsiteY3" fmla="*/ 49435 h 94869"/>
                  <a:gd name="connsiteX4" fmla="*/ 14002 w 66293"/>
                  <a:gd name="connsiteY4" fmla="*/ 25527 h 94869"/>
                  <a:gd name="connsiteX5" fmla="*/ 45053 w 66293"/>
                  <a:gd name="connsiteY5" fmla="*/ 0 h 94869"/>
                  <a:gd name="connsiteX6" fmla="*/ 66294 w 66293"/>
                  <a:gd name="connsiteY6" fmla="*/ 4096 h 94869"/>
                  <a:gd name="connsiteX7" fmla="*/ 63532 w 66293"/>
                  <a:gd name="connsiteY7" fmla="*/ 12382 h 94869"/>
                  <a:gd name="connsiteX8" fmla="*/ 44863 w 66293"/>
                  <a:gd name="connsiteY8" fmla="*/ 7906 h 94869"/>
                  <a:gd name="connsiteX9" fmla="*/ 23050 w 66293"/>
                  <a:gd name="connsiteY9" fmla="*/ 24860 h 94869"/>
                  <a:gd name="connsiteX10" fmla="*/ 36481 w 66293"/>
                  <a:gd name="connsiteY10" fmla="*/ 40481 h 94869"/>
                  <a:gd name="connsiteX11" fmla="*/ 56864 w 66293"/>
                  <a:gd name="connsiteY11" fmla="*/ 66199 h 94869"/>
                  <a:gd name="connsiteX12" fmla="*/ 22955 w 66293"/>
                  <a:gd name="connsiteY12" fmla="*/ 94869 h 94869"/>
                  <a:gd name="connsiteX13" fmla="*/ 0 w 66293"/>
                  <a:gd name="connsiteY13" fmla="*/ 89916 h 94869"/>
                  <a:gd name="connsiteX14" fmla="*/ 2762 w 66293"/>
                  <a:gd name="connsiteY14" fmla="*/ 81248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6293" h="94869">
                    <a:moveTo>
                      <a:pt x="2572" y="81248"/>
                    </a:moveTo>
                    <a:cubicBezTo>
                      <a:pt x="8096" y="84963"/>
                      <a:pt x="15430" y="87058"/>
                      <a:pt x="22193" y="87058"/>
                    </a:cubicBezTo>
                    <a:cubicBezTo>
                      <a:pt x="34576" y="87058"/>
                      <a:pt x="47720" y="81629"/>
                      <a:pt x="47720" y="67437"/>
                    </a:cubicBezTo>
                    <a:cubicBezTo>
                      <a:pt x="47720" y="59912"/>
                      <a:pt x="42767" y="54959"/>
                      <a:pt x="34099" y="49435"/>
                    </a:cubicBezTo>
                    <a:cubicBezTo>
                      <a:pt x="23241" y="42482"/>
                      <a:pt x="14002" y="36957"/>
                      <a:pt x="14002" y="25527"/>
                    </a:cubicBezTo>
                    <a:cubicBezTo>
                      <a:pt x="14002" y="8477"/>
                      <a:pt x="28099" y="0"/>
                      <a:pt x="45053" y="0"/>
                    </a:cubicBezTo>
                    <a:cubicBezTo>
                      <a:pt x="52768" y="0"/>
                      <a:pt x="59912" y="1333"/>
                      <a:pt x="66294" y="4096"/>
                    </a:cubicBezTo>
                    <a:lnTo>
                      <a:pt x="63532" y="12382"/>
                    </a:lnTo>
                    <a:cubicBezTo>
                      <a:pt x="57626" y="9334"/>
                      <a:pt x="51340" y="7906"/>
                      <a:pt x="44863" y="7906"/>
                    </a:cubicBezTo>
                    <a:cubicBezTo>
                      <a:pt x="34861" y="7906"/>
                      <a:pt x="23050" y="12764"/>
                      <a:pt x="23050" y="24860"/>
                    </a:cubicBezTo>
                    <a:cubicBezTo>
                      <a:pt x="23050" y="31051"/>
                      <a:pt x="27527" y="34957"/>
                      <a:pt x="36481" y="40481"/>
                    </a:cubicBezTo>
                    <a:cubicBezTo>
                      <a:pt x="48673" y="48006"/>
                      <a:pt x="56864" y="54293"/>
                      <a:pt x="56864" y="66199"/>
                    </a:cubicBezTo>
                    <a:cubicBezTo>
                      <a:pt x="56864" y="84868"/>
                      <a:pt x="39814" y="94869"/>
                      <a:pt x="22955" y="94869"/>
                    </a:cubicBezTo>
                    <a:cubicBezTo>
                      <a:pt x="14573" y="94869"/>
                      <a:pt x="6382" y="93440"/>
                      <a:pt x="0" y="89916"/>
                    </a:cubicBezTo>
                    <a:lnTo>
                      <a:pt x="2762" y="81248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</p:grp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DC37BA4-E4E8-3F4D-B467-7FD8E814DCD1}"/>
                </a:ext>
              </a:extLst>
            </p:cNvPr>
            <p:cNvSpPr/>
            <p:nvPr/>
          </p:nvSpPr>
          <p:spPr>
            <a:xfrm>
              <a:off x="9491583" y="2527792"/>
              <a:ext cx="408717" cy="379666"/>
            </a:xfrm>
            <a:custGeom>
              <a:avLst/>
              <a:gdLst>
                <a:gd name="connsiteX0" fmla="*/ 80486 w 408717"/>
                <a:gd name="connsiteY0" fmla="*/ 0 h 379666"/>
                <a:gd name="connsiteX1" fmla="*/ 80486 w 408717"/>
                <a:gd name="connsiteY1" fmla="*/ 0 h 379666"/>
                <a:gd name="connsiteX2" fmla="*/ 408718 w 408717"/>
                <a:gd name="connsiteY2" fmla="*/ 0 h 379666"/>
                <a:gd name="connsiteX3" fmla="*/ 389477 w 408717"/>
                <a:gd name="connsiteY3" fmla="*/ 91345 h 379666"/>
                <a:gd name="connsiteX4" fmla="*/ 203168 w 408717"/>
                <a:gd name="connsiteY4" fmla="*/ 91345 h 379666"/>
                <a:gd name="connsiteX5" fmla="*/ 191643 w 408717"/>
                <a:gd name="connsiteY5" fmla="*/ 145161 h 379666"/>
                <a:gd name="connsiteX6" fmla="*/ 369760 w 408717"/>
                <a:gd name="connsiteY6" fmla="*/ 145161 h 379666"/>
                <a:gd name="connsiteX7" fmla="*/ 350520 w 408717"/>
                <a:gd name="connsiteY7" fmla="*/ 236506 h 379666"/>
                <a:gd name="connsiteX8" fmla="*/ 172402 w 408717"/>
                <a:gd name="connsiteY8" fmla="*/ 236506 h 379666"/>
                <a:gd name="connsiteX9" fmla="*/ 161353 w 408717"/>
                <a:gd name="connsiteY9" fmla="*/ 287941 h 379666"/>
                <a:gd name="connsiteX10" fmla="*/ 351282 w 408717"/>
                <a:gd name="connsiteY10" fmla="*/ 287941 h 379666"/>
                <a:gd name="connsiteX11" fmla="*/ 331946 w 408717"/>
                <a:gd name="connsiteY11" fmla="*/ 379667 h 379666"/>
                <a:gd name="connsiteX12" fmla="*/ 0 w 408717"/>
                <a:gd name="connsiteY12" fmla="*/ 379667 h 379666"/>
                <a:gd name="connsiteX13" fmla="*/ 80486 w 408717"/>
                <a:gd name="connsiteY13" fmla="*/ 0 h 379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08717" h="379666">
                  <a:moveTo>
                    <a:pt x="80486" y="0"/>
                  </a:moveTo>
                  <a:lnTo>
                    <a:pt x="80486" y="0"/>
                  </a:lnTo>
                  <a:lnTo>
                    <a:pt x="408718" y="0"/>
                  </a:lnTo>
                  <a:lnTo>
                    <a:pt x="389477" y="91345"/>
                  </a:lnTo>
                  <a:lnTo>
                    <a:pt x="203168" y="91345"/>
                  </a:lnTo>
                  <a:lnTo>
                    <a:pt x="191643" y="145161"/>
                  </a:lnTo>
                  <a:lnTo>
                    <a:pt x="369760" y="145161"/>
                  </a:lnTo>
                  <a:lnTo>
                    <a:pt x="350520" y="236506"/>
                  </a:lnTo>
                  <a:lnTo>
                    <a:pt x="172402" y="236506"/>
                  </a:lnTo>
                  <a:lnTo>
                    <a:pt x="161353" y="287941"/>
                  </a:lnTo>
                  <a:lnTo>
                    <a:pt x="351282" y="287941"/>
                  </a:lnTo>
                  <a:lnTo>
                    <a:pt x="331946" y="379667"/>
                  </a:lnTo>
                  <a:lnTo>
                    <a:pt x="0" y="379667"/>
                  </a:lnTo>
                  <a:lnTo>
                    <a:pt x="8048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6" name="Freihandform: Form 65">
              <a:extLst>
                <a:ext uri="{FF2B5EF4-FFF2-40B4-BE49-F238E27FC236}">
                  <a16:creationId xmlns:a16="http://schemas.microsoft.com/office/drawing/2014/main" id="{7EAF8C9B-71A2-080B-3DA0-704F571A95D9}"/>
                </a:ext>
              </a:extLst>
            </p:cNvPr>
            <p:cNvSpPr/>
            <p:nvPr/>
          </p:nvSpPr>
          <p:spPr>
            <a:xfrm>
              <a:off x="9892110" y="2527792"/>
              <a:ext cx="446790" cy="379571"/>
            </a:xfrm>
            <a:custGeom>
              <a:avLst/>
              <a:gdLst>
                <a:gd name="connsiteX0" fmla="*/ 80486 w 446790"/>
                <a:gd name="connsiteY0" fmla="*/ 0 h 379571"/>
                <a:gd name="connsiteX1" fmla="*/ 293846 w 446790"/>
                <a:gd name="connsiteY1" fmla="*/ 0 h 379571"/>
                <a:gd name="connsiteX2" fmla="*/ 438721 w 446790"/>
                <a:gd name="connsiteY2" fmla="*/ 190786 h 379571"/>
                <a:gd name="connsiteX3" fmla="*/ 207264 w 446790"/>
                <a:gd name="connsiteY3" fmla="*/ 379571 h 379571"/>
                <a:gd name="connsiteX4" fmla="*/ 0 w 446790"/>
                <a:gd name="connsiteY4" fmla="*/ 379571 h 379571"/>
                <a:gd name="connsiteX5" fmla="*/ 80486 w 446790"/>
                <a:gd name="connsiteY5" fmla="*/ 0 h 379571"/>
                <a:gd name="connsiteX6" fmla="*/ 165830 w 446790"/>
                <a:gd name="connsiteY6" fmla="*/ 284988 h 379571"/>
                <a:gd name="connsiteX7" fmla="*/ 201930 w 446790"/>
                <a:gd name="connsiteY7" fmla="*/ 284988 h 379571"/>
                <a:gd name="connsiteX8" fmla="*/ 287274 w 446790"/>
                <a:gd name="connsiteY8" fmla="*/ 186690 h 379571"/>
                <a:gd name="connsiteX9" fmla="*/ 243364 w 446790"/>
                <a:gd name="connsiteY9" fmla="*/ 88011 h 379571"/>
                <a:gd name="connsiteX10" fmla="*/ 207264 w 446790"/>
                <a:gd name="connsiteY10" fmla="*/ 88011 h 379571"/>
                <a:gd name="connsiteX11" fmla="*/ 165830 w 446790"/>
                <a:gd name="connsiteY11" fmla="*/ 284988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6790" h="379571">
                  <a:moveTo>
                    <a:pt x="80486" y="0"/>
                  </a:moveTo>
                  <a:lnTo>
                    <a:pt x="293846" y="0"/>
                  </a:lnTo>
                  <a:cubicBezTo>
                    <a:pt x="402622" y="0"/>
                    <a:pt x="471106" y="36576"/>
                    <a:pt x="438721" y="190786"/>
                  </a:cubicBezTo>
                  <a:cubicBezTo>
                    <a:pt x="407956" y="334328"/>
                    <a:pt x="316039" y="379571"/>
                    <a:pt x="207264" y="379571"/>
                  </a:cubicBezTo>
                  <a:lnTo>
                    <a:pt x="0" y="379571"/>
                  </a:lnTo>
                  <a:lnTo>
                    <a:pt x="80486" y="0"/>
                  </a:lnTo>
                  <a:close/>
                  <a:moveTo>
                    <a:pt x="165830" y="284988"/>
                  </a:moveTo>
                  <a:lnTo>
                    <a:pt x="201930" y="284988"/>
                  </a:lnTo>
                  <a:cubicBezTo>
                    <a:pt x="254889" y="284988"/>
                    <a:pt x="274130" y="250031"/>
                    <a:pt x="287274" y="186690"/>
                  </a:cubicBezTo>
                  <a:cubicBezTo>
                    <a:pt x="301276" y="121730"/>
                    <a:pt x="295465" y="88011"/>
                    <a:pt x="243364" y="88011"/>
                  </a:cubicBezTo>
                  <a:lnTo>
                    <a:pt x="207264" y="88011"/>
                  </a:lnTo>
                  <a:lnTo>
                    <a:pt x="165830" y="284988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7" name="Freihandform: Form 66">
              <a:extLst>
                <a:ext uri="{FF2B5EF4-FFF2-40B4-BE49-F238E27FC236}">
                  <a16:creationId xmlns:a16="http://schemas.microsoft.com/office/drawing/2014/main" id="{015DBDAF-1BE0-78EF-A6C6-E748B84A2314}"/>
                </a:ext>
              </a:extLst>
            </p:cNvPr>
            <p:cNvSpPr/>
            <p:nvPr/>
          </p:nvSpPr>
          <p:spPr>
            <a:xfrm>
              <a:off x="10291778" y="2527792"/>
              <a:ext cx="468344" cy="379571"/>
            </a:xfrm>
            <a:custGeom>
              <a:avLst/>
              <a:gdLst>
                <a:gd name="connsiteX0" fmla="*/ 213455 w 468344"/>
                <a:gd name="connsiteY0" fmla="*/ 0 h 379571"/>
                <a:gd name="connsiteX1" fmla="*/ 413766 w 468344"/>
                <a:gd name="connsiteY1" fmla="*/ 0 h 379571"/>
                <a:gd name="connsiteX2" fmla="*/ 468344 w 468344"/>
                <a:gd name="connsiteY2" fmla="*/ 379571 h 379571"/>
                <a:gd name="connsiteX3" fmla="*/ 315659 w 468344"/>
                <a:gd name="connsiteY3" fmla="*/ 379571 h 379571"/>
                <a:gd name="connsiteX4" fmla="*/ 308229 w 468344"/>
                <a:gd name="connsiteY4" fmla="*/ 297275 h 379571"/>
                <a:gd name="connsiteX5" fmla="*/ 185547 w 468344"/>
                <a:gd name="connsiteY5" fmla="*/ 297275 h 379571"/>
                <a:gd name="connsiteX6" fmla="*/ 144875 w 468344"/>
                <a:gd name="connsiteY6" fmla="*/ 379571 h 379571"/>
                <a:gd name="connsiteX7" fmla="*/ 0 w 468344"/>
                <a:gd name="connsiteY7" fmla="*/ 379571 h 379571"/>
                <a:gd name="connsiteX8" fmla="*/ 213360 w 468344"/>
                <a:gd name="connsiteY8" fmla="*/ 0 h 379571"/>
                <a:gd name="connsiteX9" fmla="*/ 224885 w 468344"/>
                <a:gd name="connsiteY9" fmla="*/ 206026 h 379571"/>
                <a:gd name="connsiteX10" fmla="*/ 308991 w 468344"/>
                <a:gd name="connsiteY10" fmla="*/ 206026 h 379571"/>
                <a:gd name="connsiteX11" fmla="*/ 294227 w 468344"/>
                <a:gd name="connsiteY11" fmla="*/ 81439 h 379571"/>
                <a:gd name="connsiteX12" fmla="*/ 292989 w 468344"/>
                <a:gd name="connsiteY12" fmla="*/ 81439 h 379571"/>
                <a:gd name="connsiteX13" fmla="*/ 224885 w 468344"/>
                <a:gd name="connsiteY13" fmla="*/ 206026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68344" h="379571">
                  <a:moveTo>
                    <a:pt x="213455" y="0"/>
                  </a:moveTo>
                  <a:lnTo>
                    <a:pt x="413766" y="0"/>
                  </a:lnTo>
                  <a:lnTo>
                    <a:pt x="468344" y="379571"/>
                  </a:lnTo>
                  <a:lnTo>
                    <a:pt x="315659" y="379571"/>
                  </a:lnTo>
                  <a:lnTo>
                    <a:pt x="308229" y="297275"/>
                  </a:lnTo>
                  <a:lnTo>
                    <a:pt x="185547" y="297275"/>
                  </a:lnTo>
                  <a:lnTo>
                    <a:pt x="144875" y="379571"/>
                  </a:lnTo>
                  <a:lnTo>
                    <a:pt x="0" y="379571"/>
                  </a:lnTo>
                  <a:lnTo>
                    <a:pt x="213360" y="0"/>
                  </a:lnTo>
                  <a:close/>
                  <a:moveTo>
                    <a:pt x="224885" y="206026"/>
                  </a:moveTo>
                  <a:lnTo>
                    <a:pt x="308991" y="206026"/>
                  </a:lnTo>
                  <a:lnTo>
                    <a:pt x="294227" y="81439"/>
                  </a:lnTo>
                  <a:lnTo>
                    <a:pt x="292989" y="81439"/>
                  </a:lnTo>
                  <a:lnTo>
                    <a:pt x="224885" y="20602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8" name="Freihandform: Form 67">
              <a:extLst>
                <a:ext uri="{FF2B5EF4-FFF2-40B4-BE49-F238E27FC236}">
                  <a16:creationId xmlns:a16="http://schemas.microsoft.com/office/drawing/2014/main" id="{667A68EC-7783-24FA-BA3B-F88C7536CC01}"/>
                </a:ext>
              </a:extLst>
            </p:cNvPr>
            <p:cNvSpPr/>
            <p:nvPr/>
          </p:nvSpPr>
          <p:spPr>
            <a:xfrm>
              <a:off x="10789761" y="2521220"/>
              <a:ext cx="411274" cy="392715"/>
            </a:xfrm>
            <a:custGeom>
              <a:avLst/>
              <a:gdLst>
                <a:gd name="connsiteX0" fmla="*/ 350695 w 411274"/>
                <a:gd name="connsiteY0" fmla="*/ 371761 h 392715"/>
                <a:gd name="connsiteX1" fmla="*/ 350695 w 411274"/>
                <a:gd name="connsiteY1" fmla="*/ 371761 h 392715"/>
                <a:gd name="connsiteX2" fmla="*/ 189341 w 411274"/>
                <a:gd name="connsiteY2" fmla="*/ 392716 h 392715"/>
                <a:gd name="connsiteX3" fmla="*/ 5509 w 411274"/>
                <a:gd name="connsiteY3" fmla="*/ 190786 h 392715"/>
                <a:gd name="connsiteX4" fmla="*/ 272590 w 411274"/>
                <a:gd name="connsiteY4" fmla="*/ 0 h 392715"/>
                <a:gd name="connsiteX5" fmla="*/ 411274 w 411274"/>
                <a:gd name="connsiteY5" fmla="*/ 14002 h 392715"/>
                <a:gd name="connsiteX6" fmla="*/ 389462 w 411274"/>
                <a:gd name="connsiteY6" fmla="*/ 116396 h 392715"/>
                <a:gd name="connsiteX7" fmla="*/ 294307 w 411274"/>
                <a:gd name="connsiteY7" fmla="*/ 94583 h 392715"/>
                <a:gd name="connsiteX8" fmla="*/ 151908 w 411274"/>
                <a:gd name="connsiteY8" fmla="*/ 199835 h 392715"/>
                <a:gd name="connsiteX9" fmla="*/ 210582 w 411274"/>
                <a:gd name="connsiteY9" fmla="*/ 297752 h 392715"/>
                <a:gd name="connsiteX10" fmla="*/ 242110 w 411274"/>
                <a:gd name="connsiteY10" fmla="*/ 294418 h 392715"/>
                <a:gd name="connsiteX11" fmla="*/ 263446 w 411274"/>
                <a:gd name="connsiteY11" fmla="*/ 193262 h 392715"/>
                <a:gd name="connsiteX12" fmla="*/ 388224 w 411274"/>
                <a:gd name="connsiteY12" fmla="*/ 193262 h 392715"/>
                <a:gd name="connsiteX13" fmla="*/ 350505 w 411274"/>
                <a:gd name="connsiteY13" fmla="*/ 371761 h 39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1274" h="392715">
                  <a:moveTo>
                    <a:pt x="350695" y="371761"/>
                  </a:moveTo>
                  <a:lnTo>
                    <a:pt x="350695" y="371761"/>
                  </a:lnTo>
                  <a:cubicBezTo>
                    <a:pt x="297736" y="386525"/>
                    <a:pt x="249349" y="392716"/>
                    <a:pt x="189341" y="392716"/>
                  </a:cubicBezTo>
                  <a:cubicBezTo>
                    <a:pt x="63326" y="392716"/>
                    <a:pt x="-23161" y="326041"/>
                    <a:pt x="5509" y="190786"/>
                  </a:cubicBezTo>
                  <a:cubicBezTo>
                    <a:pt x="32179" y="63246"/>
                    <a:pt x="151146" y="0"/>
                    <a:pt x="272590" y="0"/>
                  </a:cubicBezTo>
                  <a:cubicBezTo>
                    <a:pt x="343551" y="0"/>
                    <a:pt x="376889" y="5334"/>
                    <a:pt x="411274" y="14002"/>
                  </a:cubicBezTo>
                  <a:lnTo>
                    <a:pt x="389462" y="116396"/>
                  </a:lnTo>
                  <a:cubicBezTo>
                    <a:pt x="371364" y="104489"/>
                    <a:pt x="334883" y="94583"/>
                    <a:pt x="294307" y="94583"/>
                  </a:cubicBezTo>
                  <a:cubicBezTo>
                    <a:pt x="222107" y="94583"/>
                    <a:pt x="166672" y="130778"/>
                    <a:pt x="151908" y="199835"/>
                  </a:cubicBezTo>
                  <a:cubicBezTo>
                    <a:pt x="140764" y="252032"/>
                    <a:pt x="152289" y="297752"/>
                    <a:pt x="210582" y="297752"/>
                  </a:cubicBezTo>
                  <a:cubicBezTo>
                    <a:pt x="220774" y="297752"/>
                    <a:pt x="232776" y="297752"/>
                    <a:pt x="242110" y="294418"/>
                  </a:cubicBezTo>
                  <a:lnTo>
                    <a:pt x="263446" y="193262"/>
                  </a:lnTo>
                  <a:lnTo>
                    <a:pt x="388224" y="193262"/>
                  </a:lnTo>
                  <a:lnTo>
                    <a:pt x="350505" y="37176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9" name="Freihandform: Form 68">
              <a:extLst>
                <a:ext uri="{FF2B5EF4-FFF2-40B4-BE49-F238E27FC236}">
                  <a16:creationId xmlns:a16="http://schemas.microsoft.com/office/drawing/2014/main" id="{3E784E68-8D95-4B1F-C8EE-EF1D3B86A860}"/>
                </a:ext>
              </a:extLst>
            </p:cNvPr>
            <p:cNvSpPr/>
            <p:nvPr/>
          </p:nvSpPr>
          <p:spPr>
            <a:xfrm>
              <a:off x="8749300" y="2670477"/>
              <a:ext cx="500824" cy="91344"/>
            </a:xfrm>
            <a:custGeom>
              <a:avLst/>
              <a:gdLst>
                <a:gd name="connsiteX0" fmla="*/ 19336 w 500824"/>
                <a:gd name="connsiteY0" fmla="*/ 0 h 91344"/>
                <a:gd name="connsiteX1" fmla="*/ 500824 w 500824"/>
                <a:gd name="connsiteY1" fmla="*/ 0 h 91344"/>
                <a:gd name="connsiteX2" fmla="*/ 481489 w 500824"/>
                <a:gd name="connsiteY2" fmla="*/ 91345 h 91344"/>
                <a:gd name="connsiteX3" fmla="*/ 0 w 500824"/>
                <a:gd name="connsiteY3" fmla="*/ 91345 h 91344"/>
                <a:gd name="connsiteX4" fmla="*/ 19336 w 500824"/>
                <a:gd name="connsiteY4" fmla="*/ 0 h 91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0824" h="91344">
                  <a:moveTo>
                    <a:pt x="19336" y="0"/>
                  </a:moveTo>
                  <a:lnTo>
                    <a:pt x="500824" y="0"/>
                  </a:lnTo>
                  <a:lnTo>
                    <a:pt x="481489" y="91345"/>
                  </a:lnTo>
                  <a:lnTo>
                    <a:pt x="0" y="91345"/>
                  </a:lnTo>
                  <a:lnTo>
                    <a:pt x="1933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0" name="Freihandform: Form 69">
              <a:extLst>
                <a:ext uri="{FF2B5EF4-FFF2-40B4-BE49-F238E27FC236}">
                  <a16:creationId xmlns:a16="http://schemas.microsoft.com/office/drawing/2014/main" id="{1BC4F8DD-BEB4-3F08-E0E8-5E8A0248A3D6}"/>
                </a:ext>
              </a:extLst>
            </p:cNvPr>
            <p:cNvSpPr/>
            <p:nvPr/>
          </p:nvSpPr>
          <p:spPr>
            <a:xfrm>
              <a:off x="8810260" y="2383489"/>
              <a:ext cx="500729" cy="90773"/>
            </a:xfrm>
            <a:custGeom>
              <a:avLst/>
              <a:gdLst>
                <a:gd name="connsiteX0" fmla="*/ 19241 w 500729"/>
                <a:gd name="connsiteY0" fmla="*/ 0 h 90773"/>
                <a:gd name="connsiteX1" fmla="*/ 500729 w 500729"/>
                <a:gd name="connsiteY1" fmla="*/ 0 h 90773"/>
                <a:gd name="connsiteX2" fmla="*/ 481489 w 500729"/>
                <a:gd name="connsiteY2" fmla="*/ 90773 h 90773"/>
                <a:gd name="connsiteX3" fmla="*/ 0 w 500729"/>
                <a:gd name="connsiteY3" fmla="*/ 90773 h 90773"/>
                <a:gd name="connsiteX4" fmla="*/ 19241 w 500729"/>
                <a:gd name="connsiteY4" fmla="*/ 0 h 9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0729" h="90773">
                  <a:moveTo>
                    <a:pt x="19241" y="0"/>
                  </a:moveTo>
                  <a:lnTo>
                    <a:pt x="500729" y="0"/>
                  </a:lnTo>
                  <a:lnTo>
                    <a:pt x="481489" y="90773"/>
                  </a:lnTo>
                  <a:lnTo>
                    <a:pt x="0" y="90773"/>
                  </a:lnTo>
                  <a:lnTo>
                    <a:pt x="19241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1" name="Freihandform: Form 70">
              <a:extLst>
                <a:ext uri="{FF2B5EF4-FFF2-40B4-BE49-F238E27FC236}">
                  <a16:creationId xmlns:a16="http://schemas.microsoft.com/office/drawing/2014/main" id="{10CEF13C-C579-AD31-9840-F2A7A312A5C0}"/>
                </a:ext>
              </a:extLst>
            </p:cNvPr>
            <p:cNvSpPr/>
            <p:nvPr/>
          </p:nvSpPr>
          <p:spPr>
            <a:xfrm>
              <a:off x="8688340" y="2957560"/>
              <a:ext cx="501015" cy="91725"/>
            </a:xfrm>
            <a:custGeom>
              <a:avLst/>
              <a:gdLst>
                <a:gd name="connsiteX0" fmla="*/ 19431 w 501015"/>
                <a:gd name="connsiteY0" fmla="*/ 0 h 91725"/>
                <a:gd name="connsiteX1" fmla="*/ 501015 w 501015"/>
                <a:gd name="connsiteY1" fmla="*/ 0 h 91725"/>
                <a:gd name="connsiteX2" fmla="*/ 481489 w 501015"/>
                <a:gd name="connsiteY2" fmla="*/ 91726 h 91725"/>
                <a:gd name="connsiteX3" fmla="*/ 0 w 501015"/>
                <a:gd name="connsiteY3" fmla="*/ 91726 h 91725"/>
                <a:gd name="connsiteX4" fmla="*/ 19431 w 501015"/>
                <a:gd name="connsiteY4" fmla="*/ 0 h 91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1015" h="91725">
                  <a:moveTo>
                    <a:pt x="19431" y="0"/>
                  </a:moveTo>
                  <a:lnTo>
                    <a:pt x="501015" y="0"/>
                  </a:lnTo>
                  <a:lnTo>
                    <a:pt x="481489" y="91726"/>
                  </a:lnTo>
                  <a:lnTo>
                    <a:pt x="0" y="91726"/>
                  </a:lnTo>
                  <a:lnTo>
                    <a:pt x="19431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FF248F38-A924-65AE-5C16-ED0FD3471DAC}"/>
                </a:ext>
              </a:extLst>
            </p:cNvPr>
            <p:cNvSpPr/>
            <p:nvPr/>
          </p:nvSpPr>
          <p:spPr>
            <a:xfrm>
              <a:off x="8501174" y="2527792"/>
              <a:ext cx="930402" cy="379571"/>
            </a:xfrm>
            <a:custGeom>
              <a:avLst/>
              <a:gdLst>
                <a:gd name="connsiteX0" fmla="*/ 80486 w 930402"/>
                <a:gd name="connsiteY0" fmla="*/ 0 h 379571"/>
                <a:gd name="connsiteX1" fmla="*/ 61055 w 930402"/>
                <a:gd name="connsiteY1" fmla="*/ 91726 h 379571"/>
                <a:gd name="connsiteX2" fmla="*/ 818769 w 930402"/>
                <a:gd name="connsiteY2" fmla="*/ 91345 h 379571"/>
                <a:gd name="connsiteX3" fmla="*/ 776954 w 930402"/>
                <a:gd name="connsiteY3" fmla="*/ 288322 h 379571"/>
                <a:gd name="connsiteX4" fmla="*/ 19336 w 930402"/>
                <a:gd name="connsiteY4" fmla="*/ 288322 h 379571"/>
                <a:gd name="connsiteX5" fmla="*/ 0 w 930402"/>
                <a:gd name="connsiteY5" fmla="*/ 379571 h 379571"/>
                <a:gd name="connsiteX6" fmla="*/ 849916 w 930402"/>
                <a:gd name="connsiteY6" fmla="*/ 379571 h 379571"/>
                <a:gd name="connsiteX7" fmla="*/ 930402 w 930402"/>
                <a:gd name="connsiteY7" fmla="*/ 0 h 379571"/>
                <a:gd name="connsiteX8" fmla="*/ 80486 w 930402"/>
                <a:gd name="connsiteY8" fmla="*/ 0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0402" h="379571">
                  <a:moveTo>
                    <a:pt x="80486" y="0"/>
                  </a:moveTo>
                  <a:lnTo>
                    <a:pt x="61055" y="91726"/>
                  </a:lnTo>
                  <a:lnTo>
                    <a:pt x="818769" y="91345"/>
                  </a:lnTo>
                  <a:lnTo>
                    <a:pt x="776954" y="288322"/>
                  </a:lnTo>
                  <a:lnTo>
                    <a:pt x="19336" y="288322"/>
                  </a:lnTo>
                  <a:lnTo>
                    <a:pt x="0" y="379571"/>
                  </a:lnTo>
                  <a:lnTo>
                    <a:pt x="849916" y="379571"/>
                  </a:lnTo>
                  <a:lnTo>
                    <a:pt x="930402" y="0"/>
                  </a:lnTo>
                  <a:lnTo>
                    <a:pt x="8048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3" name="TextBox 28">
            <a:extLst>
              <a:ext uri="{FF2B5EF4-FFF2-40B4-BE49-F238E27FC236}">
                <a16:creationId xmlns:a16="http://schemas.microsoft.com/office/drawing/2014/main" id="{9F6A0094-613D-59A6-786C-24D0E9CC1AFA}"/>
              </a:ext>
            </a:extLst>
          </p:cNvPr>
          <p:cNvSpPr txBox="1"/>
          <p:nvPr userDrawn="1"/>
        </p:nvSpPr>
        <p:spPr bwMode="gray">
          <a:xfrm>
            <a:off x="658813" y="6012423"/>
            <a:ext cx="3263113" cy="3568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lvl="0" indent="-3657600" rtl="0">
              <a:lnSpc>
                <a:spcPct val="100000"/>
              </a:lnSpc>
              <a:tabLst/>
            </a:pPr>
            <a:r>
              <a:rPr lang="en-US" sz="1200" b="1" kern="1200" cap="all" spc="20" baseline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YOUR GLOBAL ENGINEERING ​</a:t>
            </a:r>
          </a:p>
          <a:p>
            <a:pPr marL="0" lvl="0" indent="-3657600" rtl="0">
              <a:lnSpc>
                <a:spcPct val="100000"/>
              </a:lnSpc>
              <a:tabLst/>
            </a:pPr>
            <a:r>
              <a:rPr lang="en-US" sz="1200" b="1" kern="1200" cap="all" spc="20" baseline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AND TECHNOLOGY EXPERTS​</a:t>
            </a:r>
            <a:endParaRPr sz="1200" b="1" kern="1200" cap="all" spc="2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713104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18">
            <a:extLst>
              <a:ext uri="{FF2B5EF4-FFF2-40B4-BE49-F238E27FC236}">
                <a16:creationId xmlns:a16="http://schemas.microsoft.com/office/drawing/2014/main" id="{3F56C7C4-697E-B228-69A0-A9322722723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7F09C3FC-8512-48B6-D7C9-C340604A4B9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6" name="Titel 15">
            <a:extLst>
              <a:ext uri="{FF2B5EF4-FFF2-40B4-BE49-F238E27FC236}">
                <a16:creationId xmlns:a16="http://schemas.microsoft.com/office/drawing/2014/main" id="{9B6711F1-AEF6-F3AF-C2A6-F43E32139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C7AA3C1F-1278-0294-79D0-0066365D22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772617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orient="horz" pos="3997" userDrawn="1">
          <p15:clr>
            <a:srgbClr val="FBAE40"/>
          </p15:clr>
        </p15:guide>
        <p15:guide id="3" orient="horz" pos="1139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Empt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11F28744-F3E2-E92C-82E6-48AEAA12EFFD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EDDF4054-F96A-B12C-7738-A469A13E87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9AED8F97-3298-EA51-B1D2-BC39055C729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39DF9E1-BA64-F999-0D30-3D78F2420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7" name="Textplatzhalter 17">
            <a:extLst>
              <a:ext uri="{FF2B5EF4-FFF2-40B4-BE49-F238E27FC236}">
                <a16:creationId xmlns:a16="http://schemas.microsoft.com/office/drawing/2014/main" id="{C66650B4-455B-6DF5-8E4A-31F746CE8C1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2206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997" userDrawn="1">
          <p15:clr>
            <a:srgbClr val="FBAE40"/>
          </p15:clr>
        </p15:guide>
        <p15:guide id="3" orient="horz" pos="1139" userDrawn="1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18">
            <a:extLst>
              <a:ext uri="{FF2B5EF4-FFF2-40B4-BE49-F238E27FC236}">
                <a16:creationId xmlns:a16="http://schemas.microsoft.com/office/drawing/2014/main" id="{7097C519-8FF8-D3AD-264C-FD167052FB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5435FC5-ED45-DE8A-404D-15F749E2785E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17" name="Inhaltsplatzhalter 2">
            <a:extLst>
              <a:ext uri="{FF2B5EF4-FFF2-40B4-BE49-F238E27FC236}">
                <a16:creationId xmlns:a16="http://schemas.microsoft.com/office/drawing/2014/main" id="{3C8E6A85-72D5-522B-0893-FD2E44AFE2B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10874098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endParaRPr lang="de-DE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81B5E584-200A-D585-E985-A464C3F711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42BA0-630B-8E4D-E7FB-FB7AE43A0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19" name="Textplatzhalter 17">
            <a:extLst>
              <a:ext uri="{FF2B5EF4-FFF2-40B4-BE49-F238E27FC236}">
                <a16:creationId xmlns:a16="http://schemas.microsoft.com/office/drawing/2014/main" id="{BBD72F61-927C-DE69-FCBD-86030AA4D72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86441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F400619-0B10-B07E-9BB8-9AA4A9566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534600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endParaRPr lang="de-DE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8728EB9F-DE6F-A6C2-E478-993ACDCB31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79728" y="1807200"/>
            <a:ext cx="534600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A7FCAAF-ABC3-F4E5-C922-CDECE717B9A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C94A513C-3E6D-678A-E521-EE0F8DBC31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5D70DCA7-6E2D-FB1B-0DF5-8F58F8263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20" name="Textplatzhalter 17">
            <a:extLst>
              <a:ext uri="{FF2B5EF4-FFF2-40B4-BE49-F238E27FC236}">
                <a16:creationId xmlns:a16="http://schemas.microsoft.com/office/drawing/2014/main" id="{79998472-1711-A5FD-89AA-CC968A3FE70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02201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F400619-0B10-B07E-9BB8-9AA4A9566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7200"/>
            <a:ext cx="534600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A7FCAAF-ABC3-F4E5-C922-CDECE717B9A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F4FE8932-A6BE-5FB5-3425-21D79A92DA5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6" name="Textplatzhalter 17">
            <a:extLst>
              <a:ext uri="{FF2B5EF4-FFF2-40B4-BE49-F238E27FC236}">
                <a16:creationId xmlns:a16="http://schemas.microsoft.com/office/drawing/2014/main" id="{83610942-50A8-E78C-C3BF-FB5D8ED767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D37B1D9E-FB9A-4953-2A9E-0CF30F223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baseline="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971809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F400619-0B10-B07E-9BB8-9AA4A9566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8812" y="1808163"/>
            <a:ext cx="351360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A7FCAAF-ABC3-F4E5-C922-CDECE717B9AC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660" t="1" r="-1" b="-1"/>
          <a:stretch/>
        </p:blipFill>
        <p:spPr>
          <a:xfrm>
            <a:off x="-1" y="1533438"/>
            <a:ext cx="658814" cy="13768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C3A80510-A6A3-D9AE-4F52-08D4117A463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339200" y="1808163"/>
            <a:ext cx="7193710" cy="453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/>
            </a:lvl3pPr>
            <a:lvl4pPr marL="1371600" indent="0">
              <a:buFont typeface="Arial" panose="020B0604020202020204" pitchFamily="34" charset="0"/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endParaRPr lang="de-DE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1FE6FC93-82E5-818B-8CC1-DAE1F2B676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7" name="Textplatzhalter 17">
            <a:extLst>
              <a:ext uri="{FF2B5EF4-FFF2-40B4-BE49-F238E27FC236}">
                <a16:creationId xmlns:a16="http://schemas.microsoft.com/office/drawing/2014/main" id="{5CF9B05A-F8D0-0515-E964-FC3567912F2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2F3B5157-937B-FAE5-144C-2F80500EE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09627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7CC98CD7-F997-EEDA-026F-8CD0739001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800" y="3788228"/>
            <a:ext cx="10864647" cy="255593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tx1"/>
                </a:solidFill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A627E51-4864-561C-19D8-0C45B04198C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03F3F578-065E-EE79-686F-36C9B6D9F78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6" name="Textplatzhalter 17">
            <a:extLst>
              <a:ext uri="{FF2B5EF4-FFF2-40B4-BE49-F238E27FC236}">
                <a16:creationId xmlns:a16="http://schemas.microsoft.com/office/drawing/2014/main" id="{91287C8F-31C6-34B7-ED8F-D2186FFD938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F003CA5C-6C68-F260-879D-3BC9EC004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04616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F295AE0C-F0A0-991B-B140-989EB9CAD45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8813" y="1808162"/>
            <a:ext cx="10874375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  <a:p>
            <a:endParaRPr lang="en-US"/>
          </a:p>
          <a:p>
            <a:endParaRPr lang="en-US"/>
          </a:p>
          <a:p>
            <a:pPr lvl="0"/>
            <a:r>
              <a:rPr lang="de-DE"/>
              <a:t>Picture</a:t>
            </a:r>
          </a:p>
        </p:txBody>
      </p:sp>
      <p:sp>
        <p:nvSpPr>
          <p:cNvPr id="8" name="Foliennummernplatzhalter 18">
            <a:extLst>
              <a:ext uri="{FF2B5EF4-FFF2-40B4-BE49-F238E27FC236}">
                <a16:creationId xmlns:a16="http://schemas.microsoft.com/office/drawing/2014/main" id="{7097C519-8FF8-D3AD-264C-FD167052FB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98C40852-4AB9-F11F-FB16-79A5895D81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7" name="Textplatzhalter 17">
            <a:extLst>
              <a:ext uri="{FF2B5EF4-FFF2-40B4-BE49-F238E27FC236}">
                <a16:creationId xmlns:a16="http://schemas.microsoft.com/office/drawing/2014/main" id="{31074367-5907-55F1-8929-5D74B8E6BB0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7EF7C0C8-BE09-FFB8-D362-CE357BE09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83597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F295AE0C-F0A0-991B-B140-989EB9CAD45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600" y="1808162"/>
            <a:ext cx="12193200" cy="4536000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  <a:p>
            <a:endParaRPr lang="en-US"/>
          </a:p>
          <a:p>
            <a:endParaRPr lang="en-US"/>
          </a:p>
          <a:p>
            <a:pPr lvl="0"/>
            <a:r>
              <a:rPr lang="de-DE"/>
              <a:t>Picture</a:t>
            </a:r>
          </a:p>
        </p:txBody>
      </p:sp>
      <p:sp>
        <p:nvSpPr>
          <p:cNvPr id="8" name="Foliennummernplatzhalter 18">
            <a:extLst>
              <a:ext uri="{FF2B5EF4-FFF2-40B4-BE49-F238E27FC236}">
                <a16:creationId xmlns:a16="http://schemas.microsoft.com/office/drawing/2014/main" id="{7097C519-8FF8-D3AD-264C-FD167052FB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74EFCADA-0A87-541C-3C1F-6F193D67499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7" name="Textplatzhalter 17">
            <a:extLst>
              <a:ext uri="{FF2B5EF4-FFF2-40B4-BE49-F238E27FC236}">
                <a16:creationId xmlns:a16="http://schemas.microsoft.com/office/drawing/2014/main" id="{C83EF582-B99C-F82E-7B26-3B155BB3891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2D62C2D-6A9D-40D5-569E-016F32452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5482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54F2A18A-A771-DE68-87E8-7B425413315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8813" y="1807200"/>
            <a:ext cx="5353460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  <a:p>
            <a:endParaRPr lang="en-US"/>
          </a:p>
          <a:p>
            <a:endParaRPr lang="en-US"/>
          </a:p>
          <a:p>
            <a:pPr lvl="0"/>
            <a:r>
              <a:rPr lang="de-DE"/>
              <a:t>Picture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Picture Placeholder 6">
            <a:extLst>
              <a:ext uri="{FF2B5EF4-FFF2-40B4-BE49-F238E27FC236}">
                <a16:creationId xmlns:a16="http://schemas.microsoft.com/office/drawing/2014/main" id="{FD9FAA7E-D7BF-455D-6F89-7675F141A29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73093" y="1807200"/>
            <a:ext cx="5353460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  <a:p>
            <a:endParaRPr lang="en-US"/>
          </a:p>
          <a:p>
            <a:endParaRPr lang="en-US"/>
          </a:p>
          <a:p>
            <a:pPr lvl="0"/>
            <a:r>
              <a:rPr lang="de-DE"/>
              <a:t>Picture</a:t>
            </a:r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9205598F-47D4-4FD9-0433-DCB70419884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6" name="Textplatzhalter 17">
            <a:extLst>
              <a:ext uri="{FF2B5EF4-FFF2-40B4-BE49-F238E27FC236}">
                <a16:creationId xmlns:a16="http://schemas.microsoft.com/office/drawing/2014/main" id="{C3A6BC75-3212-0B0A-CB7D-4D910DC8CC8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9D296CA3-41B7-15BE-6513-69472B180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70247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0091DD53-8E82-014E-BE05-8571C5FDFBE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019590" y="1807200"/>
            <a:ext cx="3513599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D830462E-8272-89E7-7AE1-49D09586028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39201" y="1807200"/>
            <a:ext cx="3513599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19" name="Picture Placeholder 6">
            <a:extLst>
              <a:ext uri="{FF2B5EF4-FFF2-40B4-BE49-F238E27FC236}">
                <a16:creationId xmlns:a16="http://schemas.microsoft.com/office/drawing/2014/main" id="{D1C53CAA-4DD4-AA7C-27F7-3F0D08A169B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58813" y="1807200"/>
            <a:ext cx="3513599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480365CF-1F28-33DF-0EDB-9DFBB998476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6" name="Textplatzhalter 17">
            <a:extLst>
              <a:ext uri="{FF2B5EF4-FFF2-40B4-BE49-F238E27FC236}">
                <a16:creationId xmlns:a16="http://schemas.microsoft.com/office/drawing/2014/main" id="{4D3A061A-7D37-739C-A264-2BB0DEF4B9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B8F3E3F8-88E8-BD38-70DD-09E9900A6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58963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Picture Placeholder 6">
            <a:extLst>
              <a:ext uri="{FF2B5EF4-FFF2-40B4-BE49-F238E27FC236}">
                <a16:creationId xmlns:a16="http://schemas.microsoft.com/office/drawing/2014/main" id="{D1C53CAA-4DD4-AA7C-27F7-3F0D08A169B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58813" y="1801954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0091DD53-8E82-014E-BE05-8571C5FDFBE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019590" y="1801954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D830462E-8272-89E7-7AE1-49D09586028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39201" y="1801954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A6B536E5-2CFC-80FB-79EE-5747749E5CC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8813" y="4060319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68BAED4C-07C7-DDED-FBC2-1AC7DCE1823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019590" y="4060319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B2E59335-9009-FACC-7E82-F867E495028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339201" y="4060319"/>
            <a:ext cx="3513599" cy="211082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0FE34400-6178-62D7-73EE-B90FA53675D1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636C17BD-0834-E94A-286E-92A882F2653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093D6516-E180-0F93-83A3-5CEFB277D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77778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0D97E437-107A-FF06-85EB-2DF58253C39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553406" y="1808163"/>
            <a:ext cx="3744000" cy="4537075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8BA064-8075-E801-0D81-DD656C63E0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87869FBE-9C86-7817-BEA6-3DCDD2A658C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448000" y="1808163"/>
            <a:ext cx="3744000" cy="4537075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1147468C-8EC9-9468-CE31-40123E99DD2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58812" y="1808163"/>
            <a:ext cx="3744000" cy="4537075"/>
          </a:xfrm>
          <a:custGeom>
            <a:avLst/>
            <a:gdLst>
              <a:gd name="connsiteX0" fmla="*/ 0 w 3671888"/>
              <a:gd name="connsiteY0" fmla="*/ 0 h 4216400"/>
              <a:gd name="connsiteX1" fmla="*/ 3671888 w 3671888"/>
              <a:gd name="connsiteY1" fmla="*/ 0 h 4216400"/>
              <a:gd name="connsiteX2" fmla="*/ 3671888 w 3671888"/>
              <a:gd name="connsiteY2" fmla="*/ 4216400 h 4216400"/>
              <a:gd name="connsiteX3" fmla="*/ 0 w 3671888"/>
              <a:gd name="connsiteY3" fmla="*/ 4216400 h 421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1888" h="4216400">
                <a:moveTo>
                  <a:pt x="0" y="0"/>
                </a:moveTo>
                <a:lnTo>
                  <a:pt x="3671888" y="0"/>
                </a:lnTo>
                <a:lnTo>
                  <a:pt x="3671888" y="4216400"/>
                </a:lnTo>
                <a:lnTo>
                  <a:pt x="0" y="4216400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9F1E4947-89E7-40B1-8FCF-0F19D7E4ED2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7" name="Textplatzhalter 17">
            <a:extLst>
              <a:ext uri="{FF2B5EF4-FFF2-40B4-BE49-F238E27FC236}">
                <a16:creationId xmlns:a16="http://schemas.microsoft.com/office/drawing/2014/main" id="{F0578141-BA08-2449-3A27-4C5B9A42A99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09EC0708-D4CB-A74F-16F6-F741EE8A4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491081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A627E51-4864-561C-19D8-0C45B04198C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Picture Placeholder 15">
            <a:extLst>
              <a:ext uri="{FF2B5EF4-FFF2-40B4-BE49-F238E27FC236}">
                <a16:creationId xmlns:a16="http://schemas.microsoft.com/office/drawing/2014/main" id="{4825B1BD-6F5C-73F6-5730-50C5E37F8BF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415834" y="1808162"/>
            <a:ext cx="6117353" cy="4537076"/>
          </a:xfrm>
          <a:custGeom>
            <a:avLst/>
            <a:gdLst>
              <a:gd name="connsiteX0" fmla="*/ 0 w 4494831"/>
              <a:gd name="connsiteY0" fmla="*/ 0 h 3239614"/>
              <a:gd name="connsiteX1" fmla="*/ 4494831 w 4494831"/>
              <a:gd name="connsiteY1" fmla="*/ 0 h 3239614"/>
              <a:gd name="connsiteX2" fmla="*/ 4494831 w 4494831"/>
              <a:gd name="connsiteY2" fmla="*/ 3239614 h 3239614"/>
              <a:gd name="connsiteX3" fmla="*/ 0 w 4494831"/>
              <a:gd name="connsiteY3" fmla="*/ 3239614 h 3239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94831" h="3239614">
                <a:moveTo>
                  <a:pt x="0" y="0"/>
                </a:moveTo>
                <a:lnTo>
                  <a:pt x="4494831" y="0"/>
                </a:lnTo>
                <a:lnTo>
                  <a:pt x="4494831" y="3239614"/>
                </a:lnTo>
                <a:lnTo>
                  <a:pt x="0" y="323961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EA26E8C4-BD4C-AB31-E71C-DAD77784689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58800" y="1808163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8FA4F822-5D40-51E9-8311-31F89ADC8D6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58800" y="3392700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FF657CE7-7058-2F14-F219-936C8D49601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58800" y="4977238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22" name="Picture Placeholder 10">
            <a:extLst>
              <a:ext uri="{FF2B5EF4-FFF2-40B4-BE49-F238E27FC236}">
                <a16:creationId xmlns:a16="http://schemas.microsoft.com/office/drawing/2014/main" id="{51F0A19C-2C72-A5E3-D811-ED56A8011DE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038607" y="1808163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3A13C34A-2A70-9358-9EC4-486760C21D1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38607" y="3392701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B99003E6-91ED-853C-06C0-C3263E8D38C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38607" y="4977238"/>
            <a:ext cx="2160000" cy="1368000"/>
          </a:xfrm>
          <a:custGeom>
            <a:avLst/>
            <a:gdLst>
              <a:gd name="connsiteX0" fmla="*/ 0 w 2164676"/>
              <a:gd name="connsiteY0" fmla="*/ 0 h 1533704"/>
              <a:gd name="connsiteX1" fmla="*/ 2164676 w 2164676"/>
              <a:gd name="connsiteY1" fmla="*/ 0 h 1533704"/>
              <a:gd name="connsiteX2" fmla="*/ 2164676 w 2164676"/>
              <a:gd name="connsiteY2" fmla="*/ 1533704 h 1533704"/>
              <a:gd name="connsiteX3" fmla="*/ 0 w 2164676"/>
              <a:gd name="connsiteY3" fmla="*/ 1533704 h 1533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4676" h="1533704">
                <a:moveTo>
                  <a:pt x="0" y="0"/>
                </a:moveTo>
                <a:lnTo>
                  <a:pt x="2164676" y="0"/>
                </a:lnTo>
                <a:lnTo>
                  <a:pt x="2164676" y="1533704"/>
                </a:lnTo>
                <a:lnTo>
                  <a:pt x="0" y="1533704"/>
                </a:lnTo>
                <a:close/>
              </a:path>
            </a:pathLst>
          </a:custGeom>
          <a:pattFill prst="pct5">
            <a:fgClr>
              <a:schemeClr val="tx2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803E2380-5025-64D3-7796-D427243CE44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6" name="Textplatzhalter 17">
            <a:extLst>
              <a:ext uri="{FF2B5EF4-FFF2-40B4-BE49-F238E27FC236}">
                <a16:creationId xmlns:a16="http://schemas.microsoft.com/office/drawing/2014/main" id="{8BDF3E8D-018E-406B-C77A-F863C88894D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7EB89D15-444B-D1F0-D453-C3D2E3B11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67621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Mode/Gray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2D9481-BA26-0289-57A6-D5E70B41B63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18005" y="6515100"/>
            <a:ext cx="214905" cy="142876"/>
          </a:xfrm>
          <a:prstGeom prst="rect">
            <a:avLst/>
          </a:prstGeom>
        </p:spPr>
        <p:txBody>
          <a:bodyPr/>
          <a:lstStyle/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A59E2A6E-0894-646C-B9EC-689D1F5A1C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953837" y="1808162"/>
            <a:ext cx="7238163" cy="4535997"/>
          </a:xfrm>
          <a:custGeom>
            <a:avLst/>
            <a:gdLst>
              <a:gd name="connsiteX0" fmla="*/ 0 w 2485705"/>
              <a:gd name="connsiteY0" fmla="*/ 0 h 3509287"/>
              <a:gd name="connsiteX1" fmla="*/ 2485705 w 2485705"/>
              <a:gd name="connsiteY1" fmla="*/ 0 h 3509287"/>
              <a:gd name="connsiteX2" fmla="*/ 2485705 w 2485705"/>
              <a:gd name="connsiteY2" fmla="*/ 3509287 h 3509287"/>
              <a:gd name="connsiteX3" fmla="*/ 0 w 2485705"/>
              <a:gd name="connsiteY3" fmla="*/ 3509287 h 3509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5705" h="3509287">
                <a:moveTo>
                  <a:pt x="0" y="0"/>
                </a:moveTo>
                <a:lnTo>
                  <a:pt x="2485705" y="0"/>
                </a:lnTo>
                <a:lnTo>
                  <a:pt x="2485705" y="3509287"/>
                </a:lnTo>
                <a:lnTo>
                  <a:pt x="0" y="3509287"/>
                </a:lnTo>
                <a:close/>
              </a:path>
            </a:pathLst>
          </a:cu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 wrap="square" lIns="0" tIns="0" rIns="0" bIns="0">
            <a:noAutofit/>
          </a:bodyPr>
          <a:lstStyle>
            <a:lvl1pPr marL="0" indent="0" algn="ctr"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  <a:p>
            <a:endParaRPr lang="en-US"/>
          </a:p>
          <a:p>
            <a:endParaRPr lang="en-US"/>
          </a:p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BBA0EDFE-4B65-A9A5-7816-292CE8E105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16" name="Textplatzhalter 17">
            <a:extLst>
              <a:ext uri="{FF2B5EF4-FFF2-40B4-BE49-F238E27FC236}">
                <a16:creationId xmlns:a16="http://schemas.microsoft.com/office/drawing/2014/main" id="{3BC147AA-4F02-C7C4-11DC-3147B61D151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12" y="824400"/>
            <a:ext cx="6840000" cy="25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2200" b="1" i="0" cap="all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DB200F90-7752-78AB-8C03-DFC93D1C7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655619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139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68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6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image" Target="../media/image1.svg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5.xml"/><Relationship Id="rId13" Type="http://schemas.openxmlformats.org/officeDocument/2006/relationships/slideLayout" Target="../slideLayouts/slideLayout80.xml"/><Relationship Id="rId3" Type="http://schemas.openxmlformats.org/officeDocument/2006/relationships/slideLayout" Target="../slideLayouts/slideLayout70.xml"/><Relationship Id="rId7" Type="http://schemas.openxmlformats.org/officeDocument/2006/relationships/slideLayout" Target="../slideLayouts/slideLayout74.xml"/><Relationship Id="rId12" Type="http://schemas.openxmlformats.org/officeDocument/2006/relationships/slideLayout" Target="../slideLayouts/slideLayout79.xml"/><Relationship Id="rId2" Type="http://schemas.openxmlformats.org/officeDocument/2006/relationships/slideLayout" Target="../slideLayouts/slideLayout69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68.xml"/><Relationship Id="rId6" Type="http://schemas.openxmlformats.org/officeDocument/2006/relationships/slideLayout" Target="../slideLayouts/slideLayout73.xml"/><Relationship Id="rId11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2.xml"/><Relationship Id="rId15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1.xml"/><Relationship Id="rId9" Type="http://schemas.openxmlformats.org/officeDocument/2006/relationships/slideLayout" Target="../slideLayouts/slideLayout76.xml"/><Relationship Id="rId14" Type="http://schemas.openxmlformats.org/officeDocument/2006/relationships/slideLayout" Target="../slideLayouts/slideLayout8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aphic 6">
            <a:extLst>
              <a:ext uri="{FF2B5EF4-FFF2-40B4-BE49-F238E27FC236}">
                <a16:creationId xmlns:a16="http://schemas.microsoft.com/office/drawing/2014/main" id="{2F234F73-1807-473A-24EA-92CF5F6B8B90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658813" y="6521024"/>
            <a:ext cx="586813" cy="142876"/>
            <a:chOff x="5548312" y="3295650"/>
            <a:chExt cx="1095375" cy="266700"/>
          </a:xfrm>
          <a:solidFill>
            <a:schemeClr val="bg2"/>
          </a:solidFill>
        </p:grpSpPr>
        <p:sp>
          <p:nvSpPr>
            <p:cNvPr id="7" name="Freeform 25">
              <a:extLst>
                <a:ext uri="{FF2B5EF4-FFF2-40B4-BE49-F238E27FC236}">
                  <a16:creationId xmlns:a16="http://schemas.microsoft.com/office/drawing/2014/main" id="{939CDA39-5CE6-33F9-5A25-EED45E92B48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49981" y="3353657"/>
              <a:ext cx="161925" cy="152400"/>
            </a:xfrm>
            <a:custGeom>
              <a:avLst/>
              <a:gdLst>
                <a:gd name="connsiteX0" fmla="*/ 32671 w 161925"/>
                <a:gd name="connsiteY0" fmla="*/ 0 h 152400"/>
                <a:gd name="connsiteX1" fmla="*/ 32671 w 161925"/>
                <a:gd name="connsiteY1" fmla="*/ 0 h 152400"/>
                <a:gd name="connsiteX2" fmla="*/ 165735 w 161925"/>
                <a:gd name="connsiteY2" fmla="*/ 0 h 152400"/>
                <a:gd name="connsiteX3" fmla="*/ 157925 w 161925"/>
                <a:gd name="connsiteY3" fmla="*/ 37052 h 152400"/>
                <a:gd name="connsiteX4" fmla="*/ 82391 w 161925"/>
                <a:gd name="connsiteY4" fmla="*/ 37052 h 152400"/>
                <a:gd name="connsiteX5" fmla="*/ 77724 w 161925"/>
                <a:gd name="connsiteY5" fmla="*/ 58865 h 152400"/>
                <a:gd name="connsiteX6" fmla="*/ 150019 w 161925"/>
                <a:gd name="connsiteY6" fmla="*/ 58865 h 152400"/>
                <a:gd name="connsiteX7" fmla="*/ 142113 w 161925"/>
                <a:gd name="connsiteY7" fmla="*/ 95917 h 152400"/>
                <a:gd name="connsiteX8" fmla="*/ 69914 w 161925"/>
                <a:gd name="connsiteY8" fmla="*/ 95917 h 152400"/>
                <a:gd name="connsiteX9" fmla="*/ 65437 w 161925"/>
                <a:gd name="connsiteY9" fmla="*/ 116777 h 152400"/>
                <a:gd name="connsiteX10" fmla="*/ 142494 w 161925"/>
                <a:gd name="connsiteY10" fmla="*/ 116777 h 152400"/>
                <a:gd name="connsiteX11" fmla="*/ 134684 w 161925"/>
                <a:gd name="connsiteY11" fmla="*/ 153924 h 152400"/>
                <a:gd name="connsiteX12" fmla="*/ 0 w 161925"/>
                <a:gd name="connsiteY12" fmla="*/ 153924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1925" h="152400">
                  <a:moveTo>
                    <a:pt x="32671" y="0"/>
                  </a:moveTo>
                  <a:lnTo>
                    <a:pt x="32671" y="0"/>
                  </a:lnTo>
                  <a:lnTo>
                    <a:pt x="165735" y="0"/>
                  </a:lnTo>
                  <a:lnTo>
                    <a:pt x="157925" y="37052"/>
                  </a:lnTo>
                  <a:lnTo>
                    <a:pt x="82391" y="37052"/>
                  </a:lnTo>
                  <a:lnTo>
                    <a:pt x="77724" y="58865"/>
                  </a:lnTo>
                  <a:lnTo>
                    <a:pt x="150019" y="58865"/>
                  </a:lnTo>
                  <a:lnTo>
                    <a:pt x="142113" y="95917"/>
                  </a:lnTo>
                  <a:lnTo>
                    <a:pt x="69914" y="95917"/>
                  </a:lnTo>
                  <a:lnTo>
                    <a:pt x="65437" y="116777"/>
                  </a:lnTo>
                  <a:lnTo>
                    <a:pt x="142494" y="116777"/>
                  </a:lnTo>
                  <a:lnTo>
                    <a:pt x="134684" y="153924"/>
                  </a:lnTo>
                  <a:lnTo>
                    <a:pt x="0" y="15392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8" name="Freeform 26">
              <a:extLst>
                <a:ext uri="{FF2B5EF4-FFF2-40B4-BE49-F238E27FC236}">
                  <a16:creationId xmlns:a16="http://schemas.microsoft.com/office/drawing/2014/main" id="{1FAE4725-6B6B-A047-0E74-5BA61683045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12478" y="3353657"/>
              <a:ext cx="180975" cy="152400"/>
            </a:xfrm>
            <a:custGeom>
              <a:avLst/>
              <a:gdLst>
                <a:gd name="connsiteX0" fmla="*/ 67151 w 180975"/>
                <a:gd name="connsiteY0" fmla="*/ 115633 h 152400"/>
                <a:gd name="connsiteX1" fmla="*/ 67151 w 180975"/>
                <a:gd name="connsiteY1" fmla="*/ 115633 h 152400"/>
                <a:gd name="connsiteX2" fmla="*/ 81820 w 180975"/>
                <a:gd name="connsiteY2" fmla="*/ 115633 h 152400"/>
                <a:gd name="connsiteX3" fmla="*/ 116395 w 180975"/>
                <a:gd name="connsiteY3" fmla="*/ 75724 h 152400"/>
                <a:gd name="connsiteX4" fmla="*/ 98584 w 180975"/>
                <a:gd name="connsiteY4" fmla="*/ 35719 h 152400"/>
                <a:gd name="connsiteX5" fmla="*/ 83915 w 180975"/>
                <a:gd name="connsiteY5" fmla="*/ 35719 h 152400"/>
                <a:gd name="connsiteX6" fmla="*/ 67151 w 180975"/>
                <a:gd name="connsiteY6" fmla="*/ 115633 h 152400"/>
                <a:gd name="connsiteX7" fmla="*/ 32576 w 180975"/>
                <a:gd name="connsiteY7" fmla="*/ 0 h 152400"/>
                <a:gd name="connsiteX8" fmla="*/ 32576 w 180975"/>
                <a:gd name="connsiteY8" fmla="*/ 0 h 152400"/>
                <a:gd name="connsiteX9" fmla="*/ 119063 w 180975"/>
                <a:gd name="connsiteY9" fmla="*/ 0 h 152400"/>
                <a:gd name="connsiteX10" fmla="*/ 177832 w 180975"/>
                <a:gd name="connsiteY10" fmla="*/ 77343 h 152400"/>
                <a:gd name="connsiteX11" fmla="*/ 84011 w 180975"/>
                <a:gd name="connsiteY11" fmla="*/ 153924 h 152400"/>
                <a:gd name="connsiteX12" fmla="*/ 0 w 180975"/>
                <a:gd name="connsiteY12" fmla="*/ 153924 h 152400"/>
                <a:gd name="connsiteX13" fmla="*/ 32576 w 180975"/>
                <a:gd name="connsiteY13" fmla="*/ 0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0975" h="152400">
                  <a:moveTo>
                    <a:pt x="67151" y="115633"/>
                  </a:moveTo>
                  <a:lnTo>
                    <a:pt x="67151" y="115633"/>
                  </a:lnTo>
                  <a:lnTo>
                    <a:pt x="81820" y="115633"/>
                  </a:lnTo>
                  <a:cubicBezTo>
                    <a:pt x="103251" y="115633"/>
                    <a:pt x="111062" y="101441"/>
                    <a:pt x="116395" y="75724"/>
                  </a:cubicBezTo>
                  <a:cubicBezTo>
                    <a:pt x="122111" y="49340"/>
                    <a:pt x="119729" y="35719"/>
                    <a:pt x="98584" y="35719"/>
                  </a:cubicBezTo>
                  <a:lnTo>
                    <a:pt x="83915" y="35719"/>
                  </a:lnTo>
                  <a:lnTo>
                    <a:pt x="67151" y="115633"/>
                  </a:lnTo>
                  <a:close/>
                  <a:moveTo>
                    <a:pt x="32576" y="0"/>
                  </a:moveTo>
                  <a:lnTo>
                    <a:pt x="32576" y="0"/>
                  </a:lnTo>
                  <a:lnTo>
                    <a:pt x="119063" y="0"/>
                  </a:lnTo>
                  <a:cubicBezTo>
                    <a:pt x="163163" y="0"/>
                    <a:pt x="190976" y="14859"/>
                    <a:pt x="177832" y="77343"/>
                  </a:cubicBezTo>
                  <a:cubicBezTo>
                    <a:pt x="165354" y="135541"/>
                    <a:pt x="128111" y="153924"/>
                    <a:pt x="84011" y="153924"/>
                  </a:cubicBezTo>
                  <a:lnTo>
                    <a:pt x="0" y="153924"/>
                  </a:lnTo>
                  <a:lnTo>
                    <a:pt x="32576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9" name="Freeform 27">
              <a:extLst>
                <a:ext uri="{FF2B5EF4-FFF2-40B4-BE49-F238E27FC236}">
                  <a16:creationId xmlns:a16="http://schemas.microsoft.com/office/drawing/2014/main" id="{53BB3719-7A0C-0ADA-4CBA-9F35182B449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274498" y="3353657"/>
              <a:ext cx="180975" cy="152400"/>
            </a:xfrm>
            <a:custGeom>
              <a:avLst/>
              <a:gdLst>
                <a:gd name="connsiteX0" fmla="*/ 91154 w 180975"/>
                <a:gd name="connsiteY0" fmla="*/ 83534 h 152400"/>
                <a:gd name="connsiteX1" fmla="*/ 91154 w 180975"/>
                <a:gd name="connsiteY1" fmla="*/ 83534 h 152400"/>
                <a:gd name="connsiteX2" fmla="*/ 125254 w 180975"/>
                <a:gd name="connsiteY2" fmla="*/ 83534 h 152400"/>
                <a:gd name="connsiteX3" fmla="*/ 119253 w 180975"/>
                <a:gd name="connsiteY3" fmla="*/ 33052 h 152400"/>
                <a:gd name="connsiteX4" fmla="*/ 118777 w 180975"/>
                <a:gd name="connsiteY4" fmla="*/ 33052 h 152400"/>
                <a:gd name="connsiteX5" fmla="*/ 91154 w 180975"/>
                <a:gd name="connsiteY5" fmla="*/ 83534 h 152400"/>
                <a:gd name="connsiteX6" fmla="*/ 86487 w 180975"/>
                <a:gd name="connsiteY6" fmla="*/ 0 h 152400"/>
                <a:gd name="connsiteX7" fmla="*/ 86487 w 180975"/>
                <a:gd name="connsiteY7" fmla="*/ 0 h 152400"/>
                <a:gd name="connsiteX8" fmla="*/ 167735 w 180975"/>
                <a:gd name="connsiteY8" fmla="*/ 0 h 152400"/>
                <a:gd name="connsiteX9" fmla="*/ 189833 w 180975"/>
                <a:gd name="connsiteY9" fmla="*/ 153924 h 152400"/>
                <a:gd name="connsiteX10" fmla="*/ 127921 w 180975"/>
                <a:gd name="connsiteY10" fmla="*/ 153924 h 152400"/>
                <a:gd name="connsiteX11" fmla="*/ 124968 w 180975"/>
                <a:gd name="connsiteY11" fmla="*/ 120587 h 152400"/>
                <a:gd name="connsiteX12" fmla="*/ 75248 w 180975"/>
                <a:gd name="connsiteY12" fmla="*/ 120587 h 152400"/>
                <a:gd name="connsiteX13" fmla="*/ 58769 w 180975"/>
                <a:gd name="connsiteY13" fmla="*/ 153924 h 152400"/>
                <a:gd name="connsiteX14" fmla="*/ 0 w 180975"/>
                <a:gd name="connsiteY14" fmla="*/ 153924 h 152400"/>
                <a:gd name="connsiteX15" fmla="*/ 86487 w 180975"/>
                <a:gd name="connsiteY15" fmla="*/ 0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975" h="152400">
                  <a:moveTo>
                    <a:pt x="91154" y="83534"/>
                  </a:moveTo>
                  <a:lnTo>
                    <a:pt x="91154" y="83534"/>
                  </a:lnTo>
                  <a:lnTo>
                    <a:pt x="125254" y="83534"/>
                  </a:lnTo>
                  <a:lnTo>
                    <a:pt x="119253" y="33052"/>
                  </a:lnTo>
                  <a:lnTo>
                    <a:pt x="118777" y="33052"/>
                  </a:lnTo>
                  <a:lnTo>
                    <a:pt x="91154" y="83534"/>
                  </a:lnTo>
                  <a:close/>
                  <a:moveTo>
                    <a:pt x="86487" y="0"/>
                  </a:moveTo>
                  <a:lnTo>
                    <a:pt x="86487" y="0"/>
                  </a:lnTo>
                  <a:lnTo>
                    <a:pt x="167735" y="0"/>
                  </a:lnTo>
                  <a:lnTo>
                    <a:pt x="189833" y="153924"/>
                  </a:lnTo>
                  <a:lnTo>
                    <a:pt x="127921" y="153924"/>
                  </a:lnTo>
                  <a:lnTo>
                    <a:pt x="124968" y="120587"/>
                  </a:lnTo>
                  <a:lnTo>
                    <a:pt x="75248" y="120587"/>
                  </a:lnTo>
                  <a:lnTo>
                    <a:pt x="58769" y="153924"/>
                  </a:lnTo>
                  <a:lnTo>
                    <a:pt x="0" y="153924"/>
                  </a:lnTo>
                  <a:lnTo>
                    <a:pt x="86487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10" name="Freeform 28">
              <a:extLst>
                <a:ext uri="{FF2B5EF4-FFF2-40B4-BE49-F238E27FC236}">
                  <a16:creationId xmlns:a16="http://schemas.microsoft.com/office/drawing/2014/main" id="{814B52E7-8744-8BF9-DBFD-C758CCD7EC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476453" y="3350990"/>
              <a:ext cx="161925" cy="152400"/>
            </a:xfrm>
            <a:custGeom>
              <a:avLst/>
              <a:gdLst>
                <a:gd name="connsiteX0" fmla="*/ 142184 w 161925"/>
                <a:gd name="connsiteY0" fmla="*/ 150781 h 152400"/>
                <a:gd name="connsiteX1" fmla="*/ 142184 w 161925"/>
                <a:gd name="connsiteY1" fmla="*/ 150781 h 152400"/>
                <a:gd name="connsiteX2" fmla="*/ 76747 w 161925"/>
                <a:gd name="connsiteY2" fmla="*/ 159258 h 152400"/>
                <a:gd name="connsiteX3" fmla="*/ 2261 w 161925"/>
                <a:gd name="connsiteY3" fmla="*/ 77343 h 152400"/>
                <a:gd name="connsiteX4" fmla="*/ 110561 w 161925"/>
                <a:gd name="connsiteY4" fmla="*/ 0 h 152400"/>
                <a:gd name="connsiteX5" fmla="*/ 166853 w 161925"/>
                <a:gd name="connsiteY5" fmla="*/ 5715 h 152400"/>
                <a:gd name="connsiteX6" fmla="*/ 157995 w 161925"/>
                <a:gd name="connsiteY6" fmla="*/ 47244 h 152400"/>
                <a:gd name="connsiteX7" fmla="*/ 119419 w 161925"/>
                <a:gd name="connsiteY7" fmla="*/ 38386 h 152400"/>
                <a:gd name="connsiteX8" fmla="*/ 61697 w 161925"/>
                <a:gd name="connsiteY8" fmla="*/ 81058 h 152400"/>
                <a:gd name="connsiteX9" fmla="*/ 85510 w 161925"/>
                <a:gd name="connsiteY9" fmla="*/ 120777 h 152400"/>
                <a:gd name="connsiteX10" fmla="*/ 98273 w 161925"/>
                <a:gd name="connsiteY10" fmla="*/ 119444 h 152400"/>
                <a:gd name="connsiteX11" fmla="*/ 106941 w 161925"/>
                <a:gd name="connsiteY11" fmla="*/ 78391 h 152400"/>
                <a:gd name="connsiteX12" fmla="*/ 157519 w 161925"/>
                <a:gd name="connsiteY12" fmla="*/ 78391 h 152400"/>
                <a:gd name="connsiteX13" fmla="*/ 142184 w 161925"/>
                <a:gd name="connsiteY13" fmla="*/ 15078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1925" h="152400">
                  <a:moveTo>
                    <a:pt x="142184" y="150781"/>
                  </a:moveTo>
                  <a:lnTo>
                    <a:pt x="142184" y="150781"/>
                  </a:lnTo>
                  <a:cubicBezTo>
                    <a:pt x="120752" y="156782"/>
                    <a:pt x="101036" y="159258"/>
                    <a:pt x="76747" y="159258"/>
                  </a:cubicBezTo>
                  <a:cubicBezTo>
                    <a:pt x="25693" y="159258"/>
                    <a:pt x="-9455" y="132207"/>
                    <a:pt x="2261" y="77343"/>
                  </a:cubicBezTo>
                  <a:cubicBezTo>
                    <a:pt x="13024" y="25622"/>
                    <a:pt x="61316" y="0"/>
                    <a:pt x="110561" y="0"/>
                  </a:cubicBezTo>
                  <a:cubicBezTo>
                    <a:pt x="139326" y="0"/>
                    <a:pt x="152851" y="2191"/>
                    <a:pt x="166853" y="5715"/>
                  </a:cubicBezTo>
                  <a:lnTo>
                    <a:pt x="157995" y="47244"/>
                  </a:lnTo>
                  <a:cubicBezTo>
                    <a:pt x="150661" y="42386"/>
                    <a:pt x="135897" y="38386"/>
                    <a:pt x="119419" y="38386"/>
                  </a:cubicBezTo>
                  <a:cubicBezTo>
                    <a:pt x="90177" y="38386"/>
                    <a:pt x="67698" y="53054"/>
                    <a:pt x="61697" y="81058"/>
                  </a:cubicBezTo>
                  <a:cubicBezTo>
                    <a:pt x="57220" y="102203"/>
                    <a:pt x="61888" y="120777"/>
                    <a:pt x="85510" y="120777"/>
                  </a:cubicBezTo>
                  <a:cubicBezTo>
                    <a:pt x="89605" y="120777"/>
                    <a:pt x="94463" y="120777"/>
                    <a:pt x="98273" y="119444"/>
                  </a:cubicBezTo>
                  <a:lnTo>
                    <a:pt x="106941" y="78391"/>
                  </a:lnTo>
                  <a:lnTo>
                    <a:pt x="157519" y="78391"/>
                  </a:lnTo>
                  <a:lnTo>
                    <a:pt x="142184" y="15078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8E6C8B09-DD9B-6E0D-BDFD-7767FCD563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648991" y="3412046"/>
              <a:ext cx="200025" cy="28575"/>
            </a:xfrm>
            <a:custGeom>
              <a:avLst/>
              <a:gdLst>
                <a:gd name="connsiteX0" fmla="*/ 7811 w 200025"/>
                <a:gd name="connsiteY0" fmla="*/ 0 h 28575"/>
                <a:gd name="connsiteX1" fmla="*/ 7811 w 200025"/>
                <a:gd name="connsiteY1" fmla="*/ 0 h 28575"/>
                <a:gd name="connsiteX2" fmla="*/ 202978 w 200025"/>
                <a:gd name="connsiteY2" fmla="*/ 0 h 28575"/>
                <a:gd name="connsiteX3" fmla="*/ 195167 w 200025"/>
                <a:gd name="connsiteY3" fmla="*/ 37052 h 28575"/>
                <a:gd name="connsiteX4" fmla="*/ 0 w 200025"/>
                <a:gd name="connsiteY4" fmla="*/ 37052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025" h="28575">
                  <a:moveTo>
                    <a:pt x="7811" y="0"/>
                  </a:moveTo>
                  <a:lnTo>
                    <a:pt x="7811" y="0"/>
                  </a:lnTo>
                  <a:lnTo>
                    <a:pt x="202978" y="0"/>
                  </a:lnTo>
                  <a:lnTo>
                    <a:pt x="195167" y="37052"/>
                  </a:lnTo>
                  <a:lnTo>
                    <a:pt x="0" y="370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12" name="Freeform 30">
              <a:extLst>
                <a:ext uri="{FF2B5EF4-FFF2-40B4-BE49-F238E27FC236}">
                  <a16:creationId xmlns:a16="http://schemas.microsoft.com/office/drawing/2014/main" id="{B37951B6-9096-A7E1-EC3E-E43A2172D4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673661" y="3295650"/>
              <a:ext cx="200025" cy="28575"/>
            </a:xfrm>
            <a:custGeom>
              <a:avLst/>
              <a:gdLst>
                <a:gd name="connsiteX0" fmla="*/ 7810 w 200025"/>
                <a:gd name="connsiteY0" fmla="*/ 0 h 28575"/>
                <a:gd name="connsiteX1" fmla="*/ 0 w 200025"/>
                <a:gd name="connsiteY1" fmla="*/ 36862 h 28575"/>
                <a:gd name="connsiteX2" fmla="*/ 194977 w 200025"/>
                <a:gd name="connsiteY2" fmla="*/ 36862 h 28575"/>
                <a:gd name="connsiteX3" fmla="*/ 202978 w 200025"/>
                <a:gd name="connsiteY3" fmla="*/ 0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025" h="28575">
                  <a:moveTo>
                    <a:pt x="7810" y="0"/>
                  </a:moveTo>
                  <a:lnTo>
                    <a:pt x="0" y="36862"/>
                  </a:lnTo>
                  <a:lnTo>
                    <a:pt x="194977" y="36862"/>
                  </a:lnTo>
                  <a:lnTo>
                    <a:pt x="20297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13" name="Freeform 31">
              <a:extLst>
                <a:ext uri="{FF2B5EF4-FFF2-40B4-BE49-F238E27FC236}">
                  <a16:creationId xmlns:a16="http://schemas.microsoft.com/office/drawing/2014/main" id="{79AE90B5-071C-A31E-0644-6ADE74686CF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624322" y="3528441"/>
              <a:ext cx="200025" cy="28575"/>
            </a:xfrm>
            <a:custGeom>
              <a:avLst/>
              <a:gdLst>
                <a:gd name="connsiteX0" fmla="*/ 8001 w 200025"/>
                <a:gd name="connsiteY0" fmla="*/ 0 h 28575"/>
                <a:gd name="connsiteX1" fmla="*/ 0 w 200025"/>
                <a:gd name="connsiteY1" fmla="*/ 37243 h 28575"/>
                <a:gd name="connsiteX2" fmla="*/ 195263 w 200025"/>
                <a:gd name="connsiteY2" fmla="*/ 37243 h 28575"/>
                <a:gd name="connsiteX3" fmla="*/ 203073 w 200025"/>
                <a:gd name="connsiteY3" fmla="*/ 0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025" h="28575">
                  <a:moveTo>
                    <a:pt x="8001" y="0"/>
                  </a:moveTo>
                  <a:lnTo>
                    <a:pt x="0" y="37243"/>
                  </a:lnTo>
                  <a:lnTo>
                    <a:pt x="195263" y="37243"/>
                  </a:lnTo>
                  <a:lnTo>
                    <a:pt x="20307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14" name="Freeform 32">
              <a:extLst>
                <a:ext uri="{FF2B5EF4-FFF2-40B4-BE49-F238E27FC236}">
                  <a16:creationId xmlns:a16="http://schemas.microsoft.com/office/drawing/2014/main" id="{95A7CB76-69C8-721A-0CBB-D13EB7C00DA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548312" y="3354229"/>
              <a:ext cx="371475" cy="152400"/>
            </a:xfrm>
            <a:custGeom>
              <a:avLst/>
              <a:gdLst>
                <a:gd name="connsiteX0" fmla="*/ 344424 w 371475"/>
                <a:gd name="connsiteY0" fmla="*/ 153924 h 152400"/>
                <a:gd name="connsiteX1" fmla="*/ 344424 w 371475"/>
                <a:gd name="connsiteY1" fmla="*/ 153924 h 152400"/>
                <a:gd name="connsiteX2" fmla="*/ 0 w 371475"/>
                <a:gd name="connsiteY2" fmla="*/ 154115 h 152400"/>
                <a:gd name="connsiteX3" fmla="*/ 344424 w 371475"/>
                <a:gd name="connsiteY3" fmla="*/ 153924 h 152400"/>
                <a:gd name="connsiteX4" fmla="*/ 377190 w 371475"/>
                <a:gd name="connsiteY4" fmla="*/ 0 h 152400"/>
                <a:gd name="connsiteX5" fmla="*/ 32576 w 371475"/>
                <a:gd name="connsiteY5" fmla="*/ 0 h 152400"/>
                <a:gd name="connsiteX6" fmla="*/ 24575 w 371475"/>
                <a:gd name="connsiteY6" fmla="*/ 37148 h 152400"/>
                <a:gd name="connsiteX7" fmla="*/ 331946 w 371475"/>
                <a:gd name="connsiteY7" fmla="*/ 36957 h 152400"/>
                <a:gd name="connsiteX8" fmla="*/ 314992 w 371475"/>
                <a:gd name="connsiteY8" fmla="*/ 116872 h 152400"/>
                <a:gd name="connsiteX9" fmla="*/ 8192 w 371475"/>
                <a:gd name="connsiteY9" fmla="*/ 117062 h 152400"/>
                <a:gd name="connsiteX10" fmla="*/ 0 w 371475"/>
                <a:gd name="connsiteY10" fmla="*/ 154019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1475" h="152400">
                  <a:moveTo>
                    <a:pt x="344424" y="153924"/>
                  </a:moveTo>
                  <a:lnTo>
                    <a:pt x="344424" y="153924"/>
                  </a:lnTo>
                  <a:cubicBezTo>
                    <a:pt x="344424" y="153924"/>
                    <a:pt x="476" y="154115"/>
                    <a:pt x="0" y="154115"/>
                  </a:cubicBezTo>
                  <a:lnTo>
                    <a:pt x="344424" y="153924"/>
                  </a:lnTo>
                  <a:lnTo>
                    <a:pt x="377190" y="0"/>
                  </a:lnTo>
                  <a:cubicBezTo>
                    <a:pt x="377190" y="190"/>
                    <a:pt x="32576" y="0"/>
                    <a:pt x="32576" y="0"/>
                  </a:cubicBezTo>
                  <a:lnTo>
                    <a:pt x="24575" y="37148"/>
                  </a:lnTo>
                  <a:lnTo>
                    <a:pt x="331946" y="36957"/>
                  </a:lnTo>
                  <a:lnTo>
                    <a:pt x="314992" y="116872"/>
                  </a:lnTo>
                  <a:lnTo>
                    <a:pt x="8192" y="117062"/>
                  </a:lnTo>
                  <a:lnTo>
                    <a:pt x="0" y="154019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</p:grpSp>
      <p:sp>
        <p:nvSpPr>
          <p:cNvPr id="15" name="TextBox 12">
            <a:extLst>
              <a:ext uri="{FF2B5EF4-FFF2-40B4-BE49-F238E27FC236}">
                <a16:creationId xmlns:a16="http://schemas.microsoft.com/office/drawing/2014/main" id="{81D8C773-6DC5-A71A-1664-9FAEE3C7A9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 bwMode="gray">
          <a:xfrm>
            <a:off x="8956432" y="6553476"/>
            <a:ext cx="2062072" cy="1103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r">
              <a:lnSpc>
                <a:spcPct val="85000"/>
              </a:lnSpc>
            </a:pPr>
            <a:r>
              <a:rPr lang="en-US" sz="800" noProof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</a:t>
            </a:r>
            <a:r>
              <a:rPr lang="de-DE" sz="800" noProof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800" noProof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EDAG Group. All rights reserved.</a:t>
            </a: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37DC639-DBC2-9923-5CB1-59DDF011A3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 bwMode="gray">
          <a:xfrm>
            <a:off x="11318005" y="6515100"/>
            <a:ext cx="214905" cy="142876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r">
              <a:lnSpc>
                <a:spcPct val="85000"/>
              </a:lnSpc>
              <a:defRPr sz="800">
                <a:solidFill>
                  <a:schemeClr val="bg2"/>
                </a:solidFill>
              </a:defRPr>
            </a:lvl1pPr>
            <a:lvl2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9pPr>
          </a:lstStyle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9835387-DDA8-28F6-FAF3-46DCF0986BC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1440000" y="6537600"/>
            <a:ext cx="7560000" cy="10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3" name="Titelplatzhalter 2">
            <a:extLst>
              <a:ext uri="{FF2B5EF4-FFF2-40B4-BE49-F238E27FC236}">
                <a16:creationId xmlns:a16="http://schemas.microsoft.com/office/drawing/2014/main" id="{0E7E8398-E06A-4C53-F125-73EE9687A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800" y="522000"/>
            <a:ext cx="6840000" cy="25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/>
              <a:t>Mastertitelformat bearbeiten</a:t>
            </a:r>
          </a:p>
        </p:txBody>
      </p:sp>
      <p:pic>
        <p:nvPicPr>
          <p:cNvPr id="5" name="Grafik 2">
            <a:extLst>
              <a:ext uri="{FF2B5EF4-FFF2-40B4-BE49-F238E27FC236}">
                <a16:creationId xmlns:a16="http://schemas.microsoft.com/office/drawing/2014/main" id="{E2AB58E5-4807-FD46-74EC-C2D90647A5C7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9"/>
              </a:ext>
            </a:extLst>
          </a:blip>
          <a:srcRect r="148"/>
          <a:stretch/>
        </p:blipFill>
        <p:spPr>
          <a:xfrm>
            <a:off x="5330548" y="1"/>
            <a:ext cx="6861452" cy="1457999"/>
          </a:xfrm>
          <a:prstGeom prst="rect">
            <a:avLst/>
          </a:prstGeom>
        </p:spPr>
      </p:pic>
      <p:grpSp>
        <p:nvGrpSpPr>
          <p:cNvPr id="25" name="Grafik 13">
            <a:extLst>
              <a:ext uri="{FF2B5EF4-FFF2-40B4-BE49-F238E27FC236}">
                <a16:creationId xmlns:a16="http://schemas.microsoft.com/office/drawing/2014/main" id="{177A8AAF-EFEB-9857-DE3A-F953E3F52EC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321200" y="489600"/>
            <a:ext cx="1209600" cy="299018"/>
            <a:chOff x="8501174" y="2383489"/>
            <a:chExt cx="2699861" cy="667416"/>
          </a:xfrm>
          <a:solidFill>
            <a:schemeClr val="tx1"/>
          </a:solidFill>
        </p:grpSpPr>
        <p:grpSp>
          <p:nvGrpSpPr>
            <p:cNvPr id="26" name="Grafik 13">
              <a:extLst>
                <a:ext uri="{FF2B5EF4-FFF2-40B4-BE49-F238E27FC236}">
                  <a16:creationId xmlns:a16="http://schemas.microsoft.com/office/drawing/2014/main" id="{27779385-6115-1011-7C15-99BB38A36000}"/>
                </a:ext>
              </a:extLst>
            </p:cNvPr>
            <p:cNvGrpSpPr/>
            <p:nvPr/>
          </p:nvGrpSpPr>
          <p:grpSpPr>
            <a:xfrm>
              <a:off x="9461484" y="2955941"/>
              <a:ext cx="876871" cy="94964"/>
              <a:chOff x="9461484" y="2955941"/>
              <a:chExt cx="876871" cy="94964"/>
            </a:xfrm>
            <a:grpFill/>
          </p:grpSpPr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362434AB-44E1-A26D-5922-3942C609C385}"/>
                  </a:ext>
                </a:extLst>
              </p:cNvPr>
              <p:cNvSpPr/>
              <p:nvPr/>
            </p:nvSpPr>
            <p:spPr>
              <a:xfrm>
                <a:off x="9461484" y="2957560"/>
                <a:ext cx="64198" cy="91725"/>
              </a:xfrm>
              <a:custGeom>
                <a:avLst/>
                <a:gdLst>
                  <a:gd name="connsiteX0" fmla="*/ 0 w 64198"/>
                  <a:gd name="connsiteY0" fmla="*/ 91726 h 91725"/>
                  <a:gd name="connsiteX1" fmla="*/ 18955 w 64198"/>
                  <a:gd name="connsiteY1" fmla="*/ 0 h 91725"/>
                  <a:gd name="connsiteX2" fmla="*/ 64198 w 64198"/>
                  <a:gd name="connsiteY2" fmla="*/ 0 h 91725"/>
                  <a:gd name="connsiteX3" fmla="*/ 62770 w 64198"/>
                  <a:gd name="connsiteY3" fmla="*/ 7906 h 91725"/>
                  <a:gd name="connsiteX4" fmla="*/ 26384 w 64198"/>
                  <a:gd name="connsiteY4" fmla="*/ 7906 h 91725"/>
                  <a:gd name="connsiteX5" fmla="*/ 19717 w 64198"/>
                  <a:gd name="connsiteY5" fmla="*/ 40576 h 91725"/>
                  <a:gd name="connsiteX6" fmla="*/ 54007 w 64198"/>
                  <a:gd name="connsiteY6" fmla="*/ 40576 h 91725"/>
                  <a:gd name="connsiteX7" fmla="*/ 52578 w 64198"/>
                  <a:gd name="connsiteY7" fmla="*/ 48482 h 91725"/>
                  <a:gd name="connsiteX8" fmla="*/ 18193 w 64198"/>
                  <a:gd name="connsiteY8" fmla="*/ 48482 h 91725"/>
                  <a:gd name="connsiteX9" fmla="*/ 10858 w 64198"/>
                  <a:gd name="connsiteY9" fmla="*/ 83820 h 91725"/>
                  <a:gd name="connsiteX10" fmla="*/ 48577 w 64198"/>
                  <a:gd name="connsiteY10" fmla="*/ 83820 h 91725"/>
                  <a:gd name="connsiteX11" fmla="*/ 47244 w 64198"/>
                  <a:gd name="connsiteY11" fmla="*/ 91726 h 91725"/>
                  <a:gd name="connsiteX12" fmla="*/ 190 w 64198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4198" h="91725">
                    <a:moveTo>
                      <a:pt x="0" y="91726"/>
                    </a:moveTo>
                    <a:lnTo>
                      <a:pt x="18955" y="0"/>
                    </a:lnTo>
                    <a:lnTo>
                      <a:pt x="64198" y="0"/>
                    </a:lnTo>
                    <a:lnTo>
                      <a:pt x="62770" y="7906"/>
                    </a:lnTo>
                    <a:lnTo>
                      <a:pt x="26384" y="7906"/>
                    </a:lnTo>
                    <a:lnTo>
                      <a:pt x="19717" y="40576"/>
                    </a:lnTo>
                    <a:lnTo>
                      <a:pt x="54007" y="40576"/>
                    </a:lnTo>
                    <a:lnTo>
                      <a:pt x="52578" y="48482"/>
                    </a:lnTo>
                    <a:lnTo>
                      <a:pt x="18193" y="48482"/>
                    </a:lnTo>
                    <a:lnTo>
                      <a:pt x="10858" y="83820"/>
                    </a:lnTo>
                    <a:lnTo>
                      <a:pt x="48577" y="83820"/>
                    </a:lnTo>
                    <a:lnTo>
                      <a:pt x="47244" y="91726"/>
                    </a:lnTo>
                    <a:lnTo>
                      <a:pt x="190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DBAB28DC-3F55-AA1F-A92A-72D8F3CAEB63}"/>
                  </a:ext>
                </a:extLst>
              </p:cNvPr>
              <p:cNvSpPr/>
              <p:nvPr/>
            </p:nvSpPr>
            <p:spPr>
              <a:xfrm>
                <a:off x="9534636" y="2957560"/>
                <a:ext cx="48387" cy="91725"/>
              </a:xfrm>
              <a:custGeom>
                <a:avLst/>
                <a:gdLst>
                  <a:gd name="connsiteX0" fmla="*/ 0 w 48387"/>
                  <a:gd name="connsiteY0" fmla="*/ 91726 h 91725"/>
                  <a:gd name="connsiteX1" fmla="*/ 19621 w 48387"/>
                  <a:gd name="connsiteY1" fmla="*/ 0 h 91725"/>
                  <a:gd name="connsiteX2" fmla="*/ 28956 w 48387"/>
                  <a:gd name="connsiteY2" fmla="*/ 0 h 91725"/>
                  <a:gd name="connsiteX3" fmla="*/ 10954 w 48387"/>
                  <a:gd name="connsiteY3" fmla="*/ 83820 h 91725"/>
                  <a:gd name="connsiteX4" fmla="*/ 48387 w 48387"/>
                  <a:gd name="connsiteY4" fmla="*/ 83820 h 91725"/>
                  <a:gd name="connsiteX5" fmla="*/ 46958 w 48387"/>
                  <a:gd name="connsiteY5" fmla="*/ 91726 h 91725"/>
                  <a:gd name="connsiteX6" fmla="*/ 95 w 48387"/>
                  <a:gd name="connsiteY6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8387" h="91725">
                    <a:moveTo>
                      <a:pt x="0" y="91726"/>
                    </a:moveTo>
                    <a:lnTo>
                      <a:pt x="19621" y="0"/>
                    </a:lnTo>
                    <a:lnTo>
                      <a:pt x="28956" y="0"/>
                    </a:lnTo>
                    <a:lnTo>
                      <a:pt x="10954" y="83820"/>
                    </a:lnTo>
                    <a:lnTo>
                      <a:pt x="48387" y="83820"/>
                    </a:lnTo>
                    <a:lnTo>
                      <a:pt x="46958" y="91726"/>
                    </a:lnTo>
                    <a:lnTo>
                      <a:pt x="95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7" name="Freihandform: Form 36">
                <a:extLst>
                  <a:ext uri="{FF2B5EF4-FFF2-40B4-BE49-F238E27FC236}">
                    <a16:creationId xmlns:a16="http://schemas.microsoft.com/office/drawing/2014/main" id="{C7115140-4965-859F-7B46-F587260DA69F}"/>
                  </a:ext>
                </a:extLst>
              </p:cNvPr>
              <p:cNvSpPr/>
              <p:nvPr/>
            </p:nvSpPr>
            <p:spPr>
              <a:xfrm>
                <a:off x="9605216" y="2957560"/>
                <a:ext cx="64198" cy="91725"/>
              </a:xfrm>
              <a:custGeom>
                <a:avLst/>
                <a:gdLst>
                  <a:gd name="connsiteX0" fmla="*/ 0 w 64198"/>
                  <a:gd name="connsiteY0" fmla="*/ 91726 h 91725"/>
                  <a:gd name="connsiteX1" fmla="*/ 18955 w 64198"/>
                  <a:gd name="connsiteY1" fmla="*/ 0 h 91725"/>
                  <a:gd name="connsiteX2" fmla="*/ 64199 w 64198"/>
                  <a:gd name="connsiteY2" fmla="*/ 0 h 91725"/>
                  <a:gd name="connsiteX3" fmla="*/ 62770 w 64198"/>
                  <a:gd name="connsiteY3" fmla="*/ 7906 h 91725"/>
                  <a:gd name="connsiteX4" fmla="*/ 26384 w 64198"/>
                  <a:gd name="connsiteY4" fmla="*/ 7906 h 91725"/>
                  <a:gd name="connsiteX5" fmla="*/ 19717 w 64198"/>
                  <a:gd name="connsiteY5" fmla="*/ 40576 h 91725"/>
                  <a:gd name="connsiteX6" fmla="*/ 54007 w 64198"/>
                  <a:gd name="connsiteY6" fmla="*/ 40576 h 91725"/>
                  <a:gd name="connsiteX7" fmla="*/ 52578 w 64198"/>
                  <a:gd name="connsiteY7" fmla="*/ 48482 h 91725"/>
                  <a:gd name="connsiteX8" fmla="*/ 18193 w 64198"/>
                  <a:gd name="connsiteY8" fmla="*/ 48482 h 91725"/>
                  <a:gd name="connsiteX9" fmla="*/ 10859 w 64198"/>
                  <a:gd name="connsiteY9" fmla="*/ 83820 h 91725"/>
                  <a:gd name="connsiteX10" fmla="*/ 48578 w 64198"/>
                  <a:gd name="connsiteY10" fmla="*/ 83820 h 91725"/>
                  <a:gd name="connsiteX11" fmla="*/ 47244 w 64198"/>
                  <a:gd name="connsiteY11" fmla="*/ 91726 h 91725"/>
                  <a:gd name="connsiteX12" fmla="*/ 191 w 64198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4198" h="91725">
                    <a:moveTo>
                      <a:pt x="0" y="91726"/>
                    </a:moveTo>
                    <a:lnTo>
                      <a:pt x="18955" y="0"/>
                    </a:lnTo>
                    <a:lnTo>
                      <a:pt x="64199" y="0"/>
                    </a:lnTo>
                    <a:lnTo>
                      <a:pt x="62770" y="7906"/>
                    </a:lnTo>
                    <a:lnTo>
                      <a:pt x="26384" y="7906"/>
                    </a:lnTo>
                    <a:lnTo>
                      <a:pt x="19717" y="40576"/>
                    </a:lnTo>
                    <a:lnTo>
                      <a:pt x="54007" y="40576"/>
                    </a:lnTo>
                    <a:lnTo>
                      <a:pt x="52578" y="48482"/>
                    </a:lnTo>
                    <a:lnTo>
                      <a:pt x="18193" y="48482"/>
                    </a:lnTo>
                    <a:lnTo>
                      <a:pt x="10859" y="83820"/>
                    </a:lnTo>
                    <a:lnTo>
                      <a:pt x="48578" y="83820"/>
                    </a:lnTo>
                    <a:lnTo>
                      <a:pt x="47244" y="91726"/>
                    </a:lnTo>
                    <a:lnTo>
                      <a:pt x="191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8" name="Freihandform: Form 37">
                <a:extLst>
                  <a:ext uri="{FF2B5EF4-FFF2-40B4-BE49-F238E27FC236}">
                    <a16:creationId xmlns:a16="http://schemas.microsoft.com/office/drawing/2014/main" id="{B012C6E6-0790-2C17-8564-3010227FE738}"/>
                  </a:ext>
                </a:extLst>
              </p:cNvPr>
              <p:cNvSpPr/>
              <p:nvPr/>
            </p:nvSpPr>
            <p:spPr>
              <a:xfrm>
                <a:off x="9684179" y="2955941"/>
                <a:ext cx="79247" cy="94869"/>
              </a:xfrm>
              <a:custGeom>
                <a:avLst/>
                <a:gdLst>
                  <a:gd name="connsiteX0" fmla="*/ 60960 w 79247"/>
                  <a:gd name="connsiteY0" fmla="*/ 92012 h 94869"/>
                  <a:gd name="connsiteX1" fmla="*/ 43053 w 79247"/>
                  <a:gd name="connsiteY1" fmla="*/ 94869 h 94869"/>
                  <a:gd name="connsiteX2" fmla="*/ 0 w 79247"/>
                  <a:gd name="connsiteY2" fmla="*/ 54674 h 94869"/>
                  <a:gd name="connsiteX3" fmla="*/ 54673 w 79247"/>
                  <a:gd name="connsiteY3" fmla="*/ 0 h 94869"/>
                  <a:gd name="connsiteX4" fmla="*/ 79248 w 79247"/>
                  <a:gd name="connsiteY4" fmla="*/ 4763 h 94869"/>
                  <a:gd name="connsiteX5" fmla="*/ 76105 w 79247"/>
                  <a:gd name="connsiteY5" fmla="*/ 12382 h 94869"/>
                  <a:gd name="connsiteX6" fmla="*/ 54007 w 79247"/>
                  <a:gd name="connsiteY6" fmla="*/ 7906 h 94869"/>
                  <a:gd name="connsiteX7" fmla="*/ 9049 w 79247"/>
                  <a:gd name="connsiteY7" fmla="*/ 54769 h 94869"/>
                  <a:gd name="connsiteX8" fmla="*/ 42577 w 79247"/>
                  <a:gd name="connsiteY8" fmla="*/ 86963 h 94869"/>
                  <a:gd name="connsiteX9" fmla="*/ 62008 w 79247"/>
                  <a:gd name="connsiteY9" fmla="*/ 83915 h 94869"/>
                  <a:gd name="connsiteX10" fmla="*/ 60960 w 79247"/>
                  <a:gd name="connsiteY10" fmla="*/ 91916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9247" h="94869">
                    <a:moveTo>
                      <a:pt x="60960" y="92012"/>
                    </a:moveTo>
                    <a:cubicBezTo>
                      <a:pt x="54293" y="94202"/>
                      <a:pt x="49244" y="94869"/>
                      <a:pt x="43053" y="94869"/>
                    </a:cubicBezTo>
                    <a:cubicBezTo>
                      <a:pt x="19145" y="94869"/>
                      <a:pt x="0" y="79153"/>
                      <a:pt x="0" y="54674"/>
                    </a:cubicBezTo>
                    <a:cubicBezTo>
                      <a:pt x="0" y="23050"/>
                      <a:pt x="22289" y="0"/>
                      <a:pt x="54673" y="0"/>
                    </a:cubicBezTo>
                    <a:cubicBezTo>
                      <a:pt x="66199" y="0"/>
                      <a:pt x="72961" y="1810"/>
                      <a:pt x="79248" y="4763"/>
                    </a:cubicBezTo>
                    <a:lnTo>
                      <a:pt x="76105" y="12382"/>
                    </a:lnTo>
                    <a:cubicBezTo>
                      <a:pt x="69532" y="8858"/>
                      <a:pt x="61817" y="7906"/>
                      <a:pt x="54007" y="7906"/>
                    </a:cubicBezTo>
                    <a:cubicBezTo>
                      <a:pt x="27337" y="7906"/>
                      <a:pt x="9049" y="28289"/>
                      <a:pt x="9049" y="54769"/>
                    </a:cubicBezTo>
                    <a:cubicBezTo>
                      <a:pt x="9049" y="72485"/>
                      <a:pt x="22955" y="86963"/>
                      <a:pt x="42577" y="86963"/>
                    </a:cubicBezTo>
                    <a:cubicBezTo>
                      <a:pt x="48482" y="86963"/>
                      <a:pt x="53721" y="86678"/>
                      <a:pt x="62008" y="83915"/>
                    </a:cubicBezTo>
                    <a:lnTo>
                      <a:pt x="60960" y="9191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39" name="Freihandform: Form 38">
                <a:extLst>
                  <a:ext uri="{FF2B5EF4-FFF2-40B4-BE49-F238E27FC236}">
                    <a16:creationId xmlns:a16="http://schemas.microsoft.com/office/drawing/2014/main" id="{DF61B4B8-4A15-50FB-049C-A939B4D23664}"/>
                  </a:ext>
                </a:extLst>
              </p:cNvPr>
              <p:cNvSpPr/>
              <p:nvPr/>
            </p:nvSpPr>
            <p:spPr>
              <a:xfrm>
                <a:off x="9781905" y="2957560"/>
                <a:ext cx="66484" cy="91725"/>
              </a:xfrm>
              <a:custGeom>
                <a:avLst/>
                <a:gdLst>
                  <a:gd name="connsiteX0" fmla="*/ 9906 w 66484"/>
                  <a:gd name="connsiteY0" fmla="*/ 91726 h 91725"/>
                  <a:gd name="connsiteX1" fmla="*/ 27813 w 66484"/>
                  <a:gd name="connsiteY1" fmla="*/ 7906 h 91725"/>
                  <a:gd name="connsiteX2" fmla="*/ 0 w 66484"/>
                  <a:gd name="connsiteY2" fmla="*/ 7906 h 91725"/>
                  <a:gd name="connsiteX3" fmla="*/ 1715 w 66484"/>
                  <a:gd name="connsiteY3" fmla="*/ 0 h 91725"/>
                  <a:gd name="connsiteX4" fmla="*/ 66484 w 66484"/>
                  <a:gd name="connsiteY4" fmla="*/ 0 h 91725"/>
                  <a:gd name="connsiteX5" fmla="*/ 64865 w 66484"/>
                  <a:gd name="connsiteY5" fmla="*/ 7906 h 91725"/>
                  <a:gd name="connsiteX6" fmla="*/ 37052 w 66484"/>
                  <a:gd name="connsiteY6" fmla="*/ 7906 h 91725"/>
                  <a:gd name="connsiteX7" fmla="*/ 19431 w 66484"/>
                  <a:gd name="connsiteY7" fmla="*/ 91726 h 91725"/>
                  <a:gd name="connsiteX8" fmla="*/ 10001 w 66484"/>
                  <a:gd name="connsiteY8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484" h="91725">
                    <a:moveTo>
                      <a:pt x="9906" y="91726"/>
                    </a:moveTo>
                    <a:lnTo>
                      <a:pt x="27813" y="7906"/>
                    </a:lnTo>
                    <a:lnTo>
                      <a:pt x="0" y="7906"/>
                    </a:lnTo>
                    <a:lnTo>
                      <a:pt x="1715" y="0"/>
                    </a:lnTo>
                    <a:lnTo>
                      <a:pt x="66484" y="0"/>
                    </a:lnTo>
                    <a:lnTo>
                      <a:pt x="64865" y="7906"/>
                    </a:lnTo>
                    <a:lnTo>
                      <a:pt x="37052" y="7906"/>
                    </a:lnTo>
                    <a:lnTo>
                      <a:pt x="19431" y="91726"/>
                    </a:lnTo>
                    <a:lnTo>
                      <a:pt x="10001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40" name="Freihandform: Form 39">
                <a:extLst>
                  <a:ext uri="{FF2B5EF4-FFF2-40B4-BE49-F238E27FC236}">
                    <a16:creationId xmlns:a16="http://schemas.microsoft.com/office/drawing/2014/main" id="{A25DCAC4-861C-09C3-CCAD-0F8382D2C339}"/>
                  </a:ext>
                </a:extLst>
              </p:cNvPr>
              <p:cNvSpPr/>
              <p:nvPr/>
            </p:nvSpPr>
            <p:spPr>
              <a:xfrm>
                <a:off x="9852104" y="2957560"/>
                <a:ext cx="65912" cy="91725"/>
              </a:xfrm>
              <a:custGeom>
                <a:avLst/>
                <a:gdLst>
                  <a:gd name="connsiteX0" fmla="*/ 49625 w 65912"/>
                  <a:gd name="connsiteY0" fmla="*/ 91726 h 91725"/>
                  <a:gd name="connsiteX1" fmla="*/ 41910 w 65912"/>
                  <a:gd name="connsiteY1" fmla="*/ 58769 h 91725"/>
                  <a:gd name="connsiteX2" fmla="*/ 29051 w 65912"/>
                  <a:gd name="connsiteY2" fmla="*/ 48482 h 91725"/>
                  <a:gd name="connsiteX3" fmla="*/ 18383 w 65912"/>
                  <a:gd name="connsiteY3" fmla="*/ 48482 h 91725"/>
                  <a:gd name="connsiteX4" fmla="*/ 9144 w 65912"/>
                  <a:gd name="connsiteY4" fmla="*/ 91726 h 91725"/>
                  <a:gd name="connsiteX5" fmla="*/ 0 w 65912"/>
                  <a:gd name="connsiteY5" fmla="*/ 91726 h 91725"/>
                  <a:gd name="connsiteX6" fmla="*/ 20003 w 65912"/>
                  <a:gd name="connsiteY6" fmla="*/ 0 h 91725"/>
                  <a:gd name="connsiteX7" fmla="*/ 42291 w 65912"/>
                  <a:gd name="connsiteY7" fmla="*/ 0 h 91725"/>
                  <a:gd name="connsiteX8" fmla="*/ 65913 w 65912"/>
                  <a:gd name="connsiteY8" fmla="*/ 20479 h 91725"/>
                  <a:gd name="connsiteX9" fmla="*/ 40005 w 65912"/>
                  <a:gd name="connsiteY9" fmla="*/ 45053 h 91725"/>
                  <a:gd name="connsiteX10" fmla="*/ 40005 w 65912"/>
                  <a:gd name="connsiteY10" fmla="*/ 45339 h 91725"/>
                  <a:gd name="connsiteX11" fmla="*/ 49721 w 65912"/>
                  <a:gd name="connsiteY11" fmla="*/ 56007 h 91725"/>
                  <a:gd name="connsiteX12" fmla="*/ 58483 w 65912"/>
                  <a:gd name="connsiteY12" fmla="*/ 91726 h 91725"/>
                  <a:gd name="connsiteX13" fmla="*/ 49530 w 65912"/>
                  <a:gd name="connsiteY13" fmla="*/ 91726 h 91725"/>
                  <a:gd name="connsiteX14" fmla="*/ 29242 w 65912"/>
                  <a:gd name="connsiteY14" fmla="*/ 40672 h 91725"/>
                  <a:gd name="connsiteX15" fmla="*/ 56864 w 65912"/>
                  <a:gd name="connsiteY15" fmla="*/ 21717 h 91725"/>
                  <a:gd name="connsiteX16" fmla="*/ 40291 w 65912"/>
                  <a:gd name="connsiteY16" fmla="*/ 7906 h 91725"/>
                  <a:gd name="connsiteX17" fmla="*/ 27051 w 65912"/>
                  <a:gd name="connsiteY17" fmla="*/ 7906 h 91725"/>
                  <a:gd name="connsiteX18" fmla="*/ 20098 w 65912"/>
                  <a:gd name="connsiteY18" fmla="*/ 40576 h 91725"/>
                  <a:gd name="connsiteX19" fmla="*/ 29242 w 65912"/>
                  <a:gd name="connsiteY19" fmla="*/ 4057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5912" h="91725">
                    <a:moveTo>
                      <a:pt x="49625" y="91726"/>
                    </a:moveTo>
                    <a:lnTo>
                      <a:pt x="41910" y="58769"/>
                    </a:lnTo>
                    <a:cubicBezTo>
                      <a:pt x="39910" y="50578"/>
                      <a:pt x="36481" y="48482"/>
                      <a:pt x="29051" y="48482"/>
                    </a:cubicBezTo>
                    <a:lnTo>
                      <a:pt x="18383" y="48482"/>
                    </a:lnTo>
                    <a:lnTo>
                      <a:pt x="9144" y="91726"/>
                    </a:lnTo>
                    <a:lnTo>
                      <a:pt x="0" y="91726"/>
                    </a:lnTo>
                    <a:lnTo>
                      <a:pt x="20003" y="0"/>
                    </a:lnTo>
                    <a:lnTo>
                      <a:pt x="42291" y="0"/>
                    </a:lnTo>
                    <a:cubicBezTo>
                      <a:pt x="57245" y="0"/>
                      <a:pt x="65913" y="6286"/>
                      <a:pt x="65913" y="20479"/>
                    </a:cubicBezTo>
                    <a:cubicBezTo>
                      <a:pt x="65913" y="34671"/>
                      <a:pt x="55531" y="44291"/>
                      <a:pt x="40005" y="45053"/>
                    </a:cubicBezTo>
                    <a:lnTo>
                      <a:pt x="40005" y="45339"/>
                    </a:lnTo>
                    <a:cubicBezTo>
                      <a:pt x="46577" y="46482"/>
                      <a:pt x="48292" y="49911"/>
                      <a:pt x="49721" y="56007"/>
                    </a:cubicBezTo>
                    <a:lnTo>
                      <a:pt x="58483" y="91726"/>
                    </a:lnTo>
                    <a:lnTo>
                      <a:pt x="49530" y="91726"/>
                    </a:lnTo>
                    <a:close/>
                    <a:moveTo>
                      <a:pt x="29242" y="40672"/>
                    </a:moveTo>
                    <a:cubicBezTo>
                      <a:pt x="45149" y="40672"/>
                      <a:pt x="56864" y="34671"/>
                      <a:pt x="56864" y="21717"/>
                    </a:cubicBezTo>
                    <a:cubicBezTo>
                      <a:pt x="56864" y="11716"/>
                      <a:pt x="50197" y="7906"/>
                      <a:pt x="40291" y="7906"/>
                    </a:cubicBezTo>
                    <a:lnTo>
                      <a:pt x="27051" y="7906"/>
                    </a:lnTo>
                    <a:lnTo>
                      <a:pt x="20098" y="40576"/>
                    </a:lnTo>
                    <a:lnTo>
                      <a:pt x="29242" y="4057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41" name="Freihandform: Form 40">
                <a:extLst>
                  <a:ext uri="{FF2B5EF4-FFF2-40B4-BE49-F238E27FC236}">
                    <a16:creationId xmlns:a16="http://schemas.microsoft.com/office/drawing/2014/main" id="{83234568-EE1B-DC07-93E4-C40842314557}"/>
                  </a:ext>
                </a:extLst>
              </p:cNvPr>
              <p:cNvSpPr/>
              <p:nvPr/>
            </p:nvSpPr>
            <p:spPr>
              <a:xfrm>
                <a:off x="9939068" y="2956036"/>
                <a:ext cx="83438" cy="94868"/>
              </a:xfrm>
              <a:custGeom>
                <a:avLst/>
                <a:gdLst>
                  <a:gd name="connsiteX0" fmla="*/ 0 w 83438"/>
                  <a:gd name="connsiteY0" fmla="*/ 57436 h 94868"/>
                  <a:gd name="connsiteX1" fmla="*/ 48768 w 83438"/>
                  <a:gd name="connsiteY1" fmla="*/ 0 h 94868"/>
                  <a:gd name="connsiteX2" fmla="*/ 83439 w 83438"/>
                  <a:gd name="connsiteY2" fmla="*/ 37433 h 94868"/>
                  <a:gd name="connsiteX3" fmla="*/ 34671 w 83438"/>
                  <a:gd name="connsiteY3" fmla="*/ 94869 h 94868"/>
                  <a:gd name="connsiteX4" fmla="*/ 0 w 83438"/>
                  <a:gd name="connsiteY4" fmla="*/ 57436 h 94868"/>
                  <a:gd name="connsiteX5" fmla="*/ 74390 w 83438"/>
                  <a:gd name="connsiteY5" fmla="*/ 38481 h 94868"/>
                  <a:gd name="connsiteX6" fmla="*/ 48387 w 83438"/>
                  <a:gd name="connsiteY6" fmla="*/ 7906 h 94868"/>
                  <a:gd name="connsiteX7" fmla="*/ 9144 w 83438"/>
                  <a:gd name="connsiteY7" fmla="*/ 56674 h 94868"/>
                  <a:gd name="connsiteX8" fmla="*/ 35433 w 83438"/>
                  <a:gd name="connsiteY8" fmla="*/ 87058 h 94868"/>
                  <a:gd name="connsiteX9" fmla="*/ 74486 w 83438"/>
                  <a:gd name="connsiteY9" fmla="*/ 38576 h 94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3438" h="94868">
                    <a:moveTo>
                      <a:pt x="0" y="57436"/>
                    </a:moveTo>
                    <a:cubicBezTo>
                      <a:pt x="0" y="28099"/>
                      <a:pt x="18574" y="0"/>
                      <a:pt x="48768" y="0"/>
                    </a:cubicBezTo>
                    <a:cubicBezTo>
                      <a:pt x="70961" y="0"/>
                      <a:pt x="83439" y="14573"/>
                      <a:pt x="83439" y="37433"/>
                    </a:cubicBezTo>
                    <a:cubicBezTo>
                      <a:pt x="83439" y="66866"/>
                      <a:pt x="64865" y="94869"/>
                      <a:pt x="34671" y="94869"/>
                    </a:cubicBezTo>
                    <a:cubicBezTo>
                      <a:pt x="12383" y="94869"/>
                      <a:pt x="0" y="80010"/>
                      <a:pt x="0" y="57436"/>
                    </a:cubicBezTo>
                    <a:close/>
                    <a:moveTo>
                      <a:pt x="74390" y="38481"/>
                    </a:moveTo>
                    <a:cubicBezTo>
                      <a:pt x="74390" y="19717"/>
                      <a:pt x="64961" y="7906"/>
                      <a:pt x="48387" y="7906"/>
                    </a:cubicBezTo>
                    <a:cubicBezTo>
                      <a:pt x="24384" y="7906"/>
                      <a:pt x="9144" y="33623"/>
                      <a:pt x="9144" y="56674"/>
                    </a:cubicBezTo>
                    <a:cubicBezTo>
                      <a:pt x="9144" y="72485"/>
                      <a:pt x="16383" y="87058"/>
                      <a:pt x="35433" y="87058"/>
                    </a:cubicBezTo>
                    <a:cubicBezTo>
                      <a:pt x="59246" y="87058"/>
                      <a:pt x="74486" y="61055"/>
                      <a:pt x="74486" y="38576"/>
                    </a:cubicBez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42" name="Freihandform: Form 41">
                <a:extLst>
                  <a:ext uri="{FF2B5EF4-FFF2-40B4-BE49-F238E27FC236}">
                    <a16:creationId xmlns:a16="http://schemas.microsoft.com/office/drawing/2014/main" id="{B2290537-8F80-219C-7CEF-E2BDF588132D}"/>
                  </a:ext>
                </a:extLst>
              </p:cNvPr>
              <p:cNvSpPr/>
              <p:nvPr/>
            </p:nvSpPr>
            <p:spPr>
              <a:xfrm>
                <a:off x="10040890" y="2957560"/>
                <a:ext cx="86772" cy="91725"/>
              </a:xfrm>
              <a:custGeom>
                <a:avLst/>
                <a:gdLst>
                  <a:gd name="connsiteX0" fmla="*/ 56579 w 86772"/>
                  <a:gd name="connsiteY0" fmla="*/ 91726 h 91725"/>
                  <a:gd name="connsiteX1" fmla="*/ 26003 w 86772"/>
                  <a:gd name="connsiteY1" fmla="*/ 11049 h 91725"/>
                  <a:gd name="connsiteX2" fmla="*/ 25717 w 86772"/>
                  <a:gd name="connsiteY2" fmla="*/ 11049 h 91725"/>
                  <a:gd name="connsiteX3" fmla="*/ 8382 w 86772"/>
                  <a:gd name="connsiteY3" fmla="*/ 91726 h 91725"/>
                  <a:gd name="connsiteX4" fmla="*/ 0 w 86772"/>
                  <a:gd name="connsiteY4" fmla="*/ 91726 h 91725"/>
                  <a:gd name="connsiteX5" fmla="*/ 19812 w 86772"/>
                  <a:gd name="connsiteY5" fmla="*/ 0 h 91725"/>
                  <a:gd name="connsiteX6" fmla="*/ 30575 w 86772"/>
                  <a:gd name="connsiteY6" fmla="*/ 0 h 91725"/>
                  <a:gd name="connsiteX7" fmla="*/ 61150 w 86772"/>
                  <a:gd name="connsiteY7" fmla="*/ 80677 h 91725"/>
                  <a:gd name="connsiteX8" fmla="*/ 61436 w 86772"/>
                  <a:gd name="connsiteY8" fmla="*/ 80677 h 91725"/>
                  <a:gd name="connsiteX9" fmla="*/ 78486 w 86772"/>
                  <a:gd name="connsiteY9" fmla="*/ 0 h 91725"/>
                  <a:gd name="connsiteX10" fmla="*/ 86773 w 86772"/>
                  <a:gd name="connsiteY10" fmla="*/ 0 h 91725"/>
                  <a:gd name="connsiteX11" fmla="*/ 67342 w 86772"/>
                  <a:gd name="connsiteY11" fmla="*/ 91726 h 91725"/>
                  <a:gd name="connsiteX12" fmla="*/ 56579 w 86772"/>
                  <a:gd name="connsiteY12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6772" h="91725">
                    <a:moveTo>
                      <a:pt x="56579" y="91726"/>
                    </a:moveTo>
                    <a:lnTo>
                      <a:pt x="26003" y="11049"/>
                    </a:lnTo>
                    <a:lnTo>
                      <a:pt x="25717" y="11049"/>
                    </a:lnTo>
                    <a:lnTo>
                      <a:pt x="8382" y="91726"/>
                    </a:lnTo>
                    <a:lnTo>
                      <a:pt x="0" y="91726"/>
                    </a:lnTo>
                    <a:lnTo>
                      <a:pt x="19812" y="0"/>
                    </a:lnTo>
                    <a:lnTo>
                      <a:pt x="30575" y="0"/>
                    </a:lnTo>
                    <a:lnTo>
                      <a:pt x="61150" y="80677"/>
                    </a:lnTo>
                    <a:lnTo>
                      <a:pt x="61436" y="80677"/>
                    </a:lnTo>
                    <a:lnTo>
                      <a:pt x="78486" y="0"/>
                    </a:lnTo>
                    <a:lnTo>
                      <a:pt x="86773" y="0"/>
                    </a:lnTo>
                    <a:lnTo>
                      <a:pt x="67342" y="91726"/>
                    </a:lnTo>
                    <a:lnTo>
                      <a:pt x="56579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43" name="Freihandform: Form 42">
                <a:extLst>
                  <a:ext uri="{FF2B5EF4-FFF2-40B4-BE49-F238E27FC236}">
                    <a16:creationId xmlns:a16="http://schemas.microsoft.com/office/drawing/2014/main" id="{16ACE42B-41C0-2201-2835-57602E66BDD9}"/>
                  </a:ext>
                </a:extLst>
              </p:cNvPr>
              <p:cNvSpPr/>
              <p:nvPr/>
            </p:nvSpPr>
            <p:spPr>
              <a:xfrm>
                <a:off x="10141379" y="2957560"/>
                <a:ext cx="28479" cy="91725"/>
              </a:xfrm>
              <a:custGeom>
                <a:avLst/>
                <a:gdLst>
                  <a:gd name="connsiteX0" fmla="*/ 0 w 28479"/>
                  <a:gd name="connsiteY0" fmla="*/ 91726 h 91725"/>
                  <a:gd name="connsiteX1" fmla="*/ 19431 w 28479"/>
                  <a:gd name="connsiteY1" fmla="*/ 0 h 91725"/>
                  <a:gd name="connsiteX2" fmla="*/ 28480 w 28479"/>
                  <a:gd name="connsiteY2" fmla="*/ 0 h 91725"/>
                  <a:gd name="connsiteX3" fmla="*/ 9049 w 28479"/>
                  <a:gd name="connsiteY3" fmla="*/ 91726 h 91725"/>
                  <a:gd name="connsiteX4" fmla="*/ 0 w 28479"/>
                  <a:gd name="connsiteY4" fmla="*/ 91726 h 91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479" h="91725">
                    <a:moveTo>
                      <a:pt x="0" y="91726"/>
                    </a:moveTo>
                    <a:lnTo>
                      <a:pt x="19431" y="0"/>
                    </a:lnTo>
                    <a:lnTo>
                      <a:pt x="28480" y="0"/>
                    </a:lnTo>
                    <a:lnTo>
                      <a:pt x="9049" y="91726"/>
                    </a:lnTo>
                    <a:lnTo>
                      <a:pt x="0" y="9172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44" name="Freihandform: Form 43">
                <a:extLst>
                  <a:ext uri="{FF2B5EF4-FFF2-40B4-BE49-F238E27FC236}">
                    <a16:creationId xmlns:a16="http://schemas.microsoft.com/office/drawing/2014/main" id="{96AF983F-11C2-E94C-7BE0-9A3D4BBEFFE8}"/>
                  </a:ext>
                </a:extLst>
              </p:cNvPr>
              <p:cNvSpPr/>
              <p:nvPr/>
            </p:nvSpPr>
            <p:spPr>
              <a:xfrm>
                <a:off x="10187766" y="2955941"/>
                <a:ext cx="79248" cy="94869"/>
              </a:xfrm>
              <a:custGeom>
                <a:avLst/>
                <a:gdLst>
                  <a:gd name="connsiteX0" fmla="*/ 60960 w 79248"/>
                  <a:gd name="connsiteY0" fmla="*/ 92012 h 94869"/>
                  <a:gd name="connsiteX1" fmla="*/ 43053 w 79248"/>
                  <a:gd name="connsiteY1" fmla="*/ 94869 h 94869"/>
                  <a:gd name="connsiteX2" fmla="*/ 0 w 79248"/>
                  <a:gd name="connsiteY2" fmla="*/ 54674 h 94869"/>
                  <a:gd name="connsiteX3" fmla="*/ 54674 w 79248"/>
                  <a:gd name="connsiteY3" fmla="*/ 0 h 94869"/>
                  <a:gd name="connsiteX4" fmla="*/ 79248 w 79248"/>
                  <a:gd name="connsiteY4" fmla="*/ 4763 h 94869"/>
                  <a:gd name="connsiteX5" fmla="*/ 76105 w 79248"/>
                  <a:gd name="connsiteY5" fmla="*/ 12382 h 94869"/>
                  <a:gd name="connsiteX6" fmla="*/ 54007 w 79248"/>
                  <a:gd name="connsiteY6" fmla="*/ 7906 h 94869"/>
                  <a:gd name="connsiteX7" fmla="*/ 9049 w 79248"/>
                  <a:gd name="connsiteY7" fmla="*/ 54769 h 94869"/>
                  <a:gd name="connsiteX8" fmla="*/ 42577 w 79248"/>
                  <a:gd name="connsiteY8" fmla="*/ 86963 h 94869"/>
                  <a:gd name="connsiteX9" fmla="*/ 62008 w 79248"/>
                  <a:gd name="connsiteY9" fmla="*/ 83915 h 94869"/>
                  <a:gd name="connsiteX10" fmla="*/ 60960 w 79248"/>
                  <a:gd name="connsiteY10" fmla="*/ 91916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9248" h="94869">
                    <a:moveTo>
                      <a:pt x="60960" y="92012"/>
                    </a:moveTo>
                    <a:cubicBezTo>
                      <a:pt x="54292" y="94202"/>
                      <a:pt x="49244" y="94869"/>
                      <a:pt x="43053" y="94869"/>
                    </a:cubicBezTo>
                    <a:cubicBezTo>
                      <a:pt x="19145" y="94869"/>
                      <a:pt x="0" y="79153"/>
                      <a:pt x="0" y="54674"/>
                    </a:cubicBezTo>
                    <a:cubicBezTo>
                      <a:pt x="0" y="23050"/>
                      <a:pt x="22288" y="0"/>
                      <a:pt x="54674" y="0"/>
                    </a:cubicBezTo>
                    <a:cubicBezTo>
                      <a:pt x="66199" y="0"/>
                      <a:pt x="72962" y="1810"/>
                      <a:pt x="79248" y="4763"/>
                    </a:cubicBezTo>
                    <a:lnTo>
                      <a:pt x="76105" y="12382"/>
                    </a:lnTo>
                    <a:cubicBezTo>
                      <a:pt x="69533" y="8858"/>
                      <a:pt x="61817" y="7906"/>
                      <a:pt x="54007" y="7906"/>
                    </a:cubicBezTo>
                    <a:cubicBezTo>
                      <a:pt x="27337" y="7906"/>
                      <a:pt x="9049" y="28289"/>
                      <a:pt x="9049" y="54769"/>
                    </a:cubicBezTo>
                    <a:cubicBezTo>
                      <a:pt x="9049" y="72485"/>
                      <a:pt x="22955" y="86963"/>
                      <a:pt x="42577" y="86963"/>
                    </a:cubicBezTo>
                    <a:cubicBezTo>
                      <a:pt x="48482" y="86963"/>
                      <a:pt x="53721" y="86678"/>
                      <a:pt x="62008" y="83915"/>
                    </a:cubicBezTo>
                    <a:lnTo>
                      <a:pt x="60960" y="91916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  <p:sp>
            <p:nvSpPr>
              <p:cNvPr id="45" name="Freihandform: Form 44">
                <a:extLst>
                  <a:ext uri="{FF2B5EF4-FFF2-40B4-BE49-F238E27FC236}">
                    <a16:creationId xmlns:a16="http://schemas.microsoft.com/office/drawing/2014/main" id="{0E695EB9-747D-79D6-28DF-A724B738E647}"/>
                  </a:ext>
                </a:extLst>
              </p:cNvPr>
              <p:cNvSpPr/>
              <p:nvPr/>
            </p:nvSpPr>
            <p:spPr>
              <a:xfrm>
                <a:off x="10272062" y="2955941"/>
                <a:ext cx="66293" cy="94869"/>
              </a:xfrm>
              <a:custGeom>
                <a:avLst/>
                <a:gdLst>
                  <a:gd name="connsiteX0" fmla="*/ 2572 w 66293"/>
                  <a:gd name="connsiteY0" fmla="*/ 81248 h 94869"/>
                  <a:gd name="connsiteX1" fmla="*/ 22193 w 66293"/>
                  <a:gd name="connsiteY1" fmla="*/ 87058 h 94869"/>
                  <a:gd name="connsiteX2" fmla="*/ 47720 w 66293"/>
                  <a:gd name="connsiteY2" fmla="*/ 67437 h 94869"/>
                  <a:gd name="connsiteX3" fmla="*/ 34099 w 66293"/>
                  <a:gd name="connsiteY3" fmla="*/ 49435 h 94869"/>
                  <a:gd name="connsiteX4" fmla="*/ 14002 w 66293"/>
                  <a:gd name="connsiteY4" fmla="*/ 25527 h 94869"/>
                  <a:gd name="connsiteX5" fmla="*/ 45053 w 66293"/>
                  <a:gd name="connsiteY5" fmla="*/ 0 h 94869"/>
                  <a:gd name="connsiteX6" fmla="*/ 66294 w 66293"/>
                  <a:gd name="connsiteY6" fmla="*/ 4096 h 94869"/>
                  <a:gd name="connsiteX7" fmla="*/ 63532 w 66293"/>
                  <a:gd name="connsiteY7" fmla="*/ 12382 h 94869"/>
                  <a:gd name="connsiteX8" fmla="*/ 44863 w 66293"/>
                  <a:gd name="connsiteY8" fmla="*/ 7906 h 94869"/>
                  <a:gd name="connsiteX9" fmla="*/ 23050 w 66293"/>
                  <a:gd name="connsiteY9" fmla="*/ 24860 h 94869"/>
                  <a:gd name="connsiteX10" fmla="*/ 36481 w 66293"/>
                  <a:gd name="connsiteY10" fmla="*/ 40481 h 94869"/>
                  <a:gd name="connsiteX11" fmla="*/ 56864 w 66293"/>
                  <a:gd name="connsiteY11" fmla="*/ 66199 h 94869"/>
                  <a:gd name="connsiteX12" fmla="*/ 22955 w 66293"/>
                  <a:gd name="connsiteY12" fmla="*/ 94869 h 94869"/>
                  <a:gd name="connsiteX13" fmla="*/ 0 w 66293"/>
                  <a:gd name="connsiteY13" fmla="*/ 89916 h 94869"/>
                  <a:gd name="connsiteX14" fmla="*/ 2762 w 66293"/>
                  <a:gd name="connsiteY14" fmla="*/ 81248 h 94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6293" h="94869">
                    <a:moveTo>
                      <a:pt x="2572" y="81248"/>
                    </a:moveTo>
                    <a:cubicBezTo>
                      <a:pt x="8096" y="84963"/>
                      <a:pt x="15430" y="87058"/>
                      <a:pt x="22193" y="87058"/>
                    </a:cubicBezTo>
                    <a:cubicBezTo>
                      <a:pt x="34576" y="87058"/>
                      <a:pt x="47720" y="81629"/>
                      <a:pt x="47720" y="67437"/>
                    </a:cubicBezTo>
                    <a:cubicBezTo>
                      <a:pt x="47720" y="59912"/>
                      <a:pt x="42767" y="54959"/>
                      <a:pt x="34099" y="49435"/>
                    </a:cubicBezTo>
                    <a:cubicBezTo>
                      <a:pt x="23241" y="42482"/>
                      <a:pt x="14002" y="36957"/>
                      <a:pt x="14002" y="25527"/>
                    </a:cubicBezTo>
                    <a:cubicBezTo>
                      <a:pt x="14002" y="8477"/>
                      <a:pt x="28099" y="0"/>
                      <a:pt x="45053" y="0"/>
                    </a:cubicBezTo>
                    <a:cubicBezTo>
                      <a:pt x="52768" y="0"/>
                      <a:pt x="59912" y="1333"/>
                      <a:pt x="66294" y="4096"/>
                    </a:cubicBezTo>
                    <a:lnTo>
                      <a:pt x="63532" y="12382"/>
                    </a:lnTo>
                    <a:cubicBezTo>
                      <a:pt x="57626" y="9334"/>
                      <a:pt x="51340" y="7906"/>
                      <a:pt x="44863" y="7906"/>
                    </a:cubicBezTo>
                    <a:cubicBezTo>
                      <a:pt x="34861" y="7906"/>
                      <a:pt x="23050" y="12764"/>
                      <a:pt x="23050" y="24860"/>
                    </a:cubicBezTo>
                    <a:cubicBezTo>
                      <a:pt x="23050" y="31051"/>
                      <a:pt x="27527" y="34957"/>
                      <a:pt x="36481" y="40481"/>
                    </a:cubicBezTo>
                    <a:cubicBezTo>
                      <a:pt x="48673" y="48006"/>
                      <a:pt x="56864" y="54293"/>
                      <a:pt x="56864" y="66199"/>
                    </a:cubicBezTo>
                    <a:cubicBezTo>
                      <a:pt x="56864" y="84868"/>
                      <a:pt x="39814" y="94869"/>
                      <a:pt x="22955" y="94869"/>
                    </a:cubicBezTo>
                    <a:cubicBezTo>
                      <a:pt x="14573" y="94869"/>
                      <a:pt x="6382" y="93440"/>
                      <a:pt x="0" y="89916"/>
                    </a:cubicBezTo>
                    <a:lnTo>
                      <a:pt x="2762" y="81248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/>
              </a:p>
            </p:txBody>
          </p:sp>
        </p:grp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BA96A797-6AA4-5DA6-0FD9-558713238461}"/>
                </a:ext>
              </a:extLst>
            </p:cNvPr>
            <p:cNvSpPr/>
            <p:nvPr/>
          </p:nvSpPr>
          <p:spPr>
            <a:xfrm>
              <a:off x="9491583" y="2527792"/>
              <a:ext cx="408717" cy="379666"/>
            </a:xfrm>
            <a:custGeom>
              <a:avLst/>
              <a:gdLst>
                <a:gd name="connsiteX0" fmla="*/ 80486 w 408717"/>
                <a:gd name="connsiteY0" fmla="*/ 0 h 379666"/>
                <a:gd name="connsiteX1" fmla="*/ 80486 w 408717"/>
                <a:gd name="connsiteY1" fmla="*/ 0 h 379666"/>
                <a:gd name="connsiteX2" fmla="*/ 408718 w 408717"/>
                <a:gd name="connsiteY2" fmla="*/ 0 h 379666"/>
                <a:gd name="connsiteX3" fmla="*/ 389477 w 408717"/>
                <a:gd name="connsiteY3" fmla="*/ 91345 h 379666"/>
                <a:gd name="connsiteX4" fmla="*/ 203168 w 408717"/>
                <a:gd name="connsiteY4" fmla="*/ 91345 h 379666"/>
                <a:gd name="connsiteX5" fmla="*/ 191643 w 408717"/>
                <a:gd name="connsiteY5" fmla="*/ 145161 h 379666"/>
                <a:gd name="connsiteX6" fmla="*/ 369760 w 408717"/>
                <a:gd name="connsiteY6" fmla="*/ 145161 h 379666"/>
                <a:gd name="connsiteX7" fmla="*/ 350520 w 408717"/>
                <a:gd name="connsiteY7" fmla="*/ 236506 h 379666"/>
                <a:gd name="connsiteX8" fmla="*/ 172402 w 408717"/>
                <a:gd name="connsiteY8" fmla="*/ 236506 h 379666"/>
                <a:gd name="connsiteX9" fmla="*/ 161353 w 408717"/>
                <a:gd name="connsiteY9" fmla="*/ 287941 h 379666"/>
                <a:gd name="connsiteX10" fmla="*/ 351282 w 408717"/>
                <a:gd name="connsiteY10" fmla="*/ 287941 h 379666"/>
                <a:gd name="connsiteX11" fmla="*/ 331946 w 408717"/>
                <a:gd name="connsiteY11" fmla="*/ 379667 h 379666"/>
                <a:gd name="connsiteX12" fmla="*/ 0 w 408717"/>
                <a:gd name="connsiteY12" fmla="*/ 379667 h 379666"/>
                <a:gd name="connsiteX13" fmla="*/ 80486 w 408717"/>
                <a:gd name="connsiteY13" fmla="*/ 0 h 379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08717" h="379666">
                  <a:moveTo>
                    <a:pt x="80486" y="0"/>
                  </a:moveTo>
                  <a:lnTo>
                    <a:pt x="80486" y="0"/>
                  </a:lnTo>
                  <a:lnTo>
                    <a:pt x="408718" y="0"/>
                  </a:lnTo>
                  <a:lnTo>
                    <a:pt x="389477" y="91345"/>
                  </a:lnTo>
                  <a:lnTo>
                    <a:pt x="203168" y="91345"/>
                  </a:lnTo>
                  <a:lnTo>
                    <a:pt x="191643" y="145161"/>
                  </a:lnTo>
                  <a:lnTo>
                    <a:pt x="369760" y="145161"/>
                  </a:lnTo>
                  <a:lnTo>
                    <a:pt x="350520" y="236506"/>
                  </a:lnTo>
                  <a:lnTo>
                    <a:pt x="172402" y="236506"/>
                  </a:lnTo>
                  <a:lnTo>
                    <a:pt x="161353" y="287941"/>
                  </a:lnTo>
                  <a:lnTo>
                    <a:pt x="351282" y="287941"/>
                  </a:lnTo>
                  <a:lnTo>
                    <a:pt x="331946" y="379667"/>
                  </a:lnTo>
                  <a:lnTo>
                    <a:pt x="0" y="379667"/>
                  </a:lnTo>
                  <a:lnTo>
                    <a:pt x="8048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7F2960C5-ABDF-5FC2-71F7-8EBB1AB47228}"/>
                </a:ext>
              </a:extLst>
            </p:cNvPr>
            <p:cNvSpPr/>
            <p:nvPr/>
          </p:nvSpPr>
          <p:spPr>
            <a:xfrm>
              <a:off x="9892110" y="2527792"/>
              <a:ext cx="446790" cy="379571"/>
            </a:xfrm>
            <a:custGeom>
              <a:avLst/>
              <a:gdLst>
                <a:gd name="connsiteX0" fmla="*/ 80486 w 446790"/>
                <a:gd name="connsiteY0" fmla="*/ 0 h 379571"/>
                <a:gd name="connsiteX1" fmla="*/ 293846 w 446790"/>
                <a:gd name="connsiteY1" fmla="*/ 0 h 379571"/>
                <a:gd name="connsiteX2" fmla="*/ 438721 w 446790"/>
                <a:gd name="connsiteY2" fmla="*/ 190786 h 379571"/>
                <a:gd name="connsiteX3" fmla="*/ 207264 w 446790"/>
                <a:gd name="connsiteY3" fmla="*/ 379571 h 379571"/>
                <a:gd name="connsiteX4" fmla="*/ 0 w 446790"/>
                <a:gd name="connsiteY4" fmla="*/ 379571 h 379571"/>
                <a:gd name="connsiteX5" fmla="*/ 80486 w 446790"/>
                <a:gd name="connsiteY5" fmla="*/ 0 h 379571"/>
                <a:gd name="connsiteX6" fmla="*/ 165830 w 446790"/>
                <a:gd name="connsiteY6" fmla="*/ 284988 h 379571"/>
                <a:gd name="connsiteX7" fmla="*/ 201930 w 446790"/>
                <a:gd name="connsiteY7" fmla="*/ 284988 h 379571"/>
                <a:gd name="connsiteX8" fmla="*/ 287274 w 446790"/>
                <a:gd name="connsiteY8" fmla="*/ 186690 h 379571"/>
                <a:gd name="connsiteX9" fmla="*/ 243364 w 446790"/>
                <a:gd name="connsiteY9" fmla="*/ 88011 h 379571"/>
                <a:gd name="connsiteX10" fmla="*/ 207264 w 446790"/>
                <a:gd name="connsiteY10" fmla="*/ 88011 h 379571"/>
                <a:gd name="connsiteX11" fmla="*/ 165830 w 446790"/>
                <a:gd name="connsiteY11" fmla="*/ 284988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6790" h="379571">
                  <a:moveTo>
                    <a:pt x="80486" y="0"/>
                  </a:moveTo>
                  <a:lnTo>
                    <a:pt x="293846" y="0"/>
                  </a:lnTo>
                  <a:cubicBezTo>
                    <a:pt x="402622" y="0"/>
                    <a:pt x="471106" y="36576"/>
                    <a:pt x="438721" y="190786"/>
                  </a:cubicBezTo>
                  <a:cubicBezTo>
                    <a:pt x="407956" y="334328"/>
                    <a:pt x="316039" y="379571"/>
                    <a:pt x="207264" y="379571"/>
                  </a:cubicBezTo>
                  <a:lnTo>
                    <a:pt x="0" y="379571"/>
                  </a:lnTo>
                  <a:lnTo>
                    <a:pt x="80486" y="0"/>
                  </a:lnTo>
                  <a:close/>
                  <a:moveTo>
                    <a:pt x="165830" y="284988"/>
                  </a:moveTo>
                  <a:lnTo>
                    <a:pt x="201930" y="284988"/>
                  </a:lnTo>
                  <a:cubicBezTo>
                    <a:pt x="254889" y="284988"/>
                    <a:pt x="274130" y="250031"/>
                    <a:pt x="287274" y="186690"/>
                  </a:cubicBezTo>
                  <a:cubicBezTo>
                    <a:pt x="301276" y="121730"/>
                    <a:pt x="295465" y="88011"/>
                    <a:pt x="243364" y="88011"/>
                  </a:cubicBezTo>
                  <a:lnTo>
                    <a:pt x="207264" y="88011"/>
                  </a:lnTo>
                  <a:lnTo>
                    <a:pt x="165830" y="284988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F56F62DB-D97B-2547-80CE-7A22FA5F2FFF}"/>
                </a:ext>
              </a:extLst>
            </p:cNvPr>
            <p:cNvSpPr/>
            <p:nvPr/>
          </p:nvSpPr>
          <p:spPr>
            <a:xfrm>
              <a:off x="10291778" y="2527792"/>
              <a:ext cx="468344" cy="379571"/>
            </a:xfrm>
            <a:custGeom>
              <a:avLst/>
              <a:gdLst>
                <a:gd name="connsiteX0" fmla="*/ 213455 w 468344"/>
                <a:gd name="connsiteY0" fmla="*/ 0 h 379571"/>
                <a:gd name="connsiteX1" fmla="*/ 413766 w 468344"/>
                <a:gd name="connsiteY1" fmla="*/ 0 h 379571"/>
                <a:gd name="connsiteX2" fmla="*/ 468344 w 468344"/>
                <a:gd name="connsiteY2" fmla="*/ 379571 h 379571"/>
                <a:gd name="connsiteX3" fmla="*/ 315659 w 468344"/>
                <a:gd name="connsiteY3" fmla="*/ 379571 h 379571"/>
                <a:gd name="connsiteX4" fmla="*/ 308229 w 468344"/>
                <a:gd name="connsiteY4" fmla="*/ 297275 h 379571"/>
                <a:gd name="connsiteX5" fmla="*/ 185547 w 468344"/>
                <a:gd name="connsiteY5" fmla="*/ 297275 h 379571"/>
                <a:gd name="connsiteX6" fmla="*/ 144875 w 468344"/>
                <a:gd name="connsiteY6" fmla="*/ 379571 h 379571"/>
                <a:gd name="connsiteX7" fmla="*/ 0 w 468344"/>
                <a:gd name="connsiteY7" fmla="*/ 379571 h 379571"/>
                <a:gd name="connsiteX8" fmla="*/ 213360 w 468344"/>
                <a:gd name="connsiteY8" fmla="*/ 0 h 379571"/>
                <a:gd name="connsiteX9" fmla="*/ 224885 w 468344"/>
                <a:gd name="connsiteY9" fmla="*/ 206026 h 379571"/>
                <a:gd name="connsiteX10" fmla="*/ 308991 w 468344"/>
                <a:gd name="connsiteY10" fmla="*/ 206026 h 379571"/>
                <a:gd name="connsiteX11" fmla="*/ 294227 w 468344"/>
                <a:gd name="connsiteY11" fmla="*/ 81439 h 379571"/>
                <a:gd name="connsiteX12" fmla="*/ 292989 w 468344"/>
                <a:gd name="connsiteY12" fmla="*/ 81439 h 379571"/>
                <a:gd name="connsiteX13" fmla="*/ 224885 w 468344"/>
                <a:gd name="connsiteY13" fmla="*/ 206026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68344" h="379571">
                  <a:moveTo>
                    <a:pt x="213455" y="0"/>
                  </a:moveTo>
                  <a:lnTo>
                    <a:pt x="413766" y="0"/>
                  </a:lnTo>
                  <a:lnTo>
                    <a:pt x="468344" y="379571"/>
                  </a:lnTo>
                  <a:lnTo>
                    <a:pt x="315659" y="379571"/>
                  </a:lnTo>
                  <a:lnTo>
                    <a:pt x="308229" y="297275"/>
                  </a:lnTo>
                  <a:lnTo>
                    <a:pt x="185547" y="297275"/>
                  </a:lnTo>
                  <a:lnTo>
                    <a:pt x="144875" y="379571"/>
                  </a:lnTo>
                  <a:lnTo>
                    <a:pt x="0" y="379571"/>
                  </a:lnTo>
                  <a:lnTo>
                    <a:pt x="213360" y="0"/>
                  </a:lnTo>
                  <a:close/>
                  <a:moveTo>
                    <a:pt x="224885" y="206026"/>
                  </a:moveTo>
                  <a:lnTo>
                    <a:pt x="308991" y="206026"/>
                  </a:lnTo>
                  <a:lnTo>
                    <a:pt x="294227" y="81439"/>
                  </a:lnTo>
                  <a:lnTo>
                    <a:pt x="292989" y="81439"/>
                  </a:lnTo>
                  <a:lnTo>
                    <a:pt x="224885" y="20602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0" name="Freihandform: Form 29">
              <a:extLst>
                <a:ext uri="{FF2B5EF4-FFF2-40B4-BE49-F238E27FC236}">
                  <a16:creationId xmlns:a16="http://schemas.microsoft.com/office/drawing/2014/main" id="{00DC179D-381C-2012-70BB-7E98EEDB39B3}"/>
                </a:ext>
              </a:extLst>
            </p:cNvPr>
            <p:cNvSpPr/>
            <p:nvPr/>
          </p:nvSpPr>
          <p:spPr>
            <a:xfrm>
              <a:off x="10789761" y="2521220"/>
              <a:ext cx="411274" cy="392715"/>
            </a:xfrm>
            <a:custGeom>
              <a:avLst/>
              <a:gdLst>
                <a:gd name="connsiteX0" fmla="*/ 350695 w 411274"/>
                <a:gd name="connsiteY0" fmla="*/ 371761 h 392715"/>
                <a:gd name="connsiteX1" fmla="*/ 350695 w 411274"/>
                <a:gd name="connsiteY1" fmla="*/ 371761 h 392715"/>
                <a:gd name="connsiteX2" fmla="*/ 189341 w 411274"/>
                <a:gd name="connsiteY2" fmla="*/ 392716 h 392715"/>
                <a:gd name="connsiteX3" fmla="*/ 5509 w 411274"/>
                <a:gd name="connsiteY3" fmla="*/ 190786 h 392715"/>
                <a:gd name="connsiteX4" fmla="*/ 272590 w 411274"/>
                <a:gd name="connsiteY4" fmla="*/ 0 h 392715"/>
                <a:gd name="connsiteX5" fmla="*/ 411274 w 411274"/>
                <a:gd name="connsiteY5" fmla="*/ 14002 h 392715"/>
                <a:gd name="connsiteX6" fmla="*/ 389462 w 411274"/>
                <a:gd name="connsiteY6" fmla="*/ 116396 h 392715"/>
                <a:gd name="connsiteX7" fmla="*/ 294307 w 411274"/>
                <a:gd name="connsiteY7" fmla="*/ 94583 h 392715"/>
                <a:gd name="connsiteX8" fmla="*/ 151908 w 411274"/>
                <a:gd name="connsiteY8" fmla="*/ 199835 h 392715"/>
                <a:gd name="connsiteX9" fmla="*/ 210582 w 411274"/>
                <a:gd name="connsiteY9" fmla="*/ 297752 h 392715"/>
                <a:gd name="connsiteX10" fmla="*/ 242110 w 411274"/>
                <a:gd name="connsiteY10" fmla="*/ 294418 h 392715"/>
                <a:gd name="connsiteX11" fmla="*/ 263446 w 411274"/>
                <a:gd name="connsiteY11" fmla="*/ 193262 h 392715"/>
                <a:gd name="connsiteX12" fmla="*/ 388224 w 411274"/>
                <a:gd name="connsiteY12" fmla="*/ 193262 h 392715"/>
                <a:gd name="connsiteX13" fmla="*/ 350505 w 411274"/>
                <a:gd name="connsiteY13" fmla="*/ 371761 h 39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1274" h="392715">
                  <a:moveTo>
                    <a:pt x="350695" y="371761"/>
                  </a:moveTo>
                  <a:lnTo>
                    <a:pt x="350695" y="371761"/>
                  </a:lnTo>
                  <a:cubicBezTo>
                    <a:pt x="297736" y="386525"/>
                    <a:pt x="249349" y="392716"/>
                    <a:pt x="189341" y="392716"/>
                  </a:cubicBezTo>
                  <a:cubicBezTo>
                    <a:pt x="63326" y="392716"/>
                    <a:pt x="-23161" y="326041"/>
                    <a:pt x="5509" y="190786"/>
                  </a:cubicBezTo>
                  <a:cubicBezTo>
                    <a:pt x="32179" y="63246"/>
                    <a:pt x="151146" y="0"/>
                    <a:pt x="272590" y="0"/>
                  </a:cubicBezTo>
                  <a:cubicBezTo>
                    <a:pt x="343551" y="0"/>
                    <a:pt x="376889" y="5334"/>
                    <a:pt x="411274" y="14002"/>
                  </a:cubicBezTo>
                  <a:lnTo>
                    <a:pt x="389462" y="116396"/>
                  </a:lnTo>
                  <a:cubicBezTo>
                    <a:pt x="371364" y="104489"/>
                    <a:pt x="334883" y="94583"/>
                    <a:pt x="294307" y="94583"/>
                  </a:cubicBezTo>
                  <a:cubicBezTo>
                    <a:pt x="222107" y="94583"/>
                    <a:pt x="166672" y="130778"/>
                    <a:pt x="151908" y="199835"/>
                  </a:cubicBezTo>
                  <a:cubicBezTo>
                    <a:pt x="140764" y="252032"/>
                    <a:pt x="152289" y="297752"/>
                    <a:pt x="210582" y="297752"/>
                  </a:cubicBezTo>
                  <a:cubicBezTo>
                    <a:pt x="220774" y="297752"/>
                    <a:pt x="232776" y="297752"/>
                    <a:pt x="242110" y="294418"/>
                  </a:cubicBezTo>
                  <a:lnTo>
                    <a:pt x="263446" y="193262"/>
                  </a:lnTo>
                  <a:lnTo>
                    <a:pt x="388224" y="193262"/>
                  </a:lnTo>
                  <a:lnTo>
                    <a:pt x="350505" y="37176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583932F7-C323-4D7D-17AA-B624096476B5}"/>
                </a:ext>
              </a:extLst>
            </p:cNvPr>
            <p:cNvSpPr/>
            <p:nvPr/>
          </p:nvSpPr>
          <p:spPr>
            <a:xfrm>
              <a:off x="8749300" y="2670477"/>
              <a:ext cx="500824" cy="91344"/>
            </a:xfrm>
            <a:custGeom>
              <a:avLst/>
              <a:gdLst>
                <a:gd name="connsiteX0" fmla="*/ 19336 w 500824"/>
                <a:gd name="connsiteY0" fmla="*/ 0 h 91344"/>
                <a:gd name="connsiteX1" fmla="*/ 500824 w 500824"/>
                <a:gd name="connsiteY1" fmla="*/ 0 h 91344"/>
                <a:gd name="connsiteX2" fmla="*/ 481489 w 500824"/>
                <a:gd name="connsiteY2" fmla="*/ 91345 h 91344"/>
                <a:gd name="connsiteX3" fmla="*/ 0 w 500824"/>
                <a:gd name="connsiteY3" fmla="*/ 91345 h 91344"/>
                <a:gd name="connsiteX4" fmla="*/ 19336 w 500824"/>
                <a:gd name="connsiteY4" fmla="*/ 0 h 91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0824" h="91344">
                  <a:moveTo>
                    <a:pt x="19336" y="0"/>
                  </a:moveTo>
                  <a:lnTo>
                    <a:pt x="500824" y="0"/>
                  </a:lnTo>
                  <a:lnTo>
                    <a:pt x="481489" y="91345"/>
                  </a:lnTo>
                  <a:lnTo>
                    <a:pt x="0" y="91345"/>
                  </a:lnTo>
                  <a:lnTo>
                    <a:pt x="1933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2" name="Freihandform: Form 31">
              <a:extLst>
                <a:ext uri="{FF2B5EF4-FFF2-40B4-BE49-F238E27FC236}">
                  <a16:creationId xmlns:a16="http://schemas.microsoft.com/office/drawing/2014/main" id="{F86F24FC-6D99-C0E5-30FD-4D05B69EA911}"/>
                </a:ext>
              </a:extLst>
            </p:cNvPr>
            <p:cNvSpPr/>
            <p:nvPr/>
          </p:nvSpPr>
          <p:spPr>
            <a:xfrm>
              <a:off x="8810260" y="2383489"/>
              <a:ext cx="500729" cy="90773"/>
            </a:xfrm>
            <a:custGeom>
              <a:avLst/>
              <a:gdLst>
                <a:gd name="connsiteX0" fmla="*/ 19241 w 500729"/>
                <a:gd name="connsiteY0" fmla="*/ 0 h 90773"/>
                <a:gd name="connsiteX1" fmla="*/ 500729 w 500729"/>
                <a:gd name="connsiteY1" fmla="*/ 0 h 90773"/>
                <a:gd name="connsiteX2" fmla="*/ 481489 w 500729"/>
                <a:gd name="connsiteY2" fmla="*/ 90773 h 90773"/>
                <a:gd name="connsiteX3" fmla="*/ 0 w 500729"/>
                <a:gd name="connsiteY3" fmla="*/ 90773 h 90773"/>
                <a:gd name="connsiteX4" fmla="*/ 19241 w 500729"/>
                <a:gd name="connsiteY4" fmla="*/ 0 h 9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0729" h="90773">
                  <a:moveTo>
                    <a:pt x="19241" y="0"/>
                  </a:moveTo>
                  <a:lnTo>
                    <a:pt x="500729" y="0"/>
                  </a:lnTo>
                  <a:lnTo>
                    <a:pt x="481489" y="90773"/>
                  </a:lnTo>
                  <a:lnTo>
                    <a:pt x="0" y="90773"/>
                  </a:lnTo>
                  <a:lnTo>
                    <a:pt x="19241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3" name="Freihandform: Form 32">
              <a:extLst>
                <a:ext uri="{FF2B5EF4-FFF2-40B4-BE49-F238E27FC236}">
                  <a16:creationId xmlns:a16="http://schemas.microsoft.com/office/drawing/2014/main" id="{6C4BF0E3-D860-B1FA-1589-34F27C89350F}"/>
                </a:ext>
              </a:extLst>
            </p:cNvPr>
            <p:cNvSpPr/>
            <p:nvPr/>
          </p:nvSpPr>
          <p:spPr>
            <a:xfrm>
              <a:off x="8688340" y="2957560"/>
              <a:ext cx="501015" cy="91725"/>
            </a:xfrm>
            <a:custGeom>
              <a:avLst/>
              <a:gdLst>
                <a:gd name="connsiteX0" fmla="*/ 19431 w 501015"/>
                <a:gd name="connsiteY0" fmla="*/ 0 h 91725"/>
                <a:gd name="connsiteX1" fmla="*/ 501015 w 501015"/>
                <a:gd name="connsiteY1" fmla="*/ 0 h 91725"/>
                <a:gd name="connsiteX2" fmla="*/ 481489 w 501015"/>
                <a:gd name="connsiteY2" fmla="*/ 91726 h 91725"/>
                <a:gd name="connsiteX3" fmla="*/ 0 w 501015"/>
                <a:gd name="connsiteY3" fmla="*/ 91726 h 91725"/>
                <a:gd name="connsiteX4" fmla="*/ 19431 w 501015"/>
                <a:gd name="connsiteY4" fmla="*/ 0 h 91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1015" h="91725">
                  <a:moveTo>
                    <a:pt x="19431" y="0"/>
                  </a:moveTo>
                  <a:lnTo>
                    <a:pt x="501015" y="0"/>
                  </a:lnTo>
                  <a:lnTo>
                    <a:pt x="481489" y="91726"/>
                  </a:lnTo>
                  <a:lnTo>
                    <a:pt x="0" y="91726"/>
                  </a:lnTo>
                  <a:lnTo>
                    <a:pt x="19431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22ABB7C0-094B-D3C6-22B3-51B67FA30F81}"/>
                </a:ext>
              </a:extLst>
            </p:cNvPr>
            <p:cNvSpPr/>
            <p:nvPr/>
          </p:nvSpPr>
          <p:spPr>
            <a:xfrm>
              <a:off x="8501174" y="2527792"/>
              <a:ext cx="930402" cy="379571"/>
            </a:xfrm>
            <a:custGeom>
              <a:avLst/>
              <a:gdLst>
                <a:gd name="connsiteX0" fmla="*/ 80486 w 930402"/>
                <a:gd name="connsiteY0" fmla="*/ 0 h 379571"/>
                <a:gd name="connsiteX1" fmla="*/ 61055 w 930402"/>
                <a:gd name="connsiteY1" fmla="*/ 91726 h 379571"/>
                <a:gd name="connsiteX2" fmla="*/ 818769 w 930402"/>
                <a:gd name="connsiteY2" fmla="*/ 91345 h 379571"/>
                <a:gd name="connsiteX3" fmla="*/ 776954 w 930402"/>
                <a:gd name="connsiteY3" fmla="*/ 288322 h 379571"/>
                <a:gd name="connsiteX4" fmla="*/ 19336 w 930402"/>
                <a:gd name="connsiteY4" fmla="*/ 288322 h 379571"/>
                <a:gd name="connsiteX5" fmla="*/ 0 w 930402"/>
                <a:gd name="connsiteY5" fmla="*/ 379571 h 379571"/>
                <a:gd name="connsiteX6" fmla="*/ 849916 w 930402"/>
                <a:gd name="connsiteY6" fmla="*/ 379571 h 379571"/>
                <a:gd name="connsiteX7" fmla="*/ 930402 w 930402"/>
                <a:gd name="connsiteY7" fmla="*/ 0 h 379571"/>
                <a:gd name="connsiteX8" fmla="*/ 80486 w 930402"/>
                <a:gd name="connsiteY8" fmla="*/ 0 h 37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0402" h="379571">
                  <a:moveTo>
                    <a:pt x="80486" y="0"/>
                  </a:moveTo>
                  <a:lnTo>
                    <a:pt x="61055" y="91726"/>
                  </a:lnTo>
                  <a:lnTo>
                    <a:pt x="818769" y="91345"/>
                  </a:lnTo>
                  <a:lnTo>
                    <a:pt x="776954" y="288322"/>
                  </a:lnTo>
                  <a:lnTo>
                    <a:pt x="19336" y="288322"/>
                  </a:lnTo>
                  <a:lnTo>
                    <a:pt x="0" y="379571"/>
                  </a:lnTo>
                  <a:lnTo>
                    <a:pt x="849916" y="379571"/>
                  </a:lnTo>
                  <a:lnTo>
                    <a:pt x="930402" y="0"/>
                  </a:lnTo>
                  <a:lnTo>
                    <a:pt x="80486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792977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5" r:id="rId2"/>
    <p:sldLayoutId id="2147483757" r:id="rId3"/>
    <p:sldLayoutId id="2147483759" r:id="rId4"/>
    <p:sldLayoutId id="2147483879" r:id="rId5"/>
    <p:sldLayoutId id="2147483890" r:id="rId6"/>
    <p:sldLayoutId id="2147483877" r:id="rId7"/>
    <p:sldLayoutId id="2147484215" r:id="rId8"/>
    <p:sldLayoutId id="2147484217" r:id="rId9"/>
    <p:sldLayoutId id="2147484216" r:id="rId10"/>
    <p:sldLayoutId id="2147483889" r:id="rId11"/>
    <p:sldLayoutId id="2147484218" r:id="rId12"/>
    <p:sldLayoutId id="2147484155" r:id="rId13"/>
    <p:sldLayoutId id="2147484146" r:id="rId14"/>
    <p:sldLayoutId id="2147484178" r:id="rId15"/>
    <p:sldLayoutId id="2147484140" r:id="rId16"/>
    <p:sldLayoutId id="2147484603" r:id="rId17"/>
    <p:sldLayoutId id="2147484219" r:id="rId18"/>
    <p:sldLayoutId id="2147483893" r:id="rId19"/>
    <p:sldLayoutId id="2147483753" r:id="rId20"/>
    <p:sldLayoutId id="2147483755" r:id="rId21"/>
    <p:sldLayoutId id="2147483880" r:id="rId22"/>
    <p:sldLayoutId id="2147484209" r:id="rId23"/>
    <p:sldLayoutId id="2147484611" r:id="rId24"/>
    <p:sldLayoutId id="2147483781" r:id="rId25"/>
    <p:sldLayoutId id="2147483751" r:id="rId26"/>
    <p:sldLayoutId id="2147483892" r:id="rId27"/>
    <p:sldLayoutId id="2147484133" r:id="rId28"/>
    <p:sldLayoutId id="2147484613" r:id="rId29"/>
    <p:sldLayoutId id="2147483739" r:id="rId30"/>
    <p:sldLayoutId id="2147484607" r:id="rId31"/>
    <p:sldLayoutId id="2147483740" r:id="rId32"/>
    <p:sldLayoutId id="2147484612" r:id="rId33"/>
    <p:sldLayoutId id="2147483770" r:id="rId34"/>
    <p:sldLayoutId id="2147483773" r:id="rId35"/>
    <p:sldLayoutId id="2147483777" r:id="rId36"/>
    <p:sldLayoutId id="2147484179" r:id="rId37"/>
    <p:sldLayoutId id="2147483775" r:id="rId38"/>
    <p:sldLayoutId id="2147483779" r:id="rId39"/>
    <p:sldLayoutId id="2147484066" r:id="rId40"/>
    <p:sldLayoutId id="2147484121" r:id="rId41"/>
    <p:sldLayoutId id="2147484157" r:id="rId42"/>
    <p:sldLayoutId id="2147484200" r:id="rId43"/>
    <p:sldLayoutId id="2147483791" r:id="rId44"/>
    <p:sldLayoutId id="2147484172" r:id="rId45"/>
    <p:sldLayoutId id="2147484194" r:id="rId46"/>
    <p:sldLayoutId id="2147483783" r:id="rId47"/>
    <p:sldLayoutId id="2147483785" r:id="rId48"/>
    <p:sldLayoutId id="2147484117" r:id="rId49"/>
    <p:sldLayoutId id="2147483787" r:id="rId50"/>
    <p:sldLayoutId id="2147483799" r:id="rId51"/>
    <p:sldLayoutId id="2147484141" r:id="rId52"/>
    <p:sldLayoutId id="2147483801" r:id="rId53"/>
    <p:sldLayoutId id="2147484127" r:id="rId54"/>
    <p:sldLayoutId id="2147483761" r:id="rId55"/>
    <p:sldLayoutId id="2147483894" r:id="rId56"/>
    <p:sldLayoutId id="2147484190" r:id="rId57"/>
    <p:sldLayoutId id="2147483744" r:id="rId58"/>
    <p:sldLayoutId id="2147483746" r:id="rId59"/>
    <p:sldLayoutId id="2147483748" r:id="rId60"/>
    <p:sldLayoutId id="2147483762" r:id="rId61"/>
    <p:sldLayoutId id="2147483763" r:id="rId62"/>
    <p:sldLayoutId id="2147483764" r:id="rId63"/>
    <p:sldLayoutId id="2147483765" r:id="rId64"/>
    <p:sldLayoutId id="2147483767" r:id="rId65"/>
    <p:sldLayoutId id="2147483768" r:id="rId66"/>
    <p:sldLayoutId id="2147484894" r:id="rId6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200" kern="1200" cap="all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1200" kern="1200" baseline="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200" kern="1200" baseline="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200" kern="1200" baseline="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200" kern="1200" baseline="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200" kern="1200" baseline="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5" userDrawn="1">
          <p15:clr>
            <a:srgbClr val="F26B43"/>
          </p15:clr>
        </p15:guide>
        <p15:guide id="2" pos="7265" userDrawn="1">
          <p15:clr>
            <a:srgbClr val="F26B43"/>
          </p15:clr>
        </p15:guide>
        <p15:guide id="3" orient="horz" pos="4178" userDrawn="1">
          <p15:clr>
            <a:srgbClr val="F26B43"/>
          </p15:clr>
        </p15:guide>
        <p15:guide id="5" orient="horz" pos="34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aphic 6">
            <a:extLst>
              <a:ext uri="{FF2B5EF4-FFF2-40B4-BE49-F238E27FC236}">
                <a16:creationId xmlns:a16="http://schemas.microsoft.com/office/drawing/2014/main" id="{1719B499-0542-7343-0DD2-68D66DB1357A}"/>
              </a:ext>
            </a:extLst>
          </p:cNvPr>
          <p:cNvGrpSpPr/>
          <p:nvPr userDrawn="1"/>
        </p:nvGrpSpPr>
        <p:grpSpPr>
          <a:xfrm>
            <a:off x="658813" y="6521024"/>
            <a:ext cx="586813" cy="142876"/>
            <a:chOff x="5548312" y="3295650"/>
            <a:chExt cx="1095375" cy="266700"/>
          </a:xfrm>
          <a:solidFill>
            <a:schemeClr val="tx2"/>
          </a:solidFill>
        </p:grpSpPr>
        <p:sp>
          <p:nvSpPr>
            <p:cNvPr id="6" name="Freeform 25">
              <a:extLst>
                <a:ext uri="{FF2B5EF4-FFF2-40B4-BE49-F238E27FC236}">
                  <a16:creationId xmlns:a16="http://schemas.microsoft.com/office/drawing/2014/main" id="{81E538E9-371E-3AA0-7EC1-F6404176A815}"/>
                </a:ext>
              </a:extLst>
            </p:cNvPr>
            <p:cNvSpPr/>
            <p:nvPr/>
          </p:nvSpPr>
          <p:spPr>
            <a:xfrm>
              <a:off x="5949981" y="3353657"/>
              <a:ext cx="161925" cy="152400"/>
            </a:xfrm>
            <a:custGeom>
              <a:avLst/>
              <a:gdLst>
                <a:gd name="connsiteX0" fmla="*/ 32671 w 161925"/>
                <a:gd name="connsiteY0" fmla="*/ 0 h 152400"/>
                <a:gd name="connsiteX1" fmla="*/ 32671 w 161925"/>
                <a:gd name="connsiteY1" fmla="*/ 0 h 152400"/>
                <a:gd name="connsiteX2" fmla="*/ 165735 w 161925"/>
                <a:gd name="connsiteY2" fmla="*/ 0 h 152400"/>
                <a:gd name="connsiteX3" fmla="*/ 157925 w 161925"/>
                <a:gd name="connsiteY3" fmla="*/ 37052 h 152400"/>
                <a:gd name="connsiteX4" fmla="*/ 82391 w 161925"/>
                <a:gd name="connsiteY4" fmla="*/ 37052 h 152400"/>
                <a:gd name="connsiteX5" fmla="*/ 77724 w 161925"/>
                <a:gd name="connsiteY5" fmla="*/ 58865 h 152400"/>
                <a:gd name="connsiteX6" fmla="*/ 150019 w 161925"/>
                <a:gd name="connsiteY6" fmla="*/ 58865 h 152400"/>
                <a:gd name="connsiteX7" fmla="*/ 142113 w 161925"/>
                <a:gd name="connsiteY7" fmla="*/ 95917 h 152400"/>
                <a:gd name="connsiteX8" fmla="*/ 69914 w 161925"/>
                <a:gd name="connsiteY8" fmla="*/ 95917 h 152400"/>
                <a:gd name="connsiteX9" fmla="*/ 65437 w 161925"/>
                <a:gd name="connsiteY9" fmla="*/ 116777 h 152400"/>
                <a:gd name="connsiteX10" fmla="*/ 142494 w 161925"/>
                <a:gd name="connsiteY10" fmla="*/ 116777 h 152400"/>
                <a:gd name="connsiteX11" fmla="*/ 134684 w 161925"/>
                <a:gd name="connsiteY11" fmla="*/ 153924 h 152400"/>
                <a:gd name="connsiteX12" fmla="*/ 0 w 161925"/>
                <a:gd name="connsiteY12" fmla="*/ 153924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1925" h="152400">
                  <a:moveTo>
                    <a:pt x="32671" y="0"/>
                  </a:moveTo>
                  <a:lnTo>
                    <a:pt x="32671" y="0"/>
                  </a:lnTo>
                  <a:lnTo>
                    <a:pt x="165735" y="0"/>
                  </a:lnTo>
                  <a:lnTo>
                    <a:pt x="157925" y="37052"/>
                  </a:lnTo>
                  <a:lnTo>
                    <a:pt x="82391" y="37052"/>
                  </a:lnTo>
                  <a:lnTo>
                    <a:pt x="77724" y="58865"/>
                  </a:lnTo>
                  <a:lnTo>
                    <a:pt x="150019" y="58865"/>
                  </a:lnTo>
                  <a:lnTo>
                    <a:pt x="142113" y="95917"/>
                  </a:lnTo>
                  <a:lnTo>
                    <a:pt x="69914" y="95917"/>
                  </a:lnTo>
                  <a:lnTo>
                    <a:pt x="65437" y="116777"/>
                  </a:lnTo>
                  <a:lnTo>
                    <a:pt x="142494" y="116777"/>
                  </a:lnTo>
                  <a:lnTo>
                    <a:pt x="134684" y="153924"/>
                  </a:lnTo>
                  <a:lnTo>
                    <a:pt x="0" y="15392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985FB097-35AD-31A1-F555-1F3C2553C80A}"/>
                </a:ext>
              </a:extLst>
            </p:cNvPr>
            <p:cNvSpPr/>
            <p:nvPr/>
          </p:nvSpPr>
          <p:spPr>
            <a:xfrm>
              <a:off x="6112478" y="3353657"/>
              <a:ext cx="180975" cy="152400"/>
            </a:xfrm>
            <a:custGeom>
              <a:avLst/>
              <a:gdLst>
                <a:gd name="connsiteX0" fmla="*/ 67151 w 180975"/>
                <a:gd name="connsiteY0" fmla="*/ 115633 h 152400"/>
                <a:gd name="connsiteX1" fmla="*/ 67151 w 180975"/>
                <a:gd name="connsiteY1" fmla="*/ 115633 h 152400"/>
                <a:gd name="connsiteX2" fmla="*/ 81820 w 180975"/>
                <a:gd name="connsiteY2" fmla="*/ 115633 h 152400"/>
                <a:gd name="connsiteX3" fmla="*/ 116395 w 180975"/>
                <a:gd name="connsiteY3" fmla="*/ 75724 h 152400"/>
                <a:gd name="connsiteX4" fmla="*/ 98584 w 180975"/>
                <a:gd name="connsiteY4" fmla="*/ 35719 h 152400"/>
                <a:gd name="connsiteX5" fmla="*/ 83915 w 180975"/>
                <a:gd name="connsiteY5" fmla="*/ 35719 h 152400"/>
                <a:gd name="connsiteX6" fmla="*/ 67151 w 180975"/>
                <a:gd name="connsiteY6" fmla="*/ 115633 h 152400"/>
                <a:gd name="connsiteX7" fmla="*/ 32576 w 180975"/>
                <a:gd name="connsiteY7" fmla="*/ 0 h 152400"/>
                <a:gd name="connsiteX8" fmla="*/ 32576 w 180975"/>
                <a:gd name="connsiteY8" fmla="*/ 0 h 152400"/>
                <a:gd name="connsiteX9" fmla="*/ 119063 w 180975"/>
                <a:gd name="connsiteY9" fmla="*/ 0 h 152400"/>
                <a:gd name="connsiteX10" fmla="*/ 177832 w 180975"/>
                <a:gd name="connsiteY10" fmla="*/ 77343 h 152400"/>
                <a:gd name="connsiteX11" fmla="*/ 84011 w 180975"/>
                <a:gd name="connsiteY11" fmla="*/ 153924 h 152400"/>
                <a:gd name="connsiteX12" fmla="*/ 0 w 180975"/>
                <a:gd name="connsiteY12" fmla="*/ 153924 h 152400"/>
                <a:gd name="connsiteX13" fmla="*/ 32576 w 180975"/>
                <a:gd name="connsiteY13" fmla="*/ 0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0975" h="152400">
                  <a:moveTo>
                    <a:pt x="67151" y="115633"/>
                  </a:moveTo>
                  <a:lnTo>
                    <a:pt x="67151" y="115633"/>
                  </a:lnTo>
                  <a:lnTo>
                    <a:pt x="81820" y="115633"/>
                  </a:lnTo>
                  <a:cubicBezTo>
                    <a:pt x="103251" y="115633"/>
                    <a:pt x="111062" y="101441"/>
                    <a:pt x="116395" y="75724"/>
                  </a:cubicBezTo>
                  <a:cubicBezTo>
                    <a:pt x="122111" y="49340"/>
                    <a:pt x="119729" y="35719"/>
                    <a:pt x="98584" y="35719"/>
                  </a:cubicBezTo>
                  <a:lnTo>
                    <a:pt x="83915" y="35719"/>
                  </a:lnTo>
                  <a:lnTo>
                    <a:pt x="67151" y="115633"/>
                  </a:lnTo>
                  <a:close/>
                  <a:moveTo>
                    <a:pt x="32576" y="0"/>
                  </a:moveTo>
                  <a:lnTo>
                    <a:pt x="32576" y="0"/>
                  </a:lnTo>
                  <a:lnTo>
                    <a:pt x="119063" y="0"/>
                  </a:lnTo>
                  <a:cubicBezTo>
                    <a:pt x="163163" y="0"/>
                    <a:pt x="190976" y="14859"/>
                    <a:pt x="177832" y="77343"/>
                  </a:cubicBezTo>
                  <a:cubicBezTo>
                    <a:pt x="165354" y="135541"/>
                    <a:pt x="128111" y="153924"/>
                    <a:pt x="84011" y="153924"/>
                  </a:cubicBezTo>
                  <a:lnTo>
                    <a:pt x="0" y="153924"/>
                  </a:lnTo>
                  <a:lnTo>
                    <a:pt x="32576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8457B419-E27F-D496-42B3-0DC00416BADF}"/>
                </a:ext>
              </a:extLst>
            </p:cNvPr>
            <p:cNvSpPr/>
            <p:nvPr/>
          </p:nvSpPr>
          <p:spPr>
            <a:xfrm>
              <a:off x="6274498" y="3353657"/>
              <a:ext cx="180975" cy="152400"/>
            </a:xfrm>
            <a:custGeom>
              <a:avLst/>
              <a:gdLst>
                <a:gd name="connsiteX0" fmla="*/ 91154 w 180975"/>
                <a:gd name="connsiteY0" fmla="*/ 83534 h 152400"/>
                <a:gd name="connsiteX1" fmla="*/ 91154 w 180975"/>
                <a:gd name="connsiteY1" fmla="*/ 83534 h 152400"/>
                <a:gd name="connsiteX2" fmla="*/ 125254 w 180975"/>
                <a:gd name="connsiteY2" fmla="*/ 83534 h 152400"/>
                <a:gd name="connsiteX3" fmla="*/ 119253 w 180975"/>
                <a:gd name="connsiteY3" fmla="*/ 33052 h 152400"/>
                <a:gd name="connsiteX4" fmla="*/ 118777 w 180975"/>
                <a:gd name="connsiteY4" fmla="*/ 33052 h 152400"/>
                <a:gd name="connsiteX5" fmla="*/ 91154 w 180975"/>
                <a:gd name="connsiteY5" fmla="*/ 83534 h 152400"/>
                <a:gd name="connsiteX6" fmla="*/ 86487 w 180975"/>
                <a:gd name="connsiteY6" fmla="*/ 0 h 152400"/>
                <a:gd name="connsiteX7" fmla="*/ 86487 w 180975"/>
                <a:gd name="connsiteY7" fmla="*/ 0 h 152400"/>
                <a:gd name="connsiteX8" fmla="*/ 167735 w 180975"/>
                <a:gd name="connsiteY8" fmla="*/ 0 h 152400"/>
                <a:gd name="connsiteX9" fmla="*/ 189833 w 180975"/>
                <a:gd name="connsiteY9" fmla="*/ 153924 h 152400"/>
                <a:gd name="connsiteX10" fmla="*/ 127921 w 180975"/>
                <a:gd name="connsiteY10" fmla="*/ 153924 h 152400"/>
                <a:gd name="connsiteX11" fmla="*/ 124968 w 180975"/>
                <a:gd name="connsiteY11" fmla="*/ 120587 h 152400"/>
                <a:gd name="connsiteX12" fmla="*/ 75248 w 180975"/>
                <a:gd name="connsiteY12" fmla="*/ 120587 h 152400"/>
                <a:gd name="connsiteX13" fmla="*/ 58769 w 180975"/>
                <a:gd name="connsiteY13" fmla="*/ 153924 h 152400"/>
                <a:gd name="connsiteX14" fmla="*/ 0 w 180975"/>
                <a:gd name="connsiteY14" fmla="*/ 153924 h 152400"/>
                <a:gd name="connsiteX15" fmla="*/ 86487 w 180975"/>
                <a:gd name="connsiteY15" fmla="*/ 0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975" h="152400">
                  <a:moveTo>
                    <a:pt x="91154" y="83534"/>
                  </a:moveTo>
                  <a:lnTo>
                    <a:pt x="91154" y="83534"/>
                  </a:lnTo>
                  <a:lnTo>
                    <a:pt x="125254" y="83534"/>
                  </a:lnTo>
                  <a:lnTo>
                    <a:pt x="119253" y="33052"/>
                  </a:lnTo>
                  <a:lnTo>
                    <a:pt x="118777" y="33052"/>
                  </a:lnTo>
                  <a:lnTo>
                    <a:pt x="91154" y="83534"/>
                  </a:lnTo>
                  <a:close/>
                  <a:moveTo>
                    <a:pt x="86487" y="0"/>
                  </a:moveTo>
                  <a:lnTo>
                    <a:pt x="86487" y="0"/>
                  </a:lnTo>
                  <a:lnTo>
                    <a:pt x="167735" y="0"/>
                  </a:lnTo>
                  <a:lnTo>
                    <a:pt x="189833" y="153924"/>
                  </a:lnTo>
                  <a:lnTo>
                    <a:pt x="127921" y="153924"/>
                  </a:lnTo>
                  <a:lnTo>
                    <a:pt x="124968" y="120587"/>
                  </a:lnTo>
                  <a:lnTo>
                    <a:pt x="75248" y="120587"/>
                  </a:lnTo>
                  <a:lnTo>
                    <a:pt x="58769" y="153924"/>
                  </a:lnTo>
                  <a:lnTo>
                    <a:pt x="0" y="153924"/>
                  </a:lnTo>
                  <a:lnTo>
                    <a:pt x="86487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19" name="Freeform 28">
              <a:extLst>
                <a:ext uri="{FF2B5EF4-FFF2-40B4-BE49-F238E27FC236}">
                  <a16:creationId xmlns:a16="http://schemas.microsoft.com/office/drawing/2014/main" id="{D63461A3-F7E9-5D1B-EB47-2551AFC6B26C}"/>
                </a:ext>
              </a:extLst>
            </p:cNvPr>
            <p:cNvSpPr/>
            <p:nvPr/>
          </p:nvSpPr>
          <p:spPr>
            <a:xfrm>
              <a:off x="6476453" y="3350990"/>
              <a:ext cx="161925" cy="152400"/>
            </a:xfrm>
            <a:custGeom>
              <a:avLst/>
              <a:gdLst>
                <a:gd name="connsiteX0" fmla="*/ 142184 w 161925"/>
                <a:gd name="connsiteY0" fmla="*/ 150781 h 152400"/>
                <a:gd name="connsiteX1" fmla="*/ 142184 w 161925"/>
                <a:gd name="connsiteY1" fmla="*/ 150781 h 152400"/>
                <a:gd name="connsiteX2" fmla="*/ 76747 w 161925"/>
                <a:gd name="connsiteY2" fmla="*/ 159258 h 152400"/>
                <a:gd name="connsiteX3" fmla="*/ 2261 w 161925"/>
                <a:gd name="connsiteY3" fmla="*/ 77343 h 152400"/>
                <a:gd name="connsiteX4" fmla="*/ 110561 w 161925"/>
                <a:gd name="connsiteY4" fmla="*/ 0 h 152400"/>
                <a:gd name="connsiteX5" fmla="*/ 166853 w 161925"/>
                <a:gd name="connsiteY5" fmla="*/ 5715 h 152400"/>
                <a:gd name="connsiteX6" fmla="*/ 157995 w 161925"/>
                <a:gd name="connsiteY6" fmla="*/ 47244 h 152400"/>
                <a:gd name="connsiteX7" fmla="*/ 119419 w 161925"/>
                <a:gd name="connsiteY7" fmla="*/ 38386 h 152400"/>
                <a:gd name="connsiteX8" fmla="*/ 61697 w 161925"/>
                <a:gd name="connsiteY8" fmla="*/ 81058 h 152400"/>
                <a:gd name="connsiteX9" fmla="*/ 85510 w 161925"/>
                <a:gd name="connsiteY9" fmla="*/ 120777 h 152400"/>
                <a:gd name="connsiteX10" fmla="*/ 98273 w 161925"/>
                <a:gd name="connsiteY10" fmla="*/ 119444 h 152400"/>
                <a:gd name="connsiteX11" fmla="*/ 106941 w 161925"/>
                <a:gd name="connsiteY11" fmla="*/ 78391 h 152400"/>
                <a:gd name="connsiteX12" fmla="*/ 157519 w 161925"/>
                <a:gd name="connsiteY12" fmla="*/ 78391 h 152400"/>
                <a:gd name="connsiteX13" fmla="*/ 142184 w 161925"/>
                <a:gd name="connsiteY13" fmla="*/ 15078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1925" h="152400">
                  <a:moveTo>
                    <a:pt x="142184" y="150781"/>
                  </a:moveTo>
                  <a:lnTo>
                    <a:pt x="142184" y="150781"/>
                  </a:lnTo>
                  <a:cubicBezTo>
                    <a:pt x="120752" y="156782"/>
                    <a:pt x="101036" y="159258"/>
                    <a:pt x="76747" y="159258"/>
                  </a:cubicBezTo>
                  <a:cubicBezTo>
                    <a:pt x="25693" y="159258"/>
                    <a:pt x="-9455" y="132207"/>
                    <a:pt x="2261" y="77343"/>
                  </a:cubicBezTo>
                  <a:cubicBezTo>
                    <a:pt x="13024" y="25622"/>
                    <a:pt x="61316" y="0"/>
                    <a:pt x="110561" y="0"/>
                  </a:cubicBezTo>
                  <a:cubicBezTo>
                    <a:pt x="139326" y="0"/>
                    <a:pt x="152851" y="2191"/>
                    <a:pt x="166853" y="5715"/>
                  </a:cubicBezTo>
                  <a:lnTo>
                    <a:pt x="157995" y="47244"/>
                  </a:lnTo>
                  <a:cubicBezTo>
                    <a:pt x="150661" y="42386"/>
                    <a:pt x="135897" y="38386"/>
                    <a:pt x="119419" y="38386"/>
                  </a:cubicBezTo>
                  <a:cubicBezTo>
                    <a:pt x="90177" y="38386"/>
                    <a:pt x="67698" y="53054"/>
                    <a:pt x="61697" y="81058"/>
                  </a:cubicBezTo>
                  <a:cubicBezTo>
                    <a:pt x="57220" y="102203"/>
                    <a:pt x="61888" y="120777"/>
                    <a:pt x="85510" y="120777"/>
                  </a:cubicBezTo>
                  <a:cubicBezTo>
                    <a:pt x="89605" y="120777"/>
                    <a:pt x="94463" y="120777"/>
                    <a:pt x="98273" y="119444"/>
                  </a:cubicBezTo>
                  <a:lnTo>
                    <a:pt x="106941" y="78391"/>
                  </a:lnTo>
                  <a:lnTo>
                    <a:pt x="157519" y="78391"/>
                  </a:lnTo>
                  <a:lnTo>
                    <a:pt x="142184" y="15078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20" name="Freeform 29">
              <a:extLst>
                <a:ext uri="{FF2B5EF4-FFF2-40B4-BE49-F238E27FC236}">
                  <a16:creationId xmlns:a16="http://schemas.microsoft.com/office/drawing/2014/main" id="{3ED5BC5A-EE5C-00AB-3D0D-5951B00C13EF}"/>
                </a:ext>
              </a:extLst>
            </p:cNvPr>
            <p:cNvSpPr/>
            <p:nvPr/>
          </p:nvSpPr>
          <p:spPr>
            <a:xfrm>
              <a:off x="5648991" y="3412046"/>
              <a:ext cx="200025" cy="28575"/>
            </a:xfrm>
            <a:custGeom>
              <a:avLst/>
              <a:gdLst>
                <a:gd name="connsiteX0" fmla="*/ 7811 w 200025"/>
                <a:gd name="connsiteY0" fmla="*/ 0 h 28575"/>
                <a:gd name="connsiteX1" fmla="*/ 7811 w 200025"/>
                <a:gd name="connsiteY1" fmla="*/ 0 h 28575"/>
                <a:gd name="connsiteX2" fmla="*/ 202978 w 200025"/>
                <a:gd name="connsiteY2" fmla="*/ 0 h 28575"/>
                <a:gd name="connsiteX3" fmla="*/ 195167 w 200025"/>
                <a:gd name="connsiteY3" fmla="*/ 37052 h 28575"/>
                <a:gd name="connsiteX4" fmla="*/ 0 w 200025"/>
                <a:gd name="connsiteY4" fmla="*/ 37052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025" h="28575">
                  <a:moveTo>
                    <a:pt x="7811" y="0"/>
                  </a:moveTo>
                  <a:lnTo>
                    <a:pt x="7811" y="0"/>
                  </a:lnTo>
                  <a:lnTo>
                    <a:pt x="202978" y="0"/>
                  </a:lnTo>
                  <a:lnTo>
                    <a:pt x="195167" y="37052"/>
                  </a:lnTo>
                  <a:lnTo>
                    <a:pt x="0" y="370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0E23E678-9242-80B7-70C9-6662ED9B78C7}"/>
                </a:ext>
              </a:extLst>
            </p:cNvPr>
            <p:cNvSpPr/>
            <p:nvPr/>
          </p:nvSpPr>
          <p:spPr>
            <a:xfrm>
              <a:off x="5673661" y="3295650"/>
              <a:ext cx="200025" cy="28575"/>
            </a:xfrm>
            <a:custGeom>
              <a:avLst/>
              <a:gdLst>
                <a:gd name="connsiteX0" fmla="*/ 7810 w 200025"/>
                <a:gd name="connsiteY0" fmla="*/ 0 h 28575"/>
                <a:gd name="connsiteX1" fmla="*/ 0 w 200025"/>
                <a:gd name="connsiteY1" fmla="*/ 36862 h 28575"/>
                <a:gd name="connsiteX2" fmla="*/ 194977 w 200025"/>
                <a:gd name="connsiteY2" fmla="*/ 36862 h 28575"/>
                <a:gd name="connsiteX3" fmla="*/ 202978 w 200025"/>
                <a:gd name="connsiteY3" fmla="*/ 0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025" h="28575">
                  <a:moveTo>
                    <a:pt x="7810" y="0"/>
                  </a:moveTo>
                  <a:lnTo>
                    <a:pt x="0" y="36862"/>
                  </a:lnTo>
                  <a:lnTo>
                    <a:pt x="194977" y="36862"/>
                  </a:lnTo>
                  <a:lnTo>
                    <a:pt x="20297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23" name="Freeform 31">
              <a:extLst>
                <a:ext uri="{FF2B5EF4-FFF2-40B4-BE49-F238E27FC236}">
                  <a16:creationId xmlns:a16="http://schemas.microsoft.com/office/drawing/2014/main" id="{89051112-C022-66BC-D46C-61137239FD94}"/>
                </a:ext>
              </a:extLst>
            </p:cNvPr>
            <p:cNvSpPr/>
            <p:nvPr/>
          </p:nvSpPr>
          <p:spPr>
            <a:xfrm>
              <a:off x="5624322" y="3528441"/>
              <a:ext cx="200025" cy="28575"/>
            </a:xfrm>
            <a:custGeom>
              <a:avLst/>
              <a:gdLst>
                <a:gd name="connsiteX0" fmla="*/ 8001 w 200025"/>
                <a:gd name="connsiteY0" fmla="*/ 0 h 28575"/>
                <a:gd name="connsiteX1" fmla="*/ 0 w 200025"/>
                <a:gd name="connsiteY1" fmla="*/ 37243 h 28575"/>
                <a:gd name="connsiteX2" fmla="*/ 195263 w 200025"/>
                <a:gd name="connsiteY2" fmla="*/ 37243 h 28575"/>
                <a:gd name="connsiteX3" fmla="*/ 203073 w 200025"/>
                <a:gd name="connsiteY3" fmla="*/ 0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025" h="28575">
                  <a:moveTo>
                    <a:pt x="8001" y="0"/>
                  </a:moveTo>
                  <a:lnTo>
                    <a:pt x="0" y="37243"/>
                  </a:lnTo>
                  <a:lnTo>
                    <a:pt x="195263" y="37243"/>
                  </a:lnTo>
                  <a:lnTo>
                    <a:pt x="20307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  <p:sp>
          <p:nvSpPr>
            <p:cNvPr id="24" name="Freeform 32">
              <a:extLst>
                <a:ext uri="{FF2B5EF4-FFF2-40B4-BE49-F238E27FC236}">
                  <a16:creationId xmlns:a16="http://schemas.microsoft.com/office/drawing/2014/main" id="{D8EF0630-81F4-85BD-7B2C-1BB78AF54559}"/>
                </a:ext>
              </a:extLst>
            </p:cNvPr>
            <p:cNvSpPr/>
            <p:nvPr/>
          </p:nvSpPr>
          <p:spPr>
            <a:xfrm>
              <a:off x="5548312" y="3354229"/>
              <a:ext cx="371475" cy="152400"/>
            </a:xfrm>
            <a:custGeom>
              <a:avLst/>
              <a:gdLst>
                <a:gd name="connsiteX0" fmla="*/ 344424 w 371475"/>
                <a:gd name="connsiteY0" fmla="*/ 153924 h 152400"/>
                <a:gd name="connsiteX1" fmla="*/ 344424 w 371475"/>
                <a:gd name="connsiteY1" fmla="*/ 153924 h 152400"/>
                <a:gd name="connsiteX2" fmla="*/ 0 w 371475"/>
                <a:gd name="connsiteY2" fmla="*/ 154115 h 152400"/>
                <a:gd name="connsiteX3" fmla="*/ 344424 w 371475"/>
                <a:gd name="connsiteY3" fmla="*/ 153924 h 152400"/>
                <a:gd name="connsiteX4" fmla="*/ 377190 w 371475"/>
                <a:gd name="connsiteY4" fmla="*/ 0 h 152400"/>
                <a:gd name="connsiteX5" fmla="*/ 32576 w 371475"/>
                <a:gd name="connsiteY5" fmla="*/ 0 h 152400"/>
                <a:gd name="connsiteX6" fmla="*/ 24575 w 371475"/>
                <a:gd name="connsiteY6" fmla="*/ 37148 h 152400"/>
                <a:gd name="connsiteX7" fmla="*/ 331946 w 371475"/>
                <a:gd name="connsiteY7" fmla="*/ 36957 h 152400"/>
                <a:gd name="connsiteX8" fmla="*/ 314992 w 371475"/>
                <a:gd name="connsiteY8" fmla="*/ 116872 h 152400"/>
                <a:gd name="connsiteX9" fmla="*/ 8192 w 371475"/>
                <a:gd name="connsiteY9" fmla="*/ 117062 h 152400"/>
                <a:gd name="connsiteX10" fmla="*/ 0 w 371475"/>
                <a:gd name="connsiteY10" fmla="*/ 154019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1475" h="152400">
                  <a:moveTo>
                    <a:pt x="344424" y="153924"/>
                  </a:moveTo>
                  <a:lnTo>
                    <a:pt x="344424" y="153924"/>
                  </a:lnTo>
                  <a:cubicBezTo>
                    <a:pt x="344424" y="153924"/>
                    <a:pt x="476" y="154115"/>
                    <a:pt x="0" y="154115"/>
                  </a:cubicBezTo>
                  <a:lnTo>
                    <a:pt x="344424" y="153924"/>
                  </a:lnTo>
                  <a:lnTo>
                    <a:pt x="377190" y="0"/>
                  </a:lnTo>
                  <a:cubicBezTo>
                    <a:pt x="377190" y="190"/>
                    <a:pt x="32576" y="0"/>
                    <a:pt x="32576" y="0"/>
                  </a:cubicBezTo>
                  <a:lnTo>
                    <a:pt x="24575" y="37148"/>
                  </a:lnTo>
                  <a:lnTo>
                    <a:pt x="331946" y="36957"/>
                  </a:lnTo>
                  <a:lnTo>
                    <a:pt x="314992" y="116872"/>
                  </a:lnTo>
                  <a:lnTo>
                    <a:pt x="8192" y="117062"/>
                  </a:lnTo>
                  <a:lnTo>
                    <a:pt x="0" y="154019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>
                <a:solidFill>
                  <a:schemeClr val="tx2"/>
                </a:solidFill>
              </a:endParaRPr>
            </a:p>
          </p:txBody>
        </p:sp>
      </p:grpSp>
      <p:sp>
        <p:nvSpPr>
          <p:cNvPr id="25" name="TextBox 12">
            <a:extLst>
              <a:ext uri="{FF2B5EF4-FFF2-40B4-BE49-F238E27FC236}">
                <a16:creationId xmlns:a16="http://schemas.microsoft.com/office/drawing/2014/main" id="{C5D477DF-B498-71D1-5FA7-B6853F1F79AC}"/>
              </a:ext>
            </a:extLst>
          </p:cNvPr>
          <p:cNvSpPr txBox="1"/>
          <p:nvPr userDrawn="1"/>
        </p:nvSpPr>
        <p:spPr bwMode="gray">
          <a:xfrm>
            <a:off x="8956432" y="6553476"/>
            <a:ext cx="2062072" cy="1103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r">
              <a:lnSpc>
                <a:spcPct val="85000"/>
              </a:lnSpc>
            </a:pPr>
            <a:r>
              <a:rPr lang="en-US" sz="800" noProof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</a:t>
            </a:r>
            <a:r>
              <a:rPr lang="de-DE" sz="800" noProof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800" noProof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EDAG Group. All rights reserved.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D873C442-ED87-9EC4-0AB3-F65CB1B4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18005" y="6515100"/>
            <a:ext cx="214905" cy="142876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r">
              <a:lnSpc>
                <a:spcPct val="85000"/>
              </a:lnSpc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85000"/>
              </a:lnSpc>
              <a:defRPr sz="800">
                <a:solidFill>
                  <a:schemeClr val="tx2"/>
                </a:solidFill>
              </a:defRPr>
            </a:lvl9pPr>
          </a:lstStyle>
          <a:p>
            <a:fld id="{7D3ABF3B-F89B-4CD7-B75C-63A8A662AF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414C343-2E71-520B-08CD-85B13F5A9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40000" y="6537600"/>
            <a:ext cx="7560000" cy="10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 baseline="0">
                <a:solidFill>
                  <a:schemeClr val="tx2"/>
                </a:solidFill>
              </a:defRPr>
            </a:lvl1pPr>
          </a:lstStyle>
          <a:p>
            <a:pPr>
              <a:tabLst>
                <a:tab pos="1257300" algn="l"/>
              </a:tabLst>
            </a:pPr>
            <a:r>
              <a:rPr lang="en-US"/>
              <a:t>EDAG Electrics/Electronics     Author: Group Marketing     Version: 11.0     Release: Felix Schuster     Scope: EDAG Group     internal</a:t>
            </a:r>
            <a:endParaRPr lang="de-DE"/>
          </a:p>
        </p:txBody>
      </p:sp>
      <p:sp>
        <p:nvSpPr>
          <p:cNvPr id="3" name="Titelplatzhalter 2">
            <a:extLst>
              <a:ext uri="{FF2B5EF4-FFF2-40B4-BE49-F238E27FC236}">
                <a16:creationId xmlns:a16="http://schemas.microsoft.com/office/drawing/2014/main" id="{6CAF4F76-4A43-31A0-6929-F30D973FD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800" y="522000"/>
            <a:ext cx="6840000" cy="25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97063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63" r:id="rId1"/>
    <p:sldLayoutId id="2147484764" r:id="rId2"/>
    <p:sldLayoutId id="2147484765" r:id="rId3"/>
    <p:sldLayoutId id="2147484766" r:id="rId4"/>
    <p:sldLayoutId id="2147484767" r:id="rId5"/>
    <p:sldLayoutId id="2147484768" r:id="rId6"/>
    <p:sldLayoutId id="2147484769" r:id="rId7"/>
    <p:sldLayoutId id="2147484770" r:id="rId8"/>
    <p:sldLayoutId id="2147484771" r:id="rId9"/>
    <p:sldLayoutId id="2147484772" r:id="rId10"/>
    <p:sldLayoutId id="2147484773" r:id="rId11"/>
    <p:sldLayoutId id="2147484774" r:id="rId12"/>
    <p:sldLayoutId id="2147484775" r:id="rId13"/>
    <p:sldLayoutId id="2147484776" r:id="rId14"/>
    <p:sldLayoutId id="2147484777" r:id="rId1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200" kern="1200" cap="all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5" userDrawn="1">
          <p15:clr>
            <a:srgbClr val="F26B43"/>
          </p15:clr>
        </p15:guide>
        <p15:guide id="2" pos="7265" userDrawn="1">
          <p15:clr>
            <a:srgbClr val="F26B43"/>
          </p15:clr>
        </p15:guide>
        <p15:guide id="3" orient="horz" pos="4178" userDrawn="1">
          <p15:clr>
            <a:srgbClr val="F26B43"/>
          </p15:clr>
        </p15:guide>
        <p15:guide id="5" orient="horz" pos="34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horturl.at/1IEHo" TargetMode="External"/><Relationship Id="rId2" Type="http://schemas.openxmlformats.org/officeDocument/2006/relationships/hyperlink" Target="https://shorturl.at/M89Kb" TargetMode="External"/><Relationship Id="rId1" Type="http://schemas.openxmlformats.org/officeDocument/2006/relationships/slideLayout" Target="../slideLayouts/slideLayout3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2">
            <a:extLst>
              <a:ext uri="{FF2B5EF4-FFF2-40B4-BE49-F238E27FC236}">
                <a16:creationId xmlns:a16="http://schemas.microsoft.com/office/drawing/2014/main" id="{C59E9797-F4EA-3297-CA30-DB103D421262}"/>
              </a:ext>
            </a:extLst>
          </p:cNvPr>
          <p:cNvSpPr txBox="1">
            <a:spLocks/>
          </p:cNvSpPr>
          <p:nvPr/>
        </p:nvSpPr>
        <p:spPr>
          <a:xfrm>
            <a:off x="723185" y="4350091"/>
            <a:ext cx="7126523" cy="115058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200" kern="1200" cap="all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800" dirty="0"/>
              <a:t>Vehicle Wear &amp; Tear Prediction System</a:t>
            </a:r>
            <a:endParaRPr lang="en-US" sz="2800" b="1" dirty="0"/>
          </a:p>
        </p:txBody>
      </p:sp>
      <p:sp>
        <p:nvSpPr>
          <p:cNvPr id="6" name="Textplatzhalter 4">
            <a:extLst>
              <a:ext uri="{FF2B5EF4-FFF2-40B4-BE49-F238E27FC236}">
                <a16:creationId xmlns:a16="http://schemas.microsoft.com/office/drawing/2014/main" id="{69FF12D2-7000-CA1F-323B-FD6B85DB9A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0542" y="218006"/>
            <a:ext cx="2880000" cy="180000"/>
          </a:xfrm>
        </p:spPr>
        <p:txBody>
          <a:bodyPr>
            <a:normAutofit/>
          </a:bodyPr>
          <a:lstStyle/>
          <a:p>
            <a:r>
              <a:rPr lang="de-DE" dirty="0" err="1">
                <a:solidFill>
                  <a:schemeClr val="tx1"/>
                </a:solidFill>
              </a:rPr>
              <a:t>Mega</a:t>
            </a:r>
            <a:r>
              <a:rPr lang="de-DE" dirty="0">
                <a:solidFill>
                  <a:schemeClr val="tx1"/>
                </a:solidFill>
              </a:rPr>
              <a:t> Project  |  </a:t>
            </a:r>
            <a:r>
              <a:rPr lang="de-DE" dirty="0" err="1">
                <a:solidFill>
                  <a:schemeClr val="tx1"/>
                </a:solidFill>
              </a:rPr>
              <a:t>July</a:t>
            </a:r>
            <a:r>
              <a:rPr lang="de-DE" dirty="0">
                <a:solidFill>
                  <a:schemeClr val="tx1"/>
                </a:solidFill>
              </a:rPr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2079682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A3462-24D1-BE04-EF1C-60CBD800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platzhalter 4">
            <a:extLst>
              <a:ext uri="{FF2B5EF4-FFF2-40B4-BE49-F238E27FC236}">
                <a16:creationId xmlns:a16="http://schemas.microsoft.com/office/drawing/2014/main" id="{817A0FCF-67E8-7083-EC55-97CF54E569F6}"/>
              </a:ext>
            </a:extLst>
          </p:cNvPr>
          <p:cNvSpPr>
            <a:spLocks noGrp="1"/>
          </p:cNvSpPr>
          <p:nvPr/>
        </p:nvSpPr>
        <p:spPr>
          <a:xfrm>
            <a:off x="6096006" y="1485255"/>
            <a:ext cx="5437188" cy="1389694"/>
          </a:xfrm>
          <a:prstGeom prst="rect">
            <a:avLst/>
          </a:prstGeom>
        </p:spPr>
        <p:txBody>
          <a:bodyPr lIns="0" tIns="0" rIns="0" bIns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9600" b="1" kern="1200" cap="all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9600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9600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9600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9600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AGENDA</a:t>
            </a:r>
          </a:p>
        </p:txBody>
      </p:sp>
      <p:sp>
        <p:nvSpPr>
          <p:cNvPr id="15" name="Foliennummernplatzhalter 1">
            <a:extLst>
              <a:ext uri="{FF2B5EF4-FFF2-40B4-BE49-F238E27FC236}">
                <a16:creationId xmlns:a16="http://schemas.microsoft.com/office/drawing/2014/main" id="{31470F72-BBBE-B355-1E2D-CAA899FBFB7C}"/>
              </a:ext>
            </a:extLst>
          </p:cNvPr>
          <p:cNvSpPr>
            <a:spLocks noGrp="1"/>
          </p:cNvSpPr>
          <p:nvPr/>
        </p:nvSpPr>
        <p:spPr bwMode="gray">
          <a:xfrm>
            <a:off x="11351879" y="6506518"/>
            <a:ext cx="214905" cy="142876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defPPr>
              <a:defRPr lang="en-US"/>
            </a:defPPr>
            <a:lvl1pPr marL="0" indent="0" algn="r" defTabSz="914400" rtl="0" eaLnBrk="1" latinLnBrk="0" hangingPunct="1">
              <a:lnSpc>
                <a:spcPct val="85000"/>
              </a:lnSpc>
              <a:defRPr sz="8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D3ABF3B-F89B-4CD7-B75C-63A8A662AF01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E4E5E6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E4E5E6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platzhalter 13">
            <a:extLst>
              <a:ext uri="{FF2B5EF4-FFF2-40B4-BE49-F238E27FC236}">
                <a16:creationId xmlns:a16="http://schemas.microsoft.com/office/drawing/2014/main" id="{1BA2E4B3-4386-2298-3A04-7F6A86F5F9DC}"/>
              </a:ext>
            </a:extLst>
          </p:cNvPr>
          <p:cNvSpPr>
            <a:spLocks noGrp="1"/>
          </p:cNvSpPr>
          <p:nvPr/>
        </p:nvSpPr>
        <p:spPr>
          <a:xfrm>
            <a:off x="658806" y="2061949"/>
            <a:ext cx="5013854" cy="4735930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600" b="1" kern="1200" cap="all" spc="3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Project Overview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Dataset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Tech Stack &amp; Python Concepts Used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Output Report / Dashboard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Summary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Future Scope</a:t>
            </a:r>
          </a:p>
          <a:p>
            <a:endParaRPr lang="de-DE" sz="1200" dirty="0"/>
          </a:p>
        </p:txBody>
      </p:sp>
      <p:sp>
        <p:nvSpPr>
          <p:cNvPr id="18" name="Titel 6">
            <a:extLst>
              <a:ext uri="{FF2B5EF4-FFF2-40B4-BE49-F238E27FC236}">
                <a16:creationId xmlns:a16="http://schemas.microsoft.com/office/drawing/2014/main" id="{7AA374FA-6818-C146-AB18-CAEF947C98DF}"/>
              </a:ext>
            </a:extLst>
          </p:cNvPr>
          <p:cNvSpPr>
            <a:spLocks noGrp="1"/>
          </p:cNvSpPr>
          <p:nvPr/>
        </p:nvSpPr>
        <p:spPr>
          <a:xfrm>
            <a:off x="658806" y="361012"/>
            <a:ext cx="5518264" cy="25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200" kern="1200" cap="all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400" dirty="0"/>
              <a:t>Vehicle Wear &amp; Tear Prediction System</a:t>
            </a:r>
            <a:endParaRPr lang="en-US" sz="2400" b="1" dirty="0"/>
          </a:p>
        </p:txBody>
      </p:sp>
      <p:sp>
        <p:nvSpPr>
          <p:cNvPr id="19" name="Textplatzhalter 3">
            <a:extLst>
              <a:ext uri="{FF2B5EF4-FFF2-40B4-BE49-F238E27FC236}">
                <a16:creationId xmlns:a16="http://schemas.microsoft.com/office/drawing/2014/main" id="{D62B31F0-E3CE-A9C4-8F32-0691A2F622CB}"/>
              </a:ext>
            </a:extLst>
          </p:cNvPr>
          <p:cNvSpPr>
            <a:spLocks noGrp="1"/>
          </p:cNvSpPr>
          <p:nvPr/>
        </p:nvSpPr>
        <p:spPr>
          <a:xfrm>
            <a:off x="658806" y="1177362"/>
            <a:ext cx="5518264" cy="10896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2200" b="1" i="0" kern="1200" cap="all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b="1" i="0" kern="1200" cap="all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b="1" i="0" kern="1200" cap="all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b="1" i="0" kern="1200" cap="all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b="1" i="0" kern="1200" cap="all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/>
              <a:t>Agenda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250FC13-73F9-0F85-D87B-51D609D3B562}"/>
              </a:ext>
            </a:extLst>
          </p:cNvPr>
          <p:cNvCxnSpPr>
            <a:cxnSpLocks/>
          </p:cNvCxnSpPr>
          <p:nvPr/>
        </p:nvCxnSpPr>
        <p:spPr>
          <a:xfrm>
            <a:off x="658806" y="3953870"/>
            <a:ext cx="4356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5259B1D-07B3-F1D2-4438-9A789CA8CFA9}"/>
              </a:ext>
            </a:extLst>
          </p:cNvPr>
          <p:cNvCxnSpPr>
            <a:cxnSpLocks/>
          </p:cNvCxnSpPr>
          <p:nvPr/>
        </p:nvCxnSpPr>
        <p:spPr>
          <a:xfrm>
            <a:off x="658806" y="2663282"/>
            <a:ext cx="4356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17117E8-9410-3808-8795-88B2704C6B42}"/>
              </a:ext>
            </a:extLst>
          </p:cNvPr>
          <p:cNvCxnSpPr>
            <a:cxnSpLocks/>
          </p:cNvCxnSpPr>
          <p:nvPr/>
        </p:nvCxnSpPr>
        <p:spPr>
          <a:xfrm>
            <a:off x="658806" y="3313018"/>
            <a:ext cx="4356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020047D-EEC4-5569-6A8C-C1F4A84B43BC}"/>
              </a:ext>
            </a:extLst>
          </p:cNvPr>
          <p:cNvCxnSpPr>
            <a:cxnSpLocks/>
          </p:cNvCxnSpPr>
          <p:nvPr/>
        </p:nvCxnSpPr>
        <p:spPr>
          <a:xfrm>
            <a:off x="658806" y="2311162"/>
            <a:ext cx="4356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A5A8AB5-B3C7-6286-C52D-9B9782A2E6B7}"/>
              </a:ext>
            </a:extLst>
          </p:cNvPr>
          <p:cNvCxnSpPr>
            <a:cxnSpLocks/>
          </p:cNvCxnSpPr>
          <p:nvPr/>
        </p:nvCxnSpPr>
        <p:spPr>
          <a:xfrm>
            <a:off x="658806" y="3647924"/>
            <a:ext cx="4356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D30CCF0-89BC-A5CC-8522-1A3676C3C1C0}"/>
              </a:ext>
            </a:extLst>
          </p:cNvPr>
          <p:cNvCxnSpPr>
            <a:cxnSpLocks/>
          </p:cNvCxnSpPr>
          <p:nvPr/>
        </p:nvCxnSpPr>
        <p:spPr>
          <a:xfrm>
            <a:off x="658806" y="2971175"/>
            <a:ext cx="4356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ußzeilenplatzhalter 3">
            <a:extLst>
              <a:ext uri="{FF2B5EF4-FFF2-40B4-BE49-F238E27FC236}">
                <a16:creationId xmlns:a16="http://schemas.microsoft.com/office/drawing/2014/main" id="{5C927B2C-0E9F-3DD9-8AB6-067AD4AD0D1E}"/>
              </a:ext>
            </a:extLst>
          </p:cNvPr>
          <p:cNvSpPr txBox="1">
            <a:spLocks/>
          </p:cNvSpPr>
          <p:nvPr/>
        </p:nvSpPr>
        <p:spPr>
          <a:xfrm>
            <a:off x="1353067" y="6498670"/>
            <a:ext cx="7560000" cy="108000"/>
          </a:xfrm>
          <a:prstGeom prst="rect">
            <a:avLst/>
          </a:prstGeom>
        </p:spPr>
        <p:txBody>
          <a:bodyPr/>
          <a:lstStyle>
            <a:defPPr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chemeClr val="bg1"/>
                </a:solidFill>
              </a:rPr>
              <a:t>EDAG Electrics/Electronics     Author: </a:t>
            </a:r>
            <a:r>
              <a:rPr lang="de-DE" sz="800" dirty="0">
                <a:solidFill>
                  <a:schemeClr val="bg1"/>
                </a:solidFill>
              </a:rPr>
              <a:t>I&amp;V Team      </a:t>
            </a:r>
            <a:r>
              <a:rPr lang="en-US" sz="800" dirty="0">
                <a:solidFill>
                  <a:schemeClr val="bg1"/>
                </a:solidFill>
              </a:rPr>
              <a:t>Version:1.0     	    Scope: EDAG Group     internal</a:t>
            </a:r>
            <a:endParaRPr lang="de-DE" sz="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6278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9E5DA9-5711-CB58-FFB7-1102C44FF2B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7B48A8A8-FA2D-4941-B7A5-20A55C606B37}"/>
              </a:ext>
            </a:extLst>
          </p:cNvPr>
          <p:cNvSpPr txBox="1">
            <a:spLocks/>
          </p:cNvSpPr>
          <p:nvPr/>
        </p:nvSpPr>
        <p:spPr bwMode="gray">
          <a:xfrm>
            <a:off x="11318005" y="6515100"/>
            <a:ext cx="214905" cy="142876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defPPr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defPPr>
            <a:lvl1pPr marL="0" indent="0" algn="r" defTabSz="914400" rtl="0" eaLnBrk="1" latinLnBrk="0" hangingPunct="1">
              <a:lnSpc>
                <a:spcPct val="85000"/>
              </a:lnSpc>
              <a:defRPr sz="8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7D3ABF3B-F89B-4CD7-B75C-63A8A662AF01}" type="slidenum">
              <a:rPr lang="en-US" smtClean="0">
                <a:solidFill>
                  <a:srgbClr val="949CA3"/>
                </a:solidFill>
                <a:latin typeface="Arial"/>
              </a:rPr>
              <a:pPr>
                <a:defRPr/>
              </a:pPr>
              <a:t>3</a:t>
            </a:fld>
            <a:endParaRPr lang="en-US">
              <a:solidFill>
                <a:srgbClr val="949CA3"/>
              </a:solidFill>
              <a:latin typeface="Arial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4C4FC089-F2A5-D181-C88E-60F00F881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800" y="522000"/>
            <a:ext cx="6840000" cy="252000"/>
          </a:xfrm>
        </p:spPr>
        <p:txBody>
          <a:bodyPr/>
          <a:lstStyle/>
          <a:p>
            <a:r>
              <a:rPr lang="en-US" b="1" dirty="0"/>
              <a:t>1. Project Overview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D0D32D09-AD71-75E6-18C4-58C962F3E3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00" y="1367896"/>
            <a:ext cx="6840000" cy="252000"/>
          </a:xfrm>
        </p:spPr>
        <p:txBody>
          <a:bodyPr/>
          <a:lstStyle/>
          <a:p>
            <a:r>
              <a:rPr lang="en-US" sz="1600" dirty="0"/>
              <a:t>1.1 What Does This System Do?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A5EF054-581F-F703-6229-70F93DF022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270" y="3429000"/>
            <a:ext cx="4726816" cy="223544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11516EF-5A38-F3FA-5625-2DB6DCF6F713}"/>
              </a:ext>
            </a:extLst>
          </p:cNvPr>
          <p:cNvSpPr txBox="1"/>
          <p:nvPr/>
        </p:nvSpPr>
        <p:spPr>
          <a:xfrm>
            <a:off x="241270" y="1839844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Loads vehicle sensor readings, owner details, and service history from a multi-sheet Excel dataset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Compares each sensor reading against defined Green / Yellow / Red threshold ranges to flag its condition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Calculates an overall Vehicle Health Score (0–100%) and generates maintenance recommendations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Produces an automated PDF Health Report with a sensor comparison table, status pie chart, and a plain-language condition summary</a:t>
            </a:r>
          </a:p>
        </p:txBody>
      </p:sp>
      <p:sp>
        <p:nvSpPr>
          <p:cNvPr id="18" name="Fußzeilenplatzhalter 3">
            <a:extLst>
              <a:ext uri="{FF2B5EF4-FFF2-40B4-BE49-F238E27FC236}">
                <a16:creationId xmlns:a16="http://schemas.microsoft.com/office/drawing/2014/main" id="{4C6CC428-9B08-201B-D6F2-5ECD13499507}"/>
              </a:ext>
            </a:extLst>
          </p:cNvPr>
          <p:cNvSpPr txBox="1">
            <a:spLocks/>
          </p:cNvSpPr>
          <p:nvPr/>
        </p:nvSpPr>
        <p:spPr>
          <a:xfrm>
            <a:off x="1353067" y="6498670"/>
            <a:ext cx="7560000" cy="108000"/>
          </a:xfrm>
          <a:prstGeom prst="rect">
            <a:avLst/>
          </a:prstGeom>
        </p:spPr>
        <p:txBody>
          <a:bodyPr/>
          <a:lstStyle>
            <a:defPPr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chemeClr val="bg1"/>
                </a:solidFill>
              </a:rPr>
              <a:t>EDAG Electrics/Electronics     Author: </a:t>
            </a:r>
            <a:r>
              <a:rPr lang="de-DE" sz="800" dirty="0">
                <a:solidFill>
                  <a:schemeClr val="bg1"/>
                </a:solidFill>
              </a:rPr>
              <a:t>I&amp;V Team      </a:t>
            </a:r>
            <a:r>
              <a:rPr lang="en-US" sz="800" dirty="0">
                <a:solidFill>
                  <a:schemeClr val="bg1"/>
                </a:solidFill>
              </a:rPr>
              <a:t>Version:1.0     	    Scope: EDAG Group     internal</a:t>
            </a:r>
            <a:endParaRPr lang="de-DE" sz="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4086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26891F-6F1E-C44A-9CBC-16F22E8251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86B6C5-D7FD-B6D4-E8A1-85256E9ED9A0}"/>
              </a:ext>
            </a:extLst>
          </p:cNvPr>
          <p:cNvSpPr txBox="1"/>
          <p:nvPr/>
        </p:nvSpPr>
        <p:spPr>
          <a:xfrm>
            <a:off x="641684" y="740113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bg1"/>
                </a:solidFill>
              </a:rPr>
              <a:t>2. Dataset</a:t>
            </a:r>
          </a:p>
          <a:p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b="0" dirty="0">
                <a:solidFill>
                  <a:schemeClr val="bg1"/>
                </a:solidFill>
              </a:rPr>
              <a:t>2.1 Dataset Description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Multi-sheet Excel workbook (Vehicle_Health_System_Data.xlsx) with 5 linked sheets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</a:rPr>
              <a:t>Standard_Thresholds</a:t>
            </a:r>
            <a:r>
              <a:rPr lang="en-US" sz="1200" dirty="0">
                <a:solidFill>
                  <a:schemeClr val="bg1"/>
                </a:solidFill>
              </a:rPr>
              <a:t> — Green/Yellow/Red range for every monitored parameter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</a:rPr>
              <a:t>Vehicle_Dummy_Data</a:t>
            </a:r>
            <a:r>
              <a:rPr lang="en-US" sz="1200" dirty="0">
                <a:solidFill>
                  <a:schemeClr val="bg1"/>
                </a:solidFill>
              </a:rPr>
              <a:t>  — 12 live sensor readings per vehicle (engine, brakes, battery, coolant, RPM, etc.)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</a:rPr>
              <a:t>Vehicle_Master</a:t>
            </a:r>
            <a:r>
              <a:rPr lang="en-US" sz="1200" dirty="0">
                <a:solidFill>
                  <a:schemeClr val="bg1"/>
                </a:solidFill>
              </a:rPr>
              <a:t>, </a:t>
            </a:r>
            <a:r>
              <a:rPr lang="en-US" sz="1200" dirty="0" err="1">
                <a:solidFill>
                  <a:schemeClr val="bg1"/>
                </a:solidFill>
              </a:rPr>
              <a:t>Vehicle_Details</a:t>
            </a:r>
            <a:r>
              <a:rPr lang="en-US" sz="1200" dirty="0">
                <a:solidFill>
                  <a:schemeClr val="bg1"/>
                </a:solidFill>
              </a:rPr>
              <a:t> &amp; </a:t>
            </a:r>
            <a:r>
              <a:rPr lang="en-US" sz="1200" dirty="0" err="1">
                <a:solidFill>
                  <a:schemeClr val="bg1"/>
                </a:solidFill>
              </a:rPr>
              <a:t>Service_History</a:t>
            </a:r>
            <a:r>
              <a:rPr lang="en-US" sz="1200" dirty="0">
                <a:solidFill>
                  <a:schemeClr val="bg1"/>
                </a:solidFill>
              </a:rPr>
              <a:t> — owner info, vehicle specs, and past service records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All sheets are linked by a common </a:t>
            </a:r>
            <a:r>
              <a:rPr lang="en-US" sz="1200" dirty="0" err="1">
                <a:solidFill>
                  <a:schemeClr val="bg1"/>
                </a:solidFill>
              </a:rPr>
              <a:t>Vehicle_ID</a:t>
            </a:r>
            <a:r>
              <a:rPr lang="en-US" sz="1200" dirty="0">
                <a:solidFill>
                  <a:schemeClr val="bg1"/>
                </a:solidFill>
              </a:rPr>
              <a:t> for lookup and cross-referencing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Data Set :- </a:t>
            </a:r>
            <a:r>
              <a:rPr lang="en-US" sz="1200" dirty="0">
                <a:solidFill>
                  <a:schemeClr val="bg1"/>
                </a:solidFill>
                <a:hlinkClick r:id="rId2"/>
              </a:rPr>
              <a:t>https://shorturl.at/M89Kb</a:t>
            </a:r>
            <a:endParaRPr lang="en-US" sz="1200" dirty="0">
              <a:solidFill>
                <a:schemeClr val="bg1"/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GitHub :- </a:t>
            </a:r>
            <a:r>
              <a:rPr lang="en-US" sz="1200" dirty="0">
                <a:solidFill>
                  <a:schemeClr val="bg1"/>
                </a:solidFill>
                <a:hlinkClick r:id="rId3"/>
              </a:rPr>
              <a:t>https://shorturl.at/1IEHo</a:t>
            </a:r>
            <a:endParaRPr lang="en-US" sz="1200" dirty="0">
              <a:solidFill>
                <a:schemeClr val="bg1"/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DD835ED5-4802-6A45-6993-E206883741C4}"/>
              </a:ext>
            </a:extLst>
          </p:cNvPr>
          <p:cNvSpPr txBox="1">
            <a:spLocks/>
          </p:cNvSpPr>
          <p:nvPr/>
        </p:nvSpPr>
        <p:spPr>
          <a:xfrm>
            <a:off x="1353067" y="6498670"/>
            <a:ext cx="7560000" cy="108000"/>
          </a:xfrm>
          <a:prstGeom prst="rect">
            <a:avLst/>
          </a:prstGeom>
        </p:spPr>
        <p:txBody>
          <a:bodyPr/>
          <a:lstStyle>
            <a:defPPr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chemeClr val="bg1"/>
                </a:solidFill>
              </a:rPr>
              <a:t>EDAG Electrics/Electronics     Author: </a:t>
            </a:r>
            <a:r>
              <a:rPr lang="de-DE" sz="800" dirty="0">
                <a:solidFill>
                  <a:schemeClr val="bg1"/>
                </a:solidFill>
              </a:rPr>
              <a:t>I&amp;V Team      </a:t>
            </a:r>
            <a:r>
              <a:rPr lang="en-US" sz="800" dirty="0">
                <a:solidFill>
                  <a:schemeClr val="bg1"/>
                </a:solidFill>
              </a:rPr>
              <a:t>Version:1.0     	    Scope: EDAG Group     internal</a:t>
            </a:r>
            <a:endParaRPr lang="de-DE" sz="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1687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2D2DB6-56F7-3849-D75F-99653EC4EF9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CA7C64E4-9727-A9FB-65E2-8CCE790E8FE3}"/>
              </a:ext>
            </a:extLst>
          </p:cNvPr>
          <p:cNvSpPr txBox="1">
            <a:spLocks/>
          </p:cNvSpPr>
          <p:nvPr/>
        </p:nvSpPr>
        <p:spPr bwMode="gray">
          <a:xfrm>
            <a:off x="11318005" y="6515100"/>
            <a:ext cx="214905" cy="142876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defPPr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defPPr>
            <a:lvl1pPr marL="0" indent="0" algn="r" defTabSz="914400" rtl="0" eaLnBrk="1" latinLnBrk="0" hangingPunct="1">
              <a:lnSpc>
                <a:spcPct val="85000"/>
              </a:lnSpc>
              <a:defRPr sz="8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85000"/>
              </a:lnSpc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7D3ABF3B-F89B-4CD7-B75C-63A8A662AF01}" type="slidenum">
              <a:rPr lang="en-US" smtClean="0">
                <a:solidFill>
                  <a:srgbClr val="949CA3"/>
                </a:solidFill>
                <a:latin typeface="Arial"/>
              </a:rPr>
              <a:pPr>
                <a:defRPr/>
              </a:pPr>
              <a:t>5</a:t>
            </a:fld>
            <a:endParaRPr lang="en-US">
              <a:solidFill>
                <a:srgbClr val="949CA3"/>
              </a:solidFill>
              <a:latin typeface="Arial"/>
            </a:endParaRP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A41C4A5C-6263-81D6-0F1C-56237455B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800" y="522000"/>
            <a:ext cx="6840000" cy="252000"/>
          </a:xfrm>
        </p:spPr>
        <p:txBody>
          <a:bodyPr/>
          <a:lstStyle/>
          <a:p>
            <a:r>
              <a:rPr lang="en-US" b="1" dirty="0"/>
              <a:t>3. Tech Stack &amp; Python Concepts Used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6AEC32CA-12CC-BD7A-6D25-529E9096DAB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8800" y="1177448"/>
            <a:ext cx="6840000" cy="252000"/>
          </a:xfrm>
        </p:spPr>
        <p:txBody>
          <a:bodyPr/>
          <a:lstStyle/>
          <a:p>
            <a:r>
              <a:rPr lang="en-US" sz="1600" dirty="0"/>
              <a:t>3.1 Tech Stack &amp; Key Concepts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BF14BE-A4EF-F61D-F4FC-8A7EC4FAC9CF}"/>
              </a:ext>
            </a:extLst>
          </p:cNvPr>
          <p:cNvSpPr txBox="1"/>
          <p:nvPr/>
        </p:nvSpPr>
        <p:spPr>
          <a:xfrm>
            <a:off x="985777" y="1653449"/>
            <a:ext cx="1022044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>
                <a:solidFill>
                  <a:schemeClr val="bg1"/>
                </a:solidFill>
              </a:rPr>
              <a:t> Used:</a:t>
            </a:r>
          </a:p>
          <a:p>
            <a:pPr>
              <a:buNone/>
            </a:pPr>
            <a:endParaRPr lang="en-US" sz="1200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Python (Modular &amp; OOP-style Design) — each task in its own module: loader, comparator, scorer,     </a:t>
            </a:r>
          </a:p>
          <a:p>
            <a:r>
              <a:rPr lang="en-US" sz="1200" dirty="0">
                <a:solidFill>
                  <a:schemeClr val="bg1"/>
                </a:solidFill>
              </a:rPr>
              <a:t> recommender, PDF generator</a:t>
            </a:r>
            <a:br>
              <a:rPr lang="en-US" sz="1200" dirty="0">
                <a:solidFill>
                  <a:schemeClr val="bg1"/>
                </a:solidFill>
              </a:rPr>
            </a:br>
            <a:endParaRPr lang="en-US" sz="1200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Pandas — reads and processes the multi-sheet Excel dataset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Dictionaries &amp; Conditional Logic — Green/Yellow/Red threshold rules and status checks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Matplotlib — generates the sensor-status pie chart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Report Lab — builds the final PDF health report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List Comprehension &amp; String Formatting — builds summaries, recommendations, and dynamic report text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CE91DF1-66A5-E9A2-839F-AF189EFD3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192" y="3322311"/>
            <a:ext cx="3133616" cy="213378"/>
          </a:xfrm>
          <a:prstGeom prst="rect">
            <a:avLst/>
          </a:prstGeom>
        </p:spPr>
      </p:pic>
      <p:sp>
        <p:nvSpPr>
          <p:cNvPr id="14" name="Fußzeilenplatzhalter 3">
            <a:extLst>
              <a:ext uri="{FF2B5EF4-FFF2-40B4-BE49-F238E27FC236}">
                <a16:creationId xmlns:a16="http://schemas.microsoft.com/office/drawing/2014/main" id="{D92464A5-2C8E-6068-D4F9-0D0930001342}"/>
              </a:ext>
            </a:extLst>
          </p:cNvPr>
          <p:cNvSpPr txBox="1">
            <a:spLocks/>
          </p:cNvSpPr>
          <p:nvPr/>
        </p:nvSpPr>
        <p:spPr>
          <a:xfrm>
            <a:off x="1353067" y="6498670"/>
            <a:ext cx="7560000" cy="108000"/>
          </a:xfrm>
          <a:prstGeom prst="rect">
            <a:avLst/>
          </a:prstGeom>
        </p:spPr>
        <p:txBody>
          <a:bodyPr/>
          <a:lstStyle>
            <a:defPPr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chemeClr val="bg1"/>
                </a:solidFill>
              </a:rPr>
              <a:t>EDAG Electrics/Electronics     Author: </a:t>
            </a:r>
            <a:r>
              <a:rPr lang="de-DE" sz="800" dirty="0">
                <a:solidFill>
                  <a:schemeClr val="bg1"/>
                </a:solidFill>
              </a:rPr>
              <a:t>I&amp;V Team      </a:t>
            </a:r>
            <a:r>
              <a:rPr lang="en-US" sz="800" dirty="0">
                <a:solidFill>
                  <a:schemeClr val="bg1"/>
                </a:solidFill>
              </a:rPr>
              <a:t>Version:1.0     	    Scope: EDAG Group     internal</a:t>
            </a:r>
            <a:endParaRPr lang="de-DE" sz="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2742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CBE45240-51CC-A1D6-8FE8-31FD19C36EA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1318005" y="6515100"/>
            <a:ext cx="214905" cy="142876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D3ABF3B-F89B-4CD7-B75C-63A8A662AF01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949CA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949CA3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2977A929-A7EF-91E7-96FE-6622491DB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800" y="522000"/>
            <a:ext cx="6840000" cy="252000"/>
          </a:xfrm>
        </p:spPr>
        <p:txBody>
          <a:bodyPr/>
          <a:lstStyle/>
          <a:p>
            <a:r>
              <a:rPr lang="en-US" b="1" dirty="0"/>
              <a:t>4. Output Report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CE840D87-AF0C-9B07-0612-EA176C6B691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1200" y="1461623"/>
            <a:ext cx="6840000" cy="252000"/>
          </a:xfrm>
        </p:spPr>
        <p:txBody>
          <a:bodyPr/>
          <a:lstStyle/>
          <a:p>
            <a:r>
              <a:rPr lang="en-US" sz="1600" dirty="0"/>
              <a:t>4.1 PDF Health Report Contents</a:t>
            </a:r>
          </a:p>
          <a:p>
            <a:endParaRPr lang="en-US" sz="1200" b="0" dirty="0"/>
          </a:p>
          <a:p>
            <a:pPr marL="628650" marR="0" lvl="1" indent="-17145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Vehicle &amp; owner details — ID, number, make/model, contact info, last &amp; next service dates</a:t>
            </a:r>
          </a:p>
          <a:p>
            <a:pPr marL="628650" marR="0" lvl="1" indent="-17145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Sensor comparison table — every parameter's Green/Yellow/Red range vs. this vehicle's actual reading</a:t>
            </a:r>
          </a:p>
          <a:p>
            <a:pPr marL="628650" marR="0" lvl="1" indent="-17145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Health Score — overall percentage summarizing vehicle condition</a:t>
            </a:r>
          </a:p>
          <a:p>
            <a:pPr marL="628650" marR="0" lvl="1" indent="-17145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Status distribution pie chart — visual split of GREEN / YELLOW / RED sensors</a:t>
            </a:r>
          </a:p>
          <a:p>
            <a:pPr marL="628650" marR="0" lvl="1" indent="-17145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Narrative condition summary — plain-language paragraphs plus specific recommendations</a:t>
            </a:r>
          </a:p>
        </p:txBody>
      </p:sp>
      <p:pic>
        <p:nvPicPr>
          <p:cNvPr id="17" name="Picture 16" descr="pie_chart.png">
            <a:extLst>
              <a:ext uri="{FF2B5EF4-FFF2-40B4-BE49-F238E27FC236}">
                <a16:creationId xmlns:a16="http://schemas.microsoft.com/office/drawing/2014/main" id="{424D4B51-9BD2-2BC4-0908-9DD6D3C44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200" y="2896779"/>
            <a:ext cx="4490386" cy="3136739"/>
          </a:xfrm>
          <a:prstGeom prst="rect">
            <a:avLst/>
          </a:prstGeom>
        </p:spPr>
      </p:pic>
      <p:sp>
        <p:nvSpPr>
          <p:cNvPr id="20" name="Fußzeilenplatzhalter 3">
            <a:extLst>
              <a:ext uri="{FF2B5EF4-FFF2-40B4-BE49-F238E27FC236}">
                <a16:creationId xmlns:a16="http://schemas.microsoft.com/office/drawing/2014/main" id="{13F78278-E1FC-1FB8-FB93-0871379366ED}"/>
              </a:ext>
            </a:extLst>
          </p:cNvPr>
          <p:cNvSpPr txBox="1">
            <a:spLocks/>
          </p:cNvSpPr>
          <p:nvPr/>
        </p:nvSpPr>
        <p:spPr>
          <a:xfrm>
            <a:off x="1353067" y="6498670"/>
            <a:ext cx="7560000" cy="108000"/>
          </a:xfrm>
          <a:prstGeom prst="rect">
            <a:avLst/>
          </a:prstGeom>
        </p:spPr>
        <p:txBody>
          <a:bodyPr/>
          <a:lstStyle>
            <a:defPPr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chemeClr val="bg1"/>
                </a:solidFill>
              </a:rPr>
              <a:t>EDAG Electrics/Electronics     Author: </a:t>
            </a:r>
            <a:r>
              <a:rPr lang="de-DE" sz="800" dirty="0">
                <a:solidFill>
                  <a:schemeClr val="bg1"/>
                </a:solidFill>
              </a:rPr>
              <a:t>I&amp;V Team      </a:t>
            </a:r>
            <a:r>
              <a:rPr lang="en-US" sz="800" dirty="0">
                <a:solidFill>
                  <a:schemeClr val="bg1"/>
                </a:solidFill>
              </a:rPr>
              <a:t>Version:1.0     	    Scope: EDAG Group     internal</a:t>
            </a:r>
            <a:endParaRPr lang="de-DE" sz="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8744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79C52BA4-FF11-550B-707C-E9DC1F3BB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67" y="2409296"/>
            <a:ext cx="10885465" cy="1338371"/>
          </a:xfrm>
        </p:spPr>
        <p:txBody>
          <a:bodyPr/>
          <a:lstStyle/>
          <a:p>
            <a:pPr algn="ctr"/>
            <a:r>
              <a:rPr lang="de-DE" dirty="0"/>
              <a:t>THANK YOU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C39DD4A-645B-3F59-B46C-88FE0FF0B5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3ABF3B-F89B-4CD7-B75C-63A8A662AF01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0AA90A0-3494-4BB6-B639-8005F018034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EDAG Electrics/Electronics     Author: </a:t>
            </a:r>
            <a:r>
              <a:rPr lang="de-DE" dirty="0"/>
              <a:t>I&amp;V Team      </a:t>
            </a:r>
            <a:r>
              <a:rPr lang="en-US" dirty="0"/>
              <a:t>Version:1.0     	    Scope: EDAG Group     internal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641057"/>
      </p:ext>
    </p:extLst>
  </p:cSld>
  <p:clrMapOvr>
    <a:masterClrMapping/>
  </p:clrMapOvr>
</p:sld>
</file>

<file path=ppt/theme/theme1.xml><?xml version="1.0" encoding="utf-8"?>
<a:theme xmlns:a="http://schemas.openxmlformats.org/drawingml/2006/main" name="EDAG DARK Mode GRAY CORNER">
  <a:themeElements>
    <a:clrScheme name="EDAG">
      <a:dk1>
        <a:srgbClr val="455561"/>
      </a:dk1>
      <a:lt1>
        <a:srgbClr val="FFFFFF"/>
      </a:lt1>
      <a:dk2>
        <a:srgbClr val="949CA3"/>
      </a:dk2>
      <a:lt2>
        <a:srgbClr val="E4E5E6"/>
      </a:lt2>
      <a:accent1>
        <a:srgbClr val="D71946"/>
      </a:accent1>
      <a:accent2>
        <a:srgbClr val="455561"/>
      </a:accent2>
      <a:accent3>
        <a:srgbClr val="949CA3"/>
      </a:accent3>
      <a:accent4>
        <a:srgbClr val="B8ACA5"/>
      </a:accent4>
      <a:accent5>
        <a:srgbClr val="D8CFC9"/>
      </a:accent5>
      <a:accent6>
        <a:srgbClr val="E4E5E6"/>
      </a:accent6>
      <a:hlink>
        <a:srgbClr val="D71946"/>
      </a:hlink>
      <a:folHlink>
        <a:srgbClr val="455561"/>
      </a:folHlink>
    </a:clrScheme>
    <a:fontScheme name="EDA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72000" tIns="72000" rIns="72000" bIns="72000" rtlCol="0" anchor="ctr"/>
      <a:lstStyle>
        <a:defPPr algn="ctr">
          <a:defRPr sz="1200" dirty="0">
            <a:solidFill>
              <a:schemeClr val="bg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sz="1200" baseline="0" dirty="0">
            <a:solidFill>
              <a:schemeClr val="bg1"/>
            </a:solidFill>
            <a:latin typeface="+mj-lt"/>
            <a:ea typeface="Open Sans" pitchFamily="2" charset="0"/>
            <a:cs typeface="Sora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DAG_EE_PPT_Template_EN" id="{10FF3371-F9FA-46ED-A649-77B0FDE8E4FF}" vid="{B0DADF95-3037-40C7-81F5-F1197A58B0FF}"/>
    </a:ext>
  </a:extLst>
</a:theme>
</file>

<file path=ppt/theme/theme2.xml><?xml version="1.0" encoding="utf-8"?>
<a:theme xmlns:a="http://schemas.openxmlformats.org/drawingml/2006/main" name="EDAG LIGHT Mode WITHOUT CORNER">
  <a:themeElements>
    <a:clrScheme name="EDAG">
      <a:dk1>
        <a:srgbClr val="455561"/>
      </a:dk1>
      <a:lt1>
        <a:srgbClr val="FFFFFF"/>
      </a:lt1>
      <a:dk2>
        <a:srgbClr val="949CA3"/>
      </a:dk2>
      <a:lt2>
        <a:srgbClr val="E4E5E6"/>
      </a:lt2>
      <a:accent1>
        <a:srgbClr val="D71946"/>
      </a:accent1>
      <a:accent2>
        <a:srgbClr val="455561"/>
      </a:accent2>
      <a:accent3>
        <a:srgbClr val="949CA3"/>
      </a:accent3>
      <a:accent4>
        <a:srgbClr val="B8ACA5"/>
      </a:accent4>
      <a:accent5>
        <a:srgbClr val="D8CFC9"/>
      </a:accent5>
      <a:accent6>
        <a:srgbClr val="E4E5E6"/>
      </a:accent6>
      <a:hlink>
        <a:srgbClr val="D71946"/>
      </a:hlink>
      <a:folHlink>
        <a:srgbClr val="455561"/>
      </a:folHlink>
    </a:clrScheme>
    <a:fontScheme name="EDAG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72000" tIns="72000" rIns="72000" bIns="72000" rtlCol="0" anchor="ctr"/>
      <a:lstStyle>
        <a:defPPr algn="ctr">
          <a:defRPr sz="1200" dirty="0">
            <a:solidFill>
              <a:schemeClr val="bg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sz="1200" baseline="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EDAG_EE_PPT_Template_EN" id="{10FF3371-F9FA-46ED-A649-77B0FDE8E4FF}" vid="{E50AF625-8F2D-4F96-A934-E1FA0557E63D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FFFFFF"/>
      </a:dk1>
      <a:lt1>
        <a:sysClr val="window" lastClr="000000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FFFFFF"/>
      </a:dk1>
      <a:lt1>
        <a:sysClr val="window" lastClr="000000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1acf788-9cd5-416f-9fb2-a86e557f81d3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FC055D29B89CF44B3985284B9400F98" ma:contentTypeVersion="9" ma:contentTypeDescription="Create a new document." ma:contentTypeScope="" ma:versionID="9acd17e95e84049fd722c8dd3745ab66">
  <xsd:schema xmlns:xsd="http://www.w3.org/2001/XMLSchema" xmlns:xs="http://www.w3.org/2001/XMLSchema" xmlns:p="http://schemas.microsoft.com/office/2006/metadata/properties" xmlns:ns2="e1acf788-9cd5-416f-9fb2-a86e557f81d3" targetNamespace="http://schemas.microsoft.com/office/2006/metadata/properties" ma:root="true" ma:fieldsID="339fe59c9eea1f87f0c691e96f8515e6" ns2:_="">
    <xsd:import namespace="e1acf788-9cd5-416f-9fb2-a86e557f81d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cf788-9cd5-416f-9fb2-a86e557f81d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f84b36a-b554-4ae8-82dd-230f06b823e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43C257-1004-4FF2-B048-6CA79940C365}">
  <ds:schemaRefs>
    <ds:schemaRef ds:uri="http://purl.org/dc/elements/1.1/"/>
    <ds:schemaRef ds:uri="http://schemas.microsoft.com/office/2006/metadata/properties"/>
    <ds:schemaRef ds:uri="e1acf788-9cd5-416f-9fb2-a86e557f81d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8EAAB53-B979-4852-A076-02DCA28C5AD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85A5B29-DDA4-491B-A9C6-06721FE8A2E6}">
  <ds:schemaRefs>
    <ds:schemaRef ds:uri="e1acf788-9cd5-416f-9fb2-a86e557f81d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EDAG_EE_PPT_Template_EN</Template>
  <TotalTime>0</TotalTime>
  <Words>550</Words>
  <Application>Microsoft Office PowerPoint</Application>
  <PresentationFormat>Widescreen</PresentationFormat>
  <Paragraphs>67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Symbol</vt:lpstr>
      <vt:lpstr>EDAG DARK Mode GRAY CORNER</vt:lpstr>
      <vt:lpstr>EDAG LIGHT Mode WITHOUT CORNER</vt:lpstr>
      <vt:lpstr>PowerPoint Presentation</vt:lpstr>
      <vt:lpstr>PowerPoint Presentation</vt:lpstr>
      <vt:lpstr>1. Project Overview</vt:lpstr>
      <vt:lpstr>PowerPoint Presentation</vt:lpstr>
      <vt:lpstr>3. Tech Stack &amp; Python Concepts Used</vt:lpstr>
      <vt:lpstr>4. Output Report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Mahmoud, Ahmed</dc:creator>
  <cp:lastModifiedBy>Ugare, Parth</cp:lastModifiedBy>
  <cp:revision>6</cp:revision>
  <dcterms:created xsi:type="dcterms:W3CDTF">2026-04-08T13:27:13Z</dcterms:created>
  <dcterms:modified xsi:type="dcterms:W3CDTF">2026-07-24T18:37:16Z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0x010100DFC055D29B89CF44B3985284B9400F98</vt:lpwstr>
  </property>
  <property fmtid="{D5CDD505-2E9C-101B-9397-08002B2CF9AE}" pid="3" name="MediaServiceImageTags">
    <vt:lpwstr/>
  </property>
</Properties>
</file>