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theme/theme2.xml" ContentType="application/vnd.openxmlformats-officedocument.theme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theme/theme3.xml" ContentType="application/vnd.openxmlformats-officedocument.theme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theme/theme4.xml" ContentType="application/vnd.openxmlformats-officedocument.theme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theme/theme5.xml" ContentType="application/vnd.openxmlformats-officedocument.theme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theme/theme6.xml" ContentType="application/vnd.openxmlformats-officedocument.theme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3" r:id="rId4"/>
    <p:sldMasterId id="2147484695" r:id="rId5"/>
    <p:sldMasterId id="2147484625" r:id="rId6"/>
    <p:sldMasterId id="2147484424" r:id="rId7"/>
    <p:sldMasterId id="2147484825" r:id="rId8"/>
    <p:sldMasterId id="2147484762" r:id="rId9"/>
    <p:sldMasterId id="2147483804" r:id="rId10"/>
  </p:sldMasterIdLst>
  <p:notesMasterIdLst>
    <p:notesMasterId r:id="rId21"/>
  </p:notesMasterIdLst>
  <p:handoutMasterIdLst>
    <p:handoutMasterId r:id="rId22"/>
  </p:handoutMasterIdLst>
  <p:sldIdLst>
    <p:sldId id="328" r:id="rId11"/>
    <p:sldId id="323" r:id="rId12"/>
    <p:sldId id="347" r:id="rId13"/>
    <p:sldId id="348" r:id="rId14"/>
    <p:sldId id="358" r:id="rId15"/>
    <p:sldId id="359" r:id="rId16"/>
    <p:sldId id="360" r:id="rId17"/>
    <p:sldId id="361" r:id="rId18"/>
    <p:sldId id="362" r:id="rId19"/>
    <p:sldId id="287" r:id="rId20"/>
  </p:sldIdLst>
  <p:sldSz cx="12192000" cy="6858000"/>
  <p:notesSz cx="6858000" cy="9144000"/>
  <p:defaultTextStyle>
    <a:defPPr>
      <a:defRPr sz="1800" kern="1200">
        <a:solidFill>
          <a:schemeClr val="tx1"/>
        </a:solidFill>
        <a:latin typeface="+mn-lt"/>
        <a:ea typeface="+mn-ea"/>
        <a:cs typeface="+mn-cs"/>
      </a:defRPr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2205" userDrawn="1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995A70C-EE3B-D8A3-6E64-EC75E0DC907E}" name="Wilhelm, Felicitas" initials="FW" userId="S::felicitas.wilhelm@edag.com::3c17e333-495e-451a-8dfb-45c2ccbb39b6" providerId="AD"/>
  <p188:author id="{120D9611-4291-2F2A-5E80-C2DE04E304BA}" name="Branner, Benjamin" initials="BB" userId="S::benjamin.branner@edag.com::1ac27f44-f7d7-4630-b56a-f2fb649383f7" providerId="AD"/>
  <p188:author id="{E9D36D1B-0672-5526-AA4D-DEDB8AE93425}" name="Schmelz, Till" initials="ST" userId="S::till.schmelz@edag.com::487e5f64-0366-48b4-8610-77a9f05d4275" providerId="AD"/>
  <p188:author id="{61AFA331-D17E-F34C-414F-F8604A88C23C}" name="Spannagel, Dominique" initials="SD" userId="S::dominique.spannagel@edag.com::9dbcbf7d-b4d6-461c-8821-c66d6ea45a2d" providerId="AD"/>
  <p188:author id="{50488054-35E6-B7B8-F1AA-EE81F131C942}" name="Lehmann, Sophia" initials="SL" userId="S::sophia.lehmann@edag.com::19e17c5f-d763-4355-8fff-f84a647b12b9" providerId="AD"/>
  <p188:author id="{6FDD3EA7-1E33-FAE9-9B05-48985D7CBC7F}" name="Schuster, Felix" initials="FS" userId="S::felix.schuster@edag.com::72d6796b-04d6-4fdb-b01a-656745a3fae5" providerId="AD"/>
  <p188:author id="{3B8F2AA8-911B-A38F-4ADD-7B62D948C5D7}" name="Wilhelm, Felicitas Anna" initials="WFA" userId="S::felicitas.anna.wilhelm@edag.com::3c17e333-495e-451a-8dfb-45c2ccbb39b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2A30"/>
    <a:srgbClr val="FB3FEE"/>
    <a:srgbClr val="A1D3C2"/>
    <a:srgbClr val="64966C"/>
    <a:srgbClr val="2F3941"/>
    <a:srgbClr val="772D5D"/>
    <a:srgbClr val="4BACB9"/>
    <a:srgbClr val="E9B73B"/>
    <a:srgbClr val="F4F5F6"/>
    <a:srgbClr val="4555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4FD994-9102-4DEB-F659-EB5BB2730C21}" v="2" dt="2026-07-21T08:37:15.851"/>
    <p1510:client id="{2EEFEB86-D26A-501B-3CF7-11122D8179C5}" v="9" dt="2026-07-21T08:42:54.903"/>
    <p1510:client id="{93B5336F-897F-4DD6-BA0D-D883D440CF62}" v="182" dt="2026-07-21T08:27:16.498"/>
    <p1510:client id="{DFB3DF14-6A0F-FA8D-4101-6B77BDE94BDA}" v="208" dt="2026-07-21T12:10:36.4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>
        <p:guide orient="horz" pos="220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1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5.xml"/><Relationship Id="rId23" Type="http://schemas.openxmlformats.org/officeDocument/2006/relationships/presProps" Target="presProps.xml"/><Relationship Id="rId28" Type="http://schemas.microsoft.com/office/2018/10/relationships/authors" Target="authors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9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4.xml"/><Relationship Id="rId22" Type="http://schemas.openxmlformats.org/officeDocument/2006/relationships/handoutMaster" Target="handoutMasters/handoutMaster1.xml"/><Relationship Id="rId27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B996B689-AEB2-8ACA-20EF-B41EFBDDB34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15408A9-8CC6-5F69-BB65-9BBF707DCC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035735-F04D-46D4-A4FE-64467FF07D85}" type="datetimeFigureOut">
              <a:rPr lang="de-DE" smtClean="0"/>
              <a:t>21.07.2026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C9A41D8-1DDB-D19F-6809-984287F9844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EE5B391-C3B5-9CAF-AEC1-F18DB5708D3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3EBD72-5CB5-4B83-BC5A-8266D6B179D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394982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E55133-E598-4852-B811-C43CF3E6FB2C}" type="datetimeFigureOut">
              <a:rPr lang="de-DE" smtClean="0"/>
              <a:t>21.07.2026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C775DD-835E-4F76-96AD-CE8B411EA37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982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775DD-835E-4F76-96AD-CE8B411EA37F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72970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775DD-835E-4F76-96AD-CE8B411EA37F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92986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28B0E-5276-38C3-B8B6-EF280D16F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07682F1-59A1-9EC3-3163-8B26AE6720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49A5FE7-10B2-47E2-98AF-1851376E57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4F9A469-23EF-FFB3-E2F5-F9C6299E46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775DD-835E-4F76-96AD-CE8B411EA37F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08629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45E18-03BB-76CB-E584-A43FDCE54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C84AE1F-2C22-394F-C12A-721C985F6C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FABB382-863C-B70D-E54E-8FF343E391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6E72B5C-744A-EE3B-77AA-105A7AC8C4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775DD-835E-4F76-96AD-CE8B411EA37F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66099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03FFD-3AE0-7BED-EC30-A311FBC0F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180D587-FC45-E819-5EE6-5EF42F2190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E9C358A-89B6-134C-A77B-8E4F943752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EC40E5A-43A1-1401-52E8-4FFECDA30B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775DD-835E-4F76-96AD-CE8B411EA37F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471406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BAB3A-97FA-AFE4-08EC-ADDA2E925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0B28B7A-3F83-FA9A-E95B-D333C0FB36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55D74C7-10BC-F880-5047-04DF5F5698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E68DB4E-8169-5EDD-17BD-A694284790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775DD-835E-4F76-96AD-CE8B411EA37F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77423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BDB28-F777-3104-C9A4-8D240D9D5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505FE98-EF4D-6C0B-E1CD-2C2FD912AD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9DC72B0-9B5B-7158-17A0-E78C964AAD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7937FD4-105B-8B41-4846-A6AEEA7004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775DD-835E-4F76-96AD-CE8B411EA37F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00155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86841-6ACE-AF84-0662-311784BAE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772624F-24E5-C6D9-18EE-D6F80040F8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C11D6F8-F188-2D0B-9550-6AC1A9F417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CEF1144-5535-4C3C-4397-9F19655692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775DD-835E-4F76-96AD-CE8B411EA37F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8646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9.svg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2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2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2.xml"/></Relationships>
</file>

<file path=ppt/slideLayouts/_rels/slideLayout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svg"/></Relationships>
</file>

<file path=ppt/slideLayouts/_rels/slideLayout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svg"/></Relationships>
</file>

<file path=ppt/slideLayouts/_rels/slideLayout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2.xml"/></Relationships>
</file>

<file path=ppt/slideLayouts/_rels/slideLayout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2.xml"/></Relationships>
</file>

<file path=ppt/slideLayouts/_rels/slideLayout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3.xml"/></Relationships>
</file>

<file path=ppt/slideLayouts/_rels/slideLayout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3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3.xml"/></Relationships>
</file>

<file path=ppt/slideLayouts/_rels/slideLayout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3.xml"/></Relationships>
</file>

<file path=ppt/slideLayouts/_rels/slideLayout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3.xml"/></Relationships>
</file>

<file path=ppt/slideLayouts/_rels/slideLayout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.svg"/></Relationships>
</file>

<file path=ppt/slideLayouts/_rels/slideLayout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.svg"/></Relationships>
</file>

<file path=ppt/slideLayouts/_rels/slideLayout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3.xml"/></Relationships>
</file>

<file path=ppt/slideLayouts/_rels/slideLayout1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3.xml"/></Relationships>
</file>

<file path=ppt/slideLayouts/_rels/slideLayout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1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1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3.xml"/></Relationships>
</file>

<file path=ppt/slideLayouts/_rels/slideLayout1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3.xml"/></Relationships>
</file>

<file path=ppt/slideLayouts/_rels/slideLayout1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3.xml"/></Relationships>
</file>

<file path=ppt/slideLayouts/_rels/slideLayout1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1.svg"/></Relationships>
</file>

<file path=ppt/slideLayouts/_rels/slideLayout1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3.xml"/></Relationships>
</file>

<file path=ppt/slideLayouts/_rels/slideLayout2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3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2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2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2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2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2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2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2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2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4.xml"/></Relationships>
</file>

<file path=ppt/slideLayouts/_rels/slideLayout2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.svg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2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2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2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2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2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2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4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4.xml"/></Relationships>
</file>

<file path=ppt/slideLayouts/_rels/slideLayout2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4.xml"/></Relationships>
</file>

<file path=ppt/slideLayouts/_rels/slideLayout2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4.xml"/></Relationships>
</file>

<file path=ppt/slideLayouts/_rels/slideLayout2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6.png"/></Relationships>
</file>

<file path=ppt/slideLayouts/_rels/slideLayout2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7.png"/></Relationships>
</file>

<file path=ppt/slideLayouts/_rels/slideLayout2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4.xml"/></Relationships>
</file>

<file path=ppt/slideLayouts/_rels/slideLayout2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1.svg"/></Relationships>
</file>

<file path=ppt/slideLayouts/_rels/slideLayout2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4.xml"/></Relationships>
</file>

<file path=ppt/slideLayouts/_rels/slideLayout2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4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5.xml"/></Relationships>
</file>

<file path=ppt/slideLayouts/_rels/slideLayout2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5.xml"/></Relationships>
</file>

<file path=ppt/slideLayouts/_rels/slideLayout2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5.xml"/></Relationships>
</file>

<file path=ppt/slideLayouts/_rels/slideLayout2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5.xml"/></Relationships>
</file>

<file path=ppt/slideLayouts/_rels/slideLayout2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5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5.xml"/></Relationships>
</file>

<file path=ppt/slideLayouts/_rels/slideLayout2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5.xml"/></Relationships>
</file>

<file path=ppt/slideLayouts/_rels/slideLayout2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5.xml"/></Relationships>
</file>

<file path=ppt/slideLayouts/_rels/slideLayout2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5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5.xml"/></Relationships>
</file>

<file path=ppt/slideLayouts/_rels/slideLayout2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5.xml"/></Relationships>
</file>

<file path=ppt/slideLayouts/_rels/slideLayout2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5.xml"/></Relationships>
</file>

<file path=ppt/slideLayouts/_rels/slideLayout2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9.svg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5.xml"/></Relationships>
</file>

<file path=ppt/slideLayouts/_rels/slideLayout3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5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5.xml"/></Relationships>
</file>

<file path=ppt/slideLayouts/_rels/slideLayout3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5.xml"/></Relationships>
</file>

<file path=ppt/slideLayouts/_rels/slideLayout3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5.xml"/></Relationships>
</file>

<file path=ppt/slideLayouts/_rels/slideLayout3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5.xml"/></Relationships>
</file>

<file path=ppt/slideLayouts/_rels/slideLayout3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5.xml"/></Relationships>
</file>

<file path=ppt/slideLayouts/_rels/slideLayout3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5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5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5.xml"/></Relationships>
</file>

<file path=ppt/slideLayouts/_rels/slideLayout3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5.xml"/></Relationships>
</file>

<file path=ppt/slideLayouts/_rels/slideLayout3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5.xml"/></Relationships>
</file>

<file path=ppt/slideLayouts/_rels/slideLayout3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26.png"/></Relationships>
</file>

<file path=ppt/slideLayouts/_rels/slideLayout3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27.png"/></Relationships>
</file>

<file path=ppt/slideLayouts/_rels/slideLayout3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5.xml"/></Relationships>
</file>

<file path=ppt/slideLayouts/_rels/slideLayout3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1.svg"/></Relationships>
</file>

<file path=ppt/slideLayouts/_rels/slideLayout3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5.xml"/></Relationships>
</file>

<file path=ppt/slideLayouts/_rels/slideLayout3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5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6.xml"/></Relationships>
</file>

<file path=ppt/slideLayouts/_rels/slideLayout3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6.xml"/></Relationships>
</file>

<file path=ppt/slideLayouts/_rels/slideLayout3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6.xml"/></Relationships>
</file>

<file path=ppt/slideLayouts/_rels/slideLayout3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6.xml"/></Relationships>
</file>

<file path=ppt/slideLayouts/_rels/slideLayout3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6.xml"/></Relationships>
</file>

<file path=ppt/slideLayouts/_rels/slideLayout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6.xml"/></Relationships>
</file>

<file path=ppt/slideLayouts/_rels/slideLayout3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6.xml"/></Relationships>
</file>

<file path=ppt/slideLayouts/_rels/slideLayout3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6.xml"/></Relationships>
</file>

<file path=ppt/slideLayouts/_rels/slideLayout3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6.xml"/></Relationships>
</file>

<file path=ppt/slideLayouts/_rels/slideLayout3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6.xml"/></Relationships>
</file>

<file path=ppt/slideLayouts/_rels/slideLayout3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6.xml"/></Relationships>
</file>

<file path=ppt/slideLayouts/_rels/slideLayout3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6.xml"/></Relationships>
</file>

<file path=ppt/slideLayouts/_rels/slideLayout3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6.xml"/></Relationships>
</file>

<file path=ppt/slideLayouts/_rels/slideLayout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6.xml"/></Relationships>
</file>

<file path=ppt/slideLayouts/_rels/slideLayout3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6.xml"/></Relationships>
</file>

<file path=ppt/slideLayouts/_rels/slideLayout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6.xml"/></Relationships>
</file>

<file path=ppt/slideLayouts/_rels/slideLayout3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6.xml"/></Relationships>
</file>

<file path=ppt/slideLayouts/_rels/slideLayout3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6.xml"/></Relationships>
</file>

<file path=ppt/slideLayouts/_rels/slideLayout3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6.xml"/></Relationships>
</file>

<file path=ppt/slideLayouts/_rels/slideLayout3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6.xml"/></Relationships>
</file>

<file path=ppt/slideLayouts/_rels/slideLayout3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6.xml"/></Relationships>
</file>

<file path=ppt/slideLayouts/_rels/slideLayout3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6.xml"/></Relationships>
</file>

<file path=ppt/slideLayouts/_rels/slideLayout3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6.xml"/></Relationships>
</file>

<file path=ppt/slideLayouts/_rels/slideLayout3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6.xml"/></Relationships>
</file>

<file path=ppt/slideLayouts/_rels/slideLayout3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6.xml"/></Relationships>
</file>

<file path=ppt/slideLayouts/_rels/slideLayout3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26.png"/></Relationships>
</file>

<file path=ppt/slideLayouts/_rels/slideLayout3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27.png"/></Relationships>
</file>

<file path=ppt/slideLayouts/_rels/slideLayout3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6.xml"/></Relationships>
</file>

<file path=ppt/slideLayouts/_rels/slideLayout3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11.svg"/></Relationships>
</file>

<file path=ppt/slideLayouts/_rels/slideLayout3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6.xml"/></Relationships>
</file>

<file path=ppt/slideLayouts/_rels/slideLayout3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6.xml"/></Relationships>
</file>

<file path=ppt/slideLayouts/_rels/slideLayout3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2.svg"/></Relationships>
</file>

<file path=ppt/slideLayouts/_rels/slideLayout3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2.svg"/></Relationships>
</file>

<file path=ppt/slideLayouts/_rels/slideLayout3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33.jpe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2.svg"/></Relationships>
</file>

<file path=ppt/slideLayouts/_rels/slideLayout3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jpe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2.svg"/></Relationships>
</file>

<file path=ppt/slideLayouts/_rels/slideLayout3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3.jpe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2.svg"/></Relationships>
</file>

<file path=ppt/slideLayouts/_rels/slideLayout3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36.sv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2.svg"/></Relationships>
</file>

<file path=ppt/slideLayouts/_rels/slideLayout3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7.jpe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35.svg"/><Relationship Id="rId4" Type="http://schemas.openxmlformats.org/officeDocument/2006/relationships/image" Target="../media/image36.svg"/></Relationships>
</file>

<file path=ppt/slideLayouts/_rels/slideLayout3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0.svg"/><Relationship Id="rId1" Type="http://schemas.openxmlformats.org/officeDocument/2006/relationships/slideMaster" Target="../slideMasters/slideMaster7.xml"/></Relationships>
</file>

<file path=ppt/slideLayouts/_rels/slideLayout3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5.svg"/><Relationship Id="rId1" Type="http://schemas.openxmlformats.org/officeDocument/2006/relationships/slideMaster" Target="../slideMasters/slideMaster7.xml"/></Relationships>
</file>

<file path=ppt/slideLayouts/_rels/slideLayout3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4.svg"/><Relationship Id="rId1" Type="http://schemas.openxmlformats.org/officeDocument/2006/relationships/slideMaster" Target="../slideMasters/slideMaster7.xml"/></Relationships>
</file>

<file path=ppt/slideLayouts/_rels/slideLayout3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8.jpe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39.svg"/><Relationship Id="rId4" Type="http://schemas.openxmlformats.org/officeDocument/2006/relationships/image" Target="../media/image30.svg"/></Relationships>
</file>

<file path=ppt/slideLayouts/_rels/slideLayout3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0.sv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39.svg"/></Relationships>
</file>

<file path=ppt/slideLayouts/_rels/slideLayout3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0.sv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39.svg"/></Relationships>
</file>

<file path=ppt/slideLayouts/_rels/slideLayout4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0.sv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11.svg"/></Relationships>
</file>

<file path=ppt/slideLayouts/_rels/slideLayout4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5.sv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40.svg"/></Relationships>
</file>

<file path=ppt/slideLayouts/_rels/slideLayout4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4.svg"/><Relationship Id="rId1" Type="http://schemas.openxmlformats.org/officeDocument/2006/relationships/slideMaster" Target="../slideMasters/slideMaster7.xml"/><Relationship Id="rId4" Type="http://schemas.openxmlformats.org/officeDocument/2006/relationships/image" Target="../media/image11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Empty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8">
            <a:extLst>
              <a:ext uri="{FF2B5EF4-FFF2-40B4-BE49-F238E27FC236}">
                <a16:creationId xmlns:a16="http://schemas.microsoft.com/office/drawing/2014/main" id="{3F56C7C4-697E-B228-69A0-A932272272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916944B-AC94-186F-E25F-948808F5FA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EDAG Electrics/Electronics     Author:</a:t>
            </a:r>
            <a:r>
              <a:rPr lang="de-DE">
                <a:solidFill>
                  <a:srgbClr val="E4E5E6"/>
                </a:solidFill>
              </a:rPr>
              <a:t> Robin </a:t>
            </a:r>
            <a:r>
              <a:rPr lang="de-DE"/>
              <a:t>Schneider, Ahmed Mahmoud     </a:t>
            </a:r>
            <a:r>
              <a:rPr lang="en-US"/>
              <a:t>Version: 1.0                                                 Scope: EDAG Group     internal</a:t>
            </a:r>
            <a:endParaRPr lang="de-DE"/>
          </a:p>
        </p:txBody>
      </p:sp>
      <p:sp>
        <p:nvSpPr>
          <p:cNvPr id="25" name="Titel 24">
            <a:extLst>
              <a:ext uri="{FF2B5EF4-FFF2-40B4-BE49-F238E27FC236}">
                <a16:creationId xmlns:a16="http://schemas.microsoft.com/office/drawing/2014/main" id="{A842EFF0-2F55-0D32-4D5B-015657EE5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baseline="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2" name="Textplatzhalter 31">
            <a:extLst>
              <a:ext uri="{FF2B5EF4-FFF2-40B4-BE49-F238E27FC236}">
                <a16:creationId xmlns:a16="http://schemas.microsoft.com/office/drawing/2014/main" id="{B6175E33-2577-065E-DBAC-90111139FB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1pPr>
            <a:lvl2pPr>
              <a:defRPr sz="2200" b="1" i="0" cap="all" baseline="0">
                <a:solidFill>
                  <a:schemeClr val="bg1"/>
                </a:solidFill>
              </a:defRPr>
            </a:lvl2pPr>
            <a:lvl3pPr>
              <a:defRPr sz="2200" b="1" i="0" cap="all" baseline="0">
                <a:solidFill>
                  <a:schemeClr val="bg1"/>
                </a:solidFill>
              </a:defRPr>
            </a:lvl3pPr>
            <a:lvl4pPr>
              <a:defRPr sz="2200" b="1" i="0" cap="all" baseline="0">
                <a:solidFill>
                  <a:schemeClr val="bg1"/>
                </a:solidFill>
              </a:defRPr>
            </a:lvl4pPr>
            <a:lvl5pPr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8568280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  <p15:guide id="3" orient="horz" pos="113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Empty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11F28744-F3E2-E92C-82E6-48AEAA12EFF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9" name="Foliennummernplatzhalter 18">
            <a:extLst>
              <a:ext uri="{FF2B5EF4-FFF2-40B4-BE49-F238E27FC236}">
                <a16:creationId xmlns:a16="http://schemas.microsoft.com/office/drawing/2014/main" id="{EDDF4054-F96A-B12C-7738-A469A13E87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9B6B98F-0FD4-34AC-C5B6-ECBA24DBB8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EDAG Electrics/Electronics     Author: </a:t>
            </a:r>
            <a:r>
              <a:rPr lang="de-DE"/>
              <a:t>Ahmed Mahmoud         V</a:t>
            </a:r>
            <a:r>
              <a:rPr lang="en-US" err="1"/>
              <a:t>ersion</a:t>
            </a:r>
            <a:r>
              <a:rPr lang="en-US"/>
              <a:t>: 1.0    	    Scope: EDAG Group     internal</a:t>
            </a:r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E02A15F6-D232-9E6E-700E-B567FA08F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B6143A93-E373-E409-6858-E73B1A8B5D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200" cap="all" baseline="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cap="all" baseline="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cap="all" baseline="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5697879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997" userDrawn="1">
          <p15:clr>
            <a:srgbClr val="FBAE40"/>
          </p15:clr>
        </p15:guide>
        <p15:guide id="3" orient="horz" pos="113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ontent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18">
            <a:extLst>
              <a:ext uri="{FF2B5EF4-FFF2-40B4-BE49-F238E27FC236}">
                <a16:creationId xmlns:a16="http://schemas.microsoft.com/office/drawing/2014/main" id="{7097C519-8FF8-D3AD-264C-FD167052FB1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A5435FC5-ED45-DE8A-404D-15F749E2785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384337FD-9F74-CCC6-6265-ECA4D6FD387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9" name="Inhaltsplatzhalter 18">
            <a:extLst>
              <a:ext uri="{FF2B5EF4-FFF2-40B4-BE49-F238E27FC236}">
                <a16:creationId xmlns:a16="http://schemas.microsoft.com/office/drawing/2014/main" id="{C088DDA5-3F59-DBC6-3B2C-5E171BACBA6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8813" y="1808163"/>
            <a:ext cx="10874375" cy="45370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baseline="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baseline="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baseline="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FC073A62-BA8E-9C23-B3F5-8F6C1AF41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141FC5E4-F211-66E2-4F70-E8D970C7FAD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583001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ontent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8728EB9F-DE6F-A6C2-E478-993ACDCB31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79728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Fußzeilenplatzhalter 17">
            <a:extLst>
              <a:ext uri="{FF2B5EF4-FFF2-40B4-BE49-F238E27FC236}">
                <a16:creationId xmlns:a16="http://schemas.microsoft.com/office/drawing/2014/main" id="{C16CC328-DE64-7934-648C-CCA1B4F8589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08001D6D-45BA-D52C-BC6F-CD4136A3C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52DC378C-54E8-54C5-4D04-E09CC1D10A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200" cap="all" baseline="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cap="all" baseline="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cap="all" baseline="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38762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ontent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6405A62B-3D69-C581-6D99-1702599BD07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1E29F652-CF77-AD91-75BE-D19B87CE9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3ADAE1BB-DCE3-FF9C-20DA-ED87B6D200E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200" cap="all" baseline="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cap="all" baseline="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cap="all" baseline="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90370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ontent 4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8163"/>
            <a:ext cx="35136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C3A80510-A6A3-D9AE-4F52-08D4117A463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39200" y="1808163"/>
            <a:ext cx="719371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8" name="Fußzeilenplatzhalter 17">
            <a:extLst>
              <a:ext uri="{FF2B5EF4-FFF2-40B4-BE49-F238E27FC236}">
                <a16:creationId xmlns:a16="http://schemas.microsoft.com/office/drawing/2014/main" id="{ADBBC3F2-9608-91A2-D1D2-131BCA00398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209126FD-8922-2E1B-E4C7-CEB9B3E1D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3B4DE3D7-A259-F699-35B9-2702C924338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23302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ontent 5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7CC98CD7-F997-EEDA-026F-8CD073900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799" y="3788228"/>
            <a:ext cx="10875600" cy="25559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A627E51-4864-561C-19D8-0C45B04198C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36BA7C7D-ED40-B1BF-5681-02CE3BCD2CD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186D9C82-05BD-ECFB-01F8-9B2B3BE9180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43A7A1AF-4D42-B3D9-5C68-A96804880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98733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F295AE0C-F0A0-991B-B140-989EB9CAD4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8813" y="1808162"/>
            <a:ext cx="10874375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Foliennummernplatzhalter 18">
            <a:extLst>
              <a:ext uri="{FF2B5EF4-FFF2-40B4-BE49-F238E27FC236}">
                <a16:creationId xmlns:a16="http://schemas.microsoft.com/office/drawing/2014/main" id="{7097C519-8FF8-D3AD-264C-FD167052FB1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A190292-9D02-6106-5A36-A0C3AF103FD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C9943607-F8E9-FE3F-EF77-3050252F8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AABD2338-E585-FC8B-532C-B4564148523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333335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F295AE0C-F0A0-991B-B140-989EB9CAD4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808162"/>
            <a:ext cx="12191999" cy="4536000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Foliennummernplatzhalter 18">
            <a:extLst>
              <a:ext uri="{FF2B5EF4-FFF2-40B4-BE49-F238E27FC236}">
                <a16:creationId xmlns:a16="http://schemas.microsoft.com/office/drawing/2014/main" id="{7097C519-8FF8-D3AD-264C-FD167052FB1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B2AEEC8F-6DB8-252E-3B33-E1895A290C6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58554137-7C81-E4F9-8C5B-7A239FBCF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919D0062-E36D-F421-788E-34AEC363355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68207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54F2A18A-A771-DE68-87E8-7B42541331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8813" y="1807200"/>
            <a:ext cx="5353460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FD9FAA7E-D7BF-455D-6F89-7675F141A29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1200" y="1807200"/>
            <a:ext cx="5353460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D47151B-1E0F-3049-379F-37248A36E6E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C675FC8E-013C-0E8B-DAE8-9414F1E77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4A935402-50DF-8AD8-815D-A1BFC688E4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374220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0091DD53-8E82-014E-BE05-8571C5FDFBE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019590" y="1807200"/>
            <a:ext cx="3513599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D830462E-8272-89E7-7AE1-49D09586028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39201" y="1807200"/>
            <a:ext cx="3513599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D1C53CAA-4DD4-AA7C-27F7-3F0D08A169B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8813" y="1807200"/>
            <a:ext cx="3513599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9EF5DF2-3021-0B83-FC7D-023FC0E7A5EC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7487F8BE-2304-B980-3BB4-3C07BEEB6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5855CEE8-8D0E-F119-9E3A-C03F86724D6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3" y="824400"/>
            <a:ext cx="6840537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948459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4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D1C53CAA-4DD4-AA7C-27F7-3F0D08A169B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8813" y="1807200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0091DD53-8E82-014E-BE05-8571C5FDFBE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019590" y="1807200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D830462E-8272-89E7-7AE1-49D09586028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39201" y="1807200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A6B536E5-2CFC-80FB-79EE-5747749E5CC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58813" y="4060319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68BAED4C-07C7-DDED-FBC2-1AC7DCE182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019590" y="4060319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B2E59335-9009-FACC-7E82-F867E4950284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339201" y="4060319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3C35C29-847E-789B-FFF8-67C0BD9C1CA4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8ACC91A3-9456-07D1-D649-C209F544E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7FBC9890-DE5B-FEE2-D99E-EB61417FAE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121091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5">
    <p:bg>
      <p:bgPr>
        <a:gradFill>
          <a:gsLst>
            <a:gs pos="100000">
              <a:srgbClr val="232A30"/>
            </a:gs>
            <a:gs pos="38000">
              <a:srgbClr val="45556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0D97E437-107A-FF06-85EB-2DF58253C39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53406" y="1808163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8BA064-8075-E801-0D81-DD656C63E0E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87869FBE-9C86-7817-BEA6-3DCDD2A658C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448000" y="1808163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1147468C-8EC9-9468-CE31-40123E99DD2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58812" y="1808163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B943AFE-1B8B-6548-5759-CE621635139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0207F9D0-8E34-05B5-3B40-2180BE642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2D0C2362-4536-B573-CDCF-B1DCD22BCC7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826323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6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A627E51-4864-561C-19D8-0C45B04198C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4825B1BD-6F5C-73F6-5730-50C5E37F8BF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415834" y="1808162"/>
            <a:ext cx="6117353" cy="4537076"/>
          </a:xfrm>
          <a:custGeom>
            <a:avLst/>
            <a:gdLst>
              <a:gd name="connsiteX0" fmla="*/ 0 w 4494831"/>
              <a:gd name="connsiteY0" fmla="*/ 0 h 3239614"/>
              <a:gd name="connsiteX1" fmla="*/ 4494831 w 4494831"/>
              <a:gd name="connsiteY1" fmla="*/ 0 h 3239614"/>
              <a:gd name="connsiteX2" fmla="*/ 4494831 w 4494831"/>
              <a:gd name="connsiteY2" fmla="*/ 3239614 h 3239614"/>
              <a:gd name="connsiteX3" fmla="*/ 0 w 4494831"/>
              <a:gd name="connsiteY3" fmla="*/ 3239614 h 3239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4831" h="3239614">
                <a:moveTo>
                  <a:pt x="0" y="0"/>
                </a:moveTo>
                <a:lnTo>
                  <a:pt x="4494831" y="0"/>
                </a:lnTo>
                <a:lnTo>
                  <a:pt x="4494831" y="3239614"/>
                </a:lnTo>
                <a:lnTo>
                  <a:pt x="0" y="323961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225EAB02-4FFA-9FB4-151C-0B6F387A4C4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58800" y="1808163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30BD3E8E-738A-73B5-53FD-A529431EB6F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58800" y="3392700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0D025380-9C84-5FAA-0765-5CCB4F4FE71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58800" y="4977238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2" name="Picture Placeholder 10">
            <a:extLst>
              <a:ext uri="{FF2B5EF4-FFF2-40B4-BE49-F238E27FC236}">
                <a16:creationId xmlns:a16="http://schemas.microsoft.com/office/drawing/2014/main" id="{47D6D240-5111-B339-7AA0-079FDFBC38B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038607" y="1808163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6129FB8A-EF42-957B-FFD8-B3665F84C70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038607" y="3392701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4" name="Picture Placeholder 14">
            <a:extLst>
              <a:ext uri="{FF2B5EF4-FFF2-40B4-BE49-F238E27FC236}">
                <a16:creationId xmlns:a16="http://schemas.microsoft.com/office/drawing/2014/main" id="{8587734C-A6DA-4143-97F5-167A98BEE5C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038607" y="4977238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ED839F79-268F-20D1-0EA3-76C79E11454E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6B410C7C-C896-EAAA-7D06-4D6581D61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5" name="Textplatzhalter 19">
            <a:extLst>
              <a:ext uri="{FF2B5EF4-FFF2-40B4-BE49-F238E27FC236}">
                <a16:creationId xmlns:a16="http://schemas.microsoft.com/office/drawing/2014/main" id="{9887F523-10BB-58A7-FE87-EE95BDC4E61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92506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7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A59E2A6E-0894-646C-B9EC-689D1F5A1C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953837" y="1808162"/>
            <a:ext cx="7238163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D4A8E89-6F9F-1F32-DB4F-2D2CE042916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80FB5DB-20BF-5B6C-C190-15002CAE3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9E0AEC9-FFC4-3558-73DD-7360CC5EB61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012776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8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ildplatzhalter 2">
            <a:extLst>
              <a:ext uri="{FF2B5EF4-FFF2-40B4-BE49-F238E27FC236}">
                <a16:creationId xmlns:a16="http://schemas.microsoft.com/office/drawing/2014/main" id="{04218D4A-199F-C473-96CD-22B714A2D46F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58813" y="2384599"/>
            <a:ext cx="2160001" cy="2340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8453BF8-305D-BE06-0011-FA8616AF5E9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76B33212-778D-B9B2-0E50-AB439F397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6DEFEB58-7229-CC9A-79A5-BA340054C11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13" y="824400"/>
            <a:ext cx="6840000" cy="252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tIns="0" rIns="0" bIns="0">
            <a:noAutofit/>
          </a:bodyPr>
          <a:lstStyle>
            <a:lvl1pPr marL="0" indent="0">
              <a:buNone/>
              <a:defRPr sz="2200" b="1" i="0" kern="1200" cap="all" baseline="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9919505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9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7">
            <a:extLst>
              <a:ext uri="{FF2B5EF4-FFF2-40B4-BE49-F238E27FC236}">
                <a16:creationId xmlns:a16="http://schemas.microsoft.com/office/drawing/2014/main" id="{752B3D55-DF1E-F97F-0495-FC4A82618A2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1"/>
            <a:ext cx="12192000" cy="6345238"/>
          </a:xfrm>
          <a:custGeom>
            <a:avLst/>
            <a:gdLst>
              <a:gd name="connsiteX0" fmla="*/ 0 w 12192000"/>
              <a:gd name="connsiteY0" fmla="*/ 0 h 6345238"/>
              <a:gd name="connsiteX1" fmla="*/ 11134439 w 12192000"/>
              <a:gd name="connsiteY1" fmla="*/ 0 h 6345238"/>
              <a:gd name="connsiteX2" fmla="*/ 12192000 w 12192000"/>
              <a:gd name="connsiteY2" fmla="*/ 1057561 h 6345238"/>
              <a:gd name="connsiteX3" fmla="*/ 12192000 w 12192000"/>
              <a:gd name="connsiteY3" fmla="*/ 6345238 h 6345238"/>
              <a:gd name="connsiteX4" fmla="*/ 0 w 12192000"/>
              <a:gd name="connsiteY4" fmla="*/ 6345238 h 6345238"/>
              <a:gd name="connsiteX5" fmla="*/ 0 w 12192000"/>
              <a:gd name="connsiteY5" fmla="*/ 0 h 6345238"/>
              <a:gd name="connsiteX0" fmla="*/ 0 w 12192000"/>
              <a:gd name="connsiteY0" fmla="*/ 0 h 6345238"/>
              <a:gd name="connsiteX1" fmla="*/ 5307571 w 12192000"/>
              <a:gd name="connsiteY1" fmla="*/ 0 h 6345238"/>
              <a:gd name="connsiteX2" fmla="*/ 12192000 w 12192000"/>
              <a:gd name="connsiteY2" fmla="*/ 1057561 h 6345238"/>
              <a:gd name="connsiteX3" fmla="*/ 12192000 w 12192000"/>
              <a:gd name="connsiteY3" fmla="*/ 6345238 h 6345238"/>
              <a:gd name="connsiteX4" fmla="*/ 0 w 12192000"/>
              <a:gd name="connsiteY4" fmla="*/ 6345238 h 6345238"/>
              <a:gd name="connsiteX5" fmla="*/ 0 w 12192000"/>
              <a:gd name="connsiteY5" fmla="*/ 0 h 6345238"/>
              <a:gd name="connsiteX0" fmla="*/ 0 w 12192000"/>
              <a:gd name="connsiteY0" fmla="*/ 0 h 6345238"/>
              <a:gd name="connsiteX1" fmla="*/ 5307571 w 12192000"/>
              <a:gd name="connsiteY1" fmla="*/ 0 h 6345238"/>
              <a:gd name="connsiteX2" fmla="*/ 12192000 w 12192000"/>
              <a:gd name="connsiteY2" fmla="*/ 1448086 h 6345238"/>
              <a:gd name="connsiteX3" fmla="*/ 12192000 w 12192000"/>
              <a:gd name="connsiteY3" fmla="*/ 6345238 h 6345238"/>
              <a:gd name="connsiteX4" fmla="*/ 0 w 12192000"/>
              <a:gd name="connsiteY4" fmla="*/ 6345238 h 6345238"/>
              <a:gd name="connsiteX5" fmla="*/ 0 w 12192000"/>
              <a:gd name="connsiteY5" fmla="*/ 0 h 6345238"/>
              <a:gd name="connsiteX0" fmla="*/ 0 w 12192000"/>
              <a:gd name="connsiteY0" fmla="*/ 0 h 6345238"/>
              <a:gd name="connsiteX1" fmla="*/ 5326621 w 12192000"/>
              <a:gd name="connsiteY1" fmla="*/ 0 h 6345238"/>
              <a:gd name="connsiteX2" fmla="*/ 12192000 w 12192000"/>
              <a:gd name="connsiteY2" fmla="*/ 1448086 h 6345238"/>
              <a:gd name="connsiteX3" fmla="*/ 12192000 w 12192000"/>
              <a:gd name="connsiteY3" fmla="*/ 6345238 h 6345238"/>
              <a:gd name="connsiteX4" fmla="*/ 0 w 12192000"/>
              <a:gd name="connsiteY4" fmla="*/ 6345238 h 6345238"/>
              <a:gd name="connsiteX5" fmla="*/ 0 w 12192000"/>
              <a:gd name="connsiteY5" fmla="*/ 0 h 6345238"/>
              <a:gd name="connsiteX0" fmla="*/ 0 w 12192000"/>
              <a:gd name="connsiteY0" fmla="*/ 0 h 6345238"/>
              <a:gd name="connsiteX1" fmla="*/ 5326621 w 12192000"/>
              <a:gd name="connsiteY1" fmla="*/ 0 h 6345238"/>
              <a:gd name="connsiteX2" fmla="*/ 12192000 w 12192000"/>
              <a:gd name="connsiteY2" fmla="*/ 1452848 h 6345238"/>
              <a:gd name="connsiteX3" fmla="*/ 12192000 w 12192000"/>
              <a:gd name="connsiteY3" fmla="*/ 6345238 h 6345238"/>
              <a:gd name="connsiteX4" fmla="*/ 0 w 12192000"/>
              <a:gd name="connsiteY4" fmla="*/ 6345238 h 6345238"/>
              <a:gd name="connsiteX5" fmla="*/ 0 w 12192000"/>
              <a:gd name="connsiteY5" fmla="*/ 0 h 6345238"/>
              <a:gd name="connsiteX0" fmla="*/ 0 w 12192000"/>
              <a:gd name="connsiteY0" fmla="*/ 0 h 6345238"/>
              <a:gd name="connsiteX1" fmla="*/ 5336146 w 12192000"/>
              <a:gd name="connsiteY1" fmla="*/ 0 h 6345238"/>
              <a:gd name="connsiteX2" fmla="*/ 12192000 w 12192000"/>
              <a:gd name="connsiteY2" fmla="*/ 1452848 h 6345238"/>
              <a:gd name="connsiteX3" fmla="*/ 12192000 w 12192000"/>
              <a:gd name="connsiteY3" fmla="*/ 6345238 h 6345238"/>
              <a:gd name="connsiteX4" fmla="*/ 0 w 12192000"/>
              <a:gd name="connsiteY4" fmla="*/ 6345238 h 6345238"/>
              <a:gd name="connsiteX5" fmla="*/ 0 w 12192000"/>
              <a:gd name="connsiteY5" fmla="*/ 0 h 6345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345238">
                <a:moveTo>
                  <a:pt x="0" y="0"/>
                </a:moveTo>
                <a:lnTo>
                  <a:pt x="5336146" y="0"/>
                </a:lnTo>
                <a:lnTo>
                  <a:pt x="12192000" y="1452848"/>
                </a:lnTo>
                <a:lnTo>
                  <a:pt x="12192000" y="6345238"/>
                </a:lnTo>
                <a:lnTo>
                  <a:pt x="0" y="6345238"/>
                </a:lnTo>
                <a:lnTo>
                  <a:pt x="0" y="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 anchor="ctr" anchorCtr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6648EA5A-3B0B-A9A0-E90B-9AE9B56392C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B58E7674-C4FD-683E-31F5-6CF71BD45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448516C3-724E-0D99-A357-7CF6A24A5F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917714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10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55D99C2F-75E6-B4F9-B4D2-9F643119F44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>
          <a:xfrm>
            <a:off x="658800" y="1808165"/>
            <a:ext cx="2449512" cy="3847416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tIns="720000" anchor="ctr"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356FBEF1-347B-6FB6-BD0D-A2AFF212009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>
          <a:xfrm>
            <a:off x="3173116" y="3341077"/>
            <a:ext cx="3671721" cy="231450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tIns="720000" anchor="ctr"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C3299ED-EE1C-46D1-F635-1A7D7B8C83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 bwMode="gray">
          <a:xfrm>
            <a:off x="3173116" y="1808163"/>
            <a:ext cx="1800000" cy="145892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tIns="720000" anchor="ctr"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F31559CB-3D60-8171-A8A3-E6349B311FD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gray">
          <a:xfrm>
            <a:off x="5044838" y="1808163"/>
            <a:ext cx="1800000" cy="145892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tIns="720000" anchor="ctr"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CAB3F69-DB94-B7B3-4F54-394FC7BC8BD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2CEEE889-BF3C-7DFA-B0BC-784F349A1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69C7BC35-7ED4-A10C-D5A5-82F8FDE93C9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81565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5AB30D0C-63C7-CEA9-B66D-8F025FC1DB8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8814" y="2650188"/>
            <a:ext cx="2612123" cy="3687763"/>
          </a:xfrm>
          <a:custGeom>
            <a:avLst/>
            <a:gdLst>
              <a:gd name="connsiteX0" fmla="*/ 0 w 2485705"/>
              <a:gd name="connsiteY0" fmla="*/ 0 h 3509288"/>
              <a:gd name="connsiteX1" fmla="*/ 2485705 w 2485705"/>
              <a:gd name="connsiteY1" fmla="*/ 0 h 3509288"/>
              <a:gd name="connsiteX2" fmla="*/ 2485705 w 2485705"/>
              <a:gd name="connsiteY2" fmla="*/ 3509288 h 3509288"/>
              <a:gd name="connsiteX3" fmla="*/ 0 w 2485705"/>
              <a:gd name="connsiteY3" fmla="*/ 3509288 h 3509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8">
                <a:moveTo>
                  <a:pt x="0" y="0"/>
                </a:moveTo>
                <a:lnTo>
                  <a:pt x="2485705" y="0"/>
                </a:lnTo>
                <a:lnTo>
                  <a:pt x="2485705" y="3509288"/>
                </a:lnTo>
                <a:lnTo>
                  <a:pt x="0" y="3509288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05212AB6-D77D-3421-18B6-A996E6DFAB0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19271" y="1808163"/>
            <a:ext cx="2612123" cy="3687762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AF27F708-63A1-8A33-7580-C6944AD0FC3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905625" y="5185887"/>
            <a:ext cx="4620103" cy="11593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5AC99773-03C0-51B3-A37A-0E2CBB5EC5D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905624" y="1800876"/>
            <a:ext cx="4620104" cy="17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Rectangle 19">
            <a:extLst>
              <a:ext uri="{FF2B5EF4-FFF2-40B4-BE49-F238E27FC236}">
                <a16:creationId xmlns:a16="http://schemas.microsoft.com/office/drawing/2014/main" id="{E84E3282-A06E-A8C5-4340-FF2AAFC9050E}"/>
              </a:ext>
            </a:extLst>
          </p:cNvPr>
          <p:cNvSpPr/>
          <p:nvPr userDrawn="1"/>
        </p:nvSpPr>
        <p:spPr>
          <a:xfrm>
            <a:off x="3419271" y="1800876"/>
            <a:ext cx="438150" cy="438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18" name="Rectangle 26">
            <a:extLst>
              <a:ext uri="{FF2B5EF4-FFF2-40B4-BE49-F238E27FC236}">
                <a16:creationId xmlns:a16="http://schemas.microsoft.com/office/drawing/2014/main" id="{E990190D-4E97-F2BC-3E90-4759B1DE023A}"/>
              </a:ext>
            </a:extLst>
          </p:cNvPr>
          <p:cNvSpPr/>
          <p:nvPr userDrawn="1"/>
        </p:nvSpPr>
        <p:spPr>
          <a:xfrm>
            <a:off x="666272" y="2650188"/>
            <a:ext cx="438150" cy="438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39AF8783-BEC8-7C6C-BF59-E9B75167832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05625" y="3914393"/>
            <a:ext cx="4620103" cy="11593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8C880B4-6E9A-A99E-8122-A58772FC17F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5F234045-A0C7-D0FD-FE2A-C262E6F34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baseline="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23" name="Textplatzhalter 17">
            <a:extLst>
              <a:ext uri="{FF2B5EF4-FFF2-40B4-BE49-F238E27FC236}">
                <a16:creationId xmlns:a16="http://schemas.microsoft.com/office/drawing/2014/main" id="{D12D40DD-BA25-BD68-60FF-A9434170EDD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0485877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692AD83D-68AA-EFB3-61EC-F41A80E953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58813" y="1808163"/>
            <a:ext cx="3744000" cy="45370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57839775-A056-A661-1D36-E3FCFE1426D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57863" y="1808163"/>
            <a:ext cx="3744000" cy="45370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" name="Inhaltsplatzhalter 2">
            <a:extLst>
              <a:ext uri="{FF2B5EF4-FFF2-40B4-BE49-F238E27FC236}">
                <a16:creationId xmlns:a16="http://schemas.microsoft.com/office/drawing/2014/main" id="{AB35FE18-F01D-5E96-8397-98293418E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2678" y="3248096"/>
            <a:ext cx="3134096" cy="25942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7" name="Inhaltsplatzhalter 2">
            <a:extLst>
              <a:ext uri="{FF2B5EF4-FFF2-40B4-BE49-F238E27FC236}">
                <a16:creationId xmlns:a16="http://schemas.microsoft.com/office/drawing/2014/main" id="{3D370077-F2C5-9C6F-0A3C-BCEA6E3369B3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72678" y="2182979"/>
            <a:ext cx="3134096" cy="8596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8" name="Inhaltsplatzhalter 2">
            <a:extLst>
              <a:ext uri="{FF2B5EF4-FFF2-40B4-BE49-F238E27FC236}">
                <a16:creationId xmlns:a16="http://schemas.microsoft.com/office/drawing/2014/main" id="{E782331D-27AA-F1E9-BB04-E35F84498B81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862815" y="3248096"/>
            <a:ext cx="3134096" cy="25942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9" name="Inhaltsplatzhalter 2">
            <a:extLst>
              <a:ext uri="{FF2B5EF4-FFF2-40B4-BE49-F238E27FC236}">
                <a16:creationId xmlns:a16="http://schemas.microsoft.com/office/drawing/2014/main" id="{7200E6A2-DFC2-8AA5-F92A-FF5C7091B1B2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862815" y="2182979"/>
            <a:ext cx="3134096" cy="8596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07FA46B-3B3F-3F32-490E-C4257186284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BF013105-6899-A90D-429D-16D40826CA2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448000" y="1808162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8" name="Fußzeilenplatzhalter 17">
            <a:extLst>
              <a:ext uri="{FF2B5EF4-FFF2-40B4-BE49-F238E27FC236}">
                <a16:creationId xmlns:a16="http://schemas.microsoft.com/office/drawing/2014/main" id="{C169EF15-E24F-FA95-B91B-EC4FD5DA858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8C7E6C06-4D07-8AA9-897E-D8CD76644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49296CDA-E927-5F92-68DB-A9159BCC2BE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0525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2">
    <p:bg>
      <p:bgPr>
        <a:gradFill>
          <a:gsLst>
            <a:gs pos="100000">
              <a:srgbClr val="232A30"/>
            </a:gs>
            <a:gs pos="38000">
              <a:srgbClr val="45556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">
            <a:extLst>
              <a:ext uri="{FF2B5EF4-FFF2-40B4-BE49-F238E27FC236}">
                <a16:creationId xmlns:a16="http://schemas.microsoft.com/office/drawing/2014/main" id="{BE398209-46F9-AEB2-0368-F7B53762EC5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58813" y="1807200"/>
            <a:ext cx="3744000" cy="45370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A604AC7F-624A-1143-FBB4-6E392986B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2678" y="3248096"/>
            <a:ext cx="3134096" cy="25942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71614C9C-D27A-26BF-9759-EB7FA6A0CD20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72678" y="2182979"/>
            <a:ext cx="3134096" cy="8596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0D97E437-107A-FF06-85EB-2DF58253C39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53406" y="1807200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8BA064-8075-E801-0D81-DD656C63E0E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87869FBE-9C86-7817-BEA6-3DCDD2A658C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448000" y="1808162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E6430E26-EAD7-6A84-CA0E-8069BA09A66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A24A51B2-109E-AB5C-FD62-E32DCAC0A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FE150674-46ED-B3E9-3557-2713F002C03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3528205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DE56C3CE-9937-575A-4799-87156AAEEF95}"/>
              </a:ext>
            </a:extLst>
          </p:cNvPr>
          <p:cNvSpPr/>
          <p:nvPr userDrawn="1"/>
        </p:nvSpPr>
        <p:spPr>
          <a:xfrm>
            <a:off x="0" y="1"/>
            <a:ext cx="6098400" cy="6345238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3068061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CE01C8-95AF-7AD2-A082-F5F14A3CCD9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464849" y="1807200"/>
            <a:ext cx="3068061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AD2A60CA-F61B-4612-7D28-449D1492AC1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052094" y="1807200"/>
            <a:ext cx="4087813" cy="453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pic>
        <p:nvPicPr>
          <p:cNvPr id="7" name="Grafik 2">
            <a:extLst>
              <a:ext uri="{FF2B5EF4-FFF2-40B4-BE49-F238E27FC236}">
                <a16:creationId xmlns:a16="http://schemas.microsoft.com/office/drawing/2014/main" id="{07953E8C-C434-5253-1E00-1F2250051B2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48"/>
          <a:stretch/>
        </p:blipFill>
        <p:spPr>
          <a:xfrm>
            <a:off x="5330548" y="1"/>
            <a:ext cx="6861452" cy="1457999"/>
          </a:xfrm>
          <a:prstGeom prst="rect">
            <a:avLst/>
          </a:prstGeom>
        </p:spPr>
      </p:pic>
      <p:sp>
        <p:nvSpPr>
          <p:cNvPr id="20" name="Fußzeilenplatzhalter 19">
            <a:extLst>
              <a:ext uri="{FF2B5EF4-FFF2-40B4-BE49-F238E27FC236}">
                <a16:creationId xmlns:a16="http://schemas.microsoft.com/office/drawing/2014/main" id="{0AE0904D-C49F-5217-90F8-B09E0F5E1CF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EB62BDD5-FE42-9469-E3A4-883472872E3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5A655427-DAAF-A55D-8504-794A525F9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grpSp>
        <p:nvGrpSpPr>
          <p:cNvPr id="18" name="Grafik 13">
            <a:extLst>
              <a:ext uri="{FF2B5EF4-FFF2-40B4-BE49-F238E27FC236}">
                <a16:creationId xmlns:a16="http://schemas.microsoft.com/office/drawing/2014/main" id="{92301565-0282-331A-F7FC-A636A38FDAA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21200" y="489600"/>
            <a:ext cx="1209600" cy="299018"/>
            <a:chOff x="8501174" y="2383489"/>
            <a:chExt cx="2699861" cy="667416"/>
          </a:xfrm>
          <a:solidFill>
            <a:schemeClr val="tx1"/>
          </a:solidFill>
        </p:grpSpPr>
        <p:grpSp>
          <p:nvGrpSpPr>
            <p:cNvPr id="19" name="Grafik 13">
              <a:extLst>
                <a:ext uri="{FF2B5EF4-FFF2-40B4-BE49-F238E27FC236}">
                  <a16:creationId xmlns:a16="http://schemas.microsoft.com/office/drawing/2014/main" id="{E3B4A805-8914-4DCF-9B56-0A8DE5412308}"/>
                </a:ext>
              </a:extLst>
            </p:cNvPr>
            <p:cNvGrpSpPr/>
            <p:nvPr/>
          </p:nvGrpSpPr>
          <p:grpSpPr>
            <a:xfrm>
              <a:off x="9461484" y="2955941"/>
              <a:ext cx="876871" cy="94964"/>
              <a:chOff x="9461484" y="2955941"/>
              <a:chExt cx="876871" cy="94964"/>
            </a:xfrm>
            <a:grpFill/>
          </p:grpSpPr>
          <p:sp>
            <p:nvSpPr>
              <p:cNvPr id="31" name="Freihandform: Form 30">
                <a:extLst>
                  <a:ext uri="{FF2B5EF4-FFF2-40B4-BE49-F238E27FC236}">
                    <a16:creationId xmlns:a16="http://schemas.microsoft.com/office/drawing/2014/main" id="{3F11C033-6005-2295-78B1-7855D31A1BA1}"/>
                  </a:ext>
                </a:extLst>
              </p:cNvPr>
              <p:cNvSpPr/>
              <p:nvPr/>
            </p:nvSpPr>
            <p:spPr>
              <a:xfrm>
                <a:off x="9461484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8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8 w 64198"/>
                  <a:gd name="connsiteY9" fmla="*/ 83820 h 91725"/>
                  <a:gd name="connsiteX10" fmla="*/ 48577 w 64198"/>
                  <a:gd name="connsiteY10" fmla="*/ 83820 h 91725"/>
                  <a:gd name="connsiteX11" fmla="*/ 47244 w 64198"/>
                  <a:gd name="connsiteY11" fmla="*/ 91726 h 91725"/>
                  <a:gd name="connsiteX12" fmla="*/ 190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8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8" y="83820"/>
                    </a:lnTo>
                    <a:lnTo>
                      <a:pt x="48577" y="83820"/>
                    </a:lnTo>
                    <a:lnTo>
                      <a:pt x="47244" y="91726"/>
                    </a:lnTo>
                    <a:lnTo>
                      <a:pt x="19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2" name="Freihandform: Form 31">
                <a:extLst>
                  <a:ext uri="{FF2B5EF4-FFF2-40B4-BE49-F238E27FC236}">
                    <a16:creationId xmlns:a16="http://schemas.microsoft.com/office/drawing/2014/main" id="{59BD4F8D-CD29-7C3B-C10F-A2C521163AC4}"/>
                  </a:ext>
                </a:extLst>
              </p:cNvPr>
              <p:cNvSpPr/>
              <p:nvPr/>
            </p:nvSpPr>
            <p:spPr>
              <a:xfrm>
                <a:off x="9534636" y="2957560"/>
                <a:ext cx="48387" cy="91725"/>
              </a:xfrm>
              <a:custGeom>
                <a:avLst/>
                <a:gdLst>
                  <a:gd name="connsiteX0" fmla="*/ 0 w 48387"/>
                  <a:gd name="connsiteY0" fmla="*/ 91726 h 91725"/>
                  <a:gd name="connsiteX1" fmla="*/ 19621 w 48387"/>
                  <a:gd name="connsiteY1" fmla="*/ 0 h 91725"/>
                  <a:gd name="connsiteX2" fmla="*/ 28956 w 48387"/>
                  <a:gd name="connsiteY2" fmla="*/ 0 h 91725"/>
                  <a:gd name="connsiteX3" fmla="*/ 10954 w 48387"/>
                  <a:gd name="connsiteY3" fmla="*/ 83820 h 91725"/>
                  <a:gd name="connsiteX4" fmla="*/ 48387 w 48387"/>
                  <a:gd name="connsiteY4" fmla="*/ 83820 h 91725"/>
                  <a:gd name="connsiteX5" fmla="*/ 46958 w 48387"/>
                  <a:gd name="connsiteY5" fmla="*/ 91726 h 91725"/>
                  <a:gd name="connsiteX6" fmla="*/ 95 w 48387"/>
                  <a:gd name="connsiteY6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8387" h="91725">
                    <a:moveTo>
                      <a:pt x="0" y="91726"/>
                    </a:moveTo>
                    <a:lnTo>
                      <a:pt x="19621" y="0"/>
                    </a:lnTo>
                    <a:lnTo>
                      <a:pt x="28956" y="0"/>
                    </a:lnTo>
                    <a:lnTo>
                      <a:pt x="10954" y="83820"/>
                    </a:lnTo>
                    <a:lnTo>
                      <a:pt x="48387" y="83820"/>
                    </a:lnTo>
                    <a:lnTo>
                      <a:pt x="46958" y="91726"/>
                    </a:lnTo>
                    <a:lnTo>
                      <a:pt x="95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3" name="Freihandform: Form 32">
                <a:extLst>
                  <a:ext uri="{FF2B5EF4-FFF2-40B4-BE49-F238E27FC236}">
                    <a16:creationId xmlns:a16="http://schemas.microsoft.com/office/drawing/2014/main" id="{D4B98960-FE72-FDCD-6930-B309F5343D54}"/>
                  </a:ext>
                </a:extLst>
              </p:cNvPr>
              <p:cNvSpPr/>
              <p:nvPr/>
            </p:nvSpPr>
            <p:spPr>
              <a:xfrm>
                <a:off x="9605216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9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9 w 64198"/>
                  <a:gd name="connsiteY9" fmla="*/ 83820 h 91725"/>
                  <a:gd name="connsiteX10" fmla="*/ 48578 w 64198"/>
                  <a:gd name="connsiteY10" fmla="*/ 83820 h 91725"/>
                  <a:gd name="connsiteX11" fmla="*/ 47244 w 64198"/>
                  <a:gd name="connsiteY11" fmla="*/ 91726 h 91725"/>
                  <a:gd name="connsiteX12" fmla="*/ 191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9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9" y="83820"/>
                    </a:lnTo>
                    <a:lnTo>
                      <a:pt x="48578" y="83820"/>
                    </a:lnTo>
                    <a:lnTo>
                      <a:pt x="47244" y="91726"/>
                    </a:lnTo>
                    <a:lnTo>
                      <a:pt x="19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4" name="Freihandform: Form 33">
                <a:extLst>
                  <a:ext uri="{FF2B5EF4-FFF2-40B4-BE49-F238E27FC236}">
                    <a16:creationId xmlns:a16="http://schemas.microsoft.com/office/drawing/2014/main" id="{56720191-8858-9EAD-35BA-1AD0A4E9098D}"/>
                  </a:ext>
                </a:extLst>
              </p:cNvPr>
              <p:cNvSpPr/>
              <p:nvPr/>
            </p:nvSpPr>
            <p:spPr>
              <a:xfrm>
                <a:off x="9684179" y="2955941"/>
                <a:ext cx="79247" cy="94869"/>
              </a:xfrm>
              <a:custGeom>
                <a:avLst/>
                <a:gdLst>
                  <a:gd name="connsiteX0" fmla="*/ 60960 w 79247"/>
                  <a:gd name="connsiteY0" fmla="*/ 92012 h 94869"/>
                  <a:gd name="connsiteX1" fmla="*/ 43053 w 79247"/>
                  <a:gd name="connsiteY1" fmla="*/ 94869 h 94869"/>
                  <a:gd name="connsiteX2" fmla="*/ 0 w 79247"/>
                  <a:gd name="connsiteY2" fmla="*/ 54674 h 94869"/>
                  <a:gd name="connsiteX3" fmla="*/ 54673 w 79247"/>
                  <a:gd name="connsiteY3" fmla="*/ 0 h 94869"/>
                  <a:gd name="connsiteX4" fmla="*/ 79248 w 79247"/>
                  <a:gd name="connsiteY4" fmla="*/ 4763 h 94869"/>
                  <a:gd name="connsiteX5" fmla="*/ 76105 w 79247"/>
                  <a:gd name="connsiteY5" fmla="*/ 12382 h 94869"/>
                  <a:gd name="connsiteX6" fmla="*/ 54007 w 79247"/>
                  <a:gd name="connsiteY6" fmla="*/ 7906 h 94869"/>
                  <a:gd name="connsiteX7" fmla="*/ 9049 w 79247"/>
                  <a:gd name="connsiteY7" fmla="*/ 54769 h 94869"/>
                  <a:gd name="connsiteX8" fmla="*/ 42577 w 79247"/>
                  <a:gd name="connsiteY8" fmla="*/ 86963 h 94869"/>
                  <a:gd name="connsiteX9" fmla="*/ 62008 w 79247"/>
                  <a:gd name="connsiteY9" fmla="*/ 83915 h 94869"/>
                  <a:gd name="connsiteX10" fmla="*/ 60960 w 79247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7" h="94869">
                    <a:moveTo>
                      <a:pt x="60960" y="92012"/>
                    </a:moveTo>
                    <a:cubicBezTo>
                      <a:pt x="54293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9" y="0"/>
                      <a:pt x="54673" y="0"/>
                    </a:cubicBezTo>
                    <a:cubicBezTo>
                      <a:pt x="66199" y="0"/>
                      <a:pt x="72961" y="1810"/>
                      <a:pt x="79248" y="4763"/>
                    </a:cubicBezTo>
                    <a:lnTo>
                      <a:pt x="76105" y="12382"/>
                    </a:lnTo>
                    <a:cubicBezTo>
                      <a:pt x="69532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5" name="Freihandform: Form 34">
                <a:extLst>
                  <a:ext uri="{FF2B5EF4-FFF2-40B4-BE49-F238E27FC236}">
                    <a16:creationId xmlns:a16="http://schemas.microsoft.com/office/drawing/2014/main" id="{32DFC161-78EF-378D-071A-3E27AC21AEC9}"/>
                  </a:ext>
                </a:extLst>
              </p:cNvPr>
              <p:cNvSpPr/>
              <p:nvPr/>
            </p:nvSpPr>
            <p:spPr>
              <a:xfrm>
                <a:off x="9781905" y="2957560"/>
                <a:ext cx="66484" cy="91725"/>
              </a:xfrm>
              <a:custGeom>
                <a:avLst/>
                <a:gdLst>
                  <a:gd name="connsiteX0" fmla="*/ 9906 w 66484"/>
                  <a:gd name="connsiteY0" fmla="*/ 91726 h 91725"/>
                  <a:gd name="connsiteX1" fmla="*/ 27813 w 66484"/>
                  <a:gd name="connsiteY1" fmla="*/ 7906 h 91725"/>
                  <a:gd name="connsiteX2" fmla="*/ 0 w 66484"/>
                  <a:gd name="connsiteY2" fmla="*/ 7906 h 91725"/>
                  <a:gd name="connsiteX3" fmla="*/ 1715 w 66484"/>
                  <a:gd name="connsiteY3" fmla="*/ 0 h 91725"/>
                  <a:gd name="connsiteX4" fmla="*/ 66484 w 66484"/>
                  <a:gd name="connsiteY4" fmla="*/ 0 h 91725"/>
                  <a:gd name="connsiteX5" fmla="*/ 64865 w 66484"/>
                  <a:gd name="connsiteY5" fmla="*/ 7906 h 91725"/>
                  <a:gd name="connsiteX6" fmla="*/ 37052 w 66484"/>
                  <a:gd name="connsiteY6" fmla="*/ 7906 h 91725"/>
                  <a:gd name="connsiteX7" fmla="*/ 19431 w 66484"/>
                  <a:gd name="connsiteY7" fmla="*/ 91726 h 91725"/>
                  <a:gd name="connsiteX8" fmla="*/ 10001 w 66484"/>
                  <a:gd name="connsiteY8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6484" h="91725">
                    <a:moveTo>
                      <a:pt x="9906" y="91726"/>
                    </a:moveTo>
                    <a:lnTo>
                      <a:pt x="27813" y="7906"/>
                    </a:lnTo>
                    <a:lnTo>
                      <a:pt x="0" y="7906"/>
                    </a:lnTo>
                    <a:lnTo>
                      <a:pt x="1715" y="0"/>
                    </a:lnTo>
                    <a:lnTo>
                      <a:pt x="66484" y="0"/>
                    </a:lnTo>
                    <a:lnTo>
                      <a:pt x="64865" y="7906"/>
                    </a:lnTo>
                    <a:lnTo>
                      <a:pt x="37052" y="7906"/>
                    </a:lnTo>
                    <a:lnTo>
                      <a:pt x="19431" y="91726"/>
                    </a:lnTo>
                    <a:lnTo>
                      <a:pt x="1000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6" name="Freihandform: Form 35">
                <a:extLst>
                  <a:ext uri="{FF2B5EF4-FFF2-40B4-BE49-F238E27FC236}">
                    <a16:creationId xmlns:a16="http://schemas.microsoft.com/office/drawing/2014/main" id="{D8851229-8480-CCEE-86DE-6CD2857C7775}"/>
                  </a:ext>
                </a:extLst>
              </p:cNvPr>
              <p:cNvSpPr/>
              <p:nvPr/>
            </p:nvSpPr>
            <p:spPr>
              <a:xfrm>
                <a:off x="9852104" y="2957560"/>
                <a:ext cx="65912" cy="91725"/>
              </a:xfrm>
              <a:custGeom>
                <a:avLst/>
                <a:gdLst>
                  <a:gd name="connsiteX0" fmla="*/ 49625 w 65912"/>
                  <a:gd name="connsiteY0" fmla="*/ 91726 h 91725"/>
                  <a:gd name="connsiteX1" fmla="*/ 41910 w 65912"/>
                  <a:gd name="connsiteY1" fmla="*/ 58769 h 91725"/>
                  <a:gd name="connsiteX2" fmla="*/ 29051 w 65912"/>
                  <a:gd name="connsiteY2" fmla="*/ 48482 h 91725"/>
                  <a:gd name="connsiteX3" fmla="*/ 18383 w 65912"/>
                  <a:gd name="connsiteY3" fmla="*/ 48482 h 91725"/>
                  <a:gd name="connsiteX4" fmla="*/ 9144 w 65912"/>
                  <a:gd name="connsiteY4" fmla="*/ 91726 h 91725"/>
                  <a:gd name="connsiteX5" fmla="*/ 0 w 65912"/>
                  <a:gd name="connsiteY5" fmla="*/ 91726 h 91725"/>
                  <a:gd name="connsiteX6" fmla="*/ 20003 w 65912"/>
                  <a:gd name="connsiteY6" fmla="*/ 0 h 91725"/>
                  <a:gd name="connsiteX7" fmla="*/ 42291 w 65912"/>
                  <a:gd name="connsiteY7" fmla="*/ 0 h 91725"/>
                  <a:gd name="connsiteX8" fmla="*/ 65913 w 65912"/>
                  <a:gd name="connsiteY8" fmla="*/ 20479 h 91725"/>
                  <a:gd name="connsiteX9" fmla="*/ 40005 w 65912"/>
                  <a:gd name="connsiteY9" fmla="*/ 45053 h 91725"/>
                  <a:gd name="connsiteX10" fmla="*/ 40005 w 65912"/>
                  <a:gd name="connsiteY10" fmla="*/ 45339 h 91725"/>
                  <a:gd name="connsiteX11" fmla="*/ 49721 w 65912"/>
                  <a:gd name="connsiteY11" fmla="*/ 56007 h 91725"/>
                  <a:gd name="connsiteX12" fmla="*/ 58483 w 65912"/>
                  <a:gd name="connsiteY12" fmla="*/ 91726 h 91725"/>
                  <a:gd name="connsiteX13" fmla="*/ 49530 w 65912"/>
                  <a:gd name="connsiteY13" fmla="*/ 91726 h 91725"/>
                  <a:gd name="connsiteX14" fmla="*/ 29242 w 65912"/>
                  <a:gd name="connsiteY14" fmla="*/ 40672 h 91725"/>
                  <a:gd name="connsiteX15" fmla="*/ 56864 w 65912"/>
                  <a:gd name="connsiteY15" fmla="*/ 21717 h 91725"/>
                  <a:gd name="connsiteX16" fmla="*/ 40291 w 65912"/>
                  <a:gd name="connsiteY16" fmla="*/ 7906 h 91725"/>
                  <a:gd name="connsiteX17" fmla="*/ 27051 w 65912"/>
                  <a:gd name="connsiteY17" fmla="*/ 7906 h 91725"/>
                  <a:gd name="connsiteX18" fmla="*/ 20098 w 65912"/>
                  <a:gd name="connsiteY18" fmla="*/ 40576 h 91725"/>
                  <a:gd name="connsiteX19" fmla="*/ 29242 w 65912"/>
                  <a:gd name="connsiteY19" fmla="*/ 4057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5912" h="91725">
                    <a:moveTo>
                      <a:pt x="49625" y="91726"/>
                    </a:moveTo>
                    <a:lnTo>
                      <a:pt x="41910" y="58769"/>
                    </a:lnTo>
                    <a:cubicBezTo>
                      <a:pt x="39910" y="50578"/>
                      <a:pt x="36481" y="48482"/>
                      <a:pt x="29051" y="48482"/>
                    </a:cubicBezTo>
                    <a:lnTo>
                      <a:pt x="18383" y="48482"/>
                    </a:lnTo>
                    <a:lnTo>
                      <a:pt x="9144" y="91726"/>
                    </a:lnTo>
                    <a:lnTo>
                      <a:pt x="0" y="91726"/>
                    </a:lnTo>
                    <a:lnTo>
                      <a:pt x="20003" y="0"/>
                    </a:lnTo>
                    <a:lnTo>
                      <a:pt x="42291" y="0"/>
                    </a:lnTo>
                    <a:cubicBezTo>
                      <a:pt x="57245" y="0"/>
                      <a:pt x="65913" y="6286"/>
                      <a:pt x="65913" y="20479"/>
                    </a:cubicBezTo>
                    <a:cubicBezTo>
                      <a:pt x="65913" y="34671"/>
                      <a:pt x="55531" y="44291"/>
                      <a:pt x="40005" y="45053"/>
                    </a:cubicBezTo>
                    <a:lnTo>
                      <a:pt x="40005" y="45339"/>
                    </a:lnTo>
                    <a:cubicBezTo>
                      <a:pt x="46577" y="46482"/>
                      <a:pt x="48292" y="49911"/>
                      <a:pt x="49721" y="56007"/>
                    </a:cubicBezTo>
                    <a:lnTo>
                      <a:pt x="58483" y="91726"/>
                    </a:lnTo>
                    <a:lnTo>
                      <a:pt x="49530" y="91726"/>
                    </a:lnTo>
                    <a:close/>
                    <a:moveTo>
                      <a:pt x="29242" y="40672"/>
                    </a:moveTo>
                    <a:cubicBezTo>
                      <a:pt x="45149" y="40672"/>
                      <a:pt x="56864" y="34671"/>
                      <a:pt x="56864" y="21717"/>
                    </a:cubicBezTo>
                    <a:cubicBezTo>
                      <a:pt x="56864" y="11716"/>
                      <a:pt x="50197" y="7906"/>
                      <a:pt x="40291" y="7906"/>
                    </a:cubicBezTo>
                    <a:lnTo>
                      <a:pt x="27051" y="7906"/>
                    </a:lnTo>
                    <a:lnTo>
                      <a:pt x="20098" y="40576"/>
                    </a:lnTo>
                    <a:lnTo>
                      <a:pt x="29242" y="4057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7" name="Freihandform: Form 36">
                <a:extLst>
                  <a:ext uri="{FF2B5EF4-FFF2-40B4-BE49-F238E27FC236}">
                    <a16:creationId xmlns:a16="http://schemas.microsoft.com/office/drawing/2014/main" id="{FD93FE03-F917-1D49-589F-1C11FB9BF8CD}"/>
                  </a:ext>
                </a:extLst>
              </p:cNvPr>
              <p:cNvSpPr/>
              <p:nvPr/>
            </p:nvSpPr>
            <p:spPr>
              <a:xfrm>
                <a:off x="9939068" y="2956036"/>
                <a:ext cx="83438" cy="94868"/>
              </a:xfrm>
              <a:custGeom>
                <a:avLst/>
                <a:gdLst>
                  <a:gd name="connsiteX0" fmla="*/ 0 w 83438"/>
                  <a:gd name="connsiteY0" fmla="*/ 57436 h 94868"/>
                  <a:gd name="connsiteX1" fmla="*/ 48768 w 83438"/>
                  <a:gd name="connsiteY1" fmla="*/ 0 h 94868"/>
                  <a:gd name="connsiteX2" fmla="*/ 83439 w 83438"/>
                  <a:gd name="connsiteY2" fmla="*/ 37433 h 94868"/>
                  <a:gd name="connsiteX3" fmla="*/ 34671 w 83438"/>
                  <a:gd name="connsiteY3" fmla="*/ 94869 h 94868"/>
                  <a:gd name="connsiteX4" fmla="*/ 0 w 83438"/>
                  <a:gd name="connsiteY4" fmla="*/ 57436 h 94868"/>
                  <a:gd name="connsiteX5" fmla="*/ 74390 w 83438"/>
                  <a:gd name="connsiteY5" fmla="*/ 38481 h 94868"/>
                  <a:gd name="connsiteX6" fmla="*/ 48387 w 83438"/>
                  <a:gd name="connsiteY6" fmla="*/ 7906 h 94868"/>
                  <a:gd name="connsiteX7" fmla="*/ 9144 w 83438"/>
                  <a:gd name="connsiteY7" fmla="*/ 56674 h 94868"/>
                  <a:gd name="connsiteX8" fmla="*/ 35433 w 83438"/>
                  <a:gd name="connsiteY8" fmla="*/ 87058 h 94868"/>
                  <a:gd name="connsiteX9" fmla="*/ 74486 w 83438"/>
                  <a:gd name="connsiteY9" fmla="*/ 38576 h 94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3438" h="94868">
                    <a:moveTo>
                      <a:pt x="0" y="57436"/>
                    </a:moveTo>
                    <a:cubicBezTo>
                      <a:pt x="0" y="28099"/>
                      <a:pt x="18574" y="0"/>
                      <a:pt x="48768" y="0"/>
                    </a:cubicBezTo>
                    <a:cubicBezTo>
                      <a:pt x="70961" y="0"/>
                      <a:pt x="83439" y="14573"/>
                      <a:pt x="83439" y="37433"/>
                    </a:cubicBezTo>
                    <a:cubicBezTo>
                      <a:pt x="83439" y="66866"/>
                      <a:pt x="64865" y="94869"/>
                      <a:pt x="34671" y="94869"/>
                    </a:cubicBezTo>
                    <a:cubicBezTo>
                      <a:pt x="12383" y="94869"/>
                      <a:pt x="0" y="80010"/>
                      <a:pt x="0" y="57436"/>
                    </a:cubicBezTo>
                    <a:close/>
                    <a:moveTo>
                      <a:pt x="74390" y="38481"/>
                    </a:moveTo>
                    <a:cubicBezTo>
                      <a:pt x="74390" y="19717"/>
                      <a:pt x="64961" y="7906"/>
                      <a:pt x="48387" y="7906"/>
                    </a:cubicBezTo>
                    <a:cubicBezTo>
                      <a:pt x="24384" y="7906"/>
                      <a:pt x="9144" y="33623"/>
                      <a:pt x="9144" y="56674"/>
                    </a:cubicBezTo>
                    <a:cubicBezTo>
                      <a:pt x="9144" y="72485"/>
                      <a:pt x="16383" y="87058"/>
                      <a:pt x="35433" y="87058"/>
                    </a:cubicBezTo>
                    <a:cubicBezTo>
                      <a:pt x="59246" y="87058"/>
                      <a:pt x="74486" y="61055"/>
                      <a:pt x="74486" y="38576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8" name="Freihandform: Form 37">
                <a:extLst>
                  <a:ext uri="{FF2B5EF4-FFF2-40B4-BE49-F238E27FC236}">
                    <a16:creationId xmlns:a16="http://schemas.microsoft.com/office/drawing/2014/main" id="{A2D4D78B-A5D1-D878-1AF3-A00FA5B06944}"/>
                  </a:ext>
                </a:extLst>
              </p:cNvPr>
              <p:cNvSpPr/>
              <p:nvPr/>
            </p:nvSpPr>
            <p:spPr>
              <a:xfrm>
                <a:off x="10040890" y="2957560"/>
                <a:ext cx="86772" cy="91725"/>
              </a:xfrm>
              <a:custGeom>
                <a:avLst/>
                <a:gdLst>
                  <a:gd name="connsiteX0" fmla="*/ 56579 w 86772"/>
                  <a:gd name="connsiteY0" fmla="*/ 91726 h 91725"/>
                  <a:gd name="connsiteX1" fmla="*/ 26003 w 86772"/>
                  <a:gd name="connsiteY1" fmla="*/ 11049 h 91725"/>
                  <a:gd name="connsiteX2" fmla="*/ 25717 w 86772"/>
                  <a:gd name="connsiteY2" fmla="*/ 11049 h 91725"/>
                  <a:gd name="connsiteX3" fmla="*/ 8382 w 86772"/>
                  <a:gd name="connsiteY3" fmla="*/ 91726 h 91725"/>
                  <a:gd name="connsiteX4" fmla="*/ 0 w 86772"/>
                  <a:gd name="connsiteY4" fmla="*/ 91726 h 91725"/>
                  <a:gd name="connsiteX5" fmla="*/ 19812 w 86772"/>
                  <a:gd name="connsiteY5" fmla="*/ 0 h 91725"/>
                  <a:gd name="connsiteX6" fmla="*/ 30575 w 86772"/>
                  <a:gd name="connsiteY6" fmla="*/ 0 h 91725"/>
                  <a:gd name="connsiteX7" fmla="*/ 61150 w 86772"/>
                  <a:gd name="connsiteY7" fmla="*/ 80677 h 91725"/>
                  <a:gd name="connsiteX8" fmla="*/ 61436 w 86772"/>
                  <a:gd name="connsiteY8" fmla="*/ 80677 h 91725"/>
                  <a:gd name="connsiteX9" fmla="*/ 78486 w 86772"/>
                  <a:gd name="connsiteY9" fmla="*/ 0 h 91725"/>
                  <a:gd name="connsiteX10" fmla="*/ 86773 w 86772"/>
                  <a:gd name="connsiteY10" fmla="*/ 0 h 91725"/>
                  <a:gd name="connsiteX11" fmla="*/ 67342 w 86772"/>
                  <a:gd name="connsiteY11" fmla="*/ 91726 h 91725"/>
                  <a:gd name="connsiteX12" fmla="*/ 56579 w 86772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6772" h="91725">
                    <a:moveTo>
                      <a:pt x="56579" y="91726"/>
                    </a:moveTo>
                    <a:lnTo>
                      <a:pt x="26003" y="11049"/>
                    </a:lnTo>
                    <a:lnTo>
                      <a:pt x="25717" y="11049"/>
                    </a:lnTo>
                    <a:lnTo>
                      <a:pt x="8382" y="91726"/>
                    </a:lnTo>
                    <a:lnTo>
                      <a:pt x="0" y="91726"/>
                    </a:lnTo>
                    <a:lnTo>
                      <a:pt x="19812" y="0"/>
                    </a:lnTo>
                    <a:lnTo>
                      <a:pt x="30575" y="0"/>
                    </a:lnTo>
                    <a:lnTo>
                      <a:pt x="61150" y="80677"/>
                    </a:lnTo>
                    <a:lnTo>
                      <a:pt x="61436" y="80677"/>
                    </a:lnTo>
                    <a:lnTo>
                      <a:pt x="78486" y="0"/>
                    </a:lnTo>
                    <a:lnTo>
                      <a:pt x="86773" y="0"/>
                    </a:lnTo>
                    <a:lnTo>
                      <a:pt x="67342" y="91726"/>
                    </a:lnTo>
                    <a:lnTo>
                      <a:pt x="56579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9" name="Freihandform: Form 38">
                <a:extLst>
                  <a:ext uri="{FF2B5EF4-FFF2-40B4-BE49-F238E27FC236}">
                    <a16:creationId xmlns:a16="http://schemas.microsoft.com/office/drawing/2014/main" id="{6427754E-284B-85B2-BF25-8D7D630A6B35}"/>
                  </a:ext>
                </a:extLst>
              </p:cNvPr>
              <p:cNvSpPr/>
              <p:nvPr/>
            </p:nvSpPr>
            <p:spPr>
              <a:xfrm>
                <a:off x="10141379" y="2957560"/>
                <a:ext cx="28479" cy="91725"/>
              </a:xfrm>
              <a:custGeom>
                <a:avLst/>
                <a:gdLst>
                  <a:gd name="connsiteX0" fmla="*/ 0 w 28479"/>
                  <a:gd name="connsiteY0" fmla="*/ 91726 h 91725"/>
                  <a:gd name="connsiteX1" fmla="*/ 19431 w 28479"/>
                  <a:gd name="connsiteY1" fmla="*/ 0 h 91725"/>
                  <a:gd name="connsiteX2" fmla="*/ 28480 w 28479"/>
                  <a:gd name="connsiteY2" fmla="*/ 0 h 91725"/>
                  <a:gd name="connsiteX3" fmla="*/ 9049 w 28479"/>
                  <a:gd name="connsiteY3" fmla="*/ 91726 h 91725"/>
                  <a:gd name="connsiteX4" fmla="*/ 0 w 28479"/>
                  <a:gd name="connsiteY4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479" h="91725">
                    <a:moveTo>
                      <a:pt x="0" y="91726"/>
                    </a:moveTo>
                    <a:lnTo>
                      <a:pt x="19431" y="0"/>
                    </a:lnTo>
                    <a:lnTo>
                      <a:pt x="28480" y="0"/>
                    </a:lnTo>
                    <a:lnTo>
                      <a:pt x="9049" y="91726"/>
                    </a:lnTo>
                    <a:lnTo>
                      <a:pt x="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0" name="Freihandform: Form 39">
                <a:extLst>
                  <a:ext uri="{FF2B5EF4-FFF2-40B4-BE49-F238E27FC236}">
                    <a16:creationId xmlns:a16="http://schemas.microsoft.com/office/drawing/2014/main" id="{9DD579D0-D1C7-EB7B-9819-3BA1C29A9FE7}"/>
                  </a:ext>
                </a:extLst>
              </p:cNvPr>
              <p:cNvSpPr/>
              <p:nvPr/>
            </p:nvSpPr>
            <p:spPr>
              <a:xfrm>
                <a:off x="10187766" y="2955941"/>
                <a:ext cx="79248" cy="94869"/>
              </a:xfrm>
              <a:custGeom>
                <a:avLst/>
                <a:gdLst>
                  <a:gd name="connsiteX0" fmla="*/ 60960 w 79248"/>
                  <a:gd name="connsiteY0" fmla="*/ 92012 h 94869"/>
                  <a:gd name="connsiteX1" fmla="*/ 43053 w 79248"/>
                  <a:gd name="connsiteY1" fmla="*/ 94869 h 94869"/>
                  <a:gd name="connsiteX2" fmla="*/ 0 w 79248"/>
                  <a:gd name="connsiteY2" fmla="*/ 54674 h 94869"/>
                  <a:gd name="connsiteX3" fmla="*/ 54674 w 79248"/>
                  <a:gd name="connsiteY3" fmla="*/ 0 h 94869"/>
                  <a:gd name="connsiteX4" fmla="*/ 79248 w 79248"/>
                  <a:gd name="connsiteY4" fmla="*/ 4763 h 94869"/>
                  <a:gd name="connsiteX5" fmla="*/ 76105 w 79248"/>
                  <a:gd name="connsiteY5" fmla="*/ 12382 h 94869"/>
                  <a:gd name="connsiteX6" fmla="*/ 54007 w 79248"/>
                  <a:gd name="connsiteY6" fmla="*/ 7906 h 94869"/>
                  <a:gd name="connsiteX7" fmla="*/ 9049 w 79248"/>
                  <a:gd name="connsiteY7" fmla="*/ 54769 h 94869"/>
                  <a:gd name="connsiteX8" fmla="*/ 42577 w 79248"/>
                  <a:gd name="connsiteY8" fmla="*/ 86963 h 94869"/>
                  <a:gd name="connsiteX9" fmla="*/ 62008 w 79248"/>
                  <a:gd name="connsiteY9" fmla="*/ 83915 h 94869"/>
                  <a:gd name="connsiteX10" fmla="*/ 60960 w 79248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8" h="94869">
                    <a:moveTo>
                      <a:pt x="60960" y="92012"/>
                    </a:moveTo>
                    <a:cubicBezTo>
                      <a:pt x="54292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8" y="0"/>
                      <a:pt x="54674" y="0"/>
                    </a:cubicBezTo>
                    <a:cubicBezTo>
                      <a:pt x="66199" y="0"/>
                      <a:pt x="72962" y="1810"/>
                      <a:pt x="79248" y="4763"/>
                    </a:cubicBezTo>
                    <a:lnTo>
                      <a:pt x="76105" y="12382"/>
                    </a:lnTo>
                    <a:cubicBezTo>
                      <a:pt x="69533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1" name="Freihandform: Form 40">
                <a:extLst>
                  <a:ext uri="{FF2B5EF4-FFF2-40B4-BE49-F238E27FC236}">
                    <a16:creationId xmlns:a16="http://schemas.microsoft.com/office/drawing/2014/main" id="{742B250C-543A-8405-E469-967024438E4B}"/>
                  </a:ext>
                </a:extLst>
              </p:cNvPr>
              <p:cNvSpPr/>
              <p:nvPr/>
            </p:nvSpPr>
            <p:spPr>
              <a:xfrm>
                <a:off x="10272062" y="2955941"/>
                <a:ext cx="66293" cy="94869"/>
              </a:xfrm>
              <a:custGeom>
                <a:avLst/>
                <a:gdLst>
                  <a:gd name="connsiteX0" fmla="*/ 2572 w 66293"/>
                  <a:gd name="connsiteY0" fmla="*/ 81248 h 94869"/>
                  <a:gd name="connsiteX1" fmla="*/ 22193 w 66293"/>
                  <a:gd name="connsiteY1" fmla="*/ 87058 h 94869"/>
                  <a:gd name="connsiteX2" fmla="*/ 47720 w 66293"/>
                  <a:gd name="connsiteY2" fmla="*/ 67437 h 94869"/>
                  <a:gd name="connsiteX3" fmla="*/ 34099 w 66293"/>
                  <a:gd name="connsiteY3" fmla="*/ 49435 h 94869"/>
                  <a:gd name="connsiteX4" fmla="*/ 14002 w 66293"/>
                  <a:gd name="connsiteY4" fmla="*/ 25527 h 94869"/>
                  <a:gd name="connsiteX5" fmla="*/ 45053 w 66293"/>
                  <a:gd name="connsiteY5" fmla="*/ 0 h 94869"/>
                  <a:gd name="connsiteX6" fmla="*/ 66294 w 66293"/>
                  <a:gd name="connsiteY6" fmla="*/ 4096 h 94869"/>
                  <a:gd name="connsiteX7" fmla="*/ 63532 w 66293"/>
                  <a:gd name="connsiteY7" fmla="*/ 12382 h 94869"/>
                  <a:gd name="connsiteX8" fmla="*/ 44863 w 66293"/>
                  <a:gd name="connsiteY8" fmla="*/ 7906 h 94869"/>
                  <a:gd name="connsiteX9" fmla="*/ 23050 w 66293"/>
                  <a:gd name="connsiteY9" fmla="*/ 24860 h 94869"/>
                  <a:gd name="connsiteX10" fmla="*/ 36481 w 66293"/>
                  <a:gd name="connsiteY10" fmla="*/ 40481 h 94869"/>
                  <a:gd name="connsiteX11" fmla="*/ 56864 w 66293"/>
                  <a:gd name="connsiteY11" fmla="*/ 66199 h 94869"/>
                  <a:gd name="connsiteX12" fmla="*/ 22955 w 66293"/>
                  <a:gd name="connsiteY12" fmla="*/ 94869 h 94869"/>
                  <a:gd name="connsiteX13" fmla="*/ 0 w 66293"/>
                  <a:gd name="connsiteY13" fmla="*/ 89916 h 94869"/>
                  <a:gd name="connsiteX14" fmla="*/ 2762 w 66293"/>
                  <a:gd name="connsiteY14" fmla="*/ 81248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6293" h="94869">
                    <a:moveTo>
                      <a:pt x="2572" y="81248"/>
                    </a:moveTo>
                    <a:cubicBezTo>
                      <a:pt x="8096" y="84963"/>
                      <a:pt x="15430" y="87058"/>
                      <a:pt x="22193" y="87058"/>
                    </a:cubicBezTo>
                    <a:cubicBezTo>
                      <a:pt x="34576" y="87058"/>
                      <a:pt x="47720" y="81629"/>
                      <a:pt x="47720" y="67437"/>
                    </a:cubicBezTo>
                    <a:cubicBezTo>
                      <a:pt x="47720" y="59912"/>
                      <a:pt x="42767" y="54959"/>
                      <a:pt x="34099" y="49435"/>
                    </a:cubicBezTo>
                    <a:cubicBezTo>
                      <a:pt x="23241" y="42482"/>
                      <a:pt x="14002" y="36957"/>
                      <a:pt x="14002" y="25527"/>
                    </a:cubicBezTo>
                    <a:cubicBezTo>
                      <a:pt x="14002" y="8477"/>
                      <a:pt x="28099" y="0"/>
                      <a:pt x="45053" y="0"/>
                    </a:cubicBezTo>
                    <a:cubicBezTo>
                      <a:pt x="52768" y="0"/>
                      <a:pt x="59912" y="1333"/>
                      <a:pt x="66294" y="4096"/>
                    </a:cubicBezTo>
                    <a:lnTo>
                      <a:pt x="63532" y="12382"/>
                    </a:lnTo>
                    <a:cubicBezTo>
                      <a:pt x="57626" y="9334"/>
                      <a:pt x="51340" y="7906"/>
                      <a:pt x="44863" y="7906"/>
                    </a:cubicBezTo>
                    <a:cubicBezTo>
                      <a:pt x="34861" y="7906"/>
                      <a:pt x="23050" y="12764"/>
                      <a:pt x="23050" y="24860"/>
                    </a:cubicBezTo>
                    <a:cubicBezTo>
                      <a:pt x="23050" y="31051"/>
                      <a:pt x="27527" y="34957"/>
                      <a:pt x="36481" y="40481"/>
                    </a:cubicBezTo>
                    <a:cubicBezTo>
                      <a:pt x="48673" y="48006"/>
                      <a:pt x="56864" y="54293"/>
                      <a:pt x="56864" y="66199"/>
                    </a:cubicBezTo>
                    <a:cubicBezTo>
                      <a:pt x="56864" y="84868"/>
                      <a:pt x="39814" y="94869"/>
                      <a:pt x="22955" y="94869"/>
                    </a:cubicBezTo>
                    <a:cubicBezTo>
                      <a:pt x="14573" y="94869"/>
                      <a:pt x="6382" y="93440"/>
                      <a:pt x="0" y="89916"/>
                    </a:cubicBezTo>
                    <a:lnTo>
                      <a:pt x="2762" y="8124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  <p:sp>
          <p:nvSpPr>
            <p:cNvPr id="23" name="Freihandform: Form 22">
              <a:extLst>
                <a:ext uri="{FF2B5EF4-FFF2-40B4-BE49-F238E27FC236}">
                  <a16:creationId xmlns:a16="http://schemas.microsoft.com/office/drawing/2014/main" id="{014C4952-2E1B-CE2E-46B9-ED49A32A2CA2}"/>
                </a:ext>
              </a:extLst>
            </p:cNvPr>
            <p:cNvSpPr/>
            <p:nvPr/>
          </p:nvSpPr>
          <p:spPr>
            <a:xfrm>
              <a:off x="9491583" y="2527792"/>
              <a:ext cx="408717" cy="379666"/>
            </a:xfrm>
            <a:custGeom>
              <a:avLst/>
              <a:gdLst>
                <a:gd name="connsiteX0" fmla="*/ 80486 w 408717"/>
                <a:gd name="connsiteY0" fmla="*/ 0 h 379666"/>
                <a:gd name="connsiteX1" fmla="*/ 80486 w 408717"/>
                <a:gd name="connsiteY1" fmla="*/ 0 h 379666"/>
                <a:gd name="connsiteX2" fmla="*/ 408718 w 408717"/>
                <a:gd name="connsiteY2" fmla="*/ 0 h 379666"/>
                <a:gd name="connsiteX3" fmla="*/ 389477 w 408717"/>
                <a:gd name="connsiteY3" fmla="*/ 91345 h 379666"/>
                <a:gd name="connsiteX4" fmla="*/ 203168 w 408717"/>
                <a:gd name="connsiteY4" fmla="*/ 91345 h 379666"/>
                <a:gd name="connsiteX5" fmla="*/ 191643 w 408717"/>
                <a:gd name="connsiteY5" fmla="*/ 145161 h 379666"/>
                <a:gd name="connsiteX6" fmla="*/ 369760 w 408717"/>
                <a:gd name="connsiteY6" fmla="*/ 145161 h 379666"/>
                <a:gd name="connsiteX7" fmla="*/ 350520 w 408717"/>
                <a:gd name="connsiteY7" fmla="*/ 236506 h 379666"/>
                <a:gd name="connsiteX8" fmla="*/ 172402 w 408717"/>
                <a:gd name="connsiteY8" fmla="*/ 236506 h 379666"/>
                <a:gd name="connsiteX9" fmla="*/ 161353 w 408717"/>
                <a:gd name="connsiteY9" fmla="*/ 287941 h 379666"/>
                <a:gd name="connsiteX10" fmla="*/ 351282 w 408717"/>
                <a:gd name="connsiteY10" fmla="*/ 287941 h 379666"/>
                <a:gd name="connsiteX11" fmla="*/ 331946 w 408717"/>
                <a:gd name="connsiteY11" fmla="*/ 379667 h 379666"/>
                <a:gd name="connsiteX12" fmla="*/ 0 w 408717"/>
                <a:gd name="connsiteY12" fmla="*/ 379667 h 379666"/>
                <a:gd name="connsiteX13" fmla="*/ 80486 w 408717"/>
                <a:gd name="connsiteY13" fmla="*/ 0 h 379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8717" h="379666">
                  <a:moveTo>
                    <a:pt x="80486" y="0"/>
                  </a:moveTo>
                  <a:lnTo>
                    <a:pt x="80486" y="0"/>
                  </a:lnTo>
                  <a:lnTo>
                    <a:pt x="408718" y="0"/>
                  </a:lnTo>
                  <a:lnTo>
                    <a:pt x="389477" y="91345"/>
                  </a:lnTo>
                  <a:lnTo>
                    <a:pt x="203168" y="91345"/>
                  </a:lnTo>
                  <a:lnTo>
                    <a:pt x="191643" y="145161"/>
                  </a:lnTo>
                  <a:lnTo>
                    <a:pt x="369760" y="145161"/>
                  </a:lnTo>
                  <a:lnTo>
                    <a:pt x="350520" y="236506"/>
                  </a:lnTo>
                  <a:lnTo>
                    <a:pt x="172402" y="236506"/>
                  </a:lnTo>
                  <a:lnTo>
                    <a:pt x="161353" y="287941"/>
                  </a:lnTo>
                  <a:lnTo>
                    <a:pt x="351282" y="287941"/>
                  </a:lnTo>
                  <a:lnTo>
                    <a:pt x="331946" y="379667"/>
                  </a:lnTo>
                  <a:lnTo>
                    <a:pt x="0" y="379667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" name="Freihandform: Form 23">
              <a:extLst>
                <a:ext uri="{FF2B5EF4-FFF2-40B4-BE49-F238E27FC236}">
                  <a16:creationId xmlns:a16="http://schemas.microsoft.com/office/drawing/2014/main" id="{4929EB7A-2F3B-0C2F-F177-C3180D4DB6A1}"/>
                </a:ext>
              </a:extLst>
            </p:cNvPr>
            <p:cNvSpPr/>
            <p:nvPr/>
          </p:nvSpPr>
          <p:spPr>
            <a:xfrm>
              <a:off x="9892110" y="2527792"/>
              <a:ext cx="446790" cy="379571"/>
            </a:xfrm>
            <a:custGeom>
              <a:avLst/>
              <a:gdLst>
                <a:gd name="connsiteX0" fmla="*/ 80486 w 446790"/>
                <a:gd name="connsiteY0" fmla="*/ 0 h 379571"/>
                <a:gd name="connsiteX1" fmla="*/ 293846 w 446790"/>
                <a:gd name="connsiteY1" fmla="*/ 0 h 379571"/>
                <a:gd name="connsiteX2" fmla="*/ 438721 w 446790"/>
                <a:gd name="connsiteY2" fmla="*/ 190786 h 379571"/>
                <a:gd name="connsiteX3" fmla="*/ 207264 w 446790"/>
                <a:gd name="connsiteY3" fmla="*/ 379571 h 379571"/>
                <a:gd name="connsiteX4" fmla="*/ 0 w 446790"/>
                <a:gd name="connsiteY4" fmla="*/ 379571 h 379571"/>
                <a:gd name="connsiteX5" fmla="*/ 80486 w 446790"/>
                <a:gd name="connsiteY5" fmla="*/ 0 h 379571"/>
                <a:gd name="connsiteX6" fmla="*/ 165830 w 446790"/>
                <a:gd name="connsiteY6" fmla="*/ 284988 h 379571"/>
                <a:gd name="connsiteX7" fmla="*/ 201930 w 446790"/>
                <a:gd name="connsiteY7" fmla="*/ 284988 h 379571"/>
                <a:gd name="connsiteX8" fmla="*/ 287274 w 446790"/>
                <a:gd name="connsiteY8" fmla="*/ 186690 h 379571"/>
                <a:gd name="connsiteX9" fmla="*/ 243364 w 446790"/>
                <a:gd name="connsiteY9" fmla="*/ 88011 h 379571"/>
                <a:gd name="connsiteX10" fmla="*/ 207264 w 446790"/>
                <a:gd name="connsiteY10" fmla="*/ 88011 h 379571"/>
                <a:gd name="connsiteX11" fmla="*/ 165830 w 446790"/>
                <a:gd name="connsiteY11" fmla="*/ 284988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6790" h="379571">
                  <a:moveTo>
                    <a:pt x="80486" y="0"/>
                  </a:moveTo>
                  <a:lnTo>
                    <a:pt x="293846" y="0"/>
                  </a:lnTo>
                  <a:cubicBezTo>
                    <a:pt x="402622" y="0"/>
                    <a:pt x="471106" y="36576"/>
                    <a:pt x="438721" y="190786"/>
                  </a:cubicBezTo>
                  <a:cubicBezTo>
                    <a:pt x="407956" y="334328"/>
                    <a:pt x="316039" y="379571"/>
                    <a:pt x="207264" y="379571"/>
                  </a:cubicBezTo>
                  <a:lnTo>
                    <a:pt x="0" y="379571"/>
                  </a:lnTo>
                  <a:lnTo>
                    <a:pt x="80486" y="0"/>
                  </a:lnTo>
                  <a:close/>
                  <a:moveTo>
                    <a:pt x="165830" y="284988"/>
                  </a:moveTo>
                  <a:lnTo>
                    <a:pt x="201930" y="284988"/>
                  </a:lnTo>
                  <a:cubicBezTo>
                    <a:pt x="254889" y="284988"/>
                    <a:pt x="274130" y="250031"/>
                    <a:pt x="287274" y="186690"/>
                  </a:cubicBezTo>
                  <a:cubicBezTo>
                    <a:pt x="301276" y="121730"/>
                    <a:pt x="295465" y="88011"/>
                    <a:pt x="243364" y="88011"/>
                  </a:cubicBezTo>
                  <a:lnTo>
                    <a:pt x="207264" y="88011"/>
                  </a:lnTo>
                  <a:lnTo>
                    <a:pt x="165830" y="2849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" name="Freihandform: Form 24">
              <a:extLst>
                <a:ext uri="{FF2B5EF4-FFF2-40B4-BE49-F238E27FC236}">
                  <a16:creationId xmlns:a16="http://schemas.microsoft.com/office/drawing/2014/main" id="{1A5D1FD5-EE57-2756-622A-18733DFEE24D}"/>
                </a:ext>
              </a:extLst>
            </p:cNvPr>
            <p:cNvSpPr/>
            <p:nvPr/>
          </p:nvSpPr>
          <p:spPr>
            <a:xfrm>
              <a:off x="10291778" y="2527792"/>
              <a:ext cx="468344" cy="379571"/>
            </a:xfrm>
            <a:custGeom>
              <a:avLst/>
              <a:gdLst>
                <a:gd name="connsiteX0" fmla="*/ 213455 w 468344"/>
                <a:gd name="connsiteY0" fmla="*/ 0 h 379571"/>
                <a:gd name="connsiteX1" fmla="*/ 413766 w 468344"/>
                <a:gd name="connsiteY1" fmla="*/ 0 h 379571"/>
                <a:gd name="connsiteX2" fmla="*/ 468344 w 468344"/>
                <a:gd name="connsiteY2" fmla="*/ 379571 h 379571"/>
                <a:gd name="connsiteX3" fmla="*/ 315659 w 468344"/>
                <a:gd name="connsiteY3" fmla="*/ 379571 h 379571"/>
                <a:gd name="connsiteX4" fmla="*/ 308229 w 468344"/>
                <a:gd name="connsiteY4" fmla="*/ 297275 h 379571"/>
                <a:gd name="connsiteX5" fmla="*/ 185547 w 468344"/>
                <a:gd name="connsiteY5" fmla="*/ 297275 h 379571"/>
                <a:gd name="connsiteX6" fmla="*/ 144875 w 468344"/>
                <a:gd name="connsiteY6" fmla="*/ 379571 h 379571"/>
                <a:gd name="connsiteX7" fmla="*/ 0 w 468344"/>
                <a:gd name="connsiteY7" fmla="*/ 379571 h 379571"/>
                <a:gd name="connsiteX8" fmla="*/ 213360 w 468344"/>
                <a:gd name="connsiteY8" fmla="*/ 0 h 379571"/>
                <a:gd name="connsiteX9" fmla="*/ 224885 w 468344"/>
                <a:gd name="connsiteY9" fmla="*/ 206026 h 379571"/>
                <a:gd name="connsiteX10" fmla="*/ 308991 w 468344"/>
                <a:gd name="connsiteY10" fmla="*/ 206026 h 379571"/>
                <a:gd name="connsiteX11" fmla="*/ 294227 w 468344"/>
                <a:gd name="connsiteY11" fmla="*/ 81439 h 379571"/>
                <a:gd name="connsiteX12" fmla="*/ 292989 w 468344"/>
                <a:gd name="connsiteY12" fmla="*/ 81439 h 379571"/>
                <a:gd name="connsiteX13" fmla="*/ 224885 w 468344"/>
                <a:gd name="connsiteY13" fmla="*/ 206026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68344" h="379571">
                  <a:moveTo>
                    <a:pt x="213455" y="0"/>
                  </a:moveTo>
                  <a:lnTo>
                    <a:pt x="413766" y="0"/>
                  </a:lnTo>
                  <a:lnTo>
                    <a:pt x="468344" y="379571"/>
                  </a:lnTo>
                  <a:lnTo>
                    <a:pt x="315659" y="379571"/>
                  </a:lnTo>
                  <a:lnTo>
                    <a:pt x="308229" y="297275"/>
                  </a:lnTo>
                  <a:lnTo>
                    <a:pt x="185547" y="297275"/>
                  </a:lnTo>
                  <a:lnTo>
                    <a:pt x="144875" y="379571"/>
                  </a:lnTo>
                  <a:lnTo>
                    <a:pt x="0" y="379571"/>
                  </a:lnTo>
                  <a:lnTo>
                    <a:pt x="213360" y="0"/>
                  </a:lnTo>
                  <a:close/>
                  <a:moveTo>
                    <a:pt x="224885" y="206026"/>
                  </a:moveTo>
                  <a:lnTo>
                    <a:pt x="308991" y="206026"/>
                  </a:lnTo>
                  <a:lnTo>
                    <a:pt x="294227" y="81439"/>
                  </a:lnTo>
                  <a:lnTo>
                    <a:pt x="292989" y="81439"/>
                  </a:lnTo>
                  <a:lnTo>
                    <a:pt x="224885" y="2060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" name="Freihandform: Form 25">
              <a:extLst>
                <a:ext uri="{FF2B5EF4-FFF2-40B4-BE49-F238E27FC236}">
                  <a16:creationId xmlns:a16="http://schemas.microsoft.com/office/drawing/2014/main" id="{96093F97-9490-72E2-B648-91DDB5351324}"/>
                </a:ext>
              </a:extLst>
            </p:cNvPr>
            <p:cNvSpPr/>
            <p:nvPr/>
          </p:nvSpPr>
          <p:spPr>
            <a:xfrm>
              <a:off x="10789761" y="2521220"/>
              <a:ext cx="411274" cy="392715"/>
            </a:xfrm>
            <a:custGeom>
              <a:avLst/>
              <a:gdLst>
                <a:gd name="connsiteX0" fmla="*/ 350695 w 411274"/>
                <a:gd name="connsiteY0" fmla="*/ 371761 h 392715"/>
                <a:gd name="connsiteX1" fmla="*/ 350695 w 411274"/>
                <a:gd name="connsiteY1" fmla="*/ 371761 h 392715"/>
                <a:gd name="connsiteX2" fmla="*/ 189341 w 411274"/>
                <a:gd name="connsiteY2" fmla="*/ 392716 h 392715"/>
                <a:gd name="connsiteX3" fmla="*/ 5509 w 411274"/>
                <a:gd name="connsiteY3" fmla="*/ 190786 h 392715"/>
                <a:gd name="connsiteX4" fmla="*/ 272590 w 411274"/>
                <a:gd name="connsiteY4" fmla="*/ 0 h 392715"/>
                <a:gd name="connsiteX5" fmla="*/ 411274 w 411274"/>
                <a:gd name="connsiteY5" fmla="*/ 14002 h 392715"/>
                <a:gd name="connsiteX6" fmla="*/ 389462 w 411274"/>
                <a:gd name="connsiteY6" fmla="*/ 116396 h 392715"/>
                <a:gd name="connsiteX7" fmla="*/ 294307 w 411274"/>
                <a:gd name="connsiteY7" fmla="*/ 94583 h 392715"/>
                <a:gd name="connsiteX8" fmla="*/ 151908 w 411274"/>
                <a:gd name="connsiteY8" fmla="*/ 199835 h 392715"/>
                <a:gd name="connsiteX9" fmla="*/ 210582 w 411274"/>
                <a:gd name="connsiteY9" fmla="*/ 297752 h 392715"/>
                <a:gd name="connsiteX10" fmla="*/ 242110 w 411274"/>
                <a:gd name="connsiteY10" fmla="*/ 294418 h 392715"/>
                <a:gd name="connsiteX11" fmla="*/ 263446 w 411274"/>
                <a:gd name="connsiteY11" fmla="*/ 193262 h 392715"/>
                <a:gd name="connsiteX12" fmla="*/ 388224 w 411274"/>
                <a:gd name="connsiteY12" fmla="*/ 193262 h 392715"/>
                <a:gd name="connsiteX13" fmla="*/ 350505 w 411274"/>
                <a:gd name="connsiteY13" fmla="*/ 371761 h 392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11274" h="392715">
                  <a:moveTo>
                    <a:pt x="350695" y="371761"/>
                  </a:moveTo>
                  <a:lnTo>
                    <a:pt x="350695" y="371761"/>
                  </a:lnTo>
                  <a:cubicBezTo>
                    <a:pt x="297736" y="386525"/>
                    <a:pt x="249349" y="392716"/>
                    <a:pt x="189341" y="392716"/>
                  </a:cubicBezTo>
                  <a:cubicBezTo>
                    <a:pt x="63326" y="392716"/>
                    <a:pt x="-23161" y="326041"/>
                    <a:pt x="5509" y="190786"/>
                  </a:cubicBezTo>
                  <a:cubicBezTo>
                    <a:pt x="32179" y="63246"/>
                    <a:pt x="151146" y="0"/>
                    <a:pt x="272590" y="0"/>
                  </a:cubicBezTo>
                  <a:cubicBezTo>
                    <a:pt x="343551" y="0"/>
                    <a:pt x="376889" y="5334"/>
                    <a:pt x="411274" y="14002"/>
                  </a:cubicBezTo>
                  <a:lnTo>
                    <a:pt x="389462" y="116396"/>
                  </a:lnTo>
                  <a:cubicBezTo>
                    <a:pt x="371364" y="104489"/>
                    <a:pt x="334883" y="94583"/>
                    <a:pt x="294307" y="94583"/>
                  </a:cubicBezTo>
                  <a:cubicBezTo>
                    <a:pt x="222107" y="94583"/>
                    <a:pt x="166672" y="130778"/>
                    <a:pt x="151908" y="199835"/>
                  </a:cubicBezTo>
                  <a:cubicBezTo>
                    <a:pt x="140764" y="252032"/>
                    <a:pt x="152289" y="297752"/>
                    <a:pt x="210582" y="297752"/>
                  </a:cubicBezTo>
                  <a:cubicBezTo>
                    <a:pt x="220774" y="297752"/>
                    <a:pt x="232776" y="297752"/>
                    <a:pt x="242110" y="294418"/>
                  </a:cubicBezTo>
                  <a:lnTo>
                    <a:pt x="263446" y="193262"/>
                  </a:lnTo>
                  <a:lnTo>
                    <a:pt x="388224" y="193262"/>
                  </a:lnTo>
                  <a:lnTo>
                    <a:pt x="350505" y="3717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" name="Freihandform: Form 26">
              <a:extLst>
                <a:ext uri="{FF2B5EF4-FFF2-40B4-BE49-F238E27FC236}">
                  <a16:creationId xmlns:a16="http://schemas.microsoft.com/office/drawing/2014/main" id="{AAF2F95F-DE04-1C32-032E-AE90B93871F5}"/>
                </a:ext>
              </a:extLst>
            </p:cNvPr>
            <p:cNvSpPr/>
            <p:nvPr/>
          </p:nvSpPr>
          <p:spPr>
            <a:xfrm>
              <a:off x="8749300" y="2670477"/>
              <a:ext cx="500824" cy="91344"/>
            </a:xfrm>
            <a:custGeom>
              <a:avLst/>
              <a:gdLst>
                <a:gd name="connsiteX0" fmla="*/ 19336 w 500824"/>
                <a:gd name="connsiteY0" fmla="*/ 0 h 91344"/>
                <a:gd name="connsiteX1" fmla="*/ 500824 w 500824"/>
                <a:gd name="connsiteY1" fmla="*/ 0 h 91344"/>
                <a:gd name="connsiteX2" fmla="*/ 481489 w 500824"/>
                <a:gd name="connsiteY2" fmla="*/ 91345 h 91344"/>
                <a:gd name="connsiteX3" fmla="*/ 0 w 500824"/>
                <a:gd name="connsiteY3" fmla="*/ 91345 h 91344"/>
                <a:gd name="connsiteX4" fmla="*/ 19336 w 500824"/>
                <a:gd name="connsiteY4" fmla="*/ 0 h 91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824" h="91344">
                  <a:moveTo>
                    <a:pt x="19336" y="0"/>
                  </a:moveTo>
                  <a:lnTo>
                    <a:pt x="500824" y="0"/>
                  </a:lnTo>
                  <a:lnTo>
                    <a:pt x="481489" y="91345"/>
                  </a:lnTo>
                  <a:lnTo>
                    <a:pt x="0" y="91345"/>
                  </a:lnTo>
                  <a:lnTo>
                    <a:pt x="1933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" name="Freihandform: Form 27">
              <a:extLst>
                <a:ext uri="{FF2B5EF4-FFF2-40B4-BE49-F238E27FC236}">
                  <a16:creationId xmlns:a16="http://schemas.microsoft.com/office/drawing/2014/main" id="{E23E8B1E-38DC-31AF-CBD9-C26CA55F552F}"/>
                </a:ext>
              </a:extLst>
            </p:cNvPr>
            <p:cNvSpPr/>
            <p:nvPr/>
          </p:nvSpPr>
          <p:spPr>
            <a:xfrm>
              <a:off x="8810260" y="2383489"/>
              <a:ext cx="500729" cy="90773"/>
            </a:xfrm>
            <a:custGeom>
              <a:avLst/>
              <a:gdLst>
                <a:gd name="connsiteX0" fmla="*/ 19241 w 500729"/>
                <a:gd name="connsiteY0" fmla="*/ 0 h 90773"/>
                <a:gd name="connsiteX1" fmla="*/ 500729 w 500729"/>
                <a:gd name="connsiteY1" fmla="*/ 0 h 90773"/>
                <a:gd name="connsiteX2" fmla="*/ 481489 w 500729"/>
                <a:gd name="connsiteY2" fmla="*/ 90773 h 90773"/>
                <a:gd name="connsiteX3" fmla="*/ 0 w 500729"/>
                <a:gd name="connsiteY3" fmla="*/ 90773 h 90773"/>
                <a:gd name="connsiteX4" fmla="*/ 19241 w 500729"/>
                <a:gd name="connsiteY4" fmla="*/ 0 h 90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729" h="90773">
                  <a:moveTo>
                    <a:pt x="19241" y="0"/>
                  </a:moveTo>
                  <a:lnTo>
                    <a:pt x="500729" y="0"/>
                  </a:lnTo>
                  <a:lnTo>
                    <a:pt x="481489" y="90773"/>
                  </a:lnTo>
                  <a:lnTo>
                    <a:pt x="0" y="90773"/>
                  </a:lnTo>
                  <a:lnTo>
                    <a:pt x="1924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9" name="Freihandform: Form 28">
              <a:extLst>
                <a:ext uri="{FF2B5EF4-FFF2-40B4-BE49-F238E27FC236}">
                  <a16:creationId xmlns:a16="http://schemas.microsoft.com/office/drawing/2014/main" id="{3BB9B1D6-A79E-260C-82B0-94EB7FE993CD}"/>
                </a:ext>
              </a:extLst>
            </p:cNvPr>
            <p:cNvSpPr/>
            <p:nvPr/>
          </p:nvSpPr>
          <p:spPr>
            <a:xfrm>
              <a:off x="8688340" y="2957560"/>
              <a:ext cx="501015" cy="91725"/>
            </a:xfrm>
            <a:custGeom>
              <a:avLst/>
              <a:gdLst>
                <a:gd name="connsiteX0" fmla="*/ 19431 w 501015"/>
                <a:gd name="connsiteY0" fmla="*/ 0 h 91725"/>
                <a:gd name="connsiteX1" fmla="*/ 501015 w 501015"/>
                <a:gd name="connsiteY1" fmla="*/ 0 h 91725"/>
                <a:gd name="connsiteX2" fmla="*/ 481489 w 501015"/>
                <a:gd name="connsiteY2" fmla="*/ 91726 h 91725"/>
                <a:gd name="connsiteX3" fmla="*/ 0 w 501015"/>
                <a:gd name="connsiteY3" fmla="*/ 91726 h 91725"/>
                <a:gd name="connsiteX4" fmla="*/ 19431 w 501015"/>
                <a:gd name="connsiteY4" fmla="*/ 0 h 91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015" h="91725">
                  <a:moveTo>
                    <a:pt x="19431" y="0"/>
                  </a:moveTo>
                  <a:lnTo>
                    <a:pt x="501015" y="0"/>
                  </a:lnTo>
                  <a:lnTo>
                    <a:pt x="481489" y="91726"/>
                  </a:lnTo>
                  <a:lnTo>
                    <a:pt x="0" y="91726"/>
                  </a:lnTo>
                  <a:lnTo>
                    <a:pt x="1943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0" name="Freihandform: Form 29">
              <a:extLst>
                <a:ext uri="{FF2B5EF4-FFF2-40B4-BE49-F238E27FC236}">
                  <a16:creationId xmlns:a16="http://schemas.microsoft.com/office/drawing/2014/main" id="{08F4B886-7A78-D26C-2087-ED24E8782DD9}"/>
                </a:ext>
              </a:extLst>
            </p:cNvPr>
            <p:cNvSpPr/>
            <p:nvPr/>
          </p:nvSpPr>
          <p:spPr>
            <a:xfrm>
              <a:off x="8501174" y="2527792"/>
              <a:ext cx="930402" cy="379571"/>
            </a:xfrm>
            <a:custGeom>
              <a:avLst/>
              <a:gdLst>
                <a:gd name="connsiteX0" fmla="*/ 80486 w 930402"/>
                <a:gd name="connsiteY0" fmla="*/ 0 h 379571"/>
                <a:gd name="connsiteX1" fmla="*/ 61055 w 930402"/>
                <a:gd name="connsiteY1" fmla="*/ 91726 h 379571"/>
                <a:gd name="connsiteX2" fmla="*/ 818769 w 930402"/>
                <a:gd name="connsiteY2" fmla="*/ 91345 h 379571"/>
                <a:gd name="connsiteX3" fmla="*/ 776954 w 930402"/>
                <a:gd name="connsiteY3" fmla="*/ 288322 h 379571"/>
                <a:gd name="connsiteX4" fmla="*/ 19336 w 930402"/>
                <a:gd name="connsiteY4" fmla="*/ 288322 h 379571"/>
                <a:gd name="connsiteX5" fmla="*/ 0 w 930402"/>
                <a:gd name="connsiteY5" fmla="*/ 379571 h 379571"/>
                <a:gd name="connsiteX6" fmla="*/ 849916 w 930402"/>
                <a:gd name="connsiteY6" fmla="*/ 379571 h 379571"/>
                <a:gd name="connsiteX7" fmla="*/ 930402 w 930402"/>
                <a:gd name="connsiteY7" fmla="*/ 0 h 379571"/>
                <a:gd name="connsiteX8" fmla="*/ 80486 w 930402"/>
                <a:gd name="connsiteY8" fmla="*/ 0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30402" h="379571">
                  <a:moveTo>
                    <a:pt x="80486" y="0"/>
                  </a:moveTo>
                  <a:lnTo>
                    <a:pt x="61055" y="91726"/>
                  </a:lnTo>
                  <a:lnTo>
                    <a:pt x="818769" y="91345"/>
                  </a:lnTo>
                  <a:lnTo>
                    <a:pt x="776954" y="288322"/>
                  </a:lnTo>
                  <a:lnTo>
                    <a:pt x="19336" y="288322"/>
                  </a:lnTo>
                  <a:lnTo>
                    <a:pt x="0" y="379571"/>
                  </a:lnTo>
                  <a:lnTo>
                    <a:pt x="849916" y="379571"/>
                  </a:lnTo>
                  <a:lnTo>
                    <a:pt x="930402" y="0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234181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4">
    <p:bg>
      <p:bgPr>
        <a:gradFill>
          <a:gsLst>
            <a:gs pos="100000">
              <a:srgbClr val="232A30"/>
            </a:gs>
            <a:gs pos="38000">
              <a:srgbClr val="45556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8BA064-8075-E801-0D81-DD656C63E0E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1147468C-8EC9-9468-CE31-40123E99DD2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63801" y="1808163"/>
            <a:ext cx="4064400" cy="2675339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9A6466A6-0FAF-870B-6200-A61302FEC87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0" y="1808163"/>
            <a:ext cx="4064400" cy="2675339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7C601233-5814-87DC-2733-C2D3C033C89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127602" y="1808163"/>
            <a:ext cx="4064400" cy="2675339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D7737B59-4A39-0E2F-CA06-37DAB55A726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58812" y="5149184"/>
            <a:ext cx="10874376" cy="36666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Textplatzhalter 13">
            <a:extLst>
              <a:ext uri="{FF2B5EF4-FFF2-40B4-BE49-F238E27FC236}">
                <a16:creationId xmlns:a16="http://schemas.microsoft.com/office/drawing/2014/main" id="{A5C10635-5DA8-9B73-1F7D-90BF2712978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8812" y="5523520"/>
            <a:ext cx="10874376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>
              <a:lnSpc>
                <a:spcPct val="100000"/>
              </a:lnSpc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22AEBCD9-D962-FA29-7091-5F93345A68C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3" y="4873818"/>
            <a:ext cx="658814" cy="137683"/>
          </a:xfrm>
          <a:prstGeom prst="rect">
            <a:avLst/>
          </a:prstGeom>
        </p:spPr>
      </p:pic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3AEA80F1-A4D3-1275-A096-F773031E7C9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87226AB7-B37F-3EF8-D602-7FAC46CDC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extplatzhalter 17">
            <a:extLst>
              <a:ext uri="{FF2B5EF4-FFF2-40B4-BE49-F238E27FC236}">
                <a16:creationId xmlns:a16="http://schemas.microsoft.com/office/drawing/2014/main" id="{C43FEF22-1D5C-C433-012E-6AA8189A2F4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1910671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5">
    <p:bg>
      <p:bgPr>
        <a:gradFill>
          <a:gsLst>
            <a:gs pos="100000">
              <a:srgbClr val="232A30"/>
            </a:gs>
            <a:gs pos="38000">
              <a:srgbClr val="45556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8BA064-8075-E801-0D81-DD656C63E0E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9A6466A6-0FAF-870B-6200-A61302FEC87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58812" y="1808163"/>
            <a:ext cx="11533187" cy="2675339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D7737B59-4A39-0E2F-CA06-37DAB55A726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58812" y="5149184"/>
            <a:ext cx="10874376" cy="36666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Textplatzhalter 13">
            <a:extLst>
              <a:ext uri="{FF2B5EF4-FFF2-40B4-BE49-F238E27FC236}">
                <a16:creationId xmlns:a16="http://schemas.microsoft.com/office/drawing/2014/main" id="{A5C10635-5DA8-9B73-1F7D-90BF2712978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8812" y="5523520"/>
            <a:ext cx="10874376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>
              <a:lnSpc>
                <a:spcPct val="100000"/>
              </a:lnSpc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22AEBCD9-D962-FA29-7091-5F93345A68C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3" y="4873818"/>
            <a:ext cx="658814" cy="137683"/>
          </a:xfrm>
          <a:prstGeom prst="rect">
            <a:avLst/>
          </a:prstGeom>
        </p:spPr>
      </p:pic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3AEA80F1-A4D3-1275-A096-F773031E7C9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87226AB7-B37F-3EF8-D602-7FAC46CDC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extplatzhalter 17">
            <a:extLst>
              <a:ext uri="{FF2B5EF4-FFF2-40B4-BE49-F238E27FC236}">
                <a16:creationId xmlns:a16="http://schemas.microsoft.com/office/drawing/2014/main" id="{C43FEF22-1D5C-C433-012E-6AA8189A2F4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574646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6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4">
            <a:extLst>
              <a:ext uri="{FF2B5EF4-FFF2-40B4-BE49-F238E27FC236}">
                <a16:creationId xmlns:a16="http://schemas.microsoft.com/office/drawing/2014/main" id="{1736C734-67A4-52D3-880C-D3399FB45A7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35919" y="1808162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3" name="Picture Placeholder 12">
            <a:extLst>
              <a:ext uri="{FF2B5EF4-FFF2-40B4-BE49-F238E27FC236}">
                <a16:creationId xmlns:a16="http://schemas.microsoft.com/office/drawing/2014/main" id="{D7B423B2-62D0-4D8F-3919-8FA2F9F27E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003704" y="1808162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4" name="Picture Placeholder 16">
            <a:extLst>
              <a:ext uri="{FF2B5EF4-FFF2-40B4-BE49-F238E27FC236}">
                <a16:creationId xmlns:a16="http://schemas.microsoft.com/office/drawing/2014/main" id="{BA7CF8FB-1BBA-4FD6-39B1-54748E2A701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371489" y="1808162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5" name="Picture Placeholder 21">
            <a:extLst>
              <a:ext uri="{FF2B5EF4-FFF2-40B4-BE49-F238E27FC236}">
                <a16:creationId xmlns:a16="http://schemas.microsoft.com/office/drawing/2014/main" id="{252B1A05-2DCC-1B1F-0A7D-BFB47B5D787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71489" y="4177951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6" name="Picture Placeholder 28">
            <a:extLst>
              <a:ext uri="{FF2B5EF4-FFF2-40B4-BE49-F238E27FC236}">
                <a16:creationId xmlns:a16="http://schemas.microsoft.com/office/drawing/2014/main" id="{0DCEBE79-3FCC-4FE4-CFBA-BFCBB87B7B6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003704" y="4177951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E8C401FD-1879-55DB-BD55-9FF542133F0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635919" y="4177951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8" name="Inhaltsplatzhalter 2">
            <a:extLst>
              <a:ext uri="{FF2B5EF4-FFF2-40B4-BE49-F238E27FC236}">
                <a16:creationId xmlns:a16="http://schemas.microsoft.com/office/drawing/2014/main" id="{3058D995-C3C8-CBF5-4186-BC7D565D55C0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58813" y="4177951"/>
            <a:ext cx="3661974" cy="5058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9" name="Textplatzhalter 13">
            <a:extLst>
              <a:ext uri="{FF2B5EF4-FFF2-40B4-BE49-F238E27FC236}">
                <a16:creationId xmlns:a16="http://schemas.microsoft.com/office/drawing/2014/main" id="{E4A96ABA-AC1E-A8F1-8BFB-66E52282276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8813" y="4776168"/>
            <a:ext cx="3661974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>
              <a:lnSpc>
                <a:spcPct val="100000"/>
              </a:lnSpc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pic>
        <p:nvPicPr>
          <p:cNvPr id="40" name="Grafik 39">
            <a:extLst>
              <a:ext uri="{FF2B5EF4-FFF2-40B4-BE49-F238E27FC236}">
                <a16:creationId xmlns:a16="http://schemas.microsoft.com/office/drawing/2014/main" id="{072179F4-998D-3732-42A9-758E6F4D285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3" y="3902585"/>
            <a:ext cx="658814" cy="137683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A4B3DA3-C296-4543-F374-9CBA170764FB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728E75A9-B42F-26D9-B2CF-AEE2E2AE4149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26ACFC4A-F2E4-63D4-0F00-65A0BC8F2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5" name="Textplatzhalter 17">
            <a:extLst>
              <a:ext uri="{FF2B5EF4-FFF2-40B4-BE49-F238E27FC236}">
                <a16:creationId xmlns:a16="http://schemas.microsoft.com/office/drawing/2014/main" id="{4F2338C1-2604-0F12-8309-7EB1BD19142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233283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7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E82075BD-ED81-6B21-E55D-9AC8EF491E8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58813" y="2236335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extplatzhalter 13">
            <a:extLst>
              <a:ext uri="{FF2B5EF4-FFF2-40B4-BE49-F238E27FC236}">
                <a16:creationId xmlns:a16="http://schemas.microsoft.com/office/drawing/2014/main" id="{848989BD-0D24-29B2-012F-6F665E0695B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8813" y="2521047"/>
            <a:ext cx="3978275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Inhaltsplatzhalter 2">
            <a:extLst>
              <a:ext uri="{FF2B5EF4-FFF2-40B4-BE49-F238E27FC236}">
                <a16:creationId xmlns:a16="http://schemas.microsoft.com/office/drawing/2014/main" id="{54D7AE45-584B-9B45-4A1A-1016A264FF7E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658394" y="3848602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Textplatzhalter 13">
            <a:extLst>
              <a:ext uri="{FF2B5EF4-FFF2-40B4-BE49-F238E27FC236}">
                <a16:creationId xmlns:a16="http://schemas.microsoft.com/office/drawing/2014/main" id="{11DB5597-71E7-EA0C-ED5B-8A11F67856B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8394" y="4133314"/>
            <a:ext cx="3978275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Inhaltsplatzhalter 2">
            <a:extLst>
              <a:ext uri="{FF2B5EF4-FFF2-40B4-BE49-F238E27FC236}">
                <a16:creationId xmlns:a16="http://schemas.microsoft.com/office/drawing/2014/main" id="{3DFC8755-C4A6-5576-3793-F9CD5BBAD3FE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57975" y="5458146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2" name="Textplatzhalter 13">
            <a:extLst>
              <a:ext uri="{FF2B5EF4-FFF2-40B4-BE49-F238E27FC236}">
                <a16:creationId xmlns:a16="http://schemas.microsoft.com/office/drawing/2014/main" id="{74B7EF65-04B5-6B3B-11DF-5BC3A4C7794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7975" y="5742858"/>
            <a:ext cx="3978275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1BBF4DA1-0BA6-55F2-475E-458F8A59D245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7554912" y="2236335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4" name="Textplatzhalter 13">
            <a:extLst>
              <a:ext uri="{FF2B5EF4-FFF2-40B4-BE49-F238E27FC236}">
                <a16:creationId xmlns:a16="http://schemas.microsoft.com/office/drawing/2014/main" id="{C7EE6736-1822-EB18-CF56-CF3D2AC4BD7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54912" y="2521047"/>
            <a:ext cx="3978275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5" name="Inhaltsplatzhalter 2">
            <a:extLst>
              <a:ext uri="{FF2B5EF4-FFF2-40B4-BE49-F238E27FC236}">
                <a16:creationId xmlns:a16="http://schemas.microsoft.com/office/drawing/2014/main" id="{80C4A621-6B42-9A39-5A57-7EE05C20F64B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7554493" y="3848602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6" name="Textplatzhalter 13">
            <a:extLst>
              <a:ext uri="{FF2B5EF4-FFF2-40B4-BE49-F238E27FC236}">
                <a16:creationId xmlns:a16="http://schemas.microsoft.com/office/drawing/2014/main" id="{2594C389-A931-CDA3-6684-744F90F82F5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554493" y="4133314"/>
            <a:ext cx="3978275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7" name="Inhaltsplatzhalter 2">
            <a:extLst>
              <a:ext uri="{FF2B5EF4-FFF2-40B4-BE49-F238E27FC236}">
                <a16:creationId xmlns:a16="http://schemas.microsoft.com/office/drawing/2014/main" id="{C3873F2B-4173-ABA9-9283-CD4729A93DAF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7554074" y="5458146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8" name="Textplatzhalter 13">
            <a:extLst>
              <a:ext uri="{FF2B5EF4-FFF2-40B4-BE49-F238E27FC236}">
                <a16:creationId xmlns:a16="http://schemas.microsoft.com/office/drawing/2014/main" id="{A71CBFDB-73CA-6C60-E900-9EBBA8347E9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554074" y="5742858"/>
            <a:ext cx="3978275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9" name="Bildplatzhalter 17">
            <a:extLst>
              <a:ext uri="{FF2B5EF4-FFF2-40B4-BE49-F238E27FC236}">
                <a16:creationId xmlns:a16="http://schemas.microsoft.com/office/drawing/2014/main" id="{78480E12-58D3-B112-4890-1B178B237BC5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766210" y="1803127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0" name="Bildplatzhalter 17">
            <a:extLst>
              <a:ext uri="{FF2B5EF4-FFF2-40B4-BE49-F238E27FC236}">
                <a16:creationId xmlns:a16="http://schemas.microsoft.com/office/drawing/2014/main" id="{0A23C58F-2173-CDF1-75C4-8E73E3F7D084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433275" y="1805886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1" name="Bildplatzhalter 17">
            <a:extLst>
              <a:ext uri="{FF2B5EF4-FFF2-40B4-BE49-F238E27FC236}">
                <a16:creationId xmlns:a16="http://schemas.microsoft.com/office/drawing/2014/main" id="{B606F3C9-0F89-28E2-4897-42EEA9095424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767969" y="3340830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2" name="Bildplatzhalter 17">
            <a:extLst>
              <a:ext uri="{FF2B5EF4-FFF2-40B4-BE49-F238E27FC236}">
                <a16:creationId xmlns:a16="http://schemas.microsoft.com/office/drawing/2014/main" id="{3F627BC9-C0C9-5B9B-853C-7AF06312A115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433275" y="3341450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3" name="Bildplatzhalter 17">
            <a:extLst>
              <a:ext uri="{FF2B5EF4-FFF2-40B4-BE49-F238E27FC236}">
                <a16:creationId xmlns:a16="http://schemas.microsoft.com/office/drawing/2014/main" id="{83C28757-846D-C1EF-A38E-E5A5DD73A6C1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767589" y="5001061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4" name="Bildplatzhalter 17">
            <a:extLst>
              <a:ext uri="{FF2B5EF4-FFF2-40B4-BE49-F238E27FC236}">
                <a16:creationId xmlns:a16="http://schemas.microsoft.com/office/drawing/2014/main" id="{082E85B8-1757-B107-E8ED-E7FB2417E63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433275" y="5001682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9057E4-7A31-EAB6-C210-61ECE3606C40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BDB3D603-4901-68B3-3DD4-3EFE2D07F045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40B55D85-66F3-F842-526C-80AEB2043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47186DE5-36A5-8605-E2DA-B0C6CA1E303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35283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References 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81200" y="2274512"/>
            <a:ext cx="5346000" cy="40707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8E876408-258B-8945-376A-E1F3A9366761}"/>
              </a:ext>
            </a:extLst>
          </p:cNvPr>
          <p:cNvSpPr/>
          <p:nvPr userDrawn="1"/>
        </p:nvSpPr>
        <p:spPr>
          <a:xfrm>
            <a:off x="658813" y="1808076"/>
            <a:ext cx="5346000" cy="45360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Textplatzhalter 12">
            <a:extLst>
              <a:ext uri="{FF2B5EF4-FFF2-40B4-BE49-F238E27FC236}">
                <a16:creationId xmlns:a16="http://schemas.microsoft.com/office/drawing/2014/main" id="{8AF6A13F-C6F6-FDEA-A043-E8F2F4C4414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1200" y="1941977"/>
            <a:ext cx="5345999" cy="2408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ÜBERSCHRIFT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0" name="Bildplatzhalter 2">
            <a:extLst>
              <a:ext uri="{FF2B5EF4-FFF2-40B4-BE49-F238E27FC236}">
                <a16:creationId xmlns:a16="http://schemas.microsoft.com/office/drawing/2014/main" id="{CA61CF58-CF33-398B-76AB-959979AAB63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89607" y="1961027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2" name="Bildplatzhalter 2">
            <a:extLst>
              <a:ext uri="{FF2B5EF4-FFF2-40B4-BE49-F238E27FC236}">
                <a16:creationId xmlns:a16="http://schemas.microsoft.com/office/drawing/2014/main" id="{BCC7924C-216D-E54A-C0F1-F891A4560C1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89607" y="2829330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3" name="Bildplatzhalter 2">
            <a:extLst>
              <a:ext uri="{FF2B5EF4-FFF2-40B4-BE49-F238E27FC236}">
                <a16:creationId xmlns:a16="http://schemas.microsoft.com/office/drawing/2014/main" id="{1659DEBE-BE47-2CC5-04C4-7EFD87F31B0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89607" y="3697633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4" name="Bildplatzhalter 2">
            <a:extLst>
              <a:ext uri="{FF2B5EF4-FFF2-40B4-BE49-F238E27FC236}">
                <a16:creationId xmlns:a16="http://schemas.microsoft.com/office/drawing/2014/main" id="{272559C6-FEDB-8E9C-6884-84EB480C15A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89607" y="4565936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6" name="Bildplatzhalter 2">
            <a:extLst>
              <a:ext uri="{FF2B5EF4-FFF2-40B4-BE49-F238E27FC236}">
                <a16:creationId xmlns:a16="http://schemas.microsoft.com/office/drawing/2014/main" id="{EAF8125F-40B8-DF25-EB60-91B04EB46D2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89607" y="5434239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7" name="Bildplatzhalter 2">
            <a:extLst>
              <a:ext uri="{FF2B5EF4-FFF2-40B4-BE49-F238E27FC236}">
                <a16:creationId xmlns:a16="http://schemas.microsoft.com/office/drawing/2014/main" id="{CF09435C-4221-0976-6D8F-059EC850EA1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378160" y="1961027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8" name="Bildplatzhalter 2">
            <a:extLst>
              <a:ext uri="{FF2B5EF4-FFF2-40B4-BE49-F238E27FC236}">
                <a16:creationId xmlns:a16="http://schemas.microsoft.com/office/drawing/2014/main" id="{28D9C3BD-ED1B-B720-17FF-F2A828D0AC9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378160" y="2829330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5" name="Bildplatzhalter 2">
            <a:extLst>
              <a:ext uri="{FF2B5EF4-FFF2-40B4-BE49-F238E27FC236}">
                <a16:creationId xmlns:a16="http://schemas.microsoft.com/office/drawing/2014/main" id="{9E0D6E1E-4C21-F271-0404-54AE4FA498CD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3378160" y="3697633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6" name="Bildplatzhalter 2">
            <a:extLst>
              <a:ext uri="{FF2B5EF4-FFF2-40B4-BE49-F238E27FC236}">
                <a16:creationId xmlns:a16="http://schemas.microsoft.com/office/drawing/2014/main" id="{A7E07654-AA92-B39C-0DEA-8FC93904A057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3378160" y="4565936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7" name="Bildplatzhalter 2">
            <a:extLst>
              <a:ext uri="{FF2B5EF4-FFF2-40B4-BE49-F238E27FC236}">
                <a16:creationId xmlns:a16="http://schemas.microsoft.com/office/drawing/2014/main" id="{BA2FD97D-0C49-2704-81A2-D218E3FF216D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378160" y="5434239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F37B476-1AD5-C567-50EA-03EA53CE94D2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5A1D3582-B09A-108D-6F29-451FE2188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17">
            <a:extLst>
              <a:ext uri="{FF2B5EF4-FFF2-40B4-BE49-F238E27FC236}">
                <a16:creationId xmlns:a16="http://schemas.microsoft.com/office/drawing/2014/main" id="{69F72E7F-46C9-39FD-8410-0D9D5921CE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14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References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B964F32-72AB-F1BA-4B4F-75EB1583FD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58813" y="1808163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9" name="Bildplatzhalter 2">
            <a:extLst>
              <a:ext uri="{FF2B5EF4-FFF2-40B4-BE49-F238E27FC236}">
                <a16:creationId xmlns:a16="http://schemas.microsoft.com/office/drawing/2014/main" id="{59A80FB0-FB51-83CC-B146-806E2C55F2B9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452758" y="1808163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0" name="Bildplatzhalter 2">
            <a:extLst>
              <a:ext uri="{FF2B5EF4-FFF2-40B4-BE49-F238E27FC236}">
                <a16:creationId xmlns:a16="http://schemas.microsoft.com/office/drawing/2014/main" id="{CCB8675E-0CD1-0C97-8A9A-D3026E6411ED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246703" y="1808163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7" name="Bildplatzhalter 2">
            <a:extLst>
              <a:ext uri="{FF2B5EF4-FFF2-40B4-BE49-F238E27FC236}">
                <a16:creationId xmlns:a16="http://schemas.microsoft.com/office/drawing/2014/main" id="{B2603B96-DF65-E976-FA83-02C6EFD0A0DA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9040648" y="1808163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8" name="Bildplatzhalter 2">
            <a:extLst>
              <a:ext uri="{FF2B5EF4-FFF2-40B4-BE49-F238E27FC236}">
                <a16:creationId xmlns:a16="http://schemas.microsoft.com/office/drawing/2014/main" id="{8754B366-AA2D-9354-420D-5F534E3E7A9F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665448" y="290993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9" name="Bildplatzhalter 2">
            <a:extLst>
              <a:ext uri="{FF2B5EF4-FFF2-40B4-BE49-F238E27FC236}">
                <a16:creationId xmlns:a16="http://schemas.microsoft.com/office/drawing/2014/main" id="{3D6C926A-DDCB-8A29-D174-8BC8653E32AD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459393" y="290993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0" name="Bildplatzhalter 2">
            <a:extLst>
              <a:ext uri="{FF2B5EF4-FFF2-40B4-BE49-F238E27FC236}">
                <a16:creationId xmlns:a16="http://schemas.microsoft.com/office/drawing/2014/main" id="{A4173441-12EE-66D5-768A-04EB3E1A564F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253338" y="290993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1" name="Bildplatzhalter 2">
            <a:extLst>
              <a:ext uri="{FF2B5EF4-FFF2-40B4-BE49-F238E27FC236}">
                <a16:creationId xmlns:a16="http://schemas.microsoft.com/office/drawing/2014/main" id="{CF13A422-3C24-4EB9-ADF6-500B60F18FFC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9047283" y="290993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2" name="Bildplatzhalter 2">
            <a:extLst>
              <a:ext uri="{FF2B5EF4-FFF2-40B4-BE49-F238E27FC236}">
                <a16:creationId xmlns:a16="http://schemas.microsoft.com/office/drawing/2014/main" id="{A0A0CA56-BA82-030D-F0E0-C5E84E569C3D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658812" y="4011715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3" name="Bildplatzhalter 2">
            <a:extLst>
              <a:ext uri="{FF2B5EF4-FFF2-40B4-BE49-F238E27FC236}">
                <a16:creationId xmlns:a16="http://schemas.microsoft.com/office/drawing/2014/main" id="{5EB07990-A9C3-3F42-07AE-2EE450E302DC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3452757" y="4011715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4" name="Bildplatzhalter 2">
            <a:extLst>
              <a:ext uri="{FF2B5EF4-FFF2-40B4-BE49-F238E27FC236}">
                <a16:creationId xmlns:a16="http://schemas.microsoft.com/office/drawing/2014/main" id="{D1A9E494-7C7C-A3CA-2B6A-9348E6C27BAB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6246702" y="4011715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5" name="Bildplatzhalter 2">
            <a:extLst>
              <a:ext uri="{FF2B5EF4-FFF2-40B4-BE49-F238E27FC236}">
                <a16:creationId xmlns:a16="http://schemas.microsoft.com/office/drawing/2014/main" id="{68E3CEDB-B4E5-F793-8CFF-105AD13F9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9040647" y="4011715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6" name="Bildplatzhalter 2">
            <a:extLst>
              <a:ext uri="{FF2B5EF4-FFF2-40B4-BE49-F238E27FC236}">
                <a16:creationId xmlns:a16="http://schemas.microsoft.com/office/drawing/2014/main" id="{70B7CB09-852E-3508-0D65-6E79559028B7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665448" y="511006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7" name="Bildplatzhalter 2">
            <a:extLst>
              <a:ext uri="{FF2B5EF4-FFF2-40B4-BE49-F238E27FC236}">
                <a16:creationId xmlns:a16="http://schemas.microsoft.com/office/drawing/2014/main" id="{65E447E8-464E-A5AD-5978-4E0AF5950A68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3459393" y="511006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8" name="Bildplatzhalter 2">
            <a:extLst>
              <a:ext uri="{FF2B5EF4-FFF2-40B4-BE49-F238E27FC236}">
                <a16:creationId xmlns:a16="http://schemas.microsoft.com/office/drawing/2014/main" id="{3384F8CF-9CEC-AC2F-1654-FA280A43CC60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253338" y="511006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9" name="Bildplatzhalter 2">
            <a:extLst>
              <a:ext uri="{FF2B5EF4-FFF2-40B4-BE49-F238E27FC236}">
                <a16:creationId xmlns:a16="http://schemas.microsoft.com/office/drawing/2014/main" id="{2A0B8796-A130-B7AF-9357-DD89770ED625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9047283" y="511006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B15C89E-30AC-B08F-2BD4-2C27C5FBB07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FDC1F39-AD31-E4F9-4625-778EF36503B0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4A88EC43-491A-4459-9951-F95FEB15E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17">
            <a:extLst>
              <a:ext uri="{FF2B5EF4-FFF2-40B4-BE49-F238E27FC236}">
                <a16:creationId xmlns:a16="http://schemas.microsoft.com/office/drawing/2014/main" id="{0030A14C-13EF-956E-7A34-2B9C7494D9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419519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References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7E5C5D-D168-6106-CFAC-A7D26E8A5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467E333-4ECF-34A9-5DA3-B8116008A5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F8D90E2-C4DB-F868-0DF6-3E4491E3E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Textplatzhalter 17">
            <a:extLst>
              <a:ext uri="{FF2B5EF4-FFF2-40B4-BE49-F238E27FC236}">
                <a16:creationId xmlns:a16="http://schemas.microsoft.com/office/drawing/2014/main" id="{BD8758DB-9932-98A9-4376-3B54315AD8C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Bildplatzhalter 2">
            <a:extLst>
              <a:ext uri="{FF2B5EF4-FFF2-40B4-BE49-F238E27FC236}">
                <a16:creationId xmlns:a16="http://schemas.microsoft.com/office/drawing/2014/main" id="{C5721F21-1CAB-5707-E0F3-1E4F9DCF3DF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58813" y="1428241"/>
            <a:ext cx="2959768" cy="137232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125F3478-62A5-6572-17CD-EBE0266C0C1B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187188" y="3032701"/>
            <a:ext cx="5346000" cy="202516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extplatzhalter 19">
            <a:extLst>
              <a:ext uri="{FF2B5EF4-FFF2-40B4-BE49-F238E27FC236}">
                <a16:creationId xmlns:a16="http://schemas.microsoft.com/office/drawing/2014/main" id="{D20DC85B-A08F-2860-CAA4-C5492DBB5AA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87188" y="2697599"/>
            <a:ext cx="5346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baseline="0"/>
            </a:lvl1pPr>
          </a:lstStyle>
          <a:p>
            <a:pPr lvl="0"/>
            <a:r>
              <a:rPr lang="de-DE"/>
              <a:t>Contents</a:t>
            </a:r>
          </a:p>
        </p:txBody>
      </p:sp>
      <p:sp>
        <p:nvSpPr>
          <p:cNvPr id="23" name="Textplatzhalter 19">
            <a:extLst>
              <a:ext uri="{FF2B5EF4-FFF2-40B4-BE49-F238E27FC236}">
                <a16:creationId xmlns:a16="http://schemas.microsoft.com/office/drawing/2014/main" id="{8A8576D8-2DB5-1A32-9D81-0F5ADF4C6E1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187188" y="5620799"/>
            <a:ext cx="5346000" cy="72000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Textplatzhalter 19">
            <a:extLst>
              <a:ext uri="{FF2B5EF4-FFF2-40B4-BE49-F238E27FC236}">
                <a16:creationId xmlns:a16="http://schemas.microsoft.com/office/drawing/2014/main" id="{D6F86D6E-C7F6-547C-06AD-6375537EF7D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187188" y="5275199"/>
            <a:ext cx="5346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baseline="0"/>
            </a:lvl1pPr>
          </a:lstStyle>
          <a:p>
            <a:pPr lvl="0"/>
            <a:r>
              <a:rPr lang="de-DE" err="1"/>
              <a:t>tools</a:t>
            </a:r>
            <a:endParaRPr lang="de-DE"/>
          </a:p>
        </p:txBody>
      </p:sp>
      <p:sp>
        <p:nvSpPr>
          <p:cNvPr id="25" name="Textplatzhalter 19">
            <a:extLst>
              <a:ext uri="{FF2B5EF4-FFF2-40B4-BE49-F238E27FC236}">
                <a16:creationId xmlns:a16="http://schemas.microsoft.com/office/drawing/2014/main" id="{43E246A5-CEA2-3E5A-C1A2-98BE28128D4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187188" y="1808162"/>
            <a:ext cx="5346000" cy="721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none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Reference title</a:t>
            </a:r>
          </a:p>
        </p:txBody>
      </p:sp>
      <p:sp>
        <p:nvSpPr>
          <p:cNvPr id="26" name="Textplatzhalter 19">
            <a:extLst>
              <a:ext uri="{FF2B5EF4-FFF2-40B4-BE49-F238E27FC236}">
                <a16:creationId xmlns:a16="http://schemas.microsoft.com/office/drawing/2014/main" id="{233D4FE0-3960-65C8-EEA9-A9814B61655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58813" y="5276689"/>
            <a:ext cx="4140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baseline="0"/>
            </a:lvl1pPr>
          </a:lstStyle>
          <a:p>
            <a:pPr lvl="0"/>
            <a:r>
              <a:rPr lang="de-DE"/>
              <a:t>Project </a:t>
            </a:r>
            <a:r>
              <a:rPr lang="de-DE" err="1"/>
              <a:t>goals</a:t>
            </a:r>
            <a:endParaRPr lang="de-DE"/>
          </a:p>
        </p:txBody>
      </p:sp>
      <p:sp>
        <p:nvSpPr>
          <p:cNvPr id="27" name="Textplatzhalter 19">
            <a:extLst>
              <a:ext uri="{FF2B5EF4-FFF2-40B4-BE49-F238E27FC236}">
                <a16:creationId xmlns:a16="http://schemas.microsoft.com/office/drawing/2014/main" id="{3467C904-3325-B8AD-ED40-A0D69E47E325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58813" y="5620471"/>
            <a:ext cx="5346000" cy="72000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platzhalter 19">
            <a:extLst>
              <a:ext uri="{FF2B5EF4-FFF2-40B4-BE49-F238E27FC236}">
                <a16:creationId xmlns:a16="http://schemas.microsoft.com/office/drawing/2014/main" id="{3D63D933-A837-F1BB-4708-7B0E5F7970CF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617785" y="3034006"/>
            <a:ext cx="4384800" cy="61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Textplatzhalter 19">
            <a:extLst>
              <a:ext uri="{FF2B5EF4-FFF2-40B4-BE49-F238E27FC236}">
                <a16:creationId xmlns:a16="http://schemas.microsoft.com/office/drawing/2014/main" id="{696CA6F9-A5E0-22D0-0E64-5AE1422F545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8813" y="3034006"/>
            <a:ext cx="828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baseline="0"/>
            </a:lvl1pPr>
          </a:lstStyle>
          <a:p>
            <a:pPr lvl="0"/>
            <a:r>
              <a:rPr lang="de-DE"/>
              <a:t>Customer</a:t>
            </a:r>
          </a:p>
        </p:txBody>
      </p:sp>
      <p:sp>
        <p:nvSpPr>
          <p:cNvPr id="30" name="Textplatzhalter 19">
            <a:extLst>
              <a:ext uri="{FF2B5EF4-FFF2-40B4-BE49-F238E27FC236}">
                <a16:creationId xmlns:a16="http://schemas.microsoft.com/office/drawing/2014/main" id="{E86545CF-9F9C-845B-E3EA-B4AFBA34C0F9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617785" y="3854622"/>
            <a:ext cx="4385631" cy="61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Textplatzhalter 19">
            <a:extLst>
              <a:ext uri="{FF2B5EF4-FFF2-40B4-BE49-F238E27FC236}">
                <a16:creationId xmlns:a16="http://schemas.microsoft.com/office/drawing/2014/main" id="{CCD37D4A-5ADE-63A4-7FFF-55C67E150E6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58813" y="3854622"/>
            <a:ext cx="828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i="1" cap="none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err="1"/>
              <a:t>Scope</a:t>
            </a:r>
            <a:endParaRPr lang="de-DE"/>
          </a:p>
        </p:txBody>
      </p:sp>
      <p:sp>
        <p:nvSpPr>
          <p:cNvPr id="32" name="Textplatzhalter 19">
            <a:extLst>
              <a:ext uri="{FF2B5EF4-FFF2-40B4-BE49-F238E27FC236}">
                <a16:creationId xmlns:a16="http://schemas.microsoft.com/office/drawing/2014/main" id="{00D4EC64-C64F-9DE5-7CCE-916249E0BD1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617785" y="4663515"/>
            <a:ext cx="3168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3" name="Textplatzhalter 19">
            <a:extLst>
              <a:ext uri="{FF2B5EF4-FFF2-40B4-BE49-F238E27FC236}">
                <a16:creationId xmlns:a16="http://schemas.microsoft.com/office/drawing/2014/main" id="{4E02325E-0C3E-5B11-59A4-80959B3AC34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8813" y="4663515"/>
            <a:ext cx="828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i="1" cap="none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err="1"/>
              <a:t>Period</a:t>
            </a:r>
            <a:endParaRPr lang="de-DE"/>
          </a:p>
        </p:txBody>
      </p:sp>
      <p:grpSp>
        <p:nvGrpSpPr>
          <p:cNvPr id="67" name="Group 42">
            <a:extLst>
              <a:ext uri="{FF2B5EF4-FFF2-40B4-BE49-F238E27FC236}">
                <a16:creationId xmlns:a16="http://schemas.microsoft.com/office/drawing/2014/main" id="{9E00147C-019F-3752-8432-91C788FD8223}"/>
              </a:ext>
            </a:extLst>
          </p:cNvPr>
          <p:cNvGrpSpPr/>
          <p:nvPr userDrawn="1"/>
        </p:nvGrpSpPr>
        <p:grpSpPr>
          <a:xfrm>
            <a:off x="4907606" y="4879390"/>
            <a:ext cx="668215" cy="667907"/>
            <a:chOff x="1365101" y="1859505"/>
            <a:chExt cx="4340096" cy="4338095"/>
          </a:xfrm>
        </p:grpSpPr>
        <p:sp>
          <p:nvSpPr>
            <p:cNvPr id="68" name="Shape 8">
              <a:extLst>
                <a:ext uri="{FF2B5EF4-FFF2-40B4-BE49-F238E27FC236}">
                  <a16:creationId xmlns:a16="http://schemas.microsoft.com/office/drawing/2014/main" id="{1A6FB961-5969-88C9-52E7-33FD9026E148}"/>
                </a:ext>
              </a:extLst>
            </p:cNvPr>
            <p:cNvSpPr/>
            <p:nvPr/>
          </p:nvSpPr>
          <p:spPr>
            <a:xfrm>
              <a:off x="1365101" y="2725183"/>
              <a:ext cx="3472576" cy="34724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2"/>
                  </a:moveTo>
                  <a:cubicBezTo>
                    <a:pt x="21600" y="16765"/>
                    <a:pt x="16764" y="21600"/>
                    <a:pt x="10802" y="21600"/>
                  </a:cubicBezTo>
                  <a:cubicBezTo>
                    <a:pt x="4837" y="21600"/>
                    <a:pt x="0" y="16765"/>
                    <a:pt x="0" y="10802"/>
                  </a:cubicBezTo>
                  <a:cubicBezTo>
                    <a:pt x="0" y="4836"/>
                    <a:pt x="4837" y="0"/>
                    <a:pt x="10802" y="0"/>
                  </a:cubicBezTo>
                  <a:cubicBezTo>
                    <a:pt x="16764" y="0"/>
                    <a:pt x="21600" y="4836"/>
                    <a:pt x="21600" y="10802"/>
                  </a:cubicBezTo>
                  <a:close/>
                </a:path>
              </a:pathLst>
            </a:custGeom>
            <a:solidFill>
              <a:schemeClr val="tx1">
                <a:lumMod val="75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69" name="Shape 9">
              <a:extLst>
                <a:ext uri="{FF2B5EF4-FFF2-40B4-BE49-F238E27FC236}">
                  <a16:creationId xmlns:a16="http://schemas.microsoft.com/office/drawing/2014/main" id="{D96E7566-8B50-88A5-6ED0-B499499ACA24}"/>
                </a:ext>
              </a:extLst>
            </p:cNvPr>
            <p:cNvSpPr/>
            <p:nvPr/>
          </p:nvSpPr>
          <p:spPr>
            <a:xfrm>
              <a:off x="1677709" y="3109927"/>
              <a:ext cx="3049888" cy="30497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2"/>
                  </a:moveTo>
                  <a:cubicBezTo>
                    <a:pt x="21600" y="16765"/>
                    <a:pt x="16765" y="21600"/>
                    <a:pt x="10802" y="21600"/>
                  </a:cubicBezTo>
                  <a:cubicBezTo>
                    <a:pt x="4837" y="21600"/>
                    <a:pt x="0" y="16765"/>
                    <a:pt x="0" y="10802"/>
                  </a:cubicBezTo>
                  <a:cubicBezTo>
                    <a:pt x="0" y="4836"/>
                    <a:pt x="4837" y="0"/>
                    <a:pt x="10802" y="0"/>
                  </a:cubicBezTo>
                  <a:cubicBezTo>
                    <a:pt x="16765" y="0"/>
                    <a:pt x="21600" y="4836"/>
                    <a:pt x="21600" y="10802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0" name="Shape 10">
              <a:extLst>
                <a:ext uri="{FF2B5EF4-FFF2-40B4-BE49-F238E27FC236}">
                  <a16:creationId xmlns:a16="http://schemas.microsoft.com/office/drawing/2014/main" id="{2D71CD38-7C13-6E4A-271F-93D7F8CA309C}"/>
                </a:ext>
              </a:extLst>
            </p:cNvPr>
            <p:cNvSpPr/>
            <p:nvPr/>
          </p:nvSpPr>
          <p:spPr>
            <a:xfrm>
              <a:off x="1761871" y="3109927"/>
              <a:ext cx="2690325" cy="26901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2"/>
                  </a:moveTo>
                  <a:cubicBezTo>
                    <a:pt x="21600" y="16765"/>
                    <a:pt x="16765" y="21600"/>
                    <a:pt x="10802" y="21600"/>
                  </a:cubicBezTo>
                  <a:cubicBezTo>
                    <a:pt x="4837" y="21600"/>
                    <a:pt x="0" y="16765"/>
                    <a:pt x="0" y="10802"/>
                  </a:cubicBezTo>
                  <a:cubicBezTo>
                    <a:pt x="0" y="4836"/>
                    <a:pt x="4837" y="0"/>
                    <a:pt x="10802" y="0"/>
                  </a:cubicBezTo>
                  <a:cubicBezTo>
                    <a:pt x="16765" y="0"/>
                    <a:pt x="21600" y="4836"/>
                    <a:pt x="21600" y="10802"/>
                  </a:cubicBezTo>
                  <a:close/>
                </a:path>
              </a:pathLst>
            </a:custGeom>
            <a:solidFill>
              <a:schemeClr val="accent4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1" name="Shape 11">
              <a:extLst>
                <a:ext uri="{FF2B5EF4-FFF2-40B4-BE49-F238E27FC236}">
                  <a16:creationId xmlns:a16="http://schemas.microsoft.com/office/drawing/2014/main" id="{159CF461-38D0-3A97-C28F-8465D71430E5}"/>
                </a:ext>
              </a:extLst>
            </p:cNvPr>
            <p:cNvSpPr/>
            <p:nvPr/>
          </p:nvSpPr>
          <p:spPr>
            <a:xfrm>
              <a:off x="2110549" y="3458605"/>
              <a:ext cx="1989312" cy="19892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2"/>
                  </a:moveTo>
                  <a:cubicBezTo>
                    <a:pt x="21600" y="16764"/>
                    <a:pt x="16764" y="21600"/>
                    <a:pt x="10801" y="21600"/>
                  </a:cubicBezTo>
                  <a:cubicBezTo>
                    <a:pt x="4834" y="21600"/>
                    <a:pt x="0" y="16764"/>
                    <a:pt x="0" y="10802"/>
                  </a:cubicBezTo>
                  <a:cubicBezTo>
                    <a:pt x="0" y="4834"/>
                    <a:pt x="4834" y="0"/>
                    <a:pt x="10801" y="0"/>
                  </a:cubicBezTo>
                  <a:cubicBezTo>
                    <a:pt x="16764" y="0"/>
                    <a:pt x="21600" y="4834"/>
                    <a:pt x="21600" y="10802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2" name="Shape 12">
              <a:extLst>
                <a:ext uri="{FF2B5EF4-FFF2-40B4-BE49-F238E27FC236}">
                  <a16:creationId xmlns:a16="http://schemas.microsoft.com/office/drawing/2014/main" id="{42ED4F87-2AD0-ECBB-472F-ED959A966D7C}"/>
                </a:ext>
              </a:extLst>
            </p:cNvPr>
            <p:cNvSpPr/>
            <p:nvPr/>
          </p:nvSpPr>
          <p:spPr>
            <a:xfrm>
              <a:off x="2459223" y="3807280"/>
              <a:ext cx="1288234" cy="12881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4"/>
                  </a:moveTo>
                  <a:cubicBezTo>
                    <a:pt x="21600" y="16765"/>
                    <a:pt x="16764" y="21600"/>
                    <a:pt x="10804" y="21600"/>
                  </a:cubicBezTo>
                  <a:cubicBezTo>
                    <a:pt x="4837" y="21600"/>
                    <a:pt x="0" y="16765"/>
                    <a:pt x="0" y="10804"/>
                  </a:cubicBezTo>
                  <a:cubicBezTo>
                    <a:pt x="0" y="4837"/>
                    <a:pt x="4837" y="0"/>
                    <a:pt x="10804" y="0"/>
                  </a:cubicBezTo>
                  <a:cubicBezTo>
                    <a:pt x="16764" y="0"/>
                    <a:pt x="21600" y="4837"/>
                    <a:pt x="21600" y="10804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3" name="Shape 13">
              <a:extLst>
                <a:ext uri="{FF2B5EF4-FFF2-40B4-BE49-F238E27FC236}">
                  <a16:creationId xmlns:a16="http://schemas.microsoft.com/office/drawing/2014/main" id="{93997907-63E0-4118-C65C-504D298661FD}"/>
                </a:ext>
              </a:extLst>
            </p:cNvPr>
            <p:cNvSpPr/>
            <p:nvPr/>
          </p:nvSpPr>
          <p:spPr>
            <a:xfrm>
              <a:off x="2807901" y="4167980"/>
              <a:ext cx="587322" cy="5871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9"/>
                  </a:moveTo>
                  <a:cubicBezTo>
                    <a:pt x="21600" y="16771"/>
                    <a:pt x="16765" y="21600"/>
                    <a:pt x="10807" y="21600"/>
                  </a:cubicBezTo>
                  <a:cubicBezTo>
                    <a:pt x="4834" y="21600"/>
                    <a:pt x="0" y="16771"/>
                    <a:pt x="0" y="10809"/>
                  </a:cubicBezTo>
                  <a:cubicBezTo>
                    <a:pt x="0" y="4835"/>
                    <a:pt x="4834" y="0"/>
                    <a:pt x="10807" y="0"/>
                  </a:cubicBezTo>
                  <a:cubicBezTo>
                    <a:pt x="16765" y="0"/>
                    <a:pt x="21600" y="4835"/>
                    <a:pt x="21600" y="10809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4" name="Shape 14">
              <a:extLst>
                <a:ext uri="{FF2B5EF4-FFF2-40B4-BE49-F238E27FC236}">
                  <a16:creationId xmlns:a16="http://schemas.microsoft.com/office/drawing/2014/main" id="{4BD7D8B2-E705-240E-08F8-F51173721D5E}"/>
                </a:ext>
              </a:extLst>
            </p:cNvPr>
            <p:cNvSpPr/>
            <p:nvPr/>
          </p:nvSpPr>
          <p:spPr>
            <a:xfrm>
              <a:off x="3097983" y="1859505"/>
              <a:ext cx="2607214" cy="26077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372" y="7845"/>
                  </a:moveTo>
                  <a:lnTo>
                    <a:pt x="21600" y="4612"/>
                  </a:lnTo>
                  <a:lnTo>
                    <a:pt x="17962" y="3640"/>
                  </a:lnTo>
                  <a:lnTo>
                    <a:pt x="16992" y="0"/>
                  </a:lnTo>
                  <a:lnTo>
                    <a:pt x="13760" y="3233"/>
                  </a:lnTo>
                  <a:lnTo>
                    <a:pt x="14548" y="6180"/>
                  </a:lnTo>
                  <a:lnTo>
                    <a:pt x="3582" y="17152"/>
                  </a:lnTo>
                  <a:lnTo>
                    <a:pt x="2027" y="14044"/>
                  </a:lnTo>
                  <a:lnTo>
                    <a:pt x="1014" y="17822"/>
                  </a:lnTo>
                  <a:lnTo>
                    <a:pt x="0" y="21600"/>
                  </a:lnTo>
                  <a:lnTo>
                    <a:pt x="3779" y="20586"/>
                  </a:lnTo>
                  <a:lnTo>
                    <a:pt x="7556" y="19577"/>
                  </a:lnTo>
                  <a:lnTo>
                    <a:pt x="4452" y="18018"/>
                  </a:lnTo>
                  <a:lnTo>
                    <a:pt x="15420" y="7054"/>
                  </a:lnTo>
                  <a:cubicBezTo>
                    <a:pt x="15420" y="7054"/>
                    <a:pt x="18372" y="7845"/>
                    <a:pt x="18372" y="7845"/>
                  </a:cubicBezTo>
                  <a:close/>
                </a:path>
              </a:pathLst>
            </a:custGeom>
            <a:solidFill>
              <a:schemeClr val="tx1">
                <a:lumMod val="75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5" name="Shape 15">
              <a:extLst>
                <a:ext uri="{FF2B5EF4-FFF2-40B4-BE49-F238E27FC236}">
                  <a16:creationId xmlns:a16="http://schemas.microsoft.com/office/drawing/2014/main" id="{5D455C82-F1BC-C6D4-DCDB-00E9C58D16E4}"/>
                </a:ext>
              </a:extLst>
            </p:cNvPr>
            <p:cNvSpPr/>
            <p:nvPr/>
          </p:nvSpPr>
          <p:spPr>
            <a:xfrm>
              <a:off x="3060390" y="1859505"/>
              <a:ext cx="2168095" cy="26077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3640"/>
                  </a:moveTo>
                  <a:lnTo>
                    <a:pt x="20433" y="0"/>
                  </a:lnTo>
                  <a:lnTo>
                    <a:pt x="16546" y="3233"/>
                  </a:lnTo>
                  <a:lnTo>
                    <a:pt x="17500" y="6180"/>
                  </a:lnTo>
                  <a:lnTo>
                    <a:pt x="4302" y="17152"/>
                  </a:lnTo>
                  <a:lnTo>
                    <a:pt x="2438" y="14044"/>
                  </a:lnTo>
                  <a:lnTo>
                    <a:pt x="1219" y="17822"/>
                  </a:lnTo>
                  <a:lnTo>
                    <a:pt x="0" y="21600"/>
                  </a:lnTo>
                  <a:cubicBezTo>
                    <a:pt x="0" y="21600"/>
                    <a:pt x="21600" y="3640"/>
                    <a:pt x="21600" y="364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</p:grp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D5FB0438-F817-0529-5E5A-1AECD2242983}"/>
              </a:ext>
            </a:extLst>
          </p:cNvPr>
          <p:cNvCxnSpPr>
            <a:cxnSpLocks/>
          </p:cNvCxnSpPr>
          <p:nvPr userDrawn="1"/>
        </p:nvCxnSpPr>
        <p:spPr>
          <a:xfrm>
            <a:off x="0" y="5099326"/>
            <a:ext cx="4824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Bildplatzhalter 2">
            <a:extLst>
              <a:ext uri="{FF2B5EF4-FFF2-40B4-BE49-F238E27FC236}">
                <a16:creationId xmlns:a16="http://schemas.microsoft.com/office/drawing/2014/main" id="{D871A804-10B3-1361-AF68-82C849C10FCB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3791660" y="1428241"/>
            <a:ext cx="1872294" cy="137232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Logo / Reference </a:t>
            </a:r>
            <a:r>
              <a:rPr lang="de-DE" err="1"/>
              <a:t>project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02442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Agend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platzhalter 33">
            <a:extLst>
              <a:ext uri="{FF2B5EF4-FFF2-40B4-BE49-F238E27FC236}">
                <a16:creationId xmlns:a16="http://schemas.microsoft.com/office/drawing/2014/main" id="{2FE495BE-7580-5817-D4FF-42F1E0B776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1646243"/>
            <a:ext cx="5437188" cy="138969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6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9600"/>
            </a:lvl2pPr>
            <a:lvl3pPr marL="914400" indent="0">
              <a:buNone/>
              <a:defRPr sz="9600"/>
            </a:lvl3pPr>
            <a:lvl4pPr marL="1371600" indent="0">
              <a:buNone/>
              <a:defRPr sz="9600"/>
            </a:lvl4pPr>
            <a:lvl5pPr marL="1828800" indent="0">
              <a:buNone/>
              <a:defRPr sz="9600"/>
            </a:lvl5pPr>
          </a:lstStyle>
          <a:p>
            <a:pPr lvl="0"/>
            <a:r>
              <a:rPr lang="de-DE"/>
              <a:t>AGENDA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0A45587-0843-1760-84F8-78B97BC9C1E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5BF0937-2FF1-1BFA-B50C-3A60F339F56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pic>
        <p:nvPicPr>
          <p:cNvPr id="4" name="Grafik 2">
            <a:extLst>
              <a:ext uri="{FF2B5EF4-FFF2-40B4-BE49-F238E27FC236}">
                <a16:creationId xmlns:a16="http://schemas.microsoft.com/office/drawing/2014/main" id="{F8E3422C-BD1E-47FE-811B-7DF687B8136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148"/>
          <a:stretch/>
        </p:blipFill>
        <p:spPr>
          <a:xfrm>
            <a:off x="5330548" y="1"/>
            <a:ext cx="6861452" cy="1457999"/>
          </a:xfrm>
          <a:prstGeom prst="rect">
            <a:avLst/>
          </a:prstGeom>
        </p:spPr>
      </p:pic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FFBC63EA-D151-E440-746C-459E4D0D4C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8813" y="1808163"/>
            <a:ext cx="4680000" cy="42259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spc="3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Welcome</a:t>
            </a:r>
          </a:p>
          <a:p>
            <a:endParaRPr lang="de-DE"/>
          </a:p>
          <a:p>
            <a:r>
              <a:rPr lang="de-DE"/>
              <a:t>DAS PROBLEM</a:t>
            </a:r>
          </a:p>
          <a:p>
            <a:endParaRPr lang="de-DE"/>
          </a:p>
          <a:p>
            <a:r>
              <a:rPr lang="de-DE"/>
              <a:t>DIE LÖSUNG</a:t>
            </a:r>
          </a:p>
          <a:p>
            <a:endParaRPr lang="de-DE"/>
          </a:p>
          <a:p>
            <a:r>
              <a:rPr lang="de-DE"/>
              <a:t>DAS PROJEKT</a:t>
            </a:r>
          </a:p>
          <a:p>
            <a:endParaRPr lang="de-DE"/>
          </a:p>
          <a:p>
            <a:r>
              <a:rPr lang="de-DE"/>
              <a:t>UNSER SERVICE</a:t>
            </a:r>
          </a:p>
          <a:p>
            <a:endParaRPr lang="de-DE"/>
          </a:p>
          <a:p>
            <a:r>
              <a:rPr lang="de-DE"/>
              <a:t>DAS IST EDAG</a:t>
            </a:r>
          </a:p>
          <a:p>
            <a:endParaRPr lang="de-DE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BB3A5DD-6FD4-9769-B9D7-FA993C2E548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AB263EC-F57D-0668-4259-C58CE7EC4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522000"/>
            <a:ext cx="5518264" cy="252000"/>
          </a:xfrm>
        </p:spPr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F6DB94CF-4AF4-D4C0-9EFB-60256315F3F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5518264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grpSp>
        <p:nvGrpSpPr>
          <p:cNvPr id="16" name="Grafik 13">
            <a:extLst>
              <a:ext uri="{FF2B5EF4-FFF2-40B4-BE49-F238E27FC236}">
                <a16:creationId xmlns:a16="http://schemas.microsoft.com/office/drawing/2014/main" id="{1292AE95-5A8D-0ED2-BAD1-1BFC7D5D7C2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21200" y="489600"/>
            <a:ext cx="1209600" cy="299018"/>
            <a:chOff x="8501174" y="2383489"/>
            <a:chExt cx="2699861" cy="667416"/>
          </a:xfrm>
          <a:solidFill>
            <a:schemeClr val="tx1"/>
          </a:solidFill>
        </p:grpSpPr>
        <p:grpSp>
          <p:nvGrpSpPr>
            <p:cNvPr id="17" name="Grafik 13">
              <a:extLst>
                <a:ext uri="{FF2B5EF4-FFF2-40B4-BE49-F238E27FC236}">
                  <a16:creationId xmlns:a16="http://schemas.microsoft.com/office/drawing/2014/main" id="{7E6792FF-7533-B152-8D62-5C21A99030BC}"/>
                </a:ext>
              </a:extLst>
            </p:cNvPr>
            <p:cNvGrpSpPr/>
            <p:nvPr/>
          </p:nvGrpSpPr>
          <p:grpSpPr>
            <a:xfrm>
              <a:off x="9461484" y="2955941"/>
              <a:ext cx="876871" cy="94964"/>
              <a:chOff x="9461484" y="2955941"/>
              <a:chExt cx="876871" cy="94964"/>
            </a:xfrm>
            <a:grpFill/>
          </p:grpSpPr>
          <p:sp>
            <p:nvSpPr>
              <p:cNvPr id="28" name="Freihandform: Form 27">
                <a:extLst>
                  <a:ext uri="{FF2B5EF4-FFF2-40B4-BE49-F238E27FC236}">
                    <a16:creationId xmlns:a16="http://schemas.microsoft.com/office/drawing/2014/main" id="{5D3D46D6-7BA3-D322-4448-C1FAEC789E1F}"/>
                  </a:ext>
                </a:extLst>
              </p:cNvPr>
              <p:cNvSpPr/>
              <p:nvPr/>
            </p:nvSpPr>
            <p:spPr>
              <a:xfrm>
                <a:off x="9461484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8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8 w 64198"/>
                  <a:gd name="connsiteY9" fmla="*/ 83820 h 91725"/>
                  <a:gd name="connsiteX10" fmla="*/ 48577 w 64198"/>
                  <a:gd name="connsiteY10" fmla="*/ 83820 h 91725"/>
                  <a:gd name="connsiteX11" fmla="*/ 47244 w 64198"/>
                  <a:gd name="connsiteY11" fmla="*/ 91726 h 91725"/>
                  <a:gd name="connsiteX12" fmla="*/ 190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8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8" y="83820"/>
                    </a:lnTo>
                    <a:lnTo>
                      <a:pt x="48577" y="83820"/>
                    </a:lnTo>
                    <a:lnTo>
                      <a:pt x="47244" y="91726"/>
                    </a:lnTo>
                    <a:lnTo>
                      <a:pt x="19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29" name="Freihandform: Form 28">
                <a:extLst>
                  <a:ext uri="{FF2B5EF4-FFF2-40B4-BE49-F238E27FC236}">
                    <a16:creationId xmlns:a16="http://schemas.microsoft.com/office/drawing/2014/main" id="{8658AE10-D544-E061-AA64-A38BF01A52D8}"/>
                  </a:ext>
                </a:extLst>
              </p:cNvPr>
              <p:cNvSpPr/>
              <p:nvPr/>
            </p:nvSpPr>
            <p:spPr>
              <a:xfrm>
                <a:off x="9534636" y="2957560"/>
                <a:ext cx="48387" cy="91725"/>
              </a:xfrm>
              <a:custGeom>
                <a:avLst/>
                <a:gdLst>
                  <a:gd name="connsiteX0" fmla="*/ 0 w 48387"/>
                  <a:gd name="connsiteY0" fmla="*/ 91726 h 91725"/>
                  <a:gd name="connsiteX1" fmla="*/ 19621 w 48387"/>
                  <a:gd name="connsiteY1" fmla="*/ 0 h 91725"/>
                  <a:gd name="connsiteX2" fmla="*/ 28956 w 48387"/>
                  <a:gd name="connsiteY2" fmla="*/ 0 h 91725"/>
                  <a:gd name="connsiteX3" fmla="*/ 10954 w 48387"/>
                  <a:gd name="connsiteY3" fmla="*/ 83820 h 91725"/>
                  <a:gd name="connsiteX4" fmla="*/ 48387 w 48387"/>
                  <a:gd name="connsiteY4" fmla="*/ 83820 h 91725"/>
                  <a:gd name="connsiteX5" fmla="*/ 46958 w 48387"/>
                  <a:gd name="connsiteY5" fmla="*/ 91726 h 91725"/>
                  <a:gd name="connsiteX6" fmla="*/ 95 w 48387"/>
                  <a:gd name="connsiteY6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8387" h="91725">
                    <a:moveTo>
                      <a:pt x="0" y="91726"/>
                    </a:moveTo>
                    <a:lnTo>
                      <a:pt x="19621" y="0"/>
                    </a:lnTo>
                    <a:lnTo>
                      <a:pt x="28956" y="0"/>
                    </a:lnTo>
                    <a:lnTo>
                      <a:pt x="10954" y="83820"/>
                    </a:lnTo>
                    <a:lnTo>
                      <a:pt x="48387" y="83820"/>
                    </a:lnTo>
                    <a:lnTo>
                      <a:pt x="46958" y="91726"/>
                    </a:lnTo>
                    <a:lnTo>
                      <a:pt x="95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0" name="Freihandform: Form 29">
                <a:extLst>
                  <a:ext uri="{FF2B5EF4-FFF2-40B4-BE49-F238E27FC236}">
                    <a16:creationId xmlns:a16="http://schemas.microsoft.com/office/drawing/2014/main" id="{4342F04A-427D-14AC-BC7A-27F3DA815FDF}"/>
                  </a:ext>
                </a:extLst>
              </p:cNvPr>
              <p:cNvSpPr/>
              <p:nvPr/>
            </p:nvSpPr>
            <p:spPr>
              <a:xfrm>
                <a:off x="9605216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9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9 w 64198"/>
                  <a:gd name="connsiteY9" fmla="*/ 83820 h 91725"/>
                  <a:gd name="connsiteX10" fmla="*/ 48578 w 64198"/>
                  <a:gd name="connsiteY10" fmla="*/ 83820 h 91725"/>
                  <a:gd name="connsiteX11" fmla="*/ 47244 w 64198"/>
                  <a:gd name="connsiteY11" fmla="*/ 91726 h 91725"/>
                  <a:gd name="connsiteX12" fmla="*/ 191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9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9" y="83820"/>
                    </a:lnTo>
                    <a:lnTo>
                      <a:pt x="48578" y="83820"/>
                    </a:lnTo>
                    <a:lnTo>
                      <a:pt x="47244" y="91726"/>
                    </a:lnTo>
                    <a:lnTo>
                      <a:pt x="19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1" name="Freihandform: Form 30">
                <a:extLst>
                  <a:ext uri="{FF2B5EF4-FFF2-40B4-BE49-F238E27FC236}">
                    <a16:creationId xmlns:a16="http://schemas.microsoft.com/office/drawing/2014/main" id="{130CD3D8-E6A4-BAC4-FEDD-8B05418CFB8F}"/>
                  </a:ext>
                </a:extLst>
              </p:cNvPr>
              <p:cNvSpPr/>
              <p:nvPr/>
            </p:nvSpPr>
            <p:spPr>
              <a:xfrm>
                <a:off x="9684179" y="2955941"/>
                <a:ext cx="79247" cy="94869"/>
              </a:xfrm>
              <a:custGeom>
                <a:avLst/>
                <a:gdLst>
                  <a:gd name="connsiteX0" fmla="*/ 60960 w 79247"/>
                  <a:gd name="connsiteY0" fmla="*/ 92012 h 94869"/>
                  <a:gd name="connsiteX1" fmla="*/ 43053 w 79247"/>
                  <a:gd name="connsiteY1" fmla="*/ 94869 h 94869"/>
                  <a:gd name="connsiteX2" fmla="*/ 0 w 79247"/>
                  <a:gd name="connsiteY2" fmla="*/ 54674 h 94869"/>
                  <a:gd name="connsiteX3" fmla="*/ 54673 w 79247"/>
                  <a:gd name="connsiteY3" fmla="*/ 0 h 94869"/>
                  <a:gd name="connsiteX4" fmla="*/ 79248 w 79247"/>
                  <a:gd name="connsiteY4" fmla="*/ 4763 h 94869"/>
                  <a:gd name="connsiteX5" fmla="*/ 76105 w 79247"/>
                  <a:gd name="connsiteY5" fmla="*/ 12382 h 94869"/>
                  <a:gd name="connsiteX6" fmla="*/ 54007 w 79247"/>
                  <a:gd name="connsiteY6" fmla="*/ 7906 h 94869"/>
                  <a:gd name="connsiteX7" fmla="*/ 9049 w 79247"/>
                  <a:gd name="connsiteY7" fmla="*/ 54769 h 94869"/>
                  <a:gd name="connsiteX8" fmla="*/ 42577 w 79247"/>
                  <a:gd name="connsiteY8" fmla="*/ 86963 h 94869"/>
                  <a:gd name="connsiteX9" fmla="*/ 62008 w 79247"/>
                  <a:gd name="connsiteY9" fmla="*/ 83915 h 94869"/>
                  <a:gd name="connsiteX10" fmla="*/ 60960 w 79247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7" h="94869">
                    <a:moveTo>
                      <a:pt x="60960" y="92012"/>
                    </a:moveTo>
                    <a:cubicBezTo>
                      <a:pt x="54293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9" y="0"/>
                      <a:pt x="54673" y="0"/>
                    </a:cubicBezTo>
                    <a:cubicBezTo>
                      <a:pt x="66199" y="0"/>
                      <a:pt x="72961" y="1810"/>
                      <a:pt x="79248" y="4763"/>
                    </a:cubicBezTo>
                    <a:lnTo>
                      <a:pt x="76105" y="12382"/>
                    </a:lnTo>
                    <a:cubicBezTo>
                      <a:pt x="69532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2" name="Freihandform: Form 31">
                <a:extLst>
                  <a:ext uri="{FF2B5EF4-FFF2-40B4-BE49-F238E27FC236}">
                    <a16:creationId xmlns:a16="http://schemas.microsoft.com/office/drawing/2014/main" id="{1BED91A3-4E18-7114-D909-820A838B9FF5}"/>
                  </a:ext>
                </a:extLst>
              </p:cNvPr>
              <p:cNvSpPr/>
              <p:nvPr/>
            </p:nvSpPr>
            <p:spPr>
              <a:xfrm>
                <a:off x="9781905" y="2957560"/>
                <a:ext cx="66484" cy="91725"/>
              </a:xfrm>
              <a:custGeom>
                <a:avLst/>
                <a:gdLst>
                  <a:gd name="connsiteX0" fmla="*/ 9906 w 66484"/>
                  <a:gd name="connsiteY0" fmla="*/ 91726 h 91725"/>
                  <a:gd name="connsiteX1" fmla="*/ 27813 w 66484"/>
                  <a:gd name="connsiteY1" fmla="*/ 7906 h 91725"/>
                  <a:gd name="connsiteX2" fmla="*/ 0 w 66484"/>
                  <a:gd name="connsiteY2" fmla="*/ 7906 h 91725"/>
                  <a:gd name="connsiteX3" fmla="*/ 1715 w 66484"/>
                  <a:gd name="connsiteY3" fmla="*/ 0 h 91725"/>
                  <a:gd name="connsiteX4" fmla="*/ 66484 w 66484"/>
                  <a:gd name="connsiteY4" fmla="*/ 0 h 91725"/>
                  <a:gd name="connsiteX5" fmla="*/ 64865 w 66484"/>
                  <a:gd name="connsiteY5" fmla="*/ 7906 h 91725"/>
                  <a:gd name="connsiteX6" fmla="*/ 37052 w 66484"/>
                  <a:gd name="connsiteY6" fmla="*/ 7906 h 91725"/>
                  <a:gd name="connsiteX7" fmla="*/ 19431 w 66484"/>
                  <a:gd name="connsiteY7" fmla="*/ 91726 h 91725"/>
                  <a:gd name="connsiteX8" fmla="*/ 10001 w 66484"/>
                  <a:gd name="connsiteY8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6484" h="91725">
                    <a:moveTo>
                      <a:pt x="9906" y="91726"/>
                    </a:moveTo>
                    <a:lnTo>
                      <a:pt x="27813" y="7906"/>
                    </a:lnTo>
                    <a:lnTo>
                      <a:pt x="0" y="7906"/>
                    </a:lnTo>
                    <a:lnTo>
                      <a:pt x="1715" y="0"/>
                    </a:lnTo>
                    <a:lnTo>
                      <a:pt x="66484" y="0"/>
                    </a:lnTo>
                    <a:lnTo>
                      <a:pt x="64865" y="7906"/>
                    </a:lnTo>
                    <a:lnTo>
                      <a:pt x="37052" y="7906"/>
                    </a:lnTo>
                    <a:lnTo>
                      <a:pt x="19431" y="91726"/>
                    </a:lnTo>
                    <a:lnTo>
                      <a:pt x="1000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3" name="Freihandform: Form 32">
                <a:extLst>
                  <a:ext uri="{FF2B5EF4-FFF2-40B4-BE49-F238E27FC236}">
                    <a16:creationId xmlns:a16="http://schemas.microsoft.com/office/drawing/2014/main" id="{26E0A0E8-F366-66BE-5B95-ED7D5B1E6505}"/>
                  </a:ext>
                </a:extLst>
              </p:cNvPr>
              <p:cNvSpPr/>
              <p:nvPr/>
            </p:nvSpPr>
            <p:spPr>
              <a:xfrm>
                <a:off x="9852104" y="2957560"/>
                <a:ext cx="65912" cy="91725"/>
              </a:xfrm>
              <a:custGeom>
                <a:avLst/>
                <a:gdLst>
                  <a:gd name="connsiteX0" fmla="*/ 49625 w 65912"/>
                  <a:gd name="connsiteY0" fmla="*/ 91726 h 91725"/>
                  <a:gd name="connsiteX1" fmla="*/ 41910 w 65912"/>
                  <a:gd name="connsiteY1" fmla="*/ 58769 h 91725"/>
                  <a:gd name="connsiteX2" fmla="*/ 29051 w 65912"/>
                  <a:gd name="connsiteY2" fmla="*/ 48482 h 91725"/>
                  <a:gd name="connsiteX3" fmla="*/ 18383 w 65912"/>
                  <a:gd name="connsiteY3" fmla="*/ 48482 h 91725"/>
                  <a:gd name="connsiteX4" fmla="*/ 9144 w 65912"/>
                  <a:gd name="connsiteY4" fmla="*/ 91726 h 91725"/>
                  <a:gd name="connsiteX5" fmla="*/ 0 w 65912"/>
                  <a:gd name="connsiteY5" fmla="*/ 91726 h 91725"/>
                  <a:gd name="connsiteX6" fmla="*/ 20003 w 65912"/>
                  <a:gd name="connsiteY6" fmla="*/ 0 h 91725"/>
                  <a:gd name="connsiteX7" fmla="*/ 42291 w 65912"/>
                  <a:gd name="connsiteY7" fmla="*/ 0 h 91725"/>
                  <a:gd name="connsiteX8" fmla="*/ 65913 w 65912"/>
                  <a:gd name="connsiteY8" fmla="*/ 20479 h 91725"/>
                  <a:gd name="connsiteX9" fmla="*/ 40005 w 65912"/>
                  <a:gd name="connsiteY9" fmla="*/ 45053 h 91725"/>
                  <a:gd name="connsiteX10" fmla="*/ 40005 w 65912"/>
                  <a:gd name="connsiteY10" fmla="*/ 45339 h 91725"/>
                  <a:gd name="connsiteX11" fmla="*/ 49721 w 65912"/>
                  <a:gd name="connsiteY11" fmla="*/ 56007 h 91725"/>
                  <a:gd name="connsiteX12" fmla="*/ 58483 w 65912"/>
                  <a:gd name="connsiteY12" fmla="*/ 91726 h 91725"/>
                  <a:gd name="connsiteX13" fmla="*/ 49530 w 65912"/>
                  <a:gd name="connsiteY13" fmla="*/ 91726 h 91725"/>
                  <a:gd name="connsiteX14" fmla="*/ 29242 w 65912"/>
                  <a:gd name="connsiteY14" fmla="*/ 40672 h 91725"/>
                  <a:gd name="connsiteX15" fmla="*/ 56864 w 65912"/>
                  <a:gd name="connsiteY15" fmla="*/ 21717 h 91725"/>
                  <a:gd name="connsiteX16" fmla="*/ 40291 w 65912"/>
                  <a:gd name="connsiteY16" fmla="*/ 7906 h 91725"/>
                  <a:gd name="connsiteX17" fmla="*/ 27051 w 65912"/>
                  <a:gd name="connsiteY17" fmla="*/ 7906 h 91725"/>
                  <a:gd name="connsiteX18" fmla="*/ 20098 w 65912"/>
                  <a:gd name="connsiteY18" fmla="*/ 40576 h 91725"/>
                  <a:gd name="connsiteX19" fmla="*/ 29242 w 65912"/>
                  <a:gd name="connsiteY19" fmla="*/ 4057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5912" h="91725">
                    <a:moveTo>
                      <a:pt x="49625" y="91726"/>
                    </a:moveTo>
                    <a:lnTo>
                      <a:pt x="41910" y="58769"/>
                    </a:lnTo>
                    <a:cubicBezTo>
                      <a:pt x="39910" y="50578"/>
                      <a:pt x="36481" y="48482"/>
                      <a:pt x="29051" y="48482"/>
                    </a:cubicBezTo>
                    <a:lnTo>
                      <a:pt x="18383" y="48482"/>
                    </a:lnTo>
                    <a:lnTo>
                      <a:pt x="9144" y="91726"/>
                    </a:lnTo>
                    <a:lnTo>
                      <a:pt x="0" y="91726"/>
                    </a:lnTo>
                    <a:lnTo>
                      <a:pt x="20003" y="0"/>
                    </a:lnTo>
                    <a:lnTo>
                      <a:pt x="42291" y="0"/>
                    </a:lnTo>
                    <a:cubicBezTo>
                      <a:pt x="57245" y="0"/>
                      <a:pt x="65913" y="6286"/>
                      <a:pt x="65913" y="20479"/>
                    </a:cubicBezTo>
                    <a:cubicBezTo>
                      <a:pt x="65913" y="34671"/>
                      <a:pt x="55531" y="44291"/>
                      <a:pt x="40005" y="45053"/>
                    </a:cubicBezTo>
                    <a:lnTo>
                      <a:pt x="40005" y="45339"/>
                    </a:lnTo>
                    <a:cubicBezTo>
                      <a:pt x="46577" y="46482"/>
                      <a:pt x="48292" y="49911"/>
                      <a:pt x="49721" y="56007"/>
                    </a:cubicBezTo>
                    <a:lnTo>
                      <a:pt x="58483" y="91726"/>
                    </a:lnTo>
                    <a:lnTo>
                      <a:pt x="49530" y="91726"/>
                    </a:lnTo>
                    <a:close/>
                    <a:moveTo>
                      <a:pt x="29242" y="40672"/>
                    </a:moveTo>
                    <a:cubicBezTo>
                      <a:pt x="45149" y="40672"/>
                      <a:pt x="56864" y="34671"/>
                      <a:pt x="56864" y="21717"/>
                    </a:cubicBezTo>
                    <a:cubicBezTo>
                      <a:pt x="56864" y="11716"/>
                      <a:pt x="50197" y="7906"/>
                      <a:pt x="40291" y="7906"/>
                    </a:cubicBezTo>
                    <a:lnTo>
                      <a:pt x="27051" y="7906"/>
                    </a:lnTo>
                    <a:lnTo>
                      <a:pt x="20098" y="40576"/>
                    </a:lnTo>
                    <a:lnTo>
                      <a:pt x="29242" y="4057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4" name="Freihandform: Form 33">
                <a:extLst>
                  <a:ext uri="{FF2B5EF4-FFF2-40B4-BE49-F238E27FC236}">
                    <a16:creationId xmlns:a16="http://schemas.microsoft.com/office/drawing/2014/main" id="{87087C71-BEF0-C154-3D03-D4123741B100}"/>
                  </a:ext>
                </a:extLst>
              </p:cNvPr>
              <p:cNvSpPr/>
              <p:nvPr/>
            </p:nvSpPr>
            <p:spPr>
              <a:xfrm>
                <a:off x="9939068" y="2956036"/>
                <a:ext cx="83438" cy="94868"/>
              </a:xfrm>
              <a:custGeom>
                <a:avLst/>
                <a:gdLst>
                  <a:gd name="connsiteX0" fmla="*/ 0 w 83438"/>
                  <a:gd name="connsiteY0" fmla="*/ 57436 h 94868"/>
                  <a:gd name="connsiteX1" fmla="*/ 48768 w 83438"/>
                  <a:gd name="connsiteY1" fmla="*/ 0 h 94868"/>
                  <a:gd name="connsiteX2" fmla="*/ 83439 w 83438"/>
                  <a:gd name="connsiteY2" fmla="*/ 37433 h 94868"/>
                  <a:gd name="connsiteX3" fmla="*/ 34671 w 83438"/>
                  <a:gd name="connsiteY3" fmla="*/ 94869 h 94868"/>
                  <a:gd name="connsiteX4" fmla="*/ 0 w 83438"/>
                  <a:gd name="connsiteY4" fmla="*/ 57436 h 94868"/>
                  <a:gd name="connsiteX5" fmla="*/ 74390 w 83438"/>
                  <a:gd name="connsiteY5" fmla="*/ 38481 h 94868"/>
                  <a:gd name="connsiteX6" fmla="*/ 48387 w 83438"/>
                  <a:gd name="connsiteY6" fmla="*/ 7906 h 94868"/>
                  <a:gd name="connsiteX7" fmla="*/ 9144 w 83438"/>
                  <a:gd name="connsiteY7" fmla="*/ 56674 h 94868"/>
                  <a:gd name="connsiteX8" fmla="*/ 35433 w 83438"/>
                  <a:gd name="connsiteY8" fmla="*/ 87058 h 94868"/>
                  <a:gd name="connsiteX9" fmla="*/ 74486 w 83438"/>
                  <a:gd name="connsiteY9" fmla="*/ 38576 h 94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3438" h="94868">
                    <a:moveTo>
                      <a:pt x="0" y="57436"/>
                    </a:moveTo>
                    <a:cubicBezTo>
                      <a:pt x="0" y="28099"/>
                      <a:pt x="18574" y="0"/>
                      <a:pt x="48768" y="0"/>
                    </a:cubicBezTo>
                    <a:cubicBezTo>
                      <a:pt x="70961" y="0"/>
                      <a:pt x="83439" y="14573"/>
                      <a:pt x="83439" y="37433"/>
                    </a:cubicBezTo>
                    <a:cubicBezTo>
                      <a:pt x="83439" y="66866"/>
                      <a:pt x="64865" y="94869"/>
                      <a:pt x="34671" y="94869"/>
                    </a:cubicBezTo>
                    <a:cubicBezTo>
                      <a:pt x="12383" y="94869"/>
                      <a:pt x="0" y="80010"/>
                      <a:pt x="0" y="57436"/>
                    </a:cubicBezTo>
                    <a:close/>
                    <a:moveTo>
                      <a:pt x="74390" y="38481"/>
                    </a:moveTo>
                    <a:cubicBezTo>
                      <a:pt x="74390" y="19717"/>
                      <a:pt x="64961" y="7906"/>
                      <a:pt x="48387" y="7906"/>
                    </a:cubicBezTo>
                    <a:cubicBezTo>
                      <a:pt x="24384" y="7906"/>
                      <a:pt x="9144" y="33623"/>
                      <a:pt x="9144" y="56674"/>
                    </a:cubicBezTo>
                    <a:cubicBezTo>
                      <a:pt x="9144" y="72485"/>
                      <a:pt x="16383" y="87058"/>
                      <a:pt x="35433" y="87058"/>
                    </a:cubicBezTo>
                    <a:cubicBezTo>
                      <a:pt x="59246" y="87058"/>
                      <a:pt x="74486" y="61055"/>
                      <a:pt x="74486" y="38576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5" name="Freihandform: Form 34">
                <a:extLst>
                  <a:ext uri="{FF2B5EF4-FFF2-40B4-BE49-F238E27FC236}">
                    <a16:creationId xmlns:a16="http://schemas.microsoft.com/office/drawing/2014/main" id="{0C0E3641-91AE-3706-1044-A1122B708C99}"/>
                  </a:ext>
                </a:extLst>
              </p:cNvPr>
              <p:cNvSpPr/>
              <p:nvPr/>
            </p:nvSpPr>
            <p:spPr>
              <a:xfrm>
                <a:off x="10040890" y="2957560"/>
                <a:ext cx="86772" cy="91725"/>
              </a:xfrm>
              <a:custGeom>
                <a:avLst/>
                <a:gdLst>
                  <a:gd name="connsiteX0" fmla="*/ 56579 w 86772"/>
                  <a:gd name="connsiteY0" fmla="*/ 91726 h 91725"/>
                  <a:gd name="connsiteX1" fmla="*/ 26003 w 86772"/>
                  <a:gd name="connsiteY1" fmla="*/ 11049 h 91725"/>
                  <a:gd name="connsiteX2" fmla="*/ 25717 w 86772"/>
                  <a:gd name="connsiteY2" fmla="*/ 11049 h 91725"/>
                  <a:gd name="connsiteX3" fmla="*/ 8382 w 86772"/>
                  <a:gd name="connsiteY3" fmla="*/ 91726 h 91725"/>
                  <a:gd name="connsiteX4" fmla="*/ 0 w 86772"/>
                  <a:gd name="connsiteY4" fmla="*/ 91726 h 91725"/>
                  <a:gd name="connsiteX5" fmla="*/ 19812 w 86772"/>
                  <a:gd name="connsiteY5" fmla="*/ 0 h 91725"/>
                  <a:gd name="connsiteX6" fmla="*/ 30575 w 86772"/>
                  <a:gd name="connsiteY6" fmla="*/ 0 h 91725"/>
                  <a:gd name="connsiteX7" fmla="*/ 61150 w 86772"/>
                  <a:gd name="connsiteY7" fmla="*/ 80677 h 91725"/>
                  <a:gd name="connsiteX8" fmla="*/ 61436 w 86772"/>
                  <a:gd name="connsiteY8" fmla="*/ 80677 h 91725"/>
                  <a:gd name="connsiteX9" fmla="*/ 78486 w 86772"/>
                  <a:gd name="connsiteY9" fmla="*/ 0 h 91725"/>
                  <a:gd name="connsiteX10" fmla="*/ 86773 w 86772"/>
                  <a:gd name="connsiteY10" fmla="*/ 0 h 91725"/>
                  <a:gd name="connsiteX11" fmla="*/ 67342 w 86772"/>
                  <a:gd name="connsiteY11" fmla="*/ 91726 h 91725"/>
                  <a:gd name="connsiteX12" fmla="*/ 56579 w 86772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6772" h="91725">
                    <a:moveTo>
                      <a:pt x="56579" y="91726"/>
                    </a:moveTo>
                    <a:lnTo>
                      <a:pt x="26003" y="11049"/>
                    </a:lnTo>
                    <a:lnTo>
                      <a:pt x="25717" y="11049"/>
                    </a:lnTo>
                    <a:lnTo>
                      <a:pt x="8382" y="91726"/>
                    </a:lnTo>
                    <a:lnTo>
                      <a:pt x="0" y="91726"/>
                    </a:lnTo>
                    <a:lnTo>
                      <a:pt x="19812" y="0"/>
                    </a:lnTo>
                    <a:lnTo>
                      <a:pt x="30575" y="0"/>
                    </a:lnTo>
                    <a:lnTo>
                      <a:pt x="61150" y="80677"/>
                    </a:lnTo>
                    <a:lnTo>
                      <a:pt x="61436" y="80677"/>
                    </a:lnTo>
                    <a:lnTo>
                      <a:pt x="78486" y="0"/>
                    </a:lnTo>
                    <a:lnTo>
                      <a:pt x="86773" y="0"/>
                    </a:lnTo>
                    <a:lnTo>
                      <a:pt x="67342" y="91726"/>
                    </a:lnTo>
                    <a:lnTo>
                      <a:pt x="56579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6" name="Freihandform: Form 35">
                <a:extLst>
                  <a:ext uri="{FF2B5EF4-FFF2-40B4-BE49-F238E27FC236}">
                    <a16:creationId xmlns:a16="http://schemas.microsoft.com/office/drawing/2014/main" id="{BDA8FC87-59C4-650B-5FFB-BD2EE6F24FE5}"/>
                  </a:ext>
                </a:extLst>
              </p:cNvPr>
              <p:cNvSpPr/>
              <p:nvPr/>
            </p:nvSpPr>
            <p:spPr>
              <a:xfrm>
                <a:off x="10141379" y="2957560"/>
                <a:ext cx="28479" cy="91725"/>
              </a:xfrm>
              <a:custGeom>
                <a:avLst/>
                <a:gdLst>
                  <a:gd name="connsiteX0" fmla="*/ 0 w 28479"/>
                  <a:gd name="connsiteY0" fmla="*/ 91726 h 91725"/>
                  <a:gd name="connsiteX1" fmla="*/ 19431 w 28479"/>
                  <a:gd name="connsiteY1" fmla="*/ 0 h 91725"/>
                  <a:gd name="connsiteX2" fmla="*/ 28480 w 28479"/>
                  <a:gd name="connsiteY2" fmla="*/ 0 h 91725"/>
                  <a:gd name="connsiteX3" fmla="*/ 9049 w 28479"/>
                  <a:gd name="connsiteY3" fmla="*/ 91726 h 91725"/>
                  <a:gd name="connsiteX4" fmla="*/ 0 w 28479"/>
                  <a:gd name="connsiteY4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479" h="91725">
                    <a:moveTo>
                      <a:pt x="0" y="91726"/>
                    </a:moveTo>
                    <a:lnTo>
                      <a:pt x="19431" y="0"/>
                    </a:lnTo>
                    <a:lnTo>
                      <a:pt x="28480" y="0"/>
                    </a:lnTo>
                    <a:lnTo>
                      <a:pt x="9049" y="91726"/>
                    </a:lnTo>
                    <a:lnTo>
                      <a:pt x="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7" name="Freihandform: Form 36">
                <a:extLst>
                  <a:ext uri="{FF2B5EF4-FFF2-40B4-BE49-F238E27FC236}">
                    <a16:creationId xmlns:a16="http://schemas.microsoft.com/office/drawing/2014/main" id="{826B5FF8-7586-D8C2-B76D-F209B1F502B8}"/>
                  </a:ext>
                </a:extLst>
              </p:cNvPr>
              <p:cNvSpPr/>
              <p:nvPr/>
            </p:nvSpPr>
            <p:spPr>
              <a:xfrm>
                <a:off x="10187766" y="2955941"/>
                <a:ext cx="79248" cy="94869"/>
              </a:xfrm>
              <a:custGeom>
                <a:avLst/>
                <a:gdLst>
                  <a:gd name="connsiteX0" fmla="*/ 60960 w 79248"/>
                  <a:gd name="connsiteY0" fmla="*/ 92012 h 94869"/>
                  <a:gd name="connsiteX1" fmla="*/ 43053 w 79248"/>
                  <a:gd name="connsiteY1" fmla="*/ 94869 h 94869"/>
                  <a:gd name="connsiteX2" fmla="*/ 0 w 79248"/>
                  <a:gd name="connsiteY2" fmla="*/ 54674 h 94869"/>
                  <a:gd name="connsiteX3" fmla="*/ 54674 w 79248"/>
                  <a:gd name="connsiteY3" fmla="*/ 0 h 94869"/>
                  <a:gd name="connsiteX4" fmla="*/ 79248 w 79248"/>
                  <a:gd name="connsiteY4" fmla="*/ 4763 h 94869"/>
                  <a:gd name="connsiteX5" fmla="*/ 76105 w 79248"/>
                  <a:gd name="connsiteY5" fmla="*/ 12382 h 94869"/>
                  <a:gd name="connsiteX6" fmla="*/ 54007 w 79248"/>
                  <a:gd name="connsiteY6" fmla="*/ 7906 h 94869"/>
                  <a:gd name="connsiteX7" fmla="*/ 9049 w 79248"/>
                  <a:gd name="connsiteY7" fmla="*/ 54769 h 94869"/>
                  <a:gd name="connsiteX8" fmla="*/ 42577 w 79248"/>
                  <a:gd name="connsiteY8" fmla="*/ 86963 h 94869"/>
                  <a:gd name="connsiteX9" fmla="*/ 62008 w 79248"/>
                  <a:gd name="connsiteY9" fmla="*/ 83915 h 94869"/>
                  <a:gd name="connsiteX10" fmla="*/ 60960 w 79248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8" h="94869">
                    <a:moveTo>
                      <a:pt x="60960" y="92012"/>
                    </a:moveTo>
                    <a:cubicBezTo>
                      <a:pt x="54292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8" y="0"/>
                      <a:pt x="54674" y="0"/>
                    </a:cubicBezTo>
                    <a:cubicBezTo>
                      <a:pt x="66199" y="0"/>
                      <a:pt x="72962" y="1810"/>
                      <a:pt x="79248" y="4763"/>
                    </a:cubicBezTo>
                    <a:lnTo>
                      <a:pt x="76105" y="12382"/>
                    </a:lnTo>
                    <a:cubicBezTo>
                      <a:pt x="69533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8" name="Freihandform: Form 37">
                <a:extLst>
                  <a:ext uri="{FF2B5EF4-FFF2-40B4-BE49-F238E27FC236}">
                    <a16:creationId xmlns:a16="http://schemas.microsoft.com/office/drawing/2014/main" id="{2C0DA13A-B441-BB64-5824-FAB5947F923F}"/>
                  </a:ext>
                </a:extLst>
              </p:cNvPr>
              <p:cNvSpPr/>
              <p:nvPr/>
            </p:nvSpPr>
            <p:spPr>
              <a:xfrm>
                <a:off x="10272062" y="2955941"/>
                <a:ext cx="66293" cy="94869"/>
              </a:xfrm>
              <a:custGeom>
                <a:avLst/>
                <a:gdLst>
                  <a:gd name="connsiteX0" fmla="*/ 2572 w 66293"/>
                  <a:gd name="connsiteY0" fmla="*/ 81248 h 94869"/>
                  <a:gd name="connsiteX1" fmla="*/ 22193 w 66293"/>
                  <a:gd name="connsiteY1" fmla="*/ 87058 h 94869"/>
                  <a:gd name="connsiteX2" fmla="*/ 47720 w 66293"/>
                  <a:gd name="connsiteY2" fmla="*/ 67437 h 94869"/>
                  <a:gd name="connsiteX3" fmla="*/ 34099 w 66293"/>
                  <a:gd name="connsiteY3" fmla="*/ 49435 h 94869"/>
                  <a:gd name="connsiteX4" fmla="*/ 14002 w 66293"/>
                  <a:gd name="connsiteY4" fmla="*/ 25527 h 94869"/>
                  <a:gd name="connsiteX5" fmla="*/ 45053 w 66293"/>
                  <a:gd name="connsiteY5" fmla="*/ 0 h 94869"/>
                  <a:gd name="connsiteX6" fmla="*/ 66294 w 66293"/>
                  <a:gd name="connsiteY6" fmla="*/ 4096 h 94869"/>
                  <a:gd name="connsiteX7" fmla="*/ 63532 w 66293"/>
                  <a:gd name="connsiteY7" fmla="*/ 12382 h 94869"/>
                  <a:gd name="connsiteX8" fmla="*/ 44863 w 66293"/>
                  <a:gd name="connsiteY8" fmla="*/ 7906 h 94869"/>
                  <a:gd name="connsiteX9" fmla="*/ 23050 w 66293"/>
                  <a:gd name="connsiteY9" fmla="*/ 24860 h 94869"/>
                  <a:gd name="connsiteX10" fmla="*/ 36481 w 66293"/>
                  <a:gd name="connsiteY10" fmla="*/ 40481 h 94869"/>
                  <a:gd name="connsiteX11" fmla="*/ 56864 w 66293"/>
                  <a:gd name="connsiteY11" fmla="*/ 66199 h 94869"/>
                  <a:gd name="connsiteX12" fmla="*/ 22955 w 66293"/>
                  <a:gd name="connsiteY12" fmla="*/ 94869 h 94869"/>
                  <a:gd name="connsiteX13" fmla="*/ 0 w 66293"/>
                  <a:gd name="connsiteY13" fmla="*/ 89916 h 94869"/>
                  <a:gd name="connsiteX14" fmla="*/ 2762 w 66293"/>
                  <a:gd name="connsiteY14" fmla="*/ 81248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6293" h="94869">
                    <a:moveTo>
                      <a:pt x="2572" y="81248"/>
                    </a:moveTo>
                    <a:cubicBezTo>
                      <a:pt x="8096" y="84963"/>
                      <a:pt x="15430" y="87058"/>
                      <a:pt x="22193" y="87058"/>
                    </a:cubicBezTo>
                    <a:cubicBezTo>
                      <a:pt x="34576" y="87058"/>
                      <a:pt x="47720" y="81629"/>
                      <a:pt x="47720" y="67437"/>
                    </a:cubicBezTo>
                    <a:cubicBezTo>
                      <a:pt x="47720" y="59912"/>
                      <a:pt x="42767" y="54959"/>
                      <a:pt x="34099" y="49435"/>
                    </a:cubicBezTo>
                    <a:cubicBezTo>
                      <a:pt x="23241" y="42482"/>
                      <a:pt x="14002" y="36957"/>
                      <a:pt x="14002" y="25527"/>
                    </a:cubicBezTo>
                    <a:cubicBezTo>
                      <a:pt x="14002" y="8477"/>
                      <a:pt x="28099" y="0"/>
                      <a:pt x="45053" y="0"/>
                    </a:cubicBezTo>
                    <a:cubicBezTo>
                      <a:pt x="52768" y="0"/>
                      <a:pt x="59912" y="1333"/>
                      <a:pt x="66294" y="4096"/>
                    </a:cubicBezTo>
                    <a:lnTo>
                      <a:pt x="63532" y="12382"/>
                    </a:lnTo>
                    <a:cubicBezTo>
                      <a:pt x="57626" y="9334"/>
                      <a:pt x="51340" y="7906"/>
                      <a:pt x="44863" y="7906"/>
                    </a:cubicBezTo>
                    <a:cubicBezTo>
                      <a:pt x="34861" y="7906"/>
                      <a:pt x="23050" y="12764"/>
                      <a:pt x="23050" y="24860"/>
                    </a:cubicBezTo>
                    <a:cubicBezTo>
                      <a:pt x="23050" y="31051"/>
                      <a:pt x="27527" y="34957"/>
                      <a:pt x="36481" y="40481"/>
                    </a:cubicBezTo>
                    <a:cubicBezTo>
                      <a:pt x="48673" y="48006"/>
                      <a:pt x="56864" y="54293"/>
                      <a:pt x="56864" y="66199"/>
                    </a:cubicBezTo>
                    <a:cubicBezTo>
                      <a:pt x="56864" y="84868"/>
                      <a:pt x="39814" y="94869"/>
                      <a:pt x="22955" y="94869"/>
                    </a:cubicBezTo>
                    <a:cubicBezTo>
                      <a:pt x="14573" y="94869"/>
                      <a:pt x="6382" y="93440"/>
                      <a:pt x="0" y="89916"/>
                    </a:cubicBezTo>
                    <a:lnTo>
                      <a:pt x="2762" y="8124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B5D68299-8DD6-9AB8-014E-FF79AA994DFF}"/>
                </a:ext>
              </a:extLst>
            </p:cNvPr>
            <p:cNvSpPr/>
            <p:nvPr/>
          </p:nvSpPr>
          <p:spPr>
            <a:xfrm>
              <a:off x="9491583" y="2527792"/>
              <a:ext cx="408717" cy="379666"/>
            </a:xfrm>
            <a:custGeom>
              <a:avLst/>
              <a:gdLst>
                <a:gd name="connsiteX0" fmla="*/ 80486 w 408717"/>
                <a:gd name="connsiteY0" fmla="*/ 0 h 379666"/>
                <a:gd name="connsiteX1" fmla="*/ 80486 w 408717"/>
                <a:gd name="connsiteY1" fmla="*/ 0 h 379666"/>
                <a:gd name="connsiteX2" fmla="*/ 408718 w 408717"/>
                <a:gd name="connsiteY2" fmla="*/ 0 h 379666"/>
                <a:gd name="connsiteX3" fmla="*/ 389477 w 408717"/>
                <a:gd name="connsiteY3" fmla="*/ 91345 h 379666"/>
                <a:gd name="connsiteX4" fmla="*/ 203168 w 408717"/>
                <a:gd name="connsiteY4" fmla="*/ 91345 h 379666"/>
                <a:gd name="connsiteX5" fmla="*/ 191643 w 408717"/>
                <a:gd name="connsiteY5" fmla="*/ 145161 h 379666"/>
                <a:gd name="connsiteX6" fmla="*/ 369760 w 408717"/>
                <a:gd name="connsiteY6" fmla="*/ 145161 h 379666"/>
                <a:gd name="connsiteX7" fmla="*/ 350520 w 408717"/>
                <a:gd name="connsiteY7" fmla="*/ 236506 h 379666"/>
                <a:gd name="connsiteX8" fmla="*/ 172402 w 408717"/>
                <a:gd name="connsiteY8" fmla="*/ 236506 h 379666"/>
                <a:gd name="connsiteX9" fmla="*/ 161353 w 408717"/>
                <a:gd name="connsiteY9" fmla="*/ 287941 h 379666"/>
                <a:gd name="connsiteX10" fmla="*/ 351282 w 408717"/>
                <a:gd name="connsiteY10" fmla="*/ 287941 h 379666"/>
                <a:gd name="connsiteX11" fmla="*/ 331946 w 408717"/>
                <a:gd name="connsiteY11" fmla="*/ 379667 h 379666"/>
                <a:gd name="connsiteX12" fmla="*/ 0 w 408717"/>
                <a:gd name="connsiteY12" fmla="*/ 379667 h 379666"/>
                <a:gd name="connsiteX13" fmla="*/ 80486 w 408717"/>
                <a:gd name="connsiteY13" fmla="*/ 0 h 379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8717" h="379666">
                  <a:moveTo>
                    <a:pt x="80486" y="0"/>
                  </a:moveTo>
                  <a:lnTo>
                    <a:pt x="80486" y="0"/>
                  </a:lnTo>
                  <a:lnTo>
                    <a:pt x="408718" y="0"/>
                  </a:lnTo>
                  <a:lnTo>
                    <a:pt x="389477" y="91345"/>
                  </a:lnTo>
                  <a:lnTo>
                    <a:pt x="203168" y="91345"/>
                  </a:lnTo>
                  <a:lnTo>
                    <a:pt x="191643" y="145161"/>
                  </a:lnTo>
                  <a:lnTo>
                    <a:pt x="369760" y="145161"/>
                  </a:lnTo>
                  <a:lnTo>
                    <a:pt x="350520" y="236506"/>
                  </a:lnTo>
                  <a:lnTo>
                    <a:pt x="172402" y="236506"/>
                  </a:lnTo>
                  <a:lnTo>
                    <a:pt x="161353" y="287941"/>
                  </a:lnTo>
                  <a:lnTo>
                    <a:pt x="351282" y="287941"/>
                  </a:lnTo>
                  <a:lnTo>
                    <a:pt x="331946" y="379667"/>
                  </a:lnTo>
                  <a:lnTo>
                    <a:pt x="0" y="379667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949D9ADA-7FF6-BFC9-62FA-78CB88BD7503}"/>
                </a:ext>
              </a:extLst>
            </p:cNvPr>
            <p:cNvSpPr/>
            <p:nvPr/>
          </p:nvSpPr>
          <p:spPr>
            <a:xfrm>
              <a:off x="9892110" y="2527792"/>
              <a:ext cx="446790" cy="379571"/>
            </a:xfrm>
            <a:custGeom>
              <a:avLst/>
              <a:gdLst>
                <a:gd name="connsiteX0" fmla="*/ 80486 w 446790"/>
                <a:gd name="connsiteY0" fmla="*/ 0 h 379571"/>
                <a:gd name="connsiteX1" fmla="*/ 293846 w 446790"/>
                <a:gd name="connsiteY1" fmla="*/ 0 h 379571"/>
                <a:gd name="connsiteX2" fmla="*/ 438721 w 446790"/>
                <a:gd name="connsiteY2" fmla="*/ 190786 h 379571"/>
                <a:gd name="connsiteX3" fmla="*/ 207264 w 446790"/>
                <a:gd name="connsiteY3" fmla="*/ 379571 h 379571"/>
                <a:gd name="connsiteX4" fmla="*/ 0 w 446790"/>
                <a:gd name="connsiteY4" fmla="*/ 379571 h 379571"/>
                <a:gd name="connsiteX5" fmla="*/ 80486 w 446790"/>
                <a:gd name="connsiteY5" fmla="*/ 0 h 379571"/>
                <a:gd name="connsiteX6" fmla="*/ 165830 w 446790"/>
                <a:gd name="connsiteY6" fmla="*/ 284988 h 379571"/>
                <a:gd name="connsiteX7" fmla="*/ 201930 w 446790"/>
                <a:gd name="connsiteY7" fmla="*/ 284988 h 379571"/>
                <a:gd name="connsiteX8" fmla="*/ 287274 w 446790"/>
                <a:gd name="connsiteY8" fmla="*/ 186690 h 379571"/>
                <a:gd name="connsiteX9" fmla="*/ 243364 w 446790"/>
                <a:gd name="connsiteY9" fmla="*/ 88011 h 379571"/>
                <a:gd name="connsiteX10" fmla="*/ 207264 w 446790"/>
                <a:gd name="connsiteY10" fmla="*/ 88011 h 379571"/>
                <a:gd name="connsiteX11" fmla="*/ 165830 w 446790"/>
                <a:gd name="connsiteY11" fmla="*/ 284988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6790" h="379571">
                  <a:moveTo>
                    <a:pt x="80486" y="0"/>
                  </a:moveTo>
                  <a:lnTo>
                    <a:pt x="293846" y="0"/>
                  </a:lnTo>
                  <a:cubicBezTo>
                    <a:pt x="402622" y="0"/>
                    <a:pt x="471106" y="36576"/>
                    <a:pt x="438721" y="190786"/>
                  </a:cubicBezTo>
                  <a:cubicBezTo>
                    <a:pt x="407956" y="334328"/>
                    <a:pt x="316039" y="379571"/>
                    <a:pt x="207264" y="379571"/>
                  </a:cubicBezTo>
                  <a:lnTo>
                    <a:pt x="0" y="379571"/>
                  </a:lnTo>
                  <a:lnTo>
                    <a:pt x="80486" y="0"/>
                  </a:lnTo>
                  <a:close/>
                  <a:moveTo>
                    <a:pt x="165830" y="284988"/>
                  </a:moveTo>
                  <a:lnTo>
                    <a:pt x="201930" y="284988"/>
                  </a:lnTo>
                  <a:cubicBezTo>
                    <a:pt x="254889" y="284988"/>
                    <a:pt x="274130" y="250031"/>
                    <a:pt x="287274" y="186690"/>
                  </a:cubicBezTo>
                  <a:cubicBezTo>
                    <a:pt x="301276" y="121730"/>
                    <a:pt x="295465" y="88011"/>
                    <a:pt x="243364" y="88011"/>
                  </a:cubicBezTo>
                  <a:lnTo>
                    <a:pt x="207264" y="88011"/>
                  </a:lnTo>
                  <a:lnTo>
                    <a:pt x="165830" y="2849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76AA6863-060B-94D1-3C66-20A84B7FA8D4}"/>
                </a:ext>
              </a:extLst>
            </p:cNvPr>
            <p:cNvSpPr/>
            <p:nvPr/>
          </p:nvSpPr>
          <p:spPr>
            <a:xfrm>
              <a:off x="10291778" y="2527792"/>
              <a:ext cx="468344" cy="379571"/>
            </a:xfrm>
            <a:custGeom>
              <a:avLst/>
              <a:gdLst>
                <a:gd name="connsiteX0" fmla="*/ 213455 w 468344"/>
                <a:gd name="connsiteY0" fmla="*/ 0 h 379571"/>
                <a:gd name="connsiteX1" fmla="*/ 413766 w 468344"/>
                <a:gd name="connsiteY1" fmla="*/ 0 h 379571"/>
                <a:gd name="connsiteX2" fmla="*/ 468344 w 468344"/>
                <a:gd name="connsiteY2" fmla="*/ 379571 h 379571"/>
                <a:gd name="connsiteX3" fmla="*/ 315659 w 468344"/>
                <a:gd name="connsiteY3" fmla="*/ 379571 h 379571"/>
                <a:gd name="connsiteX4" fmla="*/ 308229 w 468344"/>
                <a:gd name="connsiteY4" fmla="*/ 297275 h 379571"/>
                <a:gd name="connsiteX5" fmla="*/ 185547 w 468344"/>
                <a:gd name="connsiteY5" fmla="*/ 297275 h 379571"/>
                <a:gd name="connsiteX6" fmla="*/ 144875 w 468344"/>
                <a:gd name="connsiteY6" fmla="*/ 379571 h 379571"/>
                <a:gd name="connsiteX7" fmla="*/ 0 w 468344"/>
                <a:gd name="connsiteY7" fmla="*/ 379571 h 379571"/>
                <a:gd name="connsiteX8" fmla="*/ 213360 w 468344"/>
                <a:gd name="connsiteY8" fmla="*/ 0 h 379571"/>
                <a:gd name="connsiteX9" fmla="*/ 224885 w 468344"/>
                <a:gd name="connsiteY9" fmla="*/ 206026 h 379571"/>
                <a:gd name="connsiteX10" fmla="*/ 308991 w 468344"/>
                <a:gd name="connsiteY10" fmla="*/ 206026 h 379571"/>
                <a:gd name="connsiteX11" fmla="*/ 294227 w 468344"/>
                <a:gd name="connsiteY11" fmla="*/ 81439 h 379571"/>
                <a:gd name="connsiteX12" fmla="*/ 292989 w 468344"/>
                <a:gd name="connsiteY12" fmla="*/ 81439 h 379571"/>
                <a:gd name="connsiteX13" fmla="*/ 224885 w 468344"/>
                <a:gd name="connsiteY13" fmla="*/ 206026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68344" h="379571">
                  <a:moveTo>
                    <a:pt x="213455" y="0"/>
                  </a:moveTo>
                  <a:lnTo>
                    <a:pt x="413766" y="0"/>
                  </a:lnTo>
                  <a:lnTo>
                    <a:pt x="468344" y="379571"/>
                  </a:lnTo>
                  <a:lnTo>
                    <a:pt x="315659" y="379571"/>
                  </a:lnTo>
                  <a:lnTo>
                    <a:pt x="308229" y="297275"/>
                  </a:lnTo>
                  <a:lnTo>
                    <a:pt x="185547" y="297275"/>
                  </a:lnTo>
                  <a:lnTo>
                    <a:pt x="144875" y="379571"/>
                  </a:lnTo>
                  <a:lnTo>
                    <a:pt x="0" y="379571"/>
                  </a:lnTo>
                  <a:lnTo>
                    <a:pt x="213360" y="0"/>
                  </a:lnTo>
                  <a:close/>
                  <a:moveTo>
                    <a:pt x="224885" y="206026"/>
                  </a:moveTo>
                  <a:lnTo>
                    <a:pt x="308991" y="206026"/>
                  </a:lnTo>
                  <a:lnTo>
                    <a:pt x="294227" y="81439"/>
                  </a:lnTo>
                  <a:lnTo>
                    <a:pt x="292989" y="81439"/>
                  </a:lnTo>
                  <a:lnTo>
                    <a:pt x="224885" y="2060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" name="Freihandform: Form 22">
              <a:extLst>
                <a:ext uri="{FF2B5EF4-FFF2-40B4-BE49-F238E27FC236}">
                  <a16:creationId xmlns:a16="http://schemas.microsoft.com/office/drawing/2014/main" id="{C9EF850E-BE6F-7B53-579D-044706DB091C}"/>
                </a:ext>
              </a:extLst>
            </p:cNvPr>
            <p:cNvSpPr/>
            <p:nvPr/>
          </p:nvSpPr>
          <p:spPr>
            <a:xfrm>
              <a:off x="10789761" y="2521220"/>
              <a:ext cx="411274" cy="392715"/>
            </a:xfrm>
            <a:custGeom>
              <a:avLst/>
              <a:gdLst>
                <a:gd name="connsiteX0" fmla="*/ 350695 w 411274"/>
                <a:gd name="connsiteY0" fmla="*/ 371761 h 392715"/>
                <a:gd name="connsiteX1" fmla="*/ 350695 w 411274"/>
                <a:gd name="connsiteY1" fmla="*/ 371761 h 392715"/>
                <a:gd name="connsiteX2" fmla="*/ 189341 w 411274"/>
                <a:gd name="connsiteY2" fmla="*/ 392716 h 392715"/>
                <a:gd name="connsiteX3" fmla="*/ 5509 w 411274"/>
                <a:gd name="connsiteY3" fmla="*/ 190786 h 392715"/>
                <a:gd name="connsiteX4" fmla="*/ 272590 w 411274"/>
                <a:gd name="connsiteY4" fmla="*/ 0 h 392715"/>
                <a:gd name="connsiteX5" fmla="*/ 411274 w 411274"/>
                <a:gd name="connsiteY5" fmla="*/ 14002 h 392715"/>
                <a:gd name="connsiteX6" fmla="*/ 389462 w 411274"/>
                <a:gd name="connsiteY6" fmla="*/ 116396 h 392715"/>
                <a:gd name="connsiteX7" fmla="*/ 294307 w 411274"/>
                <a:gd name="connsiteY7" fmla="*/ 94583 h 392715"/>
                <a:gd name="connsiteX8" fmla="*/ 151908 w 411274"/>
                <a:gd name="connsiteY8" fmla="*/ 199835 h 392715"/>
                <a:gd name="connsiteX9" fmla="*/ 210582 w 411274"/>
                <a:gd name="connsiteY9" fmla="*/ 297752 h 392715"/>
                <a:gd name="connsiteX10" fmla="*/ 242110 w 411274"/>
                <a:gd name="connsiteY10" fmla="*/ 294418 h 392715"/>
                <a:gd name="connsiteX11" fmla="*/ 263446 w 411274"/>
                <a:gd name="connsiteY11" fmla="*/ 193262 h 392715"/>
                <a:gd name="connsiteX12" fmla="*/ 388224 w 411274"/>
                <a:gd name="connsiteY12" fmla="*/ 193262 h 392715"/>
                <a:gd name="connsiteX13" fmla="*/ 350505 w 411274"/>
                <a:gd name="connsiteY13" fmla="*/ 371761 h 392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11274" h="392715">
                  <a:moveTo>
                    <a:pt x="350695" y="371761"/>
                  </a:moveTo>
                  <a:lnTo>
                    <a:pt x="350695" y="371761"/>
                  </a:lnTo>
                  <a:cubicBezTo>
                    <a:pt x="297736" y="386525"/>
                    <a:pt x="249349" y="392716"/>
                    <a:pt x="189341" y="392716"/>
                  </a:cubicBezTo>
                  <a:cubicBezTo>
                    <a:pt x="63326" y="392716"/>
                    <a:pt x="-23161" y="326041"/>
                    <a:pt x="5509" y="190786"/>
                  </a:cubicBezTo>
                  <a:cubicBezTo>
                    <a:pt x="32179" y="63246"/>
                    <a:pt x="151146" y="0"/>
                    <a:pt x="272590" y="0"/>
                  </a:cubicBezTo>
                  <a:cubicBezTo>
                    <a:pt x="343551" y="0"/>
                    <a:pt x="376889" y="5334"/>
                    <a:pt x="411274" y="14002"/>
                  </a:cubicBezTo>
                  <a:lnTo>
                    <a:pt x="389462" y="116396"/>
                  </a:lnTo>
                  <a:cubicBezTo>
                    <a:pt x="371364" y="104489"/>
                    <a:pt x="334883" y="94583"/>
                    <a:pt x="294307" y="94583"/>
                  </a:cubicBezTo>
                  <a:cubicBezTo>
                    <a:pt x="222107" y="94583"/>
                    <a:pt x="166672" y="130778"/>
                    <a:pt x="151908" y="199835"/>
                  </a:cubicBezTo>
                  <a:cubicBezTo>
                    <a:pt x="140764" y="252032"/>
                    <a:pt x="152289" y="297752"/>
                    <a:pt x="210582" y="297752"/>
                  </a:cubicBezTo>
                  <a:cubicBezTo>
                    <a:pt x="220774" y="297752"/>
                    <a:pt x="232776" y="297752"/>
                    <a:pt x="242110" y="294418"/>
                  </a:cubicBezTo>
                  <a:lnTo>
                    <a:pt x="263446" y="193262"/>
                  </a:lnTo>
                  <a:lnTo>
                    <a:pt x="388224" y="193262"/>
                  </a:lnTo>
                  <a:lnTo>
                    <a:pt x="350505" y="3717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" name="Freihandform: Form 23">
              <a:extLst>
                <a:ext uri="{FF2B5EF4-FFF2-40B4-BE49-F238E27FC236}">
                  <a16:creationId xmlns:a16="http://schemas.microsoft.com/office/drawing/2014/main" id="{97C0E186-E26C-C8B0-4D87-31A1A8E5A833}"/>
                </a:ext>
              </a:extLst>
            </p:cNvPr>
            <p:cNvSpPr/>
            <p:nvPr/>
          </p:nvSpPr>
          <p:spPr>
            <a:xfrm>
              <a:off x="8749300" y="2670477"/>
              <a:ext cx="500824" cy="91344"/>
            </a:xfrm>
            <a:custGeom>
              <a:avLst/>
              <a:gdLst>
                <a:gd name="connsiteX0" fmla="*/ 19336 w 500824"/>
                <a:gd name="connsiteY0" fmla="*/ 0 h 91344"/>
                <a:gd name="connsiteX1" fmla="*/ 500824 w 500824"/>
                <a:gd name="connsiteY1" fmla="*/ 0 h 91344"/>
                <a:gd name="connsiteX2" fmla="*/ 481489 w 500824"/>
                <a:gd name="connsiteY2" fmla="*/ 91345 h 91344"/>
                <a:gd name="connsiteX3" fmla="*/ 0 w 500824"/>
                <a:gd name="connsiteY3" fmla="*/ 91345 h 91344"/>
                <a:gd name="connsiteX4" fmla="*/ 19336 w 500824"/>
                <a:gd name="connsiteY4" fmla="*/ 0 h 91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824" h="91344">
                  <a:moveTo>
                    <a:pt x="19336" y="0"/>
                  </a:moveTo>
                  <a:lnTo>
                    <a:pt x="500824" y="0"/>
                  </a:lnTo>
                  <a:lnTo>
                    <a:pt x="481489" y="91345"/>
                  </a:lnTo>
                  <a:lnTo>
                    <a:pt x="0" y="91345"/>
                  </a:lnTo>
                  <a:lnTo>
                    <a:pt x="1933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" name="Freihandform: Form 24">
              <a:extLst>
                <a:ext uri="{FF2B5EF4-FFF2-40B4-BE49-F238E27FC236}">
                  <a16:creationId xmlns:a16="http://schemas.microsoft.com/office/drawing/2014/main" id="{E3E3E733-834E-C1DE-E9DF-9BB272A80CC8}"/>
                </a:ext>
              </a:extLst>
            </p:cNvPr>
            <p:cNvSpPr/>
            <p:nvPr/>
          </p:nvSpPr>
          <p:spPr>
            <a:xfrm>
              <a:off x="8810260" y="2383489"/>
              <a:ext cx="500729" cy="90773"/>
            </a:xfrm>
            <a:custGeom>
              <a:avLst/>
              <a:gdLst>
                <a:gd name="connsiteX0" fmla="*/ 19241 w 500729"/>
                <a:gd name="connsiteY0" fmla="*/ 0 h 90773"/>
                <a:gd name="connsiteX1" fmla="*/ 500729 w 500729"/>
                <a:gd name="connsiteY1" fmla="*/ 0 h 90773"/>
                <a:gd name="connsiteX2" fmla="*/ 481489 w 500729"/>
                <a:gd name="connsiteY2" fmla="*/ 90773 h 90773"/>
                <a:gd name="connsiteX3" fmla="*/ 0 w 500729"/>
                <a:gd name="connsiteY3" fmla="*/ 90773 h 90773"/>
                <a:gd name="connsiteX4" fmla="*/ 19241 w 500729"/>
                <a:gd name="connsiteY4" fmla="*/ 0 h 90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729" h="90773">
                  <a:moveTo>
                    <a:pt x="19241" y="0"/>
                  </a:moveTo>
                  <a:lnTo>
                    <a:pt x="500729" y="0"/>
                  </a:lnTo>
                  <a:lnTo>
                    <a:pt x="481489" y="90773"/>
                  </a:lnTo>
                  <a:lnTo>
                    <a:pt x="0" y="90773"/>
                  </a:lnTo>
                  <a:lnTo>
                    <a:pt x="1924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" name="Freihandform: Form 25">
              <a:extLst>
                <a:ext uri="{FF2B5EF4-FFF2-40B4-BE49-F238E27FC236}">
                  <a16:creationId xmlns:a16="http://schemas.microsoft.com/office/drawing/2014/main" id="{DE46D9C6-1962-781B-B6F4-74415D5A9E29}"/>
                </a:ext>
              </a:extLst>
            </p:cNvPr>
            <p:cNvSpPr/>
            <p:nvPr/>
          </p:nvSpPr>
          <p:spPr>
            <a:xfrm>
              <a:off x="8688340" y="2957560"/>
              <a:ext cx="501015" cy="91725"/>
            </a:xfrm>
            <a:custGeom>
              <a:avLst/>
              <a:gdLst>
                <a:gd name="connsiteX0" fmla="*/ 19431 w 501015"/>
                <a:gd name="connsiteY0" fmla="*/ 0 h 91725"/>
                <a:gd name="connsiteX1" fmla="*/ 501015 w 501015"/>
                <a:gd name="connsiteY1" fmla="*/ 0 h 91725"/>
                <a:gd name="connsiteX2" fmla="*/ 481489 w 501015"/>
                <a:gd name="connsiteY2" fmla="*/ 91726 h 91725"/>
                <a:gd name="connsiteX3" fmla="*/ 0 w 501015"/>
                <a:gd name="connsiteY3" fmla="*/ 91726 h 91725"/>
                <a:gd name="connsiteX4" fmla="*/ 19431 w 501015"/>
                <a:gd name="connsiteY4" fmla="*/ 0 h 91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015" h="91725">
                  <a:moveTo>
                    <a:pt x="19431" y="0"/>
                  </a:moveTo>
                  <a:lnTo>
                    <a:pt x="501015" y="0"/>
                  </a:lnTo>
                  <a:lnTo>
                    <a:pt x="481489" y="91726"/>
                  </a:lnTo>
                  <a:lnTo>
                    <a:pt x="0" y="91726"/>
                  </a:lnTo>
                  <a:lnTo>
                    <a:pt x="1943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" name="Freihandform: Form 26">
              <a:extLst>
                <a:ext uri="{FF2B5EF4-FFF2-40B4-BE49-F238E27FC236}">
                  <a16:creationId xmlns:a16="http://schemas.microsoft.com/office/drawing/2014/main" id="{29E09D6A-8646-2DD9-AE1E-1FB92113B09A}"/>
                </a:ext>
              </a:extLst>
            </p:cNvPr>
            <p:cNvSpPr/>
            <p:nvPr/>
          </p:nvSpPr>
          <p:spPr>
            <a:xfrm>
              <a:off x="8501174" y="2527792"/>
              <a:ext cx="930402" cy="379571"/>
            </a:xfrm>
            <a:custGeom>
              <a:avLst/>
              <a:gdLst>
                <a:gd name="connsiteX0" fmla="*/ 80486 w 930402"/>
                <a:gd name="connsiteY0" fmla="*/ 0 h 379571"/>
                <a:gd name="connsiteX1" fmla="*/ 61055 w 930402"/>
                <a:gd name="connsiteY1" fmla="*/ 91726 h 379571"/>
                <a:gd name="connsiteX2" fmla="*/ 818769 w 930402"/>
                <a:gd name="connsiteY2" fmla="*/ 91345 h 379571"/>
                <a:gd name="connsiteX3" fmla="*/ 776954 w 930402"/>
                <a:gd name="connsiteY3" fmla="*/ 288322 h 379571"/>
                <a:gd name="connsiteX4" fmla="*/ 19336 w 930402"/>
                <a:gd name="connsiteY4" fmla="*/ 288322 h 379571"/>
                <a:gd name="connsiteX5" fmla="*/ 0 w 930402"/>
                <a:gd name="connsiteY5" fmla="*/ 379571 h 379571"/>
                <a:gd name="connsiteX6" fmla="*/ 849916 w 930402"/>
                <a:gd name="connsiteY6" fmla="*/ 379571 h 379571"/>
                <a:gd name="connsiteX7" fmla="*/ 930402 w 930402"/>
                <a:gd name="connsiteY7" fmla="*/ 0 h 379571"/>
                <a:gd name="connsiteX8" fmla="*/ 80486 w 930402"/>
                <a:gd name="connsiteY8" fmla="*/ 0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30402" h="379571">
                  <a:moveTo>
                    <a:pt x="80486" y="0"/>
                  </a:moveTo>
                  <a:lnTo>
                    <a:pt x="61055" y="91726"/>
                  </a:lnTo>
                  <a:lnTo>
                    <a:pt x="818769" y="91345"/>
                  </a:lnTo>
                  <a:lnTo>
                    <a:pt x="776954" y="288322"/>
                  </a:lnTo>
                  <a:lnTo>
                    <a:pt x="19336" y="288322"/>
                  </a:lnTo>
                  <a:lnTo>
                    <a:pt x="0" y="379571"/>
                  </a:lnTo>
                  <a:lnTo>
                    <a:pt x="849916" y="379571"/>
                  </a:lnTo>
                  <a:lnTo>
                    <a:pt x="930402" y="0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481431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Agenda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platzhalter 33">
            <a:extLst>
              <a:ext uri="{FF2B5EF4-FFF2-40B4-BE49-F238E27FC236}">
                <a16:creationId xmlns:a16="http://schemas.microsoft.com/office/drawing/2014/main" id="{2FE495BE-7580-5817-D4FF-42F1E0B776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1646243"/>
            <a:ext cx="5437188" cy="138969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6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9600"/>
            </a:lvl2pPr>
            <a:lvl3pPr marL="914400" indent="0">
              <a:buNone/>
              <a:defRPr sz="9600"/>
            </a:lvl3pPr>
            <a:lvl4pPr marL="1371600" indent="0">
              <a:buNone/>
              <a:defRPr sz="9600"/>
            </a:lvl4pPr>
            <a:lvl5pPr marL="1828800" indent="0">
              <a:buNone/>
              <a:defRPr sz="9600"/>
            </a:lvl5pPr>
          </a:lstStyle>
          <a:p>
            <a:pPr lvl="0"/>
            <a:r>
              <a:rPr lang="de-DE"/>
              <a:t>AGENDA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0A45587-0843-1760-84F8-78B97BC9C1E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5BF0937-2FF1-1BFA-B50C-3A60F339F56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FFBC63EA-D151-E440-746C-459E4D0D4C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8813" y="1808163"/>
            <a:ext cx="4680000" cy="42259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spc="30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Welcome</a:t>
            </a:r>
          </a:p>
          <a:p>
            <a:endParaRPr lang="de-DE"/>
          </a:p>
          <a:p>
            <a:r>
              <a:rPr lang="de-DE"/>
              <a:t>DAS PROBLEM</a:t>
            </a:r>
          </a:p>
          <a:p>
            <a:endParaRPr lang="de-DE"/>
          </a:p>
          <a:p>
            <a:r>
              <a:rPr lang="de-DE"/>
              <a:t>DIE LÖSUNG</a:t>
            </a:r>
          </a:p>
          <a:p>
            <a:endParaRPr lang="de-DE"/>
          </a:p>
          <a:p>
            <a:r>
              <a:rPr lang="de-DE"/>
              <a:t>DAS PROJEKT</a:t>
            </a:r>
          </a:p>
          <a:p>
            <a:endParaRPr lang="de-DE"/>
          </a:p>
          <a:p>
            <a:r>
              <a:rPr lang="de-DE"/>
              <a:t>UNSER SERVICE</a:t>
            </a:r>
          </a:p>
          <a:p>
            <a:endParaRPr lang="de-DE"/>
          </a:p>
          <a:p>
            <a:r>
              <a:rPr lang="de-DE"/>
              <a:t>DAS IST EDAG</a:t>
            </a:r>
          </a:p>
          <a:p>
            <a:endParaRPr lang="de-DE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BB3A5DD-6FD4-9769-B9D7-FA993C2E548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AB263EC-F57D-0668-4259-C58CE7EC4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522000"/>
            <a:ext cx="5518264" cy="252000"/>
          </a:xfrm>
        </p:spPr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F6DB94CF-4AF4-D4C0-9EFB-60256315F3F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5518264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265705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Agenda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EEAE81CE-B8F9-9DB6-AEC9-BF256A67CCC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" name="Foliennummernplatzhalter 18">
            <a:extLst>
              <a:ext uri="{FF2B5EF4-FFF2-40B4-BE49-F238E27FC236}">
                <a16:creationId xmlns:a16="http://schemas.microsoft.com/office/drawing/2014/main" id="{D2734403-2D1F-E595-57DE-8502C4D4268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318005" y="6515100"/>
            <a:ext cx="214905" cy="142876"/>
          </a:xfr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9B4BD9E0-9FE9-8C79-471F-43A73A0857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8813" y="1808163"/>
            <a:ext cx="4680000" cy="42259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spc="300" baseline="0">
                <a:solidFill>
                  <a:schemeClr val="bg1"/>
                </a:solidFill>
              </a:defRPr>
            </a:lvl1pPr>
          </a:lstStyle>
          <a:p>
            <a:r>
              <a:rPr lang="de-DE" err="1"/>
              <a:t>welcome</a:t>
            </a:r>
            <a:endParaRPr lang="de-DE"/>
          </a:p>
          <a:p>
            <a:endParaRPr lang="de-DE"/>
          </a:p>
          <a:p>
            <a:r>
              <a:rPr lang="de-DE"/>
              <a:t>DAS PROBLEM</a:t>
            </a:r>
          </a:p>
          <a:p>
            <a:endParaRPr lang="de-DE"/>
          </a:p>
          <a:p>
            <a:r>
              <a:rPr lang="de-DE"/>
              <a:t>DIE LÖSUNG</a:t>
            </a:r>
          </a:p>
          <a:p>
            <a:endParaRPr lang="de-DE"/>
          </a:p>
          <a:p>
            <a:r>
              <a:rPr lang="de-DE"/>
              <a:t>DAS PROJEKT</a:t>
            </a:r>
          </a:p>
          <a:p>
            <a:endParaRPr lang="de-DE"/>
          </a:p>
          <a:p>
            <a:r>
              <a:rPr lang="de-DE"/>
              <a:t>UNSER SERVICE</a:t>
            </a:r>
          </a:p>
          <a:p>
            <a:endParaRPr lang="de-DE"/>
          </a:p>
          <a:p>
            <a:r>
              <a:rPr lang="de-DE"/>
              <a:t>DAS IST EDAG</a:t>
            </a:r>
          </a:p>
          <a:p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331BCCF-4D7A-9961-C097-7361B278301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008"/>
          <a:stretch/>
        </p:blipFill>
        <p:spPr>
          <a:xfrm>
            <a:off x="8780393" y="2803444"/>
            <a:ext cx="3411607" cy="2687150"/>
          </a:xfrm>
          <a:prstGeom prst="rect">
            <a:avLst/>
          </a:prstGeom>
        </p:spPr>
      </p:pic>
      <p:sp>
        <p:nvSpPr>
          <p:cNvPr id="4" name="Textplatzhalter 33">
            <a:extLst>
              <a:ext uri="{FF2B5EF4-FFF2-40B4-BE49-F238E27FC236}">
                <a16:creationId xmlns:a16="http://schemas.microsoft.com/office/drawing/2014/main" id="{AE32125A-3817-07CF-01D6-C0B07A9AFC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2356686"/>
            <a:ext cx="5437188" cy="1141341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6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9600"/>
            </a:lvl2pPr>
            <a:lvl3pPr marL="914400" indent="0">
              <a:buNone/>
              <a:defRPr sz="9600"/>
            </a:lvl3pPr>
            <a:lvl4pPr marL="1371600" indent="0">
              <a:buNone/>
              <a:defRPr sz="9600"/>
            </a:lvl4pPr>
            <a:lvl5pPr marL="1828800" indent="0">
              <a:buNone/>
              <a:defRPr sz="9600"/>
            </a:lvl5pPr>
          </a:lstStyle>
          <a:p>
            <a:pPr lvl="0"/>
            <a:r>
              <a:rPr lang="de-DE"/>
              <a:t>AGENDA</a:t>
            </a:r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9636FF18-8623-4549-D9A7-EA9E1F700BC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747C14AC-C56B-C64F-92FD-3E5E9FC97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93D384C9-0D83-8907-AA3B-25456A3731E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3634619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  <p15:guide id="3" orient="horz" pos="1139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Agenda 4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1B01745-88C1-A973-E216-635A67BD14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A439797-BCC9-8B2A-B2C0-9622A58A0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5" name="Textplatzhalter 16">
            <a:extLst>
              <a:ext uri="{FF2B5EF4-FFF2-40B4-BE49-F238E27FC236}">
                <a16:creationId xmlns:a16="http://schemas.microsoft.com/office/drawing/2014/main" id="{73137ED1-E1D9-EE7B-AAF8-F31982B0654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13" y="390735"/>
            <a:ext cx="6046788" cy="1188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600" b="1" i="0" cap="all" baseline="0"/>
            </a:lvl1pPr>
          </a:lstStyle>
          <a:p>
            <a:pPr lvl="0"/>
            <a:r>
              <a:rPr lang="de-DE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3401790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Strategy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454F6B8C-4F87-2244-4BC5-741A66267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800" y="3951996"/>
            <a:ext cx="2160000" cy="21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02944178-1B33-9C9F-48F1-E8747EB3533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288570" y="3951996"/>
            <a:ext cx="2160000" cy="21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B5E0DDDA-F6D9-C525-8DA4-680FDD3D29F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43073" y="3942471"/>
            <a:ext cx="2160000" cy="21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Inhaltsplatzhalter 2">
            <a:extLst>
              <a:ext uri="{FF2B5EF4-FFF2-40B4-BE49-F238E27FC236}">
                <a16:creationId xmlns:a16="http://schemas.microsoft.com/office/drawing/2014/main" id="{C8433303-D4FE-8765-2A60-F333FB0D2B4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371748" y="3951996"/>
            <a:ext cx="2160000" cy="21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97A1C65C-3BB1-E444-5734-09F75B7FF718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58800" y="2722111"/>
            <a:ext cx="2160000" cy="9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40DB7349-5402-2A18-65CD-A1CA9A53BA6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3288570" y="2722111"/>
            <a:ext cx="2160000" cy="9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4" name="Inhaltsplatzhalter 2">
            <a:extLst>
              <a:ext uri="{FF2B5EF4-FFF2-40B4-BE49-F238E27FC236}">
                <a16:creationId xmlns:a16="http://schemas.microsoft.com/office/drawing/2014/main" id="{2499BD55-C843-3B16-1FB9-9185A8737FE8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6343073" y="2712586"/>
            <a:ext cx="2160000" cy="9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5" name="Inhaltsplatzhalter 2">
            <a:extLst>
              <a:ext uri="{FF2B5EF4-FFF2-40B4-BE49-F238E27FC236}">
                <a16:creationId xmlns:a16="http://schemas.microsoft.com/office/drawing/2014/main" id="{11F7B4F5-6B3B-9C5F-D657-71257F47D990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9371748" y="2722111"/>
            <a:ext cx="2160000" cy="9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A3F9810-ADAF-49A0-3267-119189983BE5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0" y="2446745"/>
            <a:ext cx="658814" cy="137683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32A4D133-4582-E95A-1307-503D3BC12BE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89A68FB-4A6D-E66C-0CF4-447F6466DC4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DAB84FE1-0078-C2C8-1F1E-500893A96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A05E4391-ED7A-FF1B-F40C-00BC0C05E43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021480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eam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platzhalter 12">
            <a:extLst>
              <a:ext uri="{FF2B5EF4-FFF2-40B4-BE49-F238E27FC236}">
                <a16:creationId xmlns:a16="http://schemas.microsoft.com/office/drawing/2014/main" id="{7A6F855B-803A-CF9E-741F-7091F5771F7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1831" y="4360371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37" name="Textplatzhalter 14">
            <a:extLst>
              <a:ext uri="{FF2B5EF4-FFF2-40B4-BE49-F238E27FC236}">
                <a16:creationId xmlns:a16="http://schemas.microsoft.com/office/drawing/2014/main" id="{13FE0606-F04B-424C-E3BE-BAF57B7DDDD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2476" y="4776853"/>
            <a:ext cx="216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38" name="Textplatzhalter 12">
            <a:extLst>
              <a:ext uri="{FF2B5EF4-FFF2-40B4-BE49-F238E27FC236}">
                <a16:creationId xmlns:a16="http://schemas.microsoft.com/office/drawing/2014/main" id="{412A0E97-5A9C-EA83-0D7E-7DD4059B493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63604" y="4360371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39" name="Textplatzhalter 14">
            <a:extLst>
              <a:ext uri="{FF2B5EF4-FFF2-40B4-BE49-F238E27FC236}">
                <a16:creationId xmlns:a16="http://schemas.microsoft.com/office/drawing/2014/main" id="{0AE4B025-9C59-8A19-CDE2-C05C9E84E60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64249" y="4776853"/>
            <a:ext cx="216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0" name="Textplatzhalter 12">
            <a:extLst>
              <a:ext uri="{FF2B5EF4-FFF2-40B4-BE49-F238E27FC236}">
                <a16:creationId xmlns:a16="http://schemas.microsoft.com/office/drawing/2014/main" id="{510C8E16-C601-F89F-8417-1E8C3679CC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68396" y="4360371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41" name="Textplatzhalter 14">
            <a:extLst>
              <a:ext uri="{FF2B5EF4-FFF2-40B4-BE49-F238E27FC236}">
                <a16:creationId xmlns:a16="http://schemas.microsoft.com/office/drawing/2014/main" id="{ABA7555F-CD43-F0F9-DE9C-0BD9AC50674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69041" y="4776853"/>
            <a:ext cx="216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2" name="Textplatzhalter 12">
            <a:extLst>
              <a:ext uri="{FF2B5EF4-FFF2-40B4-BE49-F238E27FC236}">
                <a16:creationId xmlns:a16="http://schemas.microsoft.com/office/drawing/2014/main" id="{352B8020-10C7-5661-FC4A-FBDDBB61735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369524" y="4360371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43" name="Textplatzhalter 14">
            <a:extLst>
              <a:ext uri="{FF2B5EF4-FFF2-40B4-BE49-F238E27FC236}">
                <a16:creationId xmlns:a16="http://schemas.microsoft.com/office/drawing/2014/main" id="{57ECB7D1-70E4-3AF9-7AF0-4812A43FBDC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370169" y="4776853"/>
            <a:ext cx="216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" name="Picture Placeholder 28">
            <a:extLst>
              <a:ext uri="{FF2B5EF4-FFF2-40B4-BE49-F238E27FC236}">
                <a16:creationId xmlns:a16="http://schemas.microsoft.com/office/drawing/2014/main" id="{578DE51F-4F0A-A697-1141-40F0C1E4C8A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1830" y="1807200"/>
            <a:ext cx="2160000" cy="2340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5" name="Picture Placeholder 28">
            <a:extLst>
              <a:ext uri="{FF2B5EF4-FFF2-40B4-BE49-F238E27FC236}">
                <a16:creationId xmlns:a16="http://schemas.microsoft.com/office/drawing/2014/main" id="{B4D65023-F505-2566-C97D-0058B83ECED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373188" y="1807200"/>
            <a:ext cx="2160000" cy="2340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6" name="Picture Placeholder 28">
            <a:extLst>
              <a:ext uri="{FF2B5EF4-FFF2-40B4-BE49-F238E27FC236}">
                <a16:creationId xmlns:a16="http://schemas.microsoft.com/office/drawing/2014/main" id="{18DB8962-6CCF-F774-C33C-DD6261F2B68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563604" y="1807200"/>
            <a:ext cx="2160000" cy="2340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7" name="Picture Placeholder 28">
            <a:extLst>
              <a:ext uri="{FF2B5EF4-FFF2-40B4-BE49-F238E27FC236}">
                <a16:creationId xmlns:a16="http://schemas.microsoft.com/office/drawing/2014/main" id="{0912C249-B344-BEA0-86A4-9D232AFE467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468396" y="1807200"/>
            <a:ext cx="2160000" cy="2340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9763CCF-297D-4154-E563-F9CF06BCDC4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4257C7AB-C0ED-A7D8-2A02-DF22F17E754B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7A0B266C-4413-EC40-781D-890F44ED7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C76604F2-9A18-B66B-13B2-3139455145E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281715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eam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Bildplatzhalter 54">
            <a:extLst>
              <a:ext uri="{FF2B5EF4-FFF2-40B4-BE49-F238E27FC236}">
                <a16:creationId xmlns:a16="http://schemas.microsoft.com/office/drawing/2014/main" id="{06D66280-B296-A5A7-7EE8-6FCC7BE64D1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9055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56" name="Bildplatzhalter 54">
            <a:extLst>
              <a:ext uri="{FF2B5EF4-FFF2-40B4-BE49-F238E27FC236}">
                <a16:creationId xmlns:a16="http://schemas.microsoft.com/office/drawing/2014/main" id="{4C17BC00-A6E9-0373-F99B-F2E150A3436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69031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57" name="Bildplatzhalter 54">
            <a:extLst>
              <a:ext uri="{FF2B5EF4-FFF2-40B4-BE49-F238E27FC236}">
                <a16:creationId xmlns:a16="http://schemas.microsoft.com/office/drawing/2014/main" id="{34CCFF98-6651-2BAC-2E69-9209FC7C72D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079996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58" name="Bildplatzhalter 54">
            <a:extLst>
              <a:ext uri="{FF2B5EF4-FFF2-40B4-BE49-F238E27FC236}">
                <a16:creationId xmlns:a16="http://schemas.microsoft.com/office/drawing/2014/main" id="{258AED45-5EC2-4252-BC29-45525B64595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290593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59" name="Bildplatzhalter 54">
            <a:extLst>
              <a:ext uri="{FF2B5EF4-FFF2-40B4-BE49-F238E27FC236}">
                <a16:creationId xmlns:a16="http://schemas.microsoft.com/office/drawing/2014/main" id="{4EC8B57C-E8BC-D8CD-ED23-CA7F2AA9CBF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500688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687F2F3B-69F2-EDE6-50DE-7363CFEF30FC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DD034AAC-B883-933A-7586-47CE484F34C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72431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r>
              <a:rPr lang="de-DE" sz="1200" b="1"/>
              <a:t>FIRST &amp; LAST NAMES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CD07B6C7-BDF7-2DDD-436C-71A9528664A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72431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3" name="Textplatzhalter 14">
            <a:extLst>
              <a:ext uri="{FF2B5EF4-FFF2-40B4-BE49-F238E27FC236}">
                <a16:creationId xmlns:a16="http://schemas.microsoft.com/office/drawing/2014/main" id="{9937520E-2600-0A46-0B1C-2435F0C11FC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982649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r>
              <a:rPr lang="de-DE" sz="1200" b="1"/>
              <a:t>FIRST &amp; LAST NAMES</a:t>
            </a:r>
          </a:p>
        </p:txBody>
      </p:sp>
      <p:sp>
        <p:nvSpPr>
          <p:cNvPr id="24" name="Textplatzhalter 19">
            <a:extLst>
              <a:ext uri="{FF2B5EF4-FFF2-40B4-BE49-F238E27FC236}">
                <a16:creationId xmlns:a16="http://schemas.microsoft.com/office/drawing/2014/main" id="{884E9D5F-6474-19EB-7354-FD4725179EB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982649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5" name="Textplatzhalter 14">
            <a:extLst>
              <a:ext uri="{FF2B5EF4-FFF2-40B4-BE49-F238E27FC236}">
                <a16:creationId xmlns:a16="http://schemas.microsoft.com/office/drawing/2014/main" id="{8E7AEA96-7A70-9950-D28A-8BB7A83A7EC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3614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r>
              <a:rPr lang="de-DE" sz="1200" b="1"/>
              <a:t>FIRST &amp; LAST NAMES</a:t>
            </a:r>
          </a:p>
        </p:txBody>
      </p:sp>
      <p:sp>
        <p:nvSpPr>
          <p:cNvPr id="26" name="Textplatzhalter 19">
            <a:extLst>
              <a:ext uri="{FF2B5EF4-FFF2-40B4-BE49-F238E27FC236}">
                <a16:creationId xmlns:a16="http://schemas.microsoft.com/office/drawing/2014/main" id="{6E8810B9-205D-C13D-A18A-E28DDB1F0F2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193614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7" name="Textplatzhalter 14">
            <a:extLst>
              <a:ext uri="{FF2B5EF4-FFF2-40B4-BE49-F238E27FC236}">
                <a16:creationId xmlns:a16="http://schemas.microsoft.com/office/drawing/2014/main" id="{FA309CBB-3B89-83BC-051B-DAA43249CBE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404211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r>
              <a:rPr lang="de-DE" sz="1200" b="1"/>
              <a:t>FIRST &amp; LAST NAMES</a:t>
            </a:r>
          </a:p>
        </p:txBody>
      </p:sp>
      <p:sp>
        <p:nvSpPr>
          <p:cNvPr id="28" name="Textplatzhalter 19">
            <a:extLst>
              <a:ext uri="{FF2B5EF4-FFF2-40B4-BE49-F238E27FC236}">
                <a16:creationId xmlns:a16="http://schemas.microsoft.com/office/drawing/2014/main" id="{FFCCA22F-6C2D-E189-CD7A-D1B2D2F5294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404211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9" name="Textplatzhalter 14">
            <a:extLst>
              <a:ext uri="{FF2B5EF4-FFF2-40B4-BE49-F238E27FC236}">
                <a16:creationId xmlns:a16="http://schemas.microsoft.com/office/drawing/2014/main" id="{C3A10E6D-4CD7-27BC-1F26-9FFA9F17909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614306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r>
              <a:rPr lang="de-DE" sz="1200" b="1"/>
              <a:t>FIRST &amp; LAST NAMES</a:t>
            </a:r>
          </a:p>
        </p:txBody>
      </p:sp>
      <p:sp>
        <p:nvSpPr>
          <p:cNvPr id="30" name="Textplatzhalter 19">
            <a:extLst>
              <a:ext uri="{FF2B5EF4-FFF2-40B4-BE49-F238E27FC236}">
                <a16:creationId xmlns:a16="http://schemas.microsoft.com/office/drawing/2014/main" id="{8FF251DB-C36D-16AE-0A01-29968A043C5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614306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973C5E-B215-9256-2358-3254769DD17E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ED31B322-802E-EC9E-AEE2-8B0461F68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553A17DC-080D-FE7B-3DD4-4A5F1114DEE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372216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eam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platzhalter 12">
            <a:extLst>
              <a:ext uri="{FF2B5EF4-FFF2-40B4-BE49-F238E27FC236}">
                <a16:creationId xmlns:a16="http://schemas.microsoft.com/office/drawing/2014/main" id="{7A6F855B-803A-CF9E-741F-7091F5771F7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09838" y="1992933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4" name="Picture Placeholder 28">
            <a:extLst>
              <a:ext uri="{FF2B5EF4-FFF2-40B4-BE49-F238E27FC236}">
                <a16:creationId xmlns:a16="http://schemas.microsoft.com/office/drawing/2014/main" id="{578DE51F-4F0A-A697-1141-40F0C1E4C8A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1830" y="1807200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9763CCF-297D-4154-E563-F9CF06BCDC4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1F7CB81D-FF0E-72CF-16B8-FBD7927C26B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2309813" y="2681734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A80F4203-0D8D-5C45-B7B1-2D94E84AFD1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309813" y="2299874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46" name="Textplatzhalter 12">
            <a:extLst>
              <a:ext uri="{FF2B5EF4-FFF2-40B4-BE49-F238E27FC236}">
                <a16:creationId xmlns:a16="http://schemas.microsoft.com/office/drawing/2014/main" id="{4559D798-9BBC-306E-4F18-56BE8596DB5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306821" y="3575034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47" name="Picture Placeholder 28">
            <a:extLst>
              <a:ext uri="{FF2B5EF4-FFF2-40B4-BE49-F238E27FC236}">
                <a16:creationId xmlns:a16="http://schemas.microsoft.com/office/drawing/2014/main" id="{F339FA9F-5469-4B74-7C57-7B399649FDEB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58813" y="3393266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8" name="Textplatzhalter 17">
            <a:extLst>
              <a:ext uri="{FF2B5EF4-FFF2-40B4-BE49-F238E27FC236}">
                <a16:creationId xmlns:a16="http://schemas.microsoft.com/office/drawing/2014/main" id="{16A5779D-18DC-0E64-6685-C606101F7D1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306796" y="4263835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9" name="Textplatzhalter 17">
            <a:extLst>
              <a:ext uri="{FF2B5EF4-FFF2-40B4-BE49-F238E27FC236}">
                <a16:creationId xmlns:a16="http://schemas.microsoft.com/office/drawing/2014/main" id="{2F4AB24B-6CC4-EBD6-39BE-A19BBBDDE09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306796" y="3881975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50" name="Textplatzhalter 12">
            <a:extLst>
              <a:ext uri="{FF2B5EF4-FFF2-40B4-BE49-F238E27FC236}">
                <a16:creationId xmlns:a16="http://schemas.microsoft.com/office/drawing/2014/main" id="{C43A415F-1672-5D89-ADAF-5599E2BEFB6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306821" y="5157135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51" name="Picture Placeholder 28">
            <a:extLst>
              <a:ext uri="{FF2B5EF4-FFF2-40B4-BE49-F238E27FC236}">
                <a16:creationId xmlns:a16="http://schemas.microsoft.com/office/drawing/2014/main" id="{A51D2DBA-7200-C46E-1814-32F092296AD7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658813" y="4975367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52" name="Textplatzhalter 17">
            <a:extLst>
              <a:ext uri="{FF2B5EF4-FFF2-40B4-BE49-F238E27FC236}">
                <a16:creationId xmlns:a16="http://schemas.microsoft.com/office/drawing/2014/main" id="{B992DCFB-0F51-3434-FDA2-DBB3AA12660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2306796" y="5845936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3" name="Textplatzhalter 17">
            <a:extLst>
              <a:ext uri="{FF2B5EF4-FFF2-40B4-BE49-F238E27FC236}">
                <a16:creationId xmlns:a16="http://schemas.microsoft.com/office/drawing/2014/main" id="{2563A2EA-958B-7F62-43D1-7126590687B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306796" y="5464076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64" name="Textplatzhalter 12">
            <a:extLst>
              <a:ext uri="{FF2B5EF4-FFF2-40B4-BE49-F238E27FC236}">
                <a16:creationId xmlns:a16="http://schemas.microsoft.com/office/drawing/2014/main" id="{96CF7D05-17EF-4864-5781-7A5253C3603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919366" y="1992933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65" name="Picture Placeholder 28">
            <a:extLst>
              <a:ext uri="{FF2B5EF4-FFF2-40B4-BE49-F238E27FC236}">
                <a16:creationId xmlns:a16="http://schemas.microsoft.com/office/drawing/2014/main" id="{078DBF17-73E1-5710-5D0B-6ACCC4AD4679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271358" y="1807200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66" name="Textplatzhalter 17">
            <a:extLst>
              <a:ext uri="{FF2B5EF4-FFF2-40B4-BE49-F238E27FC236}">
                <a16:creationId xmlns:a16="http://schemas.microsoft.com/office/drawing/2014/main" id="{F4123FBF-2926-D735-A91C-0A39185080D5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919341" y="2681734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7" name="Textplatzhalter 17">
            <a:extLst>
              <a:ext uri="{FF2B5EF4-FFF2-40B4-BE49-F238E27FC236}">
                <a16:creationId xmlns:a16="http://schemas.microsoft.com/office/drawing/2014/main" id="{E0C53560-583C-9E5D-4870-6C44B535B1E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919341" y="2299874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68" name="Textplatzhalter 12">
            <a:extLst>
              <a:ext uri="{FF2B5EF4-FFF2-40B4-BE49-F238E27FC236}">
                <a16:creationId xmlns:a16="http://schemas.microsoft.com/office/drawing/2014/main" id="{DC80F735-5C79-0CBE-C286-586DDEDBA75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916349" y="3575034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69" name="Picture Placeholder 28">
            <a:extLst>
              <a:ext uri="{FF2B5EF4-FFF2-40B4-BE49-F238E27FC236}">
                <a16:creationId xmlns:a16="http://schemas.microsoft.com/office/drawing/2014/main" id="{18920279-0EDB-E75D-F2F8-3BCD36489943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6268341" y="3393266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70" name="Textplatzhalter 17">
            <a:extLst>
              <a:ext uri="{FF2B5EF4-FFF2-40B4-BE49-F238E27FC236}">
                <a16:creationId xmlns:a16="http://schemas.microsoft.com/office/drawing/2014/main" id="{DAFCB565-B807-D6FD-5984-65D7B48C3BE1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916324" y="4263835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1" name="Textplatzhalter 17">
            <a:extLst>
              <a:ext uri="{FF2B5EF4-FFF2-40B4-BE49-F238E27FC236}">
                <a16:creationId xmlns:a16="http://schemas.microsoft.com/office/drawing/2014/main" id="{8DAB6162-9762-B1C9-4DA9-F2912BF197C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916324" y="3881975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72" name="Textplatzhalter 12">
            <a:extLst>
              <a:ext uri="{FF2B5EF4-FFF2-40B4-BE49-F238E27FC236}">
                <a16:creationId xmlns:a16="http://schemas.microsoft.com/office/drawing/2014/main" id="{8E12BD1E-03FC-2620-E464-BF143130527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916349" y="5157135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73" name="Picture Placeholder 28">
            <a:extLst>
              <a:ext uri="{FF2B5EF4-FFF2-40B4-BE49-F238E27FC236}">
                <a16:creationId xmlns:a16="http://schemas.microsoft.com/office/drawing/2014/main" id="{6104858C-36C3-8CE8-04EA-CC0AAC3B30F9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6268341" y="4975367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74" name="Textplatzhalter 17">
            <a:extLst>
              <a:ext uri="{FF2B5EF4-FFF2-40B4-BE49-F238E27FC236}">
                <a16:creationId xmlns:a16="http://schemas.microsoft.com/office/drawing/2014/main" id="{0A82F722-0A42-12F9-4063-F08180B1E6CB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916324" y="5845936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5" name="Textplatzhalter 17">
            <a:extLst>
              <a:ext uri="{FF2B5EF4-FFF2-40B4-BE49-F238E27FC236}">
                <a16:creationId xmlns:a16="http://schemas.microsoft.com/office/drawing/2014/main" id="{AC4EBC51-387B-8F39-BFFC-6C2DDA89679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916324" y="5464076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3B921FF-76E4-B5DF-8BA9-E6A5EB1EFA7D}"/>
              </a:ext>
            </a:extLst>
          </p:cNvPr>
          <p:cNvSpPr>
            <a:spLocks noGrp="1"/>
          </p:cNvSpPr>
          <p:nvPr>
            <p:ph type="ftr" sz="quarter" idx="5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D49567F-23A1-95CF-1A11-F4AF9E8DF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AEC44FA6-221A-7377-2B99-4CBE6B9038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9366997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eam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oliennummernplatzhalter 31">
            <a:extLst>
              <a:ext uri="{FF2B5EF4-FFF2-40B4-BE49-F238E27FC236}">
                <a16:creationId xmlns:a16="http://schemas.microsoft.com/office/drawing/2014/main" id="{6A843F09-9BDF-BC43-95F6-ADC6B19B0580}"/>
              </a:ext>
            </a:extLst>
          </p:cNvPr>
          <p:cNvSpPr>
            <a:spLocks noGrp="1"/>
          </p:cNvSpPr>
          <p:nvPr>
            <p:ph type="sldNum" sz="quarter" idx="4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8E779A24-3462-AB82-3FCA-1CB5423AA266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9EDF1C65-8713-DE72-70C7-2749B1948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3B381240-5FC0-9E72-E2F7-0353226F05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2" name="Picture Placeholder 107">
            <a:extLst>
              <a:ext uri="{FF2B5EF4-FFF2-40B4-BE49-F238E27FC236}">
                <a16:creationId xmlns:a16="http://schemas.microsoft.com/office/drawing/2014/main" id="{23116499-0CFE-D892-2FA8-13D77406D91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16762" y="18072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13" name="Picture Placeholder 107">
            <a:extLst>
              <a:ext uri="{FF2B5EF4-FFF2-40B4-BE49-F238E27FC236}">
                <a16:creationId xmlns:a16="http://schemas.microsoft.com/office/drawing/2014/main" id="{D725714B-A010-1820-5474-83D5408D067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89562" y="18072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14" name="Picture Placeholder 107">
            <a:extLst>
              <a:ext uri="{FF2B5EF4-FFF2-40B4-BE49-F238E27FC236}">
                <a16:creationId xmlns:a16="http://schemas.microsoft.com/office/drawing/2014/main" id="{366C0021-DBD3-C47D-BE37-EAF8896BC94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263562" y="18072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15" name="Picture Placeholder 107">
            <a:extLst>
              <a:ext uri="{FF2B5EF4-FFF2-40B4-BE49-F238E27FC236}">
                <a16:creationId xmlns:a16="http://schemas.microsoft.com/office/drawing/2014/main" id="{5BDF1F6C-FBEA-4FF9-E76D-0E47497A819F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024762" y="18072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16" name="Textplatzhalter 66">
            <a:extLst>
              <a:ext uri="{FF2B5EF4-FFF2-40B4-BE49-F238E27FC236}">
                <a16:creationId xmlns:a16="http://schemas.microsoft.com/office/drawing/2014/main" id="{A0408540-F57D-87DE-4493-C5D09EC7B6A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93962" y="29196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17" name="Textplatzhalter 68">
            <a:extLst>
              <a:ext uri="{FF2B5EF4-FFF2-40B4-BE49-F238E27FC236}">
                <a16:creationId xmlns:a16="http://schemas.microsoft.com/office/drawing/2014/main" id="{330E073E-B2BE-5FA9-CC5B-670B0DA7841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93962" y="33120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18" name="Textplatzhalter 66">
            <a:extLst>
              <a:ext uri="{FF2B5EF4-FFF2-40B4-BE49-F238E27FC236}">
                <a16:creationId xmlns:a16="http://schemas.microsoft.com/office/drawing/2014/main" id="{42920F71-790F-4859-6449-EC7BA3BD9E88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640762" y="29196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19" name="Textplatzhalter 68">
            <a:extLst>
              <a:ext uri="{FF2B5EF4-FFF2-40B4-BE49-F238E27FC236}">
                <a16:creationId xmlns:a16="http://schemas.microsoft.com/office/drawing/2014/main" id="{E64FF371-E685-6853-BBBF-29894187ADF2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640762" y="33120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20" name="Textplatzhalter 66">
            <a:extLst>
              <a:ext uri="{FF2B5EF4-FFF2-40B4-BE49-F238E27FC236}">
                <a16:creationId xmlns:a16="http://schemas.microsoft.com/office/drawing/2014/main" id="{00BE71F8-A1D4-9B86-90D9-0C7E1EE9E544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401962" y="29196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21" name="Textplatzhalter 68">
            <a:extLst>
              <a:ext uri="{FF2B5EF4-FFF2-40B4-BE49-F238E27FC236}">
                <a16:creationId xmlns:a16="http://schemas.microsoft.com/office/drawing/2014/main" id="{769EE524-2AF1-6C92-AB50-37F41F6EBF81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401962" y="33120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22" name="Textplatzhalter 66">
            <a:extLst>
              <a:ext uri="{FF2B5EF4-FFF2-40B4-BE49-F238E27FC236}">
                <a16:creationId xmlns:a16="http://schemas.microsoft.com/office/drawing/2014/main" id="{9ADF8234-321D-FC68-65C0-78C9E302C17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166762" y="29196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23" name="Textplatzhalter 68">
            <a:extLst>
              <a:ext uri="{FF2B5EF4-FFF2-40B4-BE49-F238E27FC236}">
                <a16:creationId xmlns:a16="http://schemas.microsoft.com/office/drawing/2014/main" id="{7819F712-36D5-84F1-0BAF-865448B98A1E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9166762" y="33120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24" name="Picture Placeholder 107">
            <a:extLst>
              <a:ext uri="{FF2B5EF4-FFF2-40B4-BE49-F238E27FC236}">
                <a16:creationId xmlns:a16="http://schemas.microsoft.com/office/drawing/2014/main" id="{623D1FAA-F70D-A23F-BC3A-349853846EE2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1516762" y="41694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25" name="Picture Placeholder 107">
            <a:extLst>
              <a:ext uri="{FF2B5EF4-FFF2-40B4-BE49-F238E27FC236}">
                <a16:creationId xmlns:a16="http://schemas.microsoft.com/office/drawing/2014/main" id="{D10920A1-7D3E-93F3-B850-4C6B293E58CD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>
          <a:xfrm>
            <a:off x="9789562" y="41694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26" name="Picture Placeholder 107">
            <a:extLst>
              <a:ext uri="{FF2B5EF4-FFF2-40B4-BE49-F238E27FC236}">
                <a16:creationId xmlns:a16="http://schemas.microsoft.com/office/drawing/2014/main" id="{64D67CDF-6C14-0DD4-1834-90DDC489F305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4263562" y="41694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27" name="Picture Placeholder 107">
            <a:extLst>
              <a:ext uri="{FF2B5EF4-FFF2-40B4-BE49-F238E27FC236}">
                <a16:creationId xmlns:a16="http://schemas.microsoft.com/office/drawing/2014/main" id="{B3911E14-5E40-800D-D1DE-663EE7DEF00A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7024762" y="41694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28" name="Textplatzhalter 66">
            <a:extLst>
              <a:ext uri="{FF2B5EF4-FFF2-40B4-BE49-F238E27FC236}">
                <a16:creationId xmlns:a16="http://schemas.microsoft.com/office/drawing/2014/main" id="{699E8550-0312-7DF7-AB44-F57D284A7413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893962" y="52818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29" name="Textplatzhalter 68">
            <a:extLst>
              <a:ext uri="{FF2B5EF4-FFF2-40B4-BE49-F238E27FC236}">
                <a16:creationId xmlns:a16="http://schemas.microsoft.com/office/drawing/2014/main" id="{711E53DB-E5B2-40FA-7C3C-60AABAB4033C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893962" y="56742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30" name="Textplatzhalter 66">
            <a:extLst>
              <a:ext uri="{FF2B5EF4-FFF2-40B4-BE49-F238E27FC236}">
                <a16:creationId xmlns:a16="http://schemas.microsoft.com/office/drawing/2014/main" id="{6D5C5519-ECE1-0B15-4F05-6F2A71303B75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3640762" y="52818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31" name="Textplatzhalter 68">
            <a:extLst>
              <a:ext uri="{FF2B5EF4-FFF2-40B4-BE49-F238E27FC236}">
                <a16:creationId xmlns:a16="http://schemas.microsoft.com/office/drawing/2014/main" id="{710CE8D6-8438-19B2-6236-77B3750036BF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3640762" y="56742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32" name="Textplatzhalter 66">
            <a:extLst>
              <a:ext uri="{FF2B5EF4-FFF2-40B4-BE49-F238E27FC236}">
                <a16:creationId xmlns:a16="http://schemas.microsoft.com/office/drawing/2014/main" id="{387EB030-796E-9070-A7B2-7B2988BB7695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6401962" y="52818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33" name="Textplatzhalter 68">
            <a:extLst>
              <a:ext uri="{FF2B5EF4-FFF2-40B4-BE49-F238E27FC236}">
                <a16:creationId xmlns:a16="http://schemas.microsoft.com/office/drawing/2014/main" id="{35AD2A84-1E7D-AC68-DFFC-41E5562287B4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6401962" y="56742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34" name="Textplatzhalter 66">
            <a:extLst>
              <a:ext uri="{FF2B5EF4-FFF2-40B4-BE49-F238E27FC236}">
                <a16:creationId xmlns:a16="http://schemas.microsoft.com/office/drawing/2014/main" id="{E97A1406-D0E9-E0EE-0596-37C27C77F944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9166762" y="52818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35" name="Textplatzhalter 68">
            <a:extLst>
              <a:ext uri="{FF2B5EF4-FFF2-40B4-BE49-F238E27FC236}">
                <a16:creationId xmlns:a16="http://schemas.microsoft.com/office/drawing/2014/main" id="{6785C65B-7237-37D2-8384-C9A0073525C5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9166762" y="56742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</p:spTree>
    <p:extLst>
      <p:ext uri="{BB962C8B-B14F-4D97-AF65-F5344CB8AC3E}">
        <p14:creationId xmlns:p14="http://schemas.microsoft.com/office/powerpoint/2010/main" val="28123462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eam 4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Bildplatzhalter 17">
            <a:extLst>
              <a:ext uri="{FF2B5EF4-FFF2-40B4-BE49-F238E27FC236}">
                <a16:creationId xmlns:a16="http://schemas.microsoft.com/office/drawing/2014/main" id="{772D037C-EC60-3D87-5A88-33D2C1FFCE76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1207171" y="1807200"/>
            <a:ext cx="1440000" cy="144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69" name="Bildplatzhalter 17">
            <a:extLst>
              <a:ext uri="{FF2B5EF4-FFF2-40B4-BE49-F238E27FC236}">
                <a16:creationId xmlns:a16="http://schemas.microsoft.com/office/drawing/2014/main" id="{A63C3A20-9C90-8D78-D0DD-3D6149F70BC5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771181" y="1807200"/>
            <a:ext cx="1440000" cy="14400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0" name="Textplatzhalter 12">
            <a:extLst>
              <a:ext uri="{FF2B5EF4-FFF2-40B4-BE49-F238E27FC236}">
                <a16:creationId xmlns:a16="http://schemas.microsoft.com/office/drawing/2014/main" id="{0FA721B5-C5F5-D3E4-B507-68EDA5F34F4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7171" y="3485247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TITEL / NAME / TOPIC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1" name="Textplatzhalter 9">
            <a:extLst>
              <a:ext uri="{FF2B5EF4-FFF2-40B4-BE49-F238E27FC236}">
                <a16:creationId xmlns:a16="http://schemas.microsoft.com/office/drawing/2014/main" id="{E1F6DA27-90BE-F221-4957-D72C1D9764C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7171" y="3878313"/>
            <a:ext cx="2160000" cy="16764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42" name="Textplatzhalter 12">
            <a:extLst>
              <a:ext uri="{FF2B5EF4-FFF2-40B4-BE49-F238E27FC236}">
                <a16:creationId xmlns:a16="http://schemas.microsoft.com/office/drawing/2014/main" id="{B421A404-7614-129A-1395-D5B8D4EB779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29176" y="3485247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TITEL / NAME / TOPIC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3" name="Textplatzhalter 9">
            <a:extLst>
              <a:ext uri="{FF2B5EF4-FFF2-40B4-BE49-F238E27FC236}">
                <a16:creationId xmlns:a16="http://schemas.microsoft.com/office/drawing/2014/main" id="{CB24C7CA-1C02-E10B-E47D-44C433A92A6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29176" y="3878313"/>
            <a:ext cx="2160000" cy="16764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63" name="Textplatzhalter 12">
            <a:extLst>
              <a:ext uri="{FF2B5EF4-FFF2-40B4-BE49-F238E27FC236}">
                <a16:creationId xmlns:a16="http://schemas.microsoft.com/office/drawing/2014/main" id="{657A52F1-3DA5-C11D-DEC0-68712FC19DB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11181" y="3485247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TITEL / NAME / TOPIC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64" name="Textplatzhalter 9">
            <a:extLst>
              <a:ext uri="{FF2B5EF4-FFF2-40B4-BE49-F238E27FC236}">
                <a16:creationId xmlns:a16="http://schemas.microsoft.com/office/drawing/2014/main" id="{0297597A-8259-C62E-D09A-EB510E03DE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11181" y="3878313"/>
            <a:ext cx="2160000" cy="16764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65" name="Textplatzhalter 12">
            <a:extLst>
              <a:ext uri="{FF2B5EF4-FFF2-40B4-BE49-F238E27FC236}">
                <a16:creationId xmlns:a16="http://schemas.microsoft.com/office/drawing/2014/main" id="{5DE71ECB-DD93-A5BB-3D87-3374FB8B79F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93187" y="3485247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TITEL / NAME / TOPIC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66" name="Textplatzhalter 9">
            <a:extLst>
              <a:ext uri="{FF2B5EF4-FFF2-40B4-BE49-F238E27FC236}">
                <a16:creationId xmlns:a16="http://schemas.microsoft.com/office/drawing/2014/main" id="{E945E4C6-1522-1937-CA45-8DE78312400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93187" y="3878313"/>
            <a:ext cx="2160000" cy="16764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Bildplatzhalter 17">
            <a:extLst>
              <a:ext uri="{FF2B5EF4-FFF2-40B4-BE49-F238E27FC236}">
                <a16:creationId xmlns:a16="http://schemas.microsoft.com/office/drawing/2014/main" id="{AB95BBF8-A2E9-CCAF-363B-609FBCD52AA2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989176" y="1807200"/>
            <a:ext cx="1440000" cy="144000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14" name="Bildplatzhalter 17">
            <a:extLst>
              <a:ext uri="{FF2B5EF4-FFF2-40B4-BE49-F238E27FC236}">
                <a16:creationId xmlns:a16="http://schemas.microsoft.com/office/drawing/2014/main" id="{83B8CFFB-FF68-9C25-DA36-496767D6BE79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9553187" y="1807200"/>
            <a:ext cx="1440000" cy="144000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96B5678A-CC30-17EC-6046-C3AB8B5CAEBB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81C64AC1-41FF-6EFD-BD2E-001BE8E76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599F5F5F-70C0-A783-86E8-A25D8BB7296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522455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eam 5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Bildplatzhalter 17">
            <a:extLst>
              <a:ext uri="{FF2B5EF4-FFF2-40B4-BE49-F238E27FC236}">
                <a16:creationId xmlns:a16="http://schemas.microsoft.com/office/drawing/2014/main" id="{772D037C-EC60-3D87-5A88-33D2C1FFCE76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59120" y="2141835"/>
            <a:ext cx="1620000" cy="162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3" name="Textplatzhalter 9">
            <a:extLst>
              <a:ext uri="{FF2B5EF4-FFF2-40B4-BE49-F238E27FC236}">
                <a16:creationId xmlns:a16="http://schemas.microsoft.com/office/drawing/2014/main" id="{CB24C7CA-1C02-E10B-E47D-44C433A92A6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33234" y="2790471"/>
            <a:ext cx="324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49899CC0-4887-5398-AC2D-3879832254B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533235" y="2477558"/>
            <a:ext cx="3240000" cy="3129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31" name="Bildplatzhalter 17">
            <a:extLst>
              <a:ext uri="{FF2B5EF4-FFF2-40B4-BE49-F238E27FC236}">
                <a16:creationId xmlns:a16="http://schemas.microsoft.com/office/drawing/2014/main" id="{87B01507-D539-D1D5-84F5-7BB853D625E2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59120" y="4159969"/>
            <a:ext cx="1620000" cy="162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2" name="Textplatzhalter 9">
            <a:extLst>
              <a:ext uri="{FF2B5EF4-FFF2-40B4-BE49-F238E27FC236}">
                <a16:creationId xmlns:a16="http://schemas.microsoft.com/office/drawing/2014/main" id="{E4E34D18-7C92-002E-3062-BC29D200A31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533234" y="4808605"/>
            <a:ext cx="324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33" name="Textplatzhalter 29">
            <a:extLst>
              <a:ext uri="{FF2B5EF4-FFF2-40B4-BE49-F238E27FC236}">
                <a16:creationId xmlns:a16="http://schemas.microsoft.com/office/drawing/2014/main" id="{A9390570-DE34-9C81-EEEA-7F734521000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533235" y="4495692"/>
            <a:ext cx="3240000" cy="3129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34" name="Bildplatzhalter 17">
            <a:extLst>
              <a:ext uri="{FF2B5EF4-FFF2-40B4-BE49-F238E27FC236}">
                <a16:creationId xmlns:a16="http://schemas.microsoft.com/office/drawing/2014/main" id="{98ACEAFE-80F6-186D-B801-C0FAAFAB13E6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6418767" y="2141835"/>
            <a:ext cx="1620000" cy="162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5" name="Textplatzhalter 9">
            <a:extLst>
              <a:ext uri="{FF2B5EF4-FFF2-40B4-BE49-F238E27FC236}">
                <a16:creationId xmlns:a16="http://schemas.microsoft.com/office/drawing/2014/main" id="{634B2B19-BE36-AD4B-9ED9-165B78B7716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292881" y="2790471"/>
            <a:ext cx="324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36" name="Textplatzhalter 29">
            <a:extLst>
              <a:ext uri="{FF2B5EF4-FFF2-40B4-BE49-F238E27FC236}">
                <a16:creationId xmlns:a16="http://schemas.microsoft.com/office/drawing/2014/main" id="{CD729948-1748-4F0F-5455-FE8C91C53E8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292882" y="2477558"/>
            <a:ext cx="3240000" cy="3129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37" name="Bildplatzhalter 17">
            <a:extLst>
              <a:ext uri="{FF2B5EF4-FFF2-40B4-BE49-F238E27FC236}">
                <a16:creationId xmlns:a16="http://schemas.microsoft.com/office/drawing/2014/main" id="{9F59711B-6747-8E5E-11FF-97DC1449F1E8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6418767" y="4159969"/>
            <a:ext cx="1620000" cy="162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8" name="Textplatzhalter 9">
            <a:extLst>
              <a:ext uri="{FF2B5EF4-FFF2-40B4-BE49-F238E27FC236}">
                <a16:creationId xmlns:a16="http://schemas.microsoft.com/office/drawing/2014/main" id="{61B007DB-67F4-D21A-1F1A-AA2D4E5EBE6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292881" y="4808605"/>
            <a:ext cx="324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39" name="Textplatzhalter 29">
            <a:extLst>
              <a:ext uri="{FF2B5EF4-FFF2-40B4-BE49-F238E27FC236}">
                <a16:creationId xmlns:a16="http://schemas.microsoft.com/office/drawing/2014/main" id="{E2D5A7CD-3472-54C6-6662-44452403506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292882" y="4495692"/>
            <a:ext cx="3240000" cy="3129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D4EFD47E-4C34-A113-0CC5-20C28AD7301E}"/>
              </a:ext>
            </a:extLst>
          </p:cNvPr>
          <p:cNvSpPr>
            <a:spLocks noGrp="1"/>
          </p:cNvSpPr>
          <p:nvPr>
            <p:ph type="ftr" sz="quarter" idx="43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5027E37E-9F12-A6AD-EC7B-01596119C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5" name="Textplatzhalter 17">
            <a:extLst>
              <a:ext uri="{FF2B5EF4-FFF2-40B4-BE49-F238E27FC236}">
                <a16:creationId xmlns:a16="http://schemas.microsoft.com/office/drawing/2014/main" id="{557245B5-2A7D-2C02-442C-51FF973469A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820153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round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Bildplatzhalter 17">
            <a:extLst>
              <a:ext uri="{FF2B5EF4-FFF2-40B4-BE49-F238E27FC236}">
                <a16:creationId xmlns:a16="http://schemas.microsoft.com/office/drawing/2014/main" id="{772D037C-EC60-3D87-5A88-33D2C1FFCE76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5603966" y="774642"/>
            <a:ext cx="3803466" cy="3803466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70023C3F-F50B-69C3-8315-077076595BB6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22C42462-6E49-11FC-7E0A-4ECFDC8D33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540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3D834707-8148-4480-52CF-6B4CFEC67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522000"/>
            <a:ext cx="5400000" cy="252000"/>
          </a:xfrm>
        </p:spPr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8642357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Graphic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ildplatzhalter 17">
            <a:extLst>
              <a:ext uri="{FF2B5EF4-FFF2-40B4-BE49-F238E27FC236}">
                <a16:creationId xmlns:a16="http://schemas.microsoft.com/office/drawing/2014/main" id="{22C0D2B2-1E2A-A4F9-8F9E-FE9D767FF549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500952" y="2517821"/>
            <a:ext cx="853200" cy="853200"/>
          </a:xfrm>
          <a:prstGeom prst="ellipse">
            <a:avLst/>
          </a:prstGeom>
          <a:pattFill prst="pct5">
            <a:fgClr>
              <a:schemeClr val="tx2"/>
            </a:fgClr>
            <a:bgClr>
              <a:schemeClr val="tx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24" name="Bildplatzhalter 17">
            <a:extLst>
              <a:ext uri="{FF2B5EF4-FFF2-40B4-BE49-F238E27FC236}">
                <a16:creationId xmlns:a16="http://schemas.microsoft.com/office/drawing/2014/main" id="{8A430A93-19D5-EA40-544A-224FA798BCE2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5667183" y="2019699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accent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25" name="Bildplatzhalter 17">
            <a:extLst>
              <a:ext uri="{FF2B5EF4-FFF2-40B4-BE49-F238E27FC236}">
                <a16:creationId xmlns:a16="http://schemas.microsoft.com/office/drawing/2014/main" id="{5BC59A19-4BA7-E66C-BBEC-29C203087D28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815420" y="2517821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rgbClr val="772D5D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26" name="Bildplatzhalter 17">
            <a:extLst>
              <a:ext uri="{FF2B5EF4-FFF2-40B4-BE49-F238E27FC236}">
                <a16:creationId xmlns:a16="http://schemas.microsoft.com/office/drawing/2014/main" id="{6A8575FE-B396-2035-95D8-E8BABF6D8C96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7346165" y="3722421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rgbClr val="64966C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29" name="Bildplatzhalter 17">
            <a:extLst>
              <a:ext uri="{FF2B5EF4-FFF2-40B4-BE49-F238E27FC236}">
                <a16:creationId xmlns:a16="http://schemas.microsoft.com/office/drawing/2014/main" id="{7CEE9865-02A0-F603-DBF2-5D04BC2BDA33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3994325" y="3722421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accent4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0" name="Bildplatzhalter 17">
            <a:extLst>
              <a:ext uri="{FF2B5EF4-FFF2-40B4-BE49-F238E27FC236}">
                <a16:creationId xmlns:a16="http://schemas.microsoft.com/office/drawing/2014/main" id="{470BED20-491D-A0CD-D9B1-1CB33D07F7C7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5667183" y="5305882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rgbClr val="4BACB9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1" name="Bildplatzhalter 17">
            <a:extLst>
              <a:ext uri="{FF2B5EF4-FFF2-40B4-BE49-F238E27FC236}">
                <a16:creationId xmlns:a16="http://schemas.microsoft.com/office/drawing/2014/main" id="{3D9172F5-8A83-20A5-CF10-C518ADD8B040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6831295" y="4914079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rgbClr val="A1D3C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64" name="Bildplatzhalter 17">
            <a:extLst>
              <a:ext uri="{FF2B5EF4-FFF2-40B4-BE49-F238E27FC236}">
                <a16:creationId xmlns:a16="http://schemas.microsoft.com/office/drawing/2014/main" id="{E3D12321-A5E9-4824-4807-006BF811B89D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4477348" y="4885663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accent3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65" name="Bildplatzhalter 17">
            <a:extLst>
              <a:ext uri="{FF2B5EF4-FFF2-40B4-BE49-F238E27FC236}">
                <a16:creationId xmlns:a16="http://schemas.microsoft.com/office/drawing/2014/main" id="{5B7E1FEA-3193-E534-D0FF-A8360D57CA59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440725" y="3429000"/>
            <a:ext cx="1314000" cy="1314000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48C5A3A3-6D0A-9511-C42F-D92FF6E770DF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166BA448-4548-5F15-2597-19000926C5C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144FCA99-46B5-D8ED-F7FC-FA9C07A44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143679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Graphic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Inhaltsplatzhalter 21">
            <a:extLst>
              <a:ext uri="{FF2B5EF4-FFF2-40B4-BE49-F238E27FC236}">
                <a16:creationId xmlns:a16="http://schemas.microsoft.com/office/drawing/2014/main" id="{D7BB12CC-7D14-8A3C-4285-AFB78BE3C958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112645" y="3380345"/>
            <a:ext cx="2735595" cy="1845469"/>
          </a:xfrm>
          <a:custGeom>
            <a:avLst/>
            <a:gdLst>
              <a:gd name="connsiteX0" fmla="*/ 0 w 2867025"/>
              <a:gd name="connsiteY0" fmla="*/ 1884362 h 1884362"/>
              <a:gd name="connsiteX1" fmla="*/ 1433513 w 2867025"/>
              <a:gd name="connsiteY1" fmla="*/ 0 h 1884362"/>
              <a:gd name="connsiteX2" fmla="*/ 2867025 w 2867025"/>
              <a:gd name="connsiteY2" fmla="*/ 1884362 h 1884362"/>
              <a:gd name="connsiteX3" fmla="*/ 0 w 2867025"/>
              <a:gd name="connsiteY3" fmla="*/ 1884362 h 1884362"/>
              <a:gd name="connsiteX0" fmla="*/ 0 w 2867025"/>
              <a:gd name="connsiteY0" fmla="*/ 1887380 h 1887380"/>
              <a:gd name="connsiteX1" fmla="*/ 1403335 w 2867025"/>
              <a:gd name="connsiteY1" fmla="*/ 0 h 1887380"/>
              <a:gd name="connsiteX2" fmla="*/ 2867025 w 2867025"/>
              <a:gd name="connsiteY2" fmla="*/ 1887380 h 1887380"/>
              <a:gd name="connsiteX3" fmla="*/ 0 w 2867025"/>
              <a:gd name="connsiteY3" fmla="*/ 1887380 h 1887380"/>
              <a:gd name="connsiteX0" fmla="*/ 0 w 2806669"/>
              <a:gd name="connsiteY0" fmla="*/ 1887380 h 1893416"/>
              <a:gd name="connsiteX1" fmla="*/ 1403335 w 2806669"/>
              <a:gd name="connsiteY1" fmla="*/ 0 h 1893416"/>
              <a:gd name="connsiteX2" fmla="*/ 2806669 w 2806669"/>
              <a:gd name="connsiteY2" fmla="*/ 1893416 h 1893416"/>
              <a:gd name="connsiteX3" fmla="*/ 0 w 2806669"/>
              <a:gd name="connsiteY3" fmla="*/ 1887380 h 1893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6669" h="1893416">
                <a:moveTo>
                  <a:pt x="0" y="1887380"/>
                </a:moveTo>
                <a:lnTo>
                  <a:pt x="1403335" y="0"/>
                </a:lnTo>
                <a:lnTo>
                  <a:pt x="2806669" y="1893416"/>
                </a:lnTo>
                <a:lnTo>
                  <a:pt x="0" y="1887380"/>
                </a:lnTo>
                <a:close/>
              </a:path>
            </a:pathLst>
          </a:custGeom>
          <a:pattFill prst="pct5">
            <a:fgClr>
              <a:schemeClr val="bg2"/>
            </a:fgClr>
            <a:bgClr>
              <a:schemeClr val="tx1"/>
            </a:bgClr>
          </a:pattFill>
        </p:spPr>
        <p:txBody>
          <a:bodyPr anchor="ctr" anchorCtr="0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8" name="Inhaltsplatzhalter 21">
            <a:extLst>
              <a:ext uri="{FF2B5EF4-FFF2-40B4-BE49-F238E27FC236}">
                <a16:creationId xmlns:a16="http://schemas.microsoft.com/office/drawing/2014/main" id="{33A6613D-50B2-BB25-8D72-88FED21374F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095195" y="3379935"/>
            <a:ext cx="2735595" cy="1845469"/>
          </a:xfrm>
          <a:custGeom>
            <a:avLst/>
            <a:gdLst>
              <a:gd name="connsiteX0" fmla="*/ 0 w 2867025"/>
              <a:gd name="connsiteY0" fmla="*/ 1884362 h 1884362"/>
              <a:gd name="connsiteX1" fmla="*/ 1433513 w 2867025"/>
              <a:gd name="connsiteY1" fmla="*/ 0 h 1884362"/>
              <a:gd name="connsiteX2" fmla="*/ 2867025 w 2867025"/>
              <a:gd name="connsiteY2" fmla="*/ 1884362 h 1884362"/>
              <a:gd name="connsiteX3" fmla="*/ 0 w 2867025"/>
              <a:gd name="connsiteY3" fmla="*/ 1884362 h 1884362"/>
              <a:gd name="connsiteX0" fmla="*/ 0 w 2867025"/>
              <a:gd name="connsiteY0" fmla="*/ 1887380 h 1887380"/>
              <a:gd name="connsiteX1" fmla="*/ 1403335 w 2867025"/>
              <a:gd name="connsiteY1" fmla="*/ 0 h 1887380"/>
              <a:gd name="connsiteX2" fmla="*/ 2867025 w 2867025"/>
              <a:gd name="connsiteY2" fmla="*/ 1887380 h 1887380"/>
              <a:gd name="connsiteX3" fmla="*/ 0 w 2867025"/>
              <a:gd name="connsiteY3" fmla="*/ 1887380 h 1887380"/>
              <a:gd name="connsiteX0" fmla="*/ 0 w 2806669"/>
              <a:gd name="connsiteY0" fmla="*/ 1887380 h 1893416"/>
              <a:gd name="connsiteX1" fmla="*/ 1403335 w 2806669"/>
              <a:gd name="connsiteY1" fmla="*/ 0 h 1893416"/>
              <a:gd name="connsiteX2" fmla="*/ 2806669 w 2806669"/>
              <a:gd name="connsiteY2" fmla="*/ 1893416 h 1893416"/>
              <a:gd name="connsiteX3" fmla="*/ 0 w 2806669"/>
              <a:gd name="connsiteY3" fmla="*/ 1887380 h 1893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6669" h="1893416">
                <a:moveTo>
                  <a:pt x="0" y="1887380"/>
                </a:moveTo>
                <a:lnTo>
                  <a:pt x="1403335" y="0"/>
                </a:lnTo>
                <a:lnTo>
                  <a:pt x="2806669" y="1893416"/>
                </a:lnTo>
                <a:lnTo>
                  <a:pt x="0" y="1887380"/>
                </a:lnTo>
                <a:close/>
              </a:path>
            </a:pathLst>
          </a:custGeom>
          <a:pattFill prst="pct5">
            <a:fgClr>
              <a:schemeClr val="bg2"/>
            </a:fgClr>
            <a:bgClr>
              <a:schemeClr val="tx1"/>
            </a:bgClr>
          </a:pattFill>
        </p:spPr>
        <p:txBody>
          <a:bodyPr anchor="ctr" anchorCtr="0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Inhaltsplatzhalter 21">
            <a:extLst>
              <a:ext uri="{FF2B5EF4-FFF2-40B4-BE49-F238E27FC236}">
                <a16:creationId xmlns:a16="http://schemas.microsoft.com/office/drawing/2014/main" id="{2BEFC549-E378-FA1A-53D8-D386EC884337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6605493" y="1363281"/>
            <a:ext cx="2735595" cy="1845469"/>
          </a:xfrm>
          <a:custGeom>
            <a:avLst/>
            <a:gdLst>
              <a:gd name="connsiteX0" fmla="*/ 0 w 2867025"/>
              <a:gd name="connsiteY0" fmla="*/ 1884362 h 1884362"/>
              <a:gd name="connsiteX1" fmla="*/ 1433513 w 2867025"/>
              <a:gd name="connsiteY1" fmla="*/ 0 h 1884362"/>
              <a:gd name="connsiteX2" fmla="*/ 2867025 w 2867025"/>
              <a:gd name="connsiteY2" fmla="*/ 1884362 h 1884362"/>
              <a:gd name="connsiteX3" fmla="*/ 0 w 2867025"/>
              <a:gd name="connsiteY3" fmla="*/ 1884362 h 1884362"/>
              <a:gd name="connsiteX0" fmla="*/ 0 w 2867025"/>
              <a:gd name="connsiteY0" fmla="*/ 1887380 h 1887380"/>
              <a:gd name="connsiteX1" fmla="*/ 1403335 w 2867025"/>
              <a:gd name="connsiteY1" fmla="*/ 0 h 1887380"/>
              <a:gd name="connsiteX2" fmla="*/ 2867025 w 2867025"/>
              <a:gd name="connsiteY2" fmla="*/ 1887380 h 1887380"/>
              <a:gd name="connsiteX3" fmla="*/ 0 w 2867025"/>
              <a:gd name="connsiteY3" fmla="*/ 1887380 h 1887380"/>
              <a:gd name="connsiteX0" fmla="*/ 0 w 2806669"/>
              <a:gd name="connsiteY0" fmla="*/ 1887380 h 1893416"/>
              <a:gd name="connsiteX1" fmla="*/ 1403335 w 2806669"/>
              <a:gd name="connsiteY1" fmla="*/ 0 h 1893416"/>
              <a:gd name="connsiteX2" fmla="*/ 2806669 w 2806669"/>
              <a:gd name="connsiteY2" fmla="*/ 1893416 h 1893416"/>
              <a:gd name="connsiteX3" fmla="*/ 0 w 2806669"/>
              <a:gd name="connsiteY3" fmla="*/ 1887380 h 1893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6669" h="1893416">
                <a:moveTo>
                  <a:pt x="0" y="1887380"/>
                </a:moveTo>
                <a:lnTo>
                  <a:pt x="1403335" y="0"/>
                </a:lnTo>
                <a:lnTo>
                  <a:pt x="2806669" y="1893416"/>
                </a:lnTo>
                <a:lnTo>
                  <a:pt x="0" y="1887380"/>
                </a:lnTo>
                <a:close/>
              </a:path>
            </a:pathLst>
          </a:custGeom>
          <a:pattFill prst="pct5">
            <a:fgClr>
              <a:schemeClr val="bg2"/>
            </a:fgClr>
            <a:bgClr>
              <a:schemeClr val="accent1"/>
            </a:bgClr>
          </a:pattFill>
        </p:spPr>
        <p:txBody>
          <a:bodyPr anchor="ctr" anchorCtr="0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0" name="Inhaltsplatzhalter 69">
            <a:extLst>
              <a:ext uri="{FF2B5EF4-FFF2-40B4-BE49-F238E27FC236}">
                <a16:creationId xmlns:a16="http://schemas.microsoft.com/office/drawing/2014/main" id="{D2EF5D6C-C81A-42ED-C67F-9BFF02C054F2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6603905" y="3329350"/>
            <a:ext cx="2735625" cy="1845927"/>
          </a:xfrm>
          <a:prstGeom prst="flowChartMerge">
            <a:avLst/>
          </a:prstGeom>
          <a:pattFill prst="pct5">
            <a:fgClr>
              <a:schemeClr val="tx1"/>
            </a:fgClr>
            <a:bgClr>
              <a:schemeClr val="tx2"/>
            </a:bgClr>
          </a:pattFill>
        </p:spPr>
        <p:txBody>
          <a:bodyPr anchor="ctr" anchorCtr="0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2" name="Inhaltsplatzhalter 71">
            <a:extLst>
              <a:ext uri="{FF2B5EF4-FFF2-40B4-BE49-F238E27FC236}">
                <a16:creationId xmlns:a16="http://schemas.microsoft.com/office/drawing/2014/main" id="{8006F549-64F8-3BCC-308A-28F09F10E9CF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4447554" y="5344554"/>
            <a:ext cx="7032155" cy="860272"/>
          </a:xfrm>
          <a:prstGeom prst="trapezoid">
            <a:avLst>
              <a:gd name="adj" fmla="val 69019"/>
            </a:avLst>
          </a:prstGeom>
          <a:pattFill prst="pct5">
            <a:fgClr>
              <a:schemeClr val="tx1"/>
            </a:fgClr>
            <a:bgClr>
              <a:schemeClr val="bg2"/>
            </a:bgClr>
          </a:pattFill>
        </p:spPr>
        <p:txBody>
          <a:bodyPr/>
          <a:lstStyle>
            <a:lvl1pPr marL="0" indent="0" algn="ctr">
              <a:buNone/>
              <a:defRPr sz="800"/>
            </a:lvl1pPr>
            <a:lvl2pPr marL="457200" indent="0" algn="ctr">
              <a:buNone/>
              <a:defRPr sz="800"/>
            </a:lvl2pPr>
            <a:lvl3pPr marL="914400" indent="0" algn="ctr">
              <a:buNone/>
              <a:defRPr sz="800"/>
            </a:lvl3pPr>
            <a:lvl4pPr marL="1371600" indent="0" algn="ctr">
              <a:buNone/>
              <a:defRPr sz="800"/>
            </a:lvl4pPr>
            <a:lvl5pPr marL="1828800" indent="0" algn="ctr">
              <a:buNone/>
              <a:defRPr sz="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3" name="Inhaltsplatzhalter 2">
            <a:extLst>
              <a:ext uri="{FF2B5EF4-FFF2-40B4-BE49-F238E27FC236}">
                <a16:creationId xmlns:a16="http://schemas.microsoft.com/office/drawing/2014/main" id="{F7150A6D-248E-CBE7-0CD1-33F8A7C716C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8163"/>
            <a:ext cx="35136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pic>
        <p:nvPicPr>
          <p:cNvPr id="74" name="Grafik 73">
            <a:extLst>
              <a:ext uri="{FF2B5EF4-FFF2-40B4-BE49-F238E27FC236}">
                <a16:creationId xmlns:a16="http://schemas.microsoft.com/office/drawing/2014/main" id="{65355B37-BA23-335C-CE2F-CEE495EFA21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5158791C-C67E-7588-D1BC-B3C41772755A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6085BFAF-1A15-A977-76A3-4F09E955CBD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1294FB6B-67DE-26B9-75F7-00E1B0944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97231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Graphic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17">
            <a:extLst>
              <a:ext uri="{FF2B5EF4-FFF2-40B4-BE49-F238E27FC236}">
                <a16:creationId xmlns:a16="http://schemas.microsoft.com/office/drawing/2014/main" id="{E11FE89E-568B-4322-C82A-99798E9D30E0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7005963" y="2937589"/>
            <a:ext cx="853200" cy="853200"/>
          </a:xfrm>
          <a:prstGeom prst="ellipse">
            <a:avLst/>
          </a:prstGeom>
          <a:solidFill>
            <a:schemeClr val="accent4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" name="Bildplatzhalter 17">
            <a:extLst>
              <a:ext uri="{FF2B5EF4-FFF2-40B4-BE49-F238E27FC236}">
                <a16:creationId xmlns:a16="http://schemas.microsoft.com/office/drawing/2014/main" id="{41371A3A-CB8E-FAD1-6EB4-D91D9A6B1C2A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9027985" y="3438542"/>
            <a:ext cx="853200" cy="8532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18" name="Bildplatzhalter 17">
            <a:extLst>
              <a:ext uri="{FF2B5EF4-FFF2-40B4-BE49-F238E27FC236}">
                <a16:creationId xmlns:a16="http://schemas.microsoft.com/office/drawing/2014/main" id="{17D2C574-0B7B-A00E-10DB-D6293120685D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489736" y="4760611"/>
            <a:ext cx="853200" cy="8532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1" name="Bildplatzhalter 17">
            <a:extLst>
              <a:ext uri="{FF2B5EF4-FFF2-40B4-BE49-F238E27FC236}">
                <a16:creationId xmlns:a16="http://schemas.microsoft.com/office/drawing/2014/main" id="{16101017-0C4A-2979-D34B-FED2227CD8BF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8003391" y="4290671"/>
            <a:ext cx="853200" cy="85320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63" name="Inhaltsplatzhalter 2">
            <a:extLst>
              <a:ext uri="{FF2B5EF4-FFF2-40B4-BE49-F238E27FC236}">
                <a16:creationId xmlns:a16="http://schemas.microsoft.com/office/drawing/2014/main" id="{B71A738C-B934-81D9-A636-A9E923B27B26}"/>
              </a:ext>
            </a:extLst>
          </p:cNvPr>
          <p:cNvSpPr>
            <a:spLocks noGrp="1"/>
          </p:cNvSpPr>
          <p:nvPr>
            <p:ph idx="37" hasCustomPrompt="1"/>
          </p:nvPr>
        </p:nvSpPr>
        <p:spPr>
          <a:xfrm>
            <a:off x="5843665" y="4027105"/>
            <a:ext cx="402443" cy="13236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64" name="Inhaltsplatzhalter 2">
            <a:extLst>
              <a:ext uri="{FF2B5EF4-FFF2-40B4-BE49-F238E27FC236}">
                <a16:creationId xmlns:a16="http://schemas.microsoft.com/office/drawing/2014/main" id="{0FF61268-9D01-EE23-5711-074721C042E0}"/>
              </a:ext>
            </a:extLst>
          </p:cNvPr>
          <p:cNvSpPr>
            <a:spLocks noGrp="1"/>
          </p:cNvSpPr>
          <p:nvPr>
            <p:ph idx="38" hasCustomPrompt="1"/>
          </p:nvPr>
        </p:nvSpPr>
        <p:spPr>
          <a:xfrm>
            <a:off x="11116783" y="4027105"/>
            <a:ext cx="402443" cy="13236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65" name="Inhaltsplatzhalter 2">
            <a:extLst>
              <a:ext uri="{FF2B5EF4-FFF2-40B4-BE49-F238E27FC236}">
                <a16:creationId xmlns:a16="http://schemas.microsoft.com/office/drawing/2014/main" id="{A304610D-9559-3EDB-8D91-B321EF03A435}"/>
              </a:ext>
            </a:extLst>
          </p:cNvPr>
          <p:cNvSpPr>
            <a:spLocks noGrp="1"/>
          </p:cNvSpPr>
          <p:nvPr>
            <p:ph idx="39" hasCustomPrompt="1"/>
          </p:nvPr>
        </p:nvSpPr>
        <p:spPr>
          <a:xfrm>
            <a:off x="8486066" y="5758506"/>
            <a:ext cx="402443" cy="13236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66" name="Inhaltsplatzhalter 2">
            <a:extLst>
              <a:ext uri="{FF2B5EF4-FFF2-40B4-BE49-F238E27FC236}">
                <a16:creationId xmlns:a16="http://schemas.microsoft.com/office/drawing/2014/main" id="{DB22E2E7-D9C0-CB9D-24F9-F4CEDFB2304D}"/>
              </a:ext>
            </a:extLst>
          </p:cNvPr>
          <p:cNvSpPr>
            <a:spLocks noGrp="1"/>
          </p:cNvSpPr>
          <p:nvPr>
            <p:ph idx="40" hasCustomPrompt="1"/>
          </p:nvPr>
        </p:nvSpPr>
        <p:spPr>
          <a:xfrm>
            <a:off x="8485655" y="2297686"/>
            <a:ext cx="402443" cy="13236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68" name="Inhaltsplatzhalter 2">
            <a:extLst>
              <a:ext uri="{FF2B5EF4-FFF2-40B4-BE49-F238E27FC236}">
                <a16:creationId xmlns:a16="http://schemas.microsoft.com/office/drawing/2014/main" id="{B8321047-6B7B-3C5F-7A70-C0DED8AB101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F4F3818-5FEC-91B6-5D85-B43900C53A66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87FD774B-FDF1-4DE8-0680-B9E3BA034DBD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CDA6C52-DF22-D6A8-85F1-316506D522AB}"/>
              </a:ext>
            </a:extLst>
          </p:cNvPr>
          <p:cNvSpPr>
            <a:spLocks noGrp="1"/>
          </p:cNvSpPr>
          <p:nvPr>
            <p:ph type="ftr" sz="quarter" idx="42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8EE3EA5-32A3-A545-6D9E-E7AB9A4EB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E0B7C146-198E-A8E4-D2D7-CABB96CDB90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2628389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Graphic 4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Bildplatzhalter 75">
            <a:extLst>
              <a:ext uri="{FF2B5EF4-FFF2-40B4-BE49-F238E27FC236}">
                <a16:creationId xmlns:a16="http://schemas.microsoft.com/office/drawing/2014/main" id="{E7CDD4E0-24E9-A2A3-13F5-3C8E2C0FF0D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177514" y="1807200"/>
            <a:ext cx="720725" cy="71913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tx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77" name="Bildplatzhalter 75">
            <a:extLst>
              <a:ext uri="{FF2B5EF4-FFF2-40B4-BE49-F238E27FC236}">
                <a16:creationId xmlns:a16="http://schemas.microsoft.com/office/drawing/2014/main" id="{B204E437-6989-182B-D017-758C3283950B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60189" y="1807200"/>
            <a:ext cx="720725" cy="71913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78" name="Bildplatzhalter 75">
            <a:extLst>
              <a:ext uri="{FF2B5EF4-FFF2-40B4-BE49-F238E27FC236}">
                <a16:creationId xmlns:a16="http://schemas.microsoft.com/office/drawing/2014/main" id="{217F7511-C6AB-4087-E532-017F0D7BBC03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3199546" y="3910868"/>
            <a:ext cx="720725" cy="719137"/>
          </a:xfrm>
          <a:prstGeom prst="rect">
            <a:avLst/>
          </a:prstGeom>
          <a:pattFill prst="pct5">
            <a:fgClr>
              <a:schemeClr val="tx2"/>
            </a:fgClr>
            <a:bgClr>
              <a:schemeClr val="tx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79" name="Bildplatzhalter 75">
            <a:extLst>
              <a:ext uri="{FF2B5EF4-FFF2-40B4-BE49-F238E27FC236}">
                <a16:creationId xmlns:a16="http://schemas.microsoft.com/office/drawing/2014/main" id="{813DC06C-1763-5233-A589-728BCB3A15B6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682221" y="3910868"/>
            <a:ext cx="720725" cy="71913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accent4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0" name="Bildplatzhalter 75">
            <a:extLst>
              <a:ext uri="{FF2B5EF4-FFF2-40B4-BE49-F238E27FC236}">
                <a16:creationId xmlns:a16="http://schemas.microsoft.com/office/drawing/2014/main" id="{8F91579E-A843-95B5-5C98-8ABA01282093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6488163" y="1824462"/>
            <a:ext cx="2016000" cy="20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1" name="Bildplatzhalter 75">
            <a:extLst>
              <a:ext uri="{FF2B5EF4-FFF2-40B4-BE49-F238E27FC236}">
                <a16:creationId xmlns:a16="http://schemas.microsoft.com/office/drawing/2014/main" id="{8EF699EA-92D3-AFA2-AF99-C6EFCA7E782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504163" y="1824462"/>
            <a:ext cx="2016000" cy="20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tx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2" name="Bildplatzhalter 75">
            <a:extLst>
              <a:ext uri="{FF2B5EF4-FFF2-40B4-BE49-F238E27FC236}">
                <a16:creationId xmlns:a16="http://schemas.microsoft.com/office/drawing/2014/main" id="{B3D1EB28-9044-FA77-EF2C-CD1779377B68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488163" y="3840462"/>
            <a:ext cx="2016000" cy="20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accent4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3" name="Bildplatzhalter 75">
            <a:extLst>
              <a:ext uri="{FF2B5EF4-FFF2-40B4-BE49-F238E27FC236}">
                <a16:creationId xmlns:a16="http://schemas.microsoft.com/office/drawing/2014/main" id="{9FBFD2AE-A89D-29CF-4CE0-3E4F240BBAC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8504163" y="3840462"/>
            <a:ext cx="2016000" cy="2016000"/>
          </a:xfrm>
          <a:prstGeom prst="rect">
            <a:avLst/>
          </a:prstGeom>
          <a:pattFill prst="pct5">
            <a:fgClr>
              <a:schemeClr val="bg2"/>
            </a:fgClr>
            <a:bgClr>
              <a:schemeClr val="tx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4" name="Textplatzhalter 9">
            <a:extLst>
              <a:ext uri="{FF2B5EF4-FFF2-40B4-BE49-F238E27FC236}">
                <a16:creationId xmlns:a16="http://schemas.microsoft.com/office/drawing/2014/main" id="{CDA609C0-647C-B1BD-93EC-A78509D9832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8813" y="2896348"/>
            <a:ext cx="2151057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endParaRPr lang="de-DE"/>
          </a:p>
        </p:txBody>
      </p:sp>
      <p:sp>
        <p:nvSpPr>
          <p:cNvPr id="85" name="Textplatzhalter 29">
            <a:extLst>
              <a:ext uri="{FF2B5EF4-FFF2-40B4-BE49-F238E27FC236}">
                <a16:creationId xmlns:a16="http://schemas.microsoft.com/office/drawing/2014/main" id="{C112F0A2-A070-327C-8023-F5E35CAFF63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8814" y="2666297"/>
            <a:ext cx="2151057" cy="2036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Heading</a:t>
            </a:r>
            <a:endParaRPr lang="de-DE"/>
          </a:p>
        </p:txBody>
      </p:sp>
      <p:sp>
        <p:nvSpPr>
          <p:cNvPr id="86" name="Textplatzhalter 9">
            <a:extLst>
              <a:ext uri="{FF2B5EF4-FFF2-40B4-BE49-F238E27FC236}">
                <a16:creationId xmlns:a16="http://schemas.microsoft.com/office/drawing/2014/main" id="{254547D5-8F71-F03C-36AB-1B91C150CC1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176789" y="2896348"/>
            <a:ext cx="2151057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endParaRPr lang="de-DE"/>
          </a:p>
        </p:txBody>
      </p:sp>
      <p:sp>
        <p:nvSpPr>
          <p:cNvPr id="87" name="Textplatzhalter 29">
            <a:extLst>
              <a:ext uri="{FF2B5EF4-FFF2-40B4-BE49-F238E27FC236}">
                <a16:creationId xmlns:a16="http://schemas.microsoft.com/office/drawing/2014/main" id="{05042D0D-FDDB-CCD7-326B-E6A0483D70C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176790" y="2666297"/>
            <a:ext cx="2151057" cy="2036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Heading</a:t>
            </a:r>
            <a:endParaRPr lang="de-DE"/>
          </a:p>
        </p:txBody>
      </p:sp>
      <p:sp>
        <p:nvSpPr>
          <p:cNvPr id="88" name="Textplatzhalter 9">
            <a:extLst>
              <a:ext uri="{FF2B5EF4-FFF2-40B4-BE49-F238E27FC236}">
                <a16:creationId xmlns:a16="http://schemas.microsoft.com/office/drawing/2014/main" id="{0EF15943-3A9E-1793-7627-E1655D446F3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81570" y="5016884"/>
            <a:ext cx="2151057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endParaRPr lang="de-DE"/>
          </a:p>
        </p:txBody>
      </p:sp>
      <p:sp>
        <p:nvSpPr>
          <p:cNvPr id="89" name="Textplatzhalter 29">
            <a:extLst>
              <a:ext uri="{FF2B5EF4-FFF2-40B4-BE49-F238E27FC236}">
                <a16:creationId xmlns:a16="http://schemas.microsoft.com/office/drawing/2014/main" id="{6B860575-782D-1C92-7C8F-D1EFBD3549D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81571" y="4786833"/>
            <a:ext cx="2151057" cy="2036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Heading</a:t>
            </a:r>
            <a:endParaRPr lang="de-DE"/>
          </a:p>
        </p:txBody>
      </p:sp>
      <p:sp>
        <p:nvSpPr>
          <p:cNvPr id="90" name="Textplatzhalter 9">
            <a:extLst>
              <a:ext uri="{FF2B5EF4-FFF2-40B4-BE49-F238E27FC236}">
                <a16:creationId xmlns:a16="http://schemas.microsoft.com/office/drawing/2014/main" id="{6D4B7B9E-8681-3FE6-2C1C-3D017FE2314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199546" y="5016884"/>
            <a:ext cx="2151057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endParaRPr lang="de-DE"/>
          </a:p>
        </p:txBody>
      </p:sp>
      <p:sp>
        <p:nvSpPr>
          <p:cNvPr id="91" name="Textplatzhalter 29">
            <a:extLst>
              <a:ext uri="{FF2B5EF4-FFF2-40B4-BE49-F238E27FC236}">
                <a16:creationId xmlns:a16="http://schemas.microsoft.com/office/drawing/2014/main" id="{81A9C47E-BBD0-D717-A4B3-202CF0F24A9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199547" y="4786833"/>
            <a:ext cx="2151057" cy="2036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Heading</a:t>
            </a:r>
            <a:endParaRPr lang="de-DE"/>
          </a:p>
        </p:txBody>
      </p:sp>
      <p:sp>
        <p:nvSpPr>
          <p:cNvPr id="92" name="Textplatzhalter 29">
            <a:extLst>
              <a:ext uri="{FF2B5EF4-FFF2-40B4-BE49-F238E27FC236}">
                <a16:creationId xmlns:a16="http://schemas.microsoft.com/office/drawing/2014/main" id="{311152C1-EE48-B023-11D2-BA0FEDD80F1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730427" y="3840462"/>
            <a:ext cx="610083" cy="2190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93" name="Textplatzhalter 29">
            <a:extLst>
              <a:ext uri="{FF2B5EF4-FFF2-40B4-BE49-F238E27FC236}">
                <a16:creationId xmlns:a16="http://schemas.microsoft.com/office/drawing/2014/main" id="{11F56A58-56BB-6693-7AEF-C847D2834F4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504163" y="6126166"/>
            <a:ext cx="610083" cy="2190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5FC7BB2F-2DD9-A110-F3B7-5A8AA6E24CFA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0D555817-D5BB-91AC-6D7E-2FD0D1988B9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1FDDD65E-5178-9197-63FD-4C9528DDE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895172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Devices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2BC4B996-22FD-F47B-2286-9FC5EE9427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78B49EC-1E7E-CBA5-20E5-32DACA007E30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1E281D-AA97-31A9-EA27-7D3C3ADF18B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A20BA9F0-F524-7BAC-5100-45348B57BCC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BD634087-95FD-2B8B-B83E-2F68D176D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5E4739C2-4E2B-545F-7B88-2890E13B020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792EC007-5E15-AEDB-5017-B090C77ED1B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882260" y="2764852"/>
            <a:ext cx="4163476" cy="2783988"/>
          </a:xfrm>
          <a:custGeom>
            <a:avLst/>
            <a:gdLst>
              <a:gd name="connsiteX0" fmla="*/ 130223 w 5121354"/>
              <a:gd name="connsiteY0" fmla="*/ 0 h 3353148"/>
              <a:gd name="connsiteX1" fmla="*/ 4991131 w 5121354"/>
              <a:gd name="connsiteY1" fmla="*/ 0 h 3353148"/>
              <a:gd name="connsiteX2" fmla="*/ 5121354 w 5121354"/>
              <a:gd name="connsiteY2" fmla="*/ 130253 h 3353148"/>
              <a:gd name="connsiteX3" fmla="*/ 5121354 w 5121354"/>
              <a:gd name="connsiteY3" fmla="*/ 3353148 h 3353148"/>
              <a:gd name="connsiteX4" fmla="*/ 0 w 5121354"/>
              <a:gd name="connsiteY4" fmla="*/ 3353148 h 3353148"/>
              <a:gd name="connsiteX5" fmla="*/ 0 w 5121354"/>
              <a:gd name="connsiteY5" fmla="*/ 130253 h 3353148"/>
              <a:gd name="connsiteX6" fmla="*/ 130223 w 5121354"/>
              <a:gd name="connsiteY6" fmla="*/ 0 h 335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21354" h="3353148">
                <a:moveTo>
                  <a:pt x="130223" y="0"/>
                </a:moveTo>
                <a:cubicBezTo>
                  <a:pt x="130223" y="0"/>
                  <a:pt x="130223" y="0"/>
                  <a:pt x="4991131" y="0"/>
                </a:cubicBezTo>
                <a:cubicBezTo>
                  <a:pt x="5062581" y="0"/>
                  <a:pt x="5121354" y="58788"/>
                  <a:pt x="5121354" y="130253"/>
                </a:cubicBezTo>
                <a:lnTo>
                  <a:pt x="5121354" y="3353148"/>
                </a:lnTo>
                <a:cubicBezTo>
                  <a:pt x="5121354" y="3353148"/>
                  <a:pt x="5121354" y="3353148"/>
                  <a:pt x="0" y="3353148"/>
                </a:cubicBezTo>
                <a:cubicBezTo>
                  <a:pt x="0" y="3353148"/>
                  <a:pt x="0" y="3353148"/>
                  <a:pt x="0" y="130253"/>
                </a:cubicBezTo>
                <a:cubicBezTo>
                  <a:pt x="0" y="58788"/>
                  <a:pt x="58775" y="0"/>
                  <a:pt x="130223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" name="Bildplatzhalter 36">
            <a:extLst>
              <a:ext uri="{FF2B5EF4-FFF2-40B4-BE49-F238E27FC236}">
                <a16:creationId xmlns:a16="http://schemas.microsoft.com/office/drawing/2014/main" id="{6C613CE8-37D3-A363-0BDC-E7D089FFFB2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882260" y="2764852"/>
            <a:ext cx="4163476" cy="2783988"/>
          </a:xfrm>
          <a:custGeom>
            <a:avLst/>
            <a:gdLst>
              <a:gd name="connsiteX0" fmla="*/ 130223 w 5121354"/>
              <a:gd name="connsiteY0" fmla="*/ 0 h 3353148"/>
              <a:gd name="connsiteX1" fmla="*/ 4991131 w 5121354"/>
              <a:gd name="connsiteY1" fmla="*/ 0 h 3353148"/>
              <a:gd name="connsiteX2" fmla="*/ 5121354 w 5121354"/>
              <a:gd name="connsiteY2" fmla="*/ 130253 h 3353148"/>
              <a:gd name="connsiteX3" fmla="*/ 5121354 w 5121354"/>
              <a:gd name="connsiteY3" fmla="*/ 3353148 h 3353148"/>
              <a:gd name="connsiteX4" fmla="*/ 0 w 5121354"/>
              <a:gd name="connsiteY4" fmla="*/ 3353148 h 3353148"/>
              <a:gd name="connsiteX5" fmla="*/ 0 w 5121354"/>
              <a:gd name="connsiteY5" fmla="*/ 130253 h 3353148"/>
              <a:gd name="connsiteX6" fmla="*/ 130223 w 5121354"/>
              <a:gd name="connsiteY6" fmla="*/ 0 h 335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21354" h="3353148">
                <a:moveTo>
                  <a:pt x="130223" y="0"/>
                </a:moveTo>
                <a:cubicBezTo>
                  <a:pt x="130223" y="0"/>
                  <a:pt x="130223" y="0"/>
                  <a:pt x="4991131" y="0"/>
                </a:cubicBezTo>
                <a:cubicBezTo>
                  <a:pt x="5062581" y="0"/>
                  <a:pt x="5121354" y="58788"/>
                  <a:pt x="5121354" y="130253"/>
                </a:cubicBezTo>
                <a:lnTo>
                  <a:pt x="5121354" y="3353148"/>
                </a:lnTo>
                <a:cubicBezTo>
                  <a:pt x="5121354" y="3353148"/>
                  <a:pt x="5121354" y="3353148"/>
                  <a:pt x="0" y="3353148"/>
                </a:cubicBezTo>
                <a:cubicBezTo>
                  <a:pt x="0" y="3353148"/>
                  <a:pt x="0" y="3353148"/>
                  <a:pt x="0" y="130253"/>
                </a:cubicBezTo>
                <a:cubicBezTo>
                  <a:pt x="0" y="58788"/>
                  <a:pt x="58775" y="0"/>
                  <a:pt x="130223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r>
              <a:rPr lang="de-DE"/>
              <a:t>Bild durch Klicken auf Symbol hinzufügen</a:t>
            </a:r>
          </a:p>
        </p:txBody>
      </p:sp>
      <p:grpSp>
        <p:nvGrpSpPr>
          <p:cNvPr id="20" name="Group 22">
            <a:extLst>
              <a:ext uri="{FF2B5EF4-FFF2-40B4-BE49-F238E27FC236}">
                <a16:creationId xmlns:a16="http://schemas.microsoft.com/office/drawing/2014/main" id="{B13FDC59-CAC1-35C5-1668-F8AD7E79843E}"/>
              </a:ext>
            </a:extLst>
          </p:cNvPr>
          <p:cNvGrpSpPr/>
          <p:nvPr userDrawn="1"/>
        </p:nvGrpSpPr>
        <p:grpSpPr>
          <a:xfrm>
            <a:off x="6351402" y="2718513"/>
            <a:ext cx="5221915" cy="3015681"/>
            <a:chOff x="6144186" y="2371271"/>
            <a:chExt cx="6403598" cy="3665723"/>
          </a:xfrm>
          <a:solidFill>
            <a:srgbClr val="2F3941"/>
          </a:solidFill>
        </p:grpSpPr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D6B8E231-7472-23E1-1A62-328766A1121C}"/>
                </a:ext>
              </a:extLst>
            </p:cNvPr>
            <p:cNvSpPr>
              <a:spLocks/>
            </p:cNvSpPr>
            <p:nvPr/>
          </p:nvSpPr>
          <p:spPr bwMode="auto">
            <a:xfrm>
              <a:off x="6164141" y="5953183"/>
              <a:ext cx="6363688" cy="83811"/>
            </a:xfrm>
            <a:custGeom>
              <a:avLst/>
              <a:gdLst>
                <a:gd name="T0" fmla="*/ 1596 w 1596"/>
                <a:gd name="T1" fmla="*/ 0 h 21"/>
                <a:gd name="T2" fmla="*/ 0 w 1596"/>
                <a:gd name="T3" fmla="*/ 0 h 21"/>
                <a:gd name="T4" fmla="*/ 229 w 1596"/>
                <a:gd name="T5" fmla="*/ 21 h 21"/>
                <a:gd name="T6" fmla="*/ 1391 w 1596"/>
                <a:gd name="T7" fmla="*/ 21 h 21"/>
                <a:gd name="T8" fmla="*/ 1596 w 1596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96" h="21">
                  <a:moveTo>
                    <a:pt x="159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5" y="12"/>
                    <a:pt x="133" y="21"/>
                    <a:pt x="229" y="21"/>
                  </a:cubicBezTo>
                  <a:cubicBezTo>
                    <a:pt x="1391" y="21"/>
                    <a:pt x="1391" y="21"/>
                    <a:pt x="1391" y="21"/>
                  </a:cubicBezTo>
                  <a:cubicBezTo>
                    <a:pt x="1530" y="21"/>
                    <a:pt x="1582" y="11"/>
                    <a:pt x="159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D97B8499-4440-721F-30A6-FD2AB0E45AF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0843" y="2371271"/>
              <a:ext cx="5214273" cy="3542004"/>
            </a:xfrm>
            <a:custGeom>
              <a:avLst/>
              <a:gdLst>
                <a:gd name="T0" fmla="*/ 1260 w 1307"/>
                <a:gd name="T1" fmla="*/ 0 h 888"/>
                <a:gd name="T2" fmla="*/ 47 w 1307"/>
                <a:gd name="T3" fmla="*/ 0 h 888"/>
                <a:gd name="T4" fmla="*/ 0 w 1307"/>
                <a:gd name="T5" fmla="*/ 47 h 888"/>
                <a:gd name="T6" fmla="*/ 0 w 1307"/>
                <a:gd name="T7" fmla="*/ 876 h 888"/>
                <a:gd name="T8" fmla="*/ 12 w 1307"/>
                <a:gd name="T9" fmla="*/ 888 h 888"/>
                <a:gd name="T10" fmla="*/ 14 w 1307"/>
                <a:gd name="T11" fmla="*/ 888 h 888"/>
                <a:gd name="T12" fmla="*/ 14 w 1307"/>
                <a:gd name="T13" fmla="*/ 46 h 888"/>
                <a:gd name="T14" fmla="*/ 46 w 1307"/>
                <a:gd name="T15" fmla="*/ 14 h 888"/>
                <a:gd name="T16" fmla="*/ 1261 w 1307"/>
                <a:gd name="T17" fmla="*/ 14 h 888"/>
                <a:gd name="T18" fmla="*/ 1294 w 1307"/>
                <a:gd name="T19" fmla="*/ 46 h 888"/>
                <a:gd name="T20" fmla="*/ 1294 w 1307"/>
                <a:gd name="T21" fmla="*/ 888 h 888"/>
                <a:gd name="T22" fmla="*/ 1296 w 1307"/>
                <a:gd name="T23" fmla="*/ 888 h 888"/>
                <a:gd name="T24" fmla="*/ 1307 w 1307"/>
                <a:gd name="T25" fmla="*/ 876 h 888"/>
                <a:gd name="T26" fmla="*/ 1307 w 1307"/>
                <a:gd name="T27" fmla="*/ 47 h 888"/>
                <a:gd name="T28" fmla="*/ 1260 w 1307"/>
                <a:gd name="T29" fmla="*/ 0 h 8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07" h="888">
                  <a:moveTo>
                    <a:pt x="1260" y="0"/>
                  </a:moveTo>
                  <a:cubicBezTo>
                    <a:pt x="47" y="0"/>
                    <a:pt x="47" y="0"/>
                    <a:pt x="47" y="0"/>
                  </a:cubicBezTo>
                  <a:cubicBezTo>
                    <a:pt x="21" y="0"/>
                    <a:pt x="0" y="21"/>
                    <a:pt x="0" y="47"/>
                  </a:cubicBezTo>
                  <a:cubicBezTo>
                    <a:pt x="0" y="876"/>
                    <a:pt x="0" y="876"/>
                    <a:pt x="0" y="876"/>
                  </a:cubicBezTo>
                  <a:cubicBezTo>
                    <a:pt x="0" y="883"/>
                    <a:pt x="6" y="888"/>
                    <a:pt x="12" y="888"/>
                  </a:cubicBezTo>
                  <a:cubicBezTo>
                    <a:pt x="14" y="888"/>
                    <a:pt x="14" y="888"/>
                    <a:pt x="14" y="888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28"/>
                    <a:pt x="29" y="14"/>
                    <a:pt x="46" y="14"/>
                  </a:cubicBezTo>
                  <a:cubicBezTo>
                    <a:pt x="1261" y="14"/>
                    <a:pt x="1261" y="14"/>
                    <a:pt x="1261" y="14"/>
                  </a:cubicBezTo>
                  <a:cubicBezTo>
                    <a:pt x="1279" y="14"/>
                    <a:pt x="1294" y="28"/>
                    <a:pt x="1294" y="46"/>
                  </a:cubicBezTo>
                  <a:cubicBezTo>
                    <a:pt x="1294" y="888"/>
                    <a:pt x="1294" y="888"/>
                    <a:pt x="1294" y="888"/>
                  </a:cubicBezTo>
                  <a:cubicBezTo>
                    <a:pt x="1296" y="888"/>
                    <a:pt x="1296" y="888"/>
                    <a:pt x="1296" y="888"/>
                  </a:cubicBezTo>
                  <a:cubicBezTo>
                    <a:pt x="1302" y="888"/>
                    <a:pt x="1307" y="883"/>
                    <a:pt x="1307" y="876"/>
                  </a:cubicBezTo>
                  <a:cubicBezTo>
                    <a:pt x="1307" y="47"/>
                    <a:pt x="1307" y="47"/>
                    <a:pt x="1307" y="47"/>
                  </a:cubicBezTo>
                  <a:cubicBezTo>
                    <a:pt x="1307" y="21"/>
                    <a:pt x="1286" y="0"/>
                    <a:pt x="126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2538707A-D95E-5F72-948E-9B31942B848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0843" y="5765622"/>
              <a:ext cx="5214273" cy="147666"/>
            </a:xfrm>
            <a:custGeom>
              <a:avLst/>
              <a:gdLst>
                <a:gd name="T0" fmla="*/ 0 w 1307"/>
                <a:gd name="T1" fmla="*/ 0 h 37"/>
                <a:gd name="T2" fmla="*/ 0 w 1307"/>
                <a:gd name="T3" fmla="*/ 25 h 37"/>
                <a:gd name="T4" fmla="*/ 12 w 1307"/>
                <a:gd name="T5" fmla="*/ 37 h 37"/>
                <a:gd name="T6" fmla="*/ 1296 w 1307"/>
                <a:gd name="T7" fmla="*/ 37 h 37"/>
                <a:gd name="T8" fmla="*/ 1307 w 1307"/>
                <a:gd name="T9" fmla="*/ 25 h 37"/>
                <a:gd name="T10" fmla="*/ 1307 w 1307"/>
                <a:gd name="T11" fmla="*/ 0 h 37"/>
                <a:gd name="T12" fmla="*/ 0 w 1307"/>
                <a:gd name="T13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7" h="37">
                  <a:moveTo>
                    <a:pt x="0" y="0"/>
                  </a:moveTo>
                  <a:cubicBezTo>
                    <a:pt x="0" y="25"/>
                    <a:pt x="0" y="25"/>
                    <a:pt x="0" y="25"/>
                  </a:cubicBezTo>
                  <a:cubicBezTo>
                    <a:pt x="0" y="32"/>
                    <a:pt x="6" y="37"/>
                    <a:pt x="12" y="37"/>
                  </a:cubicBezTo>
                  <a:cubicBezTo>
                    <a:pt x="1296" y="37"/>
                    <a:pt x="1296" y="37"/>
                    <a:pt x="1296" y="37"/>
                  </a:cubicBezTo>
                  <a:cubicBezTo>
                    <a:pt x="1302" y="37"/>
                    <a:pt x="1307" y="32"/>
                    <a:pt x="1307" y="25"/>
                  </a:cubicBezTo>
                  <a:cubicBezTo>
                    <a:pt x="1307" y="0"/>
                    <a:pt x="1307" y="0"/>
                    <a:pt x="130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42" name="Freeform 10">
              <a:extLst>
                <a:ext uri="{FF2B5EF4-FFF2-40B4-BE49-F238E27FC236}">
                  <a16:creationId xmlns:a16="http://schemas.microsoft.com/office/drawing/2014/main" id="{60F543DF-D4FB-EE1F-3D3C-443C066CB0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4186" y="5909336"/>
              <a:ext cx="6403598" cy="43901"/>
            </a:xfrm>
            <a:custGeom>
              <a:avLst/>
              <a:gdLst>
                <a:gd name="T0" fmla="*/ 1601 w 1606"/>
                <a:gd name="T1" fmla="*/ 11 h 11"/>
                <a:gd name="T2" fmla="*/ 5 w 1606"/>
                <a:gd name="T3" fmla="*/ 11 h 11"/>
                <a:gd name="T4" fmla="*/ 0 w 1606"/>
                <a:gd name="T5" fmla="*/ 5 h 11"/>
                <a:gd name="T6" fmla="*/ 5 w 1606"/>
                <a:gd name="T7" fmla="*/ 0 h 11"/>
                <a:gd name="T8" fmla="*/ 1601 w 1606"/>
                <a:gd name="T9" fmla="*/ 0 h 11"/>
                <a:gd name="T10" fmla="*/ 1606 w 1606"/>
                <a:gd name="T11" fmla="*/ 5 h 11"/>
                <a:gd name="T12" fmla="*/ 1601 w 1606"/>
                <a:gd name="T13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06" h="11">
                  <a:moveTo>
                    <a:pt x="1601" y="11"/>
                  </a:moveTo>
                  <a:cubicBezTo>
                    <a:pt x="5" y="11"/>
                    <a:pt x="5" y="11"/>
                    <a:pt x="5" y="11"/>
                  </a:cubicBezTo>
                  <a:cubicBezTo>
                    <a:pt x="2" y="11"/>
                    <a:pt x="0" y="8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1601" y="0"/>
                    <a:pt x="1601" y="0"/>
                    <a:pt x="1601" y="0"/>
                  </a:cubicBezTo>
                  <a:cubicBezTo>
                    <a:pt x="1604" y="0"/>
                    <a:pt x="1606" y="2"/>
                    <a:pt x="1606" y="5"/>
                  </a:cubicBezTo>
                  <a:cubicBezTo>
                    <a:pt x="1606" y="8"/>
                    <a:pt x="1604" y="11"/>
                    <a:pt x="1601" y="11"/>
                  </a:cubicBezTo>
                </a:path>
              </a:pathLst>
            </a:custGeom>
            <a:gradFill flip="none" rotWithShape="1">
              <a:gsLst>
                <a:gs pos="52000">
                  <a:schemeClr val="tx1"/>
                </a:gs>
                <a:gs pos="99000">
                  <a:srgbClr val="2F3941"/>
                </a:gs>
                <a:gs pos="0">
                  <a:schemeClr val="tx1">
                    <a:lumMod val="5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</p:grpSp>
      <p:sp>
        <p:nvSpPr>
          <p:cNvPr id="43" name="Bildplatzhalter 53">
            <a:extLst>
              <a:ext uri="{FF2B5EF4-FFF2-40B4-BE49-F238E27FC236}">
                <a16:creationId xmlns:a16="http://schemas.microsoft.com/office/drawing/2014/main" id="{FC346D2D-ACE6-6313-2B0A-5586B29C169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087155" y="2431904"/>
            <a:ext cx="2510152" cy="3276014"/>
          </a:xfrm>
          <a:custGeom>
            <a:avLst/>
            <a:gdLst>
              <a:gd name="connsiteX0" fmla="*/ 106268 w 2517211"/>
              <a:gd name="connsiteY0" fmla="*/ 0 h 3285589"/>
              <a:gd name="connsiteX1" fmla="*/ 2410944 w 2517211"/>
              <a:gd name="connsiteY1" fmla="*/ 0 h 3285589"/>
              <a:gd name="connsiteX2" fmla="*/ 2517211 w 2517211"/>
              <a:gd name="connsiteY2" fmla="*/ 105139 h 3285589"/>
              <a:gd name="connsiteX3" fmla="*/ 2517211 w 2517211"/>
              <a:gd name="connsiteY3" fmla="*/ 3180451 h 3285589"/>
              <a:gd name="connsiteX4" fmla="*/ 2410944 w 2517211"/>
              <a:gd name="connsiteY4" fmla="*/ 3285589 h 3285589"/>
              <a:gd name="connsiteX5" fmla="*/ 106268 w 2517211"/>
              <a:gd name="connsiteY5" fmla="*/ 3285589 h 3285589"/>
              <a:gd name="connsiteX6" fmla="*/ 0 w 2517211"/>
              <a:gd name="connsiteY6" fmla="*/ 3180451 h 3285589"/>
              <a:gd name="connsiteX7" fmla="*/ 0 w 2517211"/>
              <a:gd name="connsiteY7" fmla="*/ 105139 h 3285589"/>
              <a:gd name="connsiteX8" fmla="*/ 106268 w 2517211"/>
              <a:gd name="connsiteY8" fmla="*/ 0 h 3285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17211" h="3285589">
                <a:moveTo>
                  <a:pt x="106268" y="0"/>
                </a:moveTo>
                <a:cubicBezTo>
                  <a:pt x="2410944" y="0"/>
                  <a:pt x="2410944" y="0"/>
                  <a:pt x="2410944" y="0"/>
                </a:cubicBezTo>
                <a:cubicBezTo>
                  <a:pt x="2467399" y="0"/>
                  <a:pt x="2517211" y="49284"/>
                  <a:pt x="2517211" y="105139"/>
                </a:cubicBezTo>
                <a:cubicBezTo>
                  <a:pt x="2517211" y="3180451"/>
                  <a:pt x="2517211" y="3180451"/>
                  <a:pt x="2517211" y="3180451"/>
                </a:cubicBezTo>
                <a:cubicBezTo>
                  <a:pt x="2517211" y="3239591"/>
                  <a:pt x="2467399" y="3285589"/>
                  <a:pt x="2410944" y="3285589"/>
                </a:cubicBezTo>
                <a:cubicBezTo>
                  <a:pt x="106268" y="3285589"/>
                  <a:pt x="106268" y="3285589"/>
                  <a:pt x="106268" y="3285589"/>
                </a:cubicBezTo>
                <a:cubicBezTo>
                  <a:pt x="46493" y="3285589"/>
                  <a:pt x="0" y="3239591"/>
                  <a:pt x="0" y="3180451"/>
                </a:cubicBezTo>
                <a:cubicBezTo>
                  <a:pt x="0" y="105139"/>
                  <a:pt x="0" y="105139"/>
                  <a:pt x="0" y="105139"/>
                </a:cubicBezTo>
                <a:cubicBezTo>
                  <a:pt x="0" y="49284"/>
                  <a:pt x="46493" y="0"/>
                  <a:pt x="106268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/>
            </a:lvl1pPr>
          </a:lstStyle>
          <a:p>
            <a:r>
              <a:rPr lang="de-DE"/>
              <a:t>Bild durch Klicken auf Symbol hinzufügen</a:t>
            </a:r>
          </a:p>
        </p:txBody>
      </p:sp>
      <p:grpSp>
        <p:nvGrpSpPr>
          <p:cNvPr id="44" name="Group 27">
            <a:extLst>
              <a:ext uri="{FF2B5EF4-FFF2-40B4-BE49-F238E27FC236}">
                <a16:creationId xmlns:a16="http://schemas.microsoft.com/office/drawing/2014/main" id="{47026502-DF30-9808-BFA3-323D5FC6EDF4}"/>
              </a:ext>
            </a:extLst>
          </p:cNvPr>
          <p:cNvGrpSpPr/>
          <p:nvPr userDrawn="1"/>
        </p:nvGrpSpPr>
        <p:grpSpPr>
          <a:xfrm>
            <a:off x="7105852" y="2461748"/>
            <a:ext cx="364509" cy="29294"/>
            <a:chOff x="7105852" y="2461748"/>
            <a:chExt cx="364509" cy="29294"/>
          </a:xfrm>
          <a:pattFill prst="pct5">
            <a:fgClr>
              <a:schemeClr val="tx1"/>
            </a:fgClr>
            <a:bgClr>
              <a:schemeClr val="bg1"/>
            </a:bgClr>
          </a:pattFill>
        </p:grpSpPr>
        <p:sp>
          <p:nvSpPr>
            <p:cNvPr id="45" name="Freeform 16">
              <a:extLst>
                <a:ext uri="{FF2B5EF4-FFF2-40B4-BE49-F238E27FC236}">
                  <a16:creationId xmlns:a16="http://schemas.microsoft.com/office/drawing/2014/main" id="{AEC3185A-4895-622F-C566-ADE2AB2EDD5A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8398" y="2465003"/>
              <a:ext cx="16273" cy="26036"/>
            </a:xfrm>
            <a:custGeom>
              <a:avLst/>
              <a:gdLst>
                <a:gd name="T0" fmla="*/ 3 w 5"/>
                <a:gd name="T1" fmla="*/ 4 h 8"/>
                <a:gd name="T2" fmla="*/ 3 w 5"/>
                <a:gd name="T3" fmla="*/ 4 h 8"/>
                <a:gd name="T4" fmla="*/ 4 w 5"/>
                <a:gd name="T5" fmla="*/ 3 h 8"/>
                <a:gd name="T6" fmla="*/ 4 w 5"/>
                <a:gd name="T7" fmla="*/ 2 h 8"/>
                <a:gd name="T8" fmla="*/ 4 w 5"/>
                <a:gd name="T9" fmla="*/ 1 h 8"/>
                <a:gd name="T10" fmla="*/ 4 w 5"/>
                <a:gd name="T11" fmla="*/ 1 h 8"/>
                <a:gd name="T12" fmla="*/ 3 w 5"/>
                <a:gd name="T13" fmla="*/ 0 h 8"/>
                <a:gd name="T14" fmla="*/ 2 w 5"/>
                <a:gd name="T15" fmla="*/ 0 h 8"/>
                <a:gd name="T16" fmla="*/ 1 w 5"/>
                <a:gd name="T17" fmla="*/ 0 h 8"/>
                <a:gd name="T18" fmla="*/ 0 w 5"/>
                <a:gd name="T19" fmla="*/ 1 h 8"/>
                <a:gd name="T20" fmla="*/ 0 w 5"/>
                <a:gd name="T21" fmla="*/ 2 h 8"/>
                <a:gd name="T22" fmla="*/ 0 w 5"/>
                <a:gd name="T23" fmla="*/ 3 h 8"/>
                <a:gd name="T24" fmla="*/ 1 w 5"/>
                <a:gd name="T25" fmla="*/ 3 h 8"/>
                <a:gd name="T26" fmla="*/ 1 w 5"/>
                <a:gd name="T27" fmla="*/ 2 h 8"/>
                <a:gd name="T28" fmla="*/ 1 w 5"/>
                <a:gd name="T29" fmla="*/ 2 h 8"/>
                <a:gd name="T30" fmla="*/ 1 w 5"/>
                <a:gd name="T31" fmla="*/ 1 h 8"/>
                <a:gd name="T32" fmla="*/ 2 w 5"/>
                <a:gd name="T33" fmla="*/ 1 h 8"/>
                <a:gd name="T34" fmla="*/ 3 w 5"/>
                <a:gd name="T35" fmla="*/ 1 h 8"/>
                <a:gd name="T36" fmla="*/ 3 w 5"/>
                <a:gd name="T37" fmla="*/ 2 h 8"/>
                <a:gd name="T38" fmla="*/ 3 w 5"/>
                <a:gd name="T39" fmla="*/ 3 h 8"/>
                <a:gd name="T40" fmla="*/ 3 w 5"/>
                <a:gd name="T41" fmla="*/ 3 h 8"/>
                <a:gd name="T42" fmla="*/ 2 w 5"/>
                <a:gd name="T43" fmla="*/ 3 h 8"/>
                <a:gd name="T44" fmla="*/ 2 w 5"/>
                <a:gd name="T45" fmla="*/ 4 h 8"/>
                <a:gd name="T46" fmla="*/ 2 w 5"/>
                <a:gd name="T47" fmla="*/ 4 h 8"/>
                <a:gd name="T48" fmla="*/ 2 w 5"/>
                <a:gd name="T49" fmla="*/ 4 h 8"/>
                <a:gd name="T50" fmla="*/ 2 w 5"/>
                <a:gd name="T51" fmla="*/ 4 h 8"/>
                <a:gd name="T52" fmla="*/ 2 w 5"/>
                <a:gd name="T53" fmla="*/ 4 h 8"/>
                <a:gd name="T54" fmla="*/ 3 w 5"/>
                <a:gd name="T55" fmla="*/ 4 h 8"/>
                <a:gd name="T56" fmla="*/ 3 w 5"/>
                <a:gd name="T57" fmla="*/ 5 h 8"/>
                <a:gd name="T58" fmla="*/ 4 w 5"/>
                <a:gd name="T59" fmla="*/ 5 h 8"/>
                <a:gd name="T60" fmla="*/ 4 w 5"/>
                <a:gd name="T61" fmla="*/ 6 h 8"/>
                <a:gd name="T62" fmla="*/ 4 w 5"/>
                <a:gd name="T63" fmla="*/ 6 h 8"/>
                <a:gd name="T64" fmla="*/ 3 w 5"/>
                <a:gd name="T65" fmla="*/ 7 h 8"/>
                <a:gd name="T66" fmla="*/ 3 w 5"/>
                <a:gd name="T67" fmla="*/ 7 h 8"/>
                <a:gd name="T68" fmla="*/ 2 w 5"/>
                <a:gd name="T69" fmla="*/ 7 h 8"/>
                <a:gd name="T70" fmla="*/ 1 w 5"/>
                <a:gd name="T71" fmla="*/ 7 h 8"/>
                <a:gd name="T72" fmla="*/ 0 w 5"/>
                <a:gd name="T73" fmla="*/ 5 h 8"/>
                <a:gd name="T74" fmla="*/ 0 w 5"/>
                <a:gd name="T75" fmla="*/ 5 h 8"/>
                <a:gd name="T76" fmla="*/ 0 w 5"/>
                <a:gd name="T77" fmla="*/ 6 h 8"/>
                <a:gd name="T78" fmla="*/ 0 w 5"/>
                <a:gd name="T79" fmla="*/ 7 h 8"/>
                <a:gd name="T80" fmla="*/ 1 w 5"/>
                <a:gd name="T81" fmla="*/ 8 h 8"/>
                <a:gd name="T82" fmla="*/ 2 w 5"/>
                <a:gd name="T83" fmla="*/ 8 h 8"/>
                <a:gd name="T84" fmla="*/ 3 w 5"/>
                <a:gd name="T85" fmla="*/ 8 h 8"/>
                <a:gd name="T86" fmla="*/ 4 w 5"/>
                <a:gd name="T87" fmla="*/ 7 h 8"/>
                <a:gd name="T88" fmla="*/ 4 w 5"/>
                <a:gd name="T89" fmla="*/ 7 h 8"/>
                <a:gd name="T90" fmla="*/ 5 w 5"/>
                <a:gd name="T91" fmla="*/ 6 h 8"/>
                <a:gd name="T92" fmla="*/ 4 w 5"/>
                <a:gd name="T93" fmla="*/ 4 h 8"/>
                <a:gd name="T94" fmla="*/ 3 w 5"/>
                <a:gd name="T95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" h="8">
                  <a:moveTo>
                    <a:pt x="3" y="4"/>
                  </a:moveTo>
                  <a:cubicBezTo>
                    <a:pt x="3" y="4"/>
                    <a:pt x="3" y="4"/>
                    <a:pt x="3" y="4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1" y="7"/>
                    <a:pt x="1" y="7"/>
                  </a:cubicBezTo>
                  <a:cubicBezTo>
                    <a:pt x="1" y="6"/>
                    <a:pt x="0" y="6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4" y="5"/>
                    <a:pt x="4" y="4"/>
                  </a:cubicBezTo>
                  <a:cubicBezTo>
                    <a:pt x="4" y="4"/>
                    <a:pt x="4" y="4"/>
                    <a:pt x="3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6" name="Freeform 17">
              <a:extLst>
                <a:ext uri="{FF2B5EF4-FFF2-40B4-BE49-F238E27FC236}">
                  <a16:creationId xmlns:a16="http://schemas.microsoft.com/office/drawing/2014/main" id="{086BEFD2-FD4C-4040-4202-941EDA53C4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87216" y="2465003"/>
              <a:ext cx="22782" cy="26036"/>
            </a:xfrm>
            <a:custGeom>
              <a:avLst/>
              <a:gdLst>
                <a:gd name="T0" fmla="*/ 6 w 14"/>
                <a:gd name="T1" fmla="*/ 2 h 16"/>
                <a:gd name="T2" fmla="*/ 8 w 14"/>
                <a:gd name="T3" fmla="*/ 2 h 16"/>
                <a:gd name="T4" fmla="*/ 10 w 14"/>
                <a:gd name="T5" fmla="*/ 10 h 16"/>
                <a:gd name="T6" fmla="*/ 4 w 14"/>
                <a:gd name="T7" fmla="*/ 10 h 16"/>
                <a:gd name="T8" fmla="*/ 6 w 14"/>
                <a:gd name="T9" fmla="*/ 2 h 16"/>
                <a:gd name="T10" fmla="*/ 6 w 14"/>
                <a:gd name="T11" fmla="*/ 0 h 16"/>
                <a:gd name="T12" fmla="*/ 0 w 14"/>
                <a:gd name="T13" fmla="*/ 16 h 16"/>
                <a:gd name="T14" fmla="*/ 2 w 14"/>
                <a:gd name="T15" fmla="*/ 16 h 16"/>
                <a:gd name="T16" fmla="*/ 4 w 14"/>
                <a:gd name="T17" fmla="*/ 10 h 16"/>
                <a:gd name="T18" fmla="*/ 10 w 14"/>
                <a:gd name="T19" fmla="*/ 10 h 16"/>
                <a:gd name="T20" fmla="*/ 12 w 14"/>
                <a:gd name="T21" fmla="*/ 16 h 16"/>
                <a:gd name="T22" fmla="*/ 14 w 14"/>
                <a:gd name="T23" fmla="*/ 16 h 16"/>
                <a:gd name="T24" fmla="*/ 8 w 14"/>
                <a:gd name="T25" fmla="*/ 0 h 16"/>
                <a:gd name="T26" fmla="*/ 6 w 14"/>
                <a:gd name="T2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" h="16">
                  <a:moveTo>
                    <a:pt x="6" y="2"/>
                  </a:moveTo>
                  <a:lnTo>
                    <a:pt x="8" y="2"/>
                  </a:lnTo>
                  <a:lnTo>
                    <a:pt x="10" y="10"/>
                  </a:lnTo>
                  <a:lnTo>
                    <a:pt x="4" y="10"/>
                  </a:lnTo>
                  <a:lnTo>
                    <a:pt x="6" y="2"/>
                  </a:lnTo>
                  <a:close/>
                  <a:moveTo>
                    <a:pt x="6" y="0"/>
                  </a:moveTo>
                  <a:lnTo>
                    <a:pt x="0" y="16"/>
                  </a:lnTo>
                  <a:lnTo>
                    <a:pt x="2" y="16"/>
                  </a:lnTo>
                  <a:lnTo>
                    <a:pt x="4" y="10"/>
                  </a:lnTo>
                  <a:lnTo>
                    <a:pt x="10" y="10"/>
                  </a:lnTo>
                  <a:lnTo>
                    <a:pt x="12" y="16"/>
                  </a:lnTo>
                  <a:lnTo>
                    <a:pt x="14" y="16"/>
                  </a:lnTo>
                  <a:lnTo>
                    <a:pt x="8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7" name="Freeform 18">
              <a:extLst>
                <a:ext uri="{FF2B5EF4-FFF2-40B4-BE49-F238E27FC236}">
                  <a16:creationId xmlns:a16="http://schemas.microsoft.com/office/drawing/2014/main" id="{15D6470A-C099-4E33-B9CE-0A61EBFA617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7106" y="2471512"/>
              <a:ext cx="3255" cy="13018"/>
            </a:xfrm>
            <a:custGeom>
              <a:avLst/>
              <a:gdLst>
                <a:gd name="T0" fmla="*/ 0 w 1"/>
                <a:gd name="T1" fmla="*/ 0 h 4"/>
                <a:gd name="T2" fmla="*/ 0 w 1"/>
                <a:gd name="T3" fmla="*/ 4 h 4"/>
                <a:gd name="T4" fmla="*/ 1 w 1"/>
                <a:gd name="T5" fmla="*/ 2 h 4"/>
                <a:gd name="T6" fmla="*/ 0 w 1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4">
                  <a:moveTo>
                    <a:pt x="0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1" y="3"/>
                    <a:pt x="1" y="2"/>
                  </a:cubicBezTo>
                  <a:cubicBezTo>
                    <a:pt x="1" y="1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8" name="Freeform 19">
              <a:extLst>
                <a:ext uri="{FF2B5EF4-FFF2-40B4-BE49-F238E27FC236}">
                  <a16:creationId xmlns:a16="http://schemas.microsoft.com/office/drawing/2014/main" id="{1495F8DF-DCD5-E4CC-91F6-E830700055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57925" y="2465003"/>
              <a:ext cx="16273" cy="26036"/>
            </a:xfrm>
            <a:custGeom>
              <a:avLst/>
              <a:gdLst>
                <a:gd name="T0" fmla="*/ 4 w 5"/>
                <a:gd name="T1" fmla="*/ 4 h 8"/>
                <a:gd name="T2" fmla="*/ 4 w 5"/>
                <a:gd name="T3" fmla="*/ 5 h 8"/>
                <a:gd name="T4" fmla="*/ 4 w 5"/>
                <a:gd name="T5" fmla="*/ 6 h 8"/>
                <a:gd name="T6" fmla="*/ 3 w 5"/>
                <a:gd name="T7" fmla="*/ 7 h 8"/>
                <a:gd name="T8" fmla="*/ 2 w 5"/>
                <a:gd name="T9" fmla="*/ 7 h 8"/>
                <a:gd name="T10" fmla="*/ 2 w 5"/>
                <a:gd name="T11" fmla="*/ 7 h 8"/>
                <a:gd name="T12" fmla="*/ 1 w 5"/>
                <a:gd name="T13" fmla="*/ 6 h 8"/>
                <a:gd name="T14" fmla="*/ 1 w 5"/>
                <a:gd name="T15" fmla="*/ 5 h 8"/>
                <a:gd name="T16" fmla="*/ 1 w 5"/>
                <a:gd name="T17" fmla="*/ 4 h 8"/>
                <a:gd name="T18" fmla="*/ 1 w 5"/>
                <a:gd name="T19" fmla="*/ 3 h 8"/>
                <a:gd name="T20" fmla="*/ 1 w 5"/>
                <a:gd name="T21" fmla="*/ 3 h 8"/>
                <a:gd name="T22" fmla="*/ 1 w 5"/>
                <a:gd name="T23" fmla="*/ 2 h 8"/>
                <a:gd name="T24" fmla="*/ 1 w 5"/>
                <a:gd name="T25" fmla="*/ 2 h 8"/>
                <a:gd name="T26" fmla="*/ 2 w 5"/>
                <a:gd name="T27" fmla="*/ 1 h 8"/>
                <a:gd name="T28" fmla="*/ 2 w 5"/>
                <a:gd name="T29" fmla="*/ 1 h 8"/>
                <a:gd name="T30" fmla="*/ 3 w 5"/>
                <a:gd name="T31" fmla="*/ 1 h 8"/>
                <a:gd name="T32" fmla="*/ 3 w 5"/>
                <a:gd name="T33" fmla="*/ 2 h 8"/>
                <a:gd name="T34" fmla="*/ 4 w 5"/>
                <a:gd name="T35" fmla="*/ 2 h 8"/>
                <a:gd name="T36" fmla="*/ 4 w 5"/>
                <a:gd name="T37" fmla="*/ 3 h 8"/>
                <a:gd name="T38" fmla="*/ 4 w 5"/>
                <a:gd name="T39" fmla="*/ 3 h 8"/>
                <a:gd name="T40" fmla="*/ 4 w 5"/>
                <a:gd name="T41" fmla="*/ 4 h 8"/>
                <a:gd name="T42" fmla="*/ 5 w 5"/>
                <a:gd name="T43" fmla="*/ 4 h 8"/>
                <a:gd name="T44" fmla="*/ 5 w 5"/>
                <a:gd name="T45" fmla="*/ 3 h 8"/>
                <a:gd name="T46" fmla="*/ 5 w 5"/>
                <a:gd name="T47" fmla="*/ 2 h 8"/>
                <a:gd name="T48" fmla="*/ 5 w 5"/>
                <a:gd name="T49" fmla="*/ 2 h 8"/>
                <a:gd name="T50" fmla="*/ 4 w 5"/>
                <a:gd name="T51" fmla="*/ 1 h 8"/>
                <a:gd name="T52" fmla="*/ 3 w 5"/>
                <a:gd name="T53" fmla="*/ 0 h 8"/>
                <a:gd name="T54" fmla="*/ 2 w 5"/>
                <a:gd name="T55" fmla="*/ 0 h 8"/>
                <a:gd name="T56" fmla="*/ 1 w 5"/>
                <a:gd name="T57" fmla="*/ 0 h 8"/>
                <a:gd name="T58" fmla="*/ 1 w 5"/>
                <a:gd name="T59" fmla="*/ 1 h 8"/>
                <a:gd name="T60" fmla="*/ 0 w 5"/>
                <a:gd name="T61" fmla="*/ 2 h 8"/>
                <a:gd name="T62" fmla="*/ 0 w 5"/>
                <a:gd name="T63" fmla="*/ 2 h 8"/>
                <a:gd name="T64" fmla="*/ 0 w 5"/>
                <a:gd name="T65" fmla="*/ 3 h 8"/>
                <a:gd name="T66" fmla="*/ 0 w 5"/>
                <a:gd name="T67" fmla="*/ 4 h 8"/>
                <a:gd name="T68" fmla="*/ 0 w 5"/>
                <a:gd name="T69" fmla="*/ 5 h 8"/>
                <a:gd name="T70" fmla="*/ 0 w 5"/>
                <a:gd name="T71" fmla="*/ 6 h 8"/>
                <a:gd name="T72" fmla="*/ 0 w 5"/>
                <a:gd name="T73" fmla="*/ 7 h 8"/>
                <a:gd name="T74" fmla="*/ 1 w 5"/>
                <a:gd name="T75" fmla="*/ 7 h 8"/>
                <a:gd name="T76" fmla="*/ 1 w 5"/>
                <a:gd name="T77" fmla="*/ 8 h 8"/>
                <a:gd name="T78" fmla="*/ 2 w 5"/>
                <a:gd name="T79" fmla="*/ 8 h 8"/>
                <a:gd name="T80" fmla="*/ 3 w 5"/>
                <a:gd name="T81" fmla="*/ 8 h 8"/>
                <a:gd name="T82" fmla="*/ 4 w 5"/>
                <a:gd name="T83" fmla="*/ 7 h 8"/>
                <a:gd name="T84" fmla="*/ 5 w 5"/>
                <a:gd name="T85" fmla="*/ 7 h 8"/>
                <a:gd name="T86" fmla="*/ 5 w 5"/>
                <a:gd name="T87" fmla="*/ 6 h 8"/>
                <a:gd name="T88" fmla="*/ 5 w 5"/>
                <a:gd name="T89" fmla="*/ 5 h 8"/>
                <a:gd name="T90" fmla="*/ 5 w 5"/>
                <a:gd name="T91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" h="8">
                  <a:moveTo>
                    <a:pt x="4" y="4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4"/>
                    <a:pt x="4" y="4"/>
                    <a:pt x="4" y="4"/>
                  </a:cubicBezTo>
                  <a:moveTo>
                    <a:pt x="5" y="4"/>
                  </a:moveTo>
                  <a:cubicBezTo>
                    <a:pt x="5" y="3"/>
                    <a:pt x="5" y="3"/>
                    <a:pt x="5" y="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4"/>
                    <a:pt x="5" y="4"/>
                    <a:pt x="5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9" name="Freeform 20">
              <a:extLst>
                <a:ext uri="{FF2B5EF4-FFF2-40B4-BE49-F238E27FC236}">
                  <a16:creationId xmlns:a16="http://schemas.microsoft.com/office/drawing/2014/main" id="{F01852E3-14D1-646D-E53E-255754BC0D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05852" y="2465003"/>
              <a:ext cx="16273" cy="26036"/>
            </a:xfrm>
            <a:custGeom>
              <a:avLst/>
              <a:gdLst>
                <a:gd name="T0" fmla="*/ 4 w 5"/>
                <a:gd name="T1" fmla="*/ 3 h 8"/>
                <a:gd name="T2" fmla="*/ 4 w 5"/>
                <a:gd name="T3" fmla="*/ 3 h 8"/>
                <a:gd name="T4" fmla="*/ 3 w 5"/>
                <a:gd name="T5" fmla="*/ 4 h 8"/>
                <a:gd name="T6" fmla="*/ 3 w 5"/>
                <a:gd name="T7" fmla="*/ 4 h 8"/>
                <a:gd name="T8" fmla="*/ 2 w 5"/>
                <a:gd name="T9" fmla="*/ 4 h 8"/>
                <a:gd name="T10" fmla="*/ 2 w 5"/>
                <a:gd name="T11" fmla="*/ 4 h 8"/>
                <a:gd name="T12" fmla="*/ 1 w 5"/>
                <a:gd name="T13" fmla="*/ 4 h 8"/>
                <a:gd name="T14" fmla="*/ 1 w 5"/>
                <a:gd name="T15" fmla="*/ 3 h 8"/>
                <a:gd name="T16" fmla="*/ 1 w 5"/>
                <a:gd name="T17" fmla="*/ 3 h 8"/>
                <a:gd name="T18" fmla="*/ 1 w 5"/>
                <a:gd name="T19" fmla="*/ 2 h 8"/>
                <a:gd name="T20" fmla="*/ 1 w 5"/>
                <a:gd name="T21" fmla="*/ 2 h 8"/>
                <a:gd name="T22" fmla="*/ 2 w 5"/>
                <a:gd name="T23" fmla="*/ 1 h 8"/>
                <a:gd name="T24" fmla="*/ 2 w 5"/>
                <a:gd name="T25" fmla="*/ 1 h 8"/>
                <a:gd name="T26" fmla="*/ 3 w 5"/>
                <a:gd name="T27" fmla="*/ 1 h 8"/>
                <a:gd name="T28" fmla="*/ 4 w 5"/>
                <a:gd name="T29" fmla="*/ 2 h 8"/>
                <a:gd name="T30" fmla="*/ 4 w 5"/>
                <a:gd name="T31" fmla="*/ 2 h 8"/>
                <a:gd name="T32" fmla="*/ 4 w 5"/>
                <a:gd name="T33" fmla="*/ 3 h 8"/>
                <a:gd name="T34" fmla="*/ 5 w 5"/>
                <a:gd name="T35" fmla="*/ 4 h 8"/>
                <a:gd name="T36" fmla="*/ 5 w 5"/>
                <a:gd name="T37" fmla="*/ 2 h 8"/>
                <a:gd name="T38" fmla="*/ 4 w 5"/>
                <a:gd name="T39" fmla="*/ 1 h 8"/>
                <a:gd name="T40" fmla="*/ 3 w 5"/>
                <a:gd name="T41" fmla="*/ 0 h 8"/>
                <a:gd name="T42" fmla="*/ 2 w 5"/>
                <a:gd name="T43" fmla="*/ 0 h 8"/>
                <a:gd name="T44" fmla="*/ 1 w 5"/>
                <a:gd name="T45" fmla="*/ 0 h 8"/>
                <a:gd name="T46" fmla="*/ 1 w 5"/>
                <a:gd name="T47" fmla="*/ 1 h 8"/>
                <a:gd name="T48" fmla="*/ 0 w 5"/>
                <a:gd name="T49" fmla="*/ 2 h 8"/>
                <a:gd name="T50" fmla="*/ 0 w 5"/>
                <a:gd name="T51" fmla="*/ 3 h 8"/>
                <a:gd name="T52" fmla="*/ 0 w 5"/>
                <a:gd name="T53" fmla="*/ 4 h 8"/>
                <a:gd name="T54" fmla="*/ 1 w 5"/>
                <a:gd name="T55" fmla="*/ 5 h 8"/>
                <a:gd name="T56" fmla="*/ 1 w 5"/>
                <a:gd name="T57" fmla="*/ 5 h 8"/>
                <a:gd name="T58" fmla="*/ 2 w 5"/>
                <a:gd name="T59" fmla="*/ 5 h 8"/>
                <a:gd name="T60" fmla="*/ 3 w 5"/>
                <a:gd name="T61" fmla="*/ 5 h 8"/>
                <a:gd name="T62" fmla="*/ 4 w 5"/>
                <a:gd name="T63" fmla="*/ 4 h 8"/>
                <a:gd name="T64" fmla="*/ 4 w 5"/>
                <a:gd name="T65" fmla="*/ 4 h 8"/>
                <a:gd name="T66" fmla="*/ 4 w 5"/>
                <a:gd name="T67" fmla="*/ 6 h 8"/>
                <a:gd name="T68" fmla="*/ 2 w 5"/>
                <a:gd name="T69" fmla="*/ 7 h 8"/>
                <a:gd name="T70" fmla="*/ 1 w 5"/>
                <a:gd name="T71" fmla="*/ 7 h 8"/>
                <a:gd name="T72" fmla="*/ 1 w 5"/>
                <a:gd name="T73" fmla="*/ 6 h 8"/>
                <a:gd name="T74" fmla="*/ 0 w 5"/>
                <a:gd name="T75" fmla="*/ 6 h 8"/>
                <a:gd name="T76" fmla="*/ 1 w 5"/>
                <a:gd name="T77" fmla="*/ 7 h 8"/>
                <a:gd name="T78" fmla="*/ 2 w 5"/>
                <a:gd name="T79" fmla="*/ 8 h 8"/>
                <a:gd name="T80" fmla="*/ 4 w 5"/>
                <a:gd name="T81" fmla="*/ 7 h 8"/>
                <a:gd name="T82" fmla="*/ 5 w 5"/>
                <a:gd name="T83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" h="8">
                  <a:moveTo>
                    <a:pt x="4" y="3"/>
                  </a:moveTo>
                  <a:cubicBezTo>
                    <a:pt x="4" y="3"/>
                    <a:pt x="4" y="3"/>
                    <a:pt x="4" y="3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4" y="3"/>
                    <a:pt x="4" y="3"/>
                  </a:cubicBezTo>
                  <a:moveTo>
                    <a:pt x="5" y="4"/>
                  </a:moveTo>
                  <a:cubicBezTo>
                    <a:pt x="5" y="3"/>
                    <a:pt x="5" y="3"/>
                    <a:pt x="5" y="2"/>
                  </a:cubicBezTo>
                  <a:cubicBezTo>
                    <a:pt x="5" y="2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5"/>
                    <a:pt x="4" y="6"/>
                    <a:pt x="4" y="6"/>
                  </a:cubicBezTo>
                  <a:cubicBezTo>
                    <a:pt x="3" y="7"/>
                    <a:pt x="3" y="7"/>
                    <a:pt x="2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1" y="6"/>
                    <a:pt x="1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1" y="7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4" y="8"/>
                    <a:pt x="4" y="7"/>
                  </a:cubicBezTo>
                  <a:cubicBezTo>
                    <a:pt x="5" y="6"/>
                    <a:pt x="5" y="5"/>
                    <a:pt x="5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0" name="Rectangle 21">
              <a:extLst>
                <a:ext uri="{FF2B5EF4-FFF2-40B4-BE49-F238E27FC236}">
                  <a16:creationId xmlns:a16="http://schemas.microsoft.com/office/drawing/2014/main" id="{A7D9F17C-6AB3-4A02-0709-989DA0EE0F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8634" y="2487787"/>
              <a:ext cx="3255" cy="325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1" name="Rectangle 22">
              <a:extLst>
                <a:ext uri="{FF2B5EF4-FFF2-40B4-BE49-F238E27FC236}">
                  <a16:creationId xmlns:a16="http://schemas.microsoft.com/office/drawing/2014/main" id="{E09212EC-5A00-63BF-B1C0-BFAF1DE2EE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8634" y="2471514"/>
              <a:ext cx="3255" cy="325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2" name="Freeform 23">
              <a:extLst>
                <a:ext uri="{FF2B5EF4-FFF2-40B4-BE49-F238E27FC236}">
                  <a16:creationId xmlns:a16="http://schemas.microsoft.com/office/drawing/2014/main" id="{122D7EE1-92CA-EBA8-38FC-4AE4F19DBDB6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6452" y="2461748"/>
              <a:ext cx="29291" cy="13018"/>
            </a:xfrm>
            <a:custGeom>
              <a:avLst/>
              <a:gdLst>
                <a:gd name="T0" fmla="*/ 0 w 9"/>
                <a:gd name="T1" fmla="*/ 3 h 4"/>
                <a:gd name="T2" fmla="*/ 1 w 9"/>
                <a:gd name="T3" fmla="*/ 4 h 4"/>
                <a:gd name="T4" fmla="*/ 4 w 9"/>
                <a:gd name="T5" fmla="*/ 3 h 4"/>
                <a:gd name="T6" fmla="*/ 8 w 9"/>
                <a:gd name="T7" fmla="*/ 4 h 4"/>
                <a:gd name="T8" fmla="*/ 9 w 9"/>
                <a:gd name="T9" fmla="*/ 3 h 4"/>
                <a:gd name="T10" fmla="*/ 0 w 9"/>
                <a:gd name="T11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4">
                  <a:moveTo>
                    <a:pt x="0" y="3"/>
                  </a:moveTo>
                  <a:cubicBezTo>
                    <a:pt x="0" y="3"/>
                    <a:pt x="0" y="4"/>
                    <a:pt x="1" y="4"/>
                  </a:cubicBezTo>
                  <a:cubicBezTo>
                    <a:pt x="2" y="3"/>
                    <a:pt x="3" y="3"/>
                    <a:pt x="4" y="3"/>
                  </a:cubicBezTo>
                  <a:cubicBezTo>
                    <a:pt x="6" y="3"/>
                    <a:pt x="7" y="3"/>
                    <a:pt x="8" y="4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6" y="0"/>
                    <a:pt x="2" y="0"/>
                    <a:pt x="0" y="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3" name="Freeform 24">
              <a:extLst>
                <a:ext uri="{FF2B5EF4-FFF2-40B4-BE49-F238E27FC236}">
                  <a16:creationId xmlns:a16="http://schemas.microsoft.com/office/drawing/2014/main" id="{7D2A0F34-E653-59B3-16A2-261848B27AB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15034" y="2465003"/>
              <a:ext cx="48818" cy="26036"/>
            </a:xfrm>
            <a:custGeom>
              <a:avLst/>
              <a:gdLst>
                <a:gd name="T0" fmla="*/ 11 w 15"/>
                <a:gd name="T1" fmla="*/ 7 h 8"/>
                <a:gd name="T2" fmla="*/ 10 w 15"/>
                <a:gd name="T3" fmla="*/ 7 h 8"/>
                <a:gd name="T4" fmla="*/ 2 w 15"/>
                <a:gd name="T5" fmla="*/ 7 h 8"/>
                <a:gd name="T6" fmla="*/ 1 w 15"/>
                <a:gd name="T7" fmla="*/ 6 h 8"/>
                <a:gd name="T8" fmla="*/ 1 w 15"/>
                <a:gd name="T9" fmla="*/ 2 h 8"/>
                <a:gd name="T10" fmla="*/ 2 w 15"/>
                <a:gd name="T11" fmla="*/ 1 h 8"/>
                <a:gd name="T12" fmla="*/ 10 w 15"/>
                <a:gd name="T13" fmla="*/ 1 h 8"/>
                <a:gd name="T14" fmla="*/ 11 w 15"/>
                <a:gd name="T15" fmla="*/ 2 h 8"/>
                <a:gd name="T16" fmla="*/ 11 w 15"/>
                <a:gd name="T17" fmla="*/ 7 h 8"/>
                <a:gd name="T18" fmla="*/ 15 w 15"/>
                <a:gd name="T19" fmla="*/ 6 h 8"/>
                <a:gd name="T20" fmla="*/ 15 w 15"/>
                <a:gd name="T21" fmla="*/ 2 h 8"/>
                <a:gd name="T22" fmla="*/ 13 w 15"/>
                <a:gd name="T23" fmla="*/ 0 h 8"/>
                <a:gd name="T24" fmla="*/ 2 w 15"/>
                <a:gd name="T25" fmla="*/ 0 h 8"/>
                <a:gd name="T26" fmla="*/ 0 w 15"/>
                <a:gd name="T27" fmla="*/ 2 h 8"/>
                <a:gd name="T28" fmla="*/ 0 w 15"/>
                <a:gd name="T29" fmla="*/ 6 h 8"/>
                <a:gd name="T30" fmla="*/ 2 w 15"/>
                <a:gd name="T31" fmla="*/ 8 h 8"/>
                <a:gd name="T32" fmla="*/ 7 w 15"/>
                <a:gd name="T33" fmla="*/ 8 h 8"/>
                <a:gd name="T34" fmla="*/ 13 w 15"/>
                <a:gd name="T35" fmla="*/ 8 h 8"/>
                <a:gd name="T36" fmla="*/ 15 w 15"/>
                <a:gd name="T37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" h="8">
                  <a:moveTo>
                    <a:pt x="11" y="7"/>
                  </a:moveTo>
                  <a:cubicBezTo>
                    <a:pt x="10" y="7"/>
                    <a:pt x="10" y="7"/>
                    <a:pt x="10" y="7"/>
                  </a:cubicBezTo>
                  <a:cubicBezTo>
                    <a:pt x="8" y="7"/>
                    <a:pt x="5" y="7"/>
                    <a:pt x="2" y="7"/>
                  </a:cubicBezTo>
                  <a:cubicBezTo>
                    <a:pt x="2" y="7"/>
                    <a:pt x="1" y="6"/>
                    <a:pt x="1" y="6"/>
                  </a:cubicBezTo>
                  <a:cubicBezTo>
                    <a:pt x="1" y="5"/>
                    <a:pt x="1" y="3"/>
                    <a:pt x="1" y="2"/>
                  </a:cubicBezTo>
                  <a:cubicBezTo>
                    <a:pt x="1" y="2"/>
                    <a:pt x="2" y="1"/>
                    <a:pt x="2" y="1"/>
                  </a:cubicBezTo>
                  <a:cubicBezTo>
                    <a:pt x="5" y="1"/>
                    <a:pt x="8" y="1"/>
                    <a:pt x="10" y="1"/>
                  </a:cubicBezTo>
                  <a:cubicBezTo>
                    <a:pt x="11" y="2"/>
                    <a:pt x="11" y="2"/>
                    <a:pt x="11" y="2"/>
                  </a:cubicBezTo>
                  <a:lnTo>
                    <a:pt x="11" y="7"/>
                  </a:lnTo>
                  <a:close/>
                  <a:moveTo>
                    <a:pt x="15" y="6"/>
                  </a:moveTo>
                  <a:cubicBezTo>
                    <a:pt x="15" y="5"/>
                    <a:pt x="15" y="3"/>
                    <a:pt x="15" y="2"/>
                  </a:cubicBezTo>
                  <a:cubicBezTo>
                    <a:pt x="15" y="1"/>
                    <a:pt x="14" y="0"/>
                    <a:pt x="13" y="0"/>
                  </a:cubicBezTo>
                  <a:cubicBezTo>
                    <a:pt x="9" y="0"/>
                    <a:pt x="6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7"/>
                    <a:pt x="1" y="8"/>
                    <a:pt x="2" y="8"/>
                  </a:cubicBezTo>
                  <a:cubicBezTo>
                    <a:pt x="4" y="8"/>
                    <a:pt x="6" y="8"/>
                    <a:pt x="7" y="8"/>
                  </a:cubicBezTo>
                  <a:cubicBezTo>
                    <a:pt x="9" y="8"/>
                    <a:pt x="11" y="8"/>
                    <a:pt x="13" y="8"/>
                  </a:cubicBezTo>
                  <a:cubicBezTo>
                    <a:pt x="14" y="8"/>
                    <a:pt x="15" y="7"/>
                    <a:pt x="15" y="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4" name="Oval 25">
              <a:extLst>
                <a:ext uri="{FF2B5EF4-FFF2-40B4-BE49-F238E27FC236}">
                  <a16:creationId xmlns:a16="http://schemas.microsoft.com/office/drawing/2014/main" id="{3CB44780-2078-D6B1-E48E-7C54AD0A10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66215" y="2484530"/>
              <a:ext cx="9764" cy="650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5" name="Freeform 26">
              <a:extLst>
                <a:ext uri="{FF2B5EF4-FFF2-40B4-BE49-F238E27FC236}">
                  <a16:creationId xmlns:a16="http://schemas.microsoft.com/office/drawing/2014/main" id="{A3DAAA32-76B2-1C98-3781-0D2FC824C55D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9704" y="2471514"/>
              <a:ext cx="19527" cy="9764"/>
            </a:xfrm>
            <a:custGeom>
              <a:avLst/>
              <a:gdLst>
                <a:gd name="T0" fmla="*/ 0 w 6"/>
                <a:gd name="T1" fmla="*/ 2 h 3"/>
                <a:gd name="T2" fmla="*/ 2 w 6"/>
                <a:gd name="T3" fmla="*/ 3 h 3"/>
                <a:gd name="T4" fmla="*/ 3 w 6"/>
                <a:gd name="T5" fmla="*/ 3 h 3"/>
                <a:gd name="T6" fmla="*/ 5 w 6"/>
                <a:gd name="T7" fmla="*/ 3 h 3"/>
                <a:gd name="T8" fmla="*/ 6 w 6"/>
                <a:gd name="T9" fmla="*/ 2 h 3"/>
                <a:gd name="T10" fmla="*/ 0 w 6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">
                  <a:moveTo>
                    <a:pt x="0" y="2"/>
                  </a:moveTo>
                  <a:cubicBezTo>
                    <a:pt x="1" y="3"/>
                    <a:pt x="1" y="3"/>
                    <a:pt x="2" y="3"/>
                  </a:cubicBezTo>
                  <a:cubicBezTo>
                    <a:pt x="2" y="3"/>
                    <a:pt x="3" y="3"/>
                    <a:pt x="3" y="3"/>
                  </a:cubicBezTo>
                  <a:cubicBezTo>
                    <a:pt x="4" y="3"/>
                    <a:pt x="4" y="3"/>
                    <a:pt x="5" y="3"/>
                  </a:cubicBezTo>
                  <a:cubicBezTo>
                    <a:pt x="5" y="3"/>
                    <a:pt x="6" y="3"/>
                    <a:pt x="6" y="2"/>
                  </a:cubicBezTo>
                  <a:cubicBezTo>
                    <a:pt x="5" y="0"/>
                    <a:pt x="2" y="0"/>
                    <a:pt x="0" y="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6" name="Freeform 27">
              <a:extLst>
                <a:ext uri="{FF2B5EF4-FFF2-40B4-BE49-F238E27FC236}">
                  <a16:creationId xmlns:a16="http://schemas.microsoft.com/office/drawing/2014/main" id="{95CA3718-7F2B-CDDD-2A9C-717F0507A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1361" y="2481278"/>
              <a:ext cx="9764" cy="9764"/>
            </a:xfrm>
            <a:custGeom>
              <a:avLst/>
              <a:gdLst>
                <a:gd name="T0" fmla="*/ 2 w 3"/>
                <a:gd name="T1" fmla="*/ 0 h 3"/>
                <a:gd name="T2" fmla="*/ 2 w 3"/>
                <a:gd name="T3" fmla="*/ 0 h 3"/>
                <a:gd name="T4" fmla="*/ 0 w 3"/>
                <a:gd name="T5" fmla="*/ 1 h 3"/>
                <a:gd name="T6" fmla="*/ 0 w 3"/>
                <a:gd name="T7" fmla="*/ 2 h 3"/>
                <a:gd name="T8" fmla="*/ 2 w 3"/>
                <a:gd name="T9" fmla="*/ 3 h 3"/>
                <a:gd name="T10" fmla="*/ 2 w 3"/>
                <a:gd name="T11" fmla="*/ 3 h 3"/>
                <a:gd name="T12" fmla="*/ 3 w 3"/>
                <a:gd name="T13" fmla="*/ 2 h 3"/>
                <a:gd name="T14" fmla="*/ 3 w 3"/>
                <a:gd name="T15" fmla="*/ 1 h 3"/>
                <a:gd name="T16" fmla="*/ 2 w 3"/>
                <a:gd name="T1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3"/>
                    <a:pt x="3" y="3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0"/>
                    <a:pt x="3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7" name="Freeform 28">
              <a:extLst>
                <a:ext uri="{FF2B5EF4-FFF2-40B4-BE49-F238E27FC236}">
                  <a16:creationId xmlns:a16="http://schemas.microsoft.com/office/drawing/2014/main" id="{84EE0685-B581-C94D-608A-58D866F3F606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0650" y="2465003"/>
              <a:ext cx="6509" cy="26036"/>
            </a:xfrm>
            <a:custGeom>
              <a:avLst/>
              <a:gdLst>
                <a:gd name="T0" fmla="*/ 1 w 2"/>
                <a:gd name="T1" fmla="*/ 0 h 8"/>
                <a:gd name="T2" fmla="*/ 1 w 2"/>
                <a:gd name="T3" fmla="*/ 0 h 8"/>
                <a:gd name="T4" fmla="*/ 0 w 2"/>
                <a:gd name="T5" fmla="*/ 1 h 8"/>
                <a:gd name="T6" fmla="*/ 0 w 2"/>
                <a:gd name="T7" fmla="*/ 7 h 8"/>
                <a:gd name="T8" fmla="*/ 1 w 2"/>
                <a:gd name="T9" fmla="*/ 8 h 8"/>
                <a:gd name="T10" fmla="*/ 1 w 2"/>
                <a:gd name="T11" fmla="*/ 8 h 8"/>
                <a:gd name="T12" fmla="*/ 2 w 2"/>
                <a:gd name="T13" fmla="*/ 7 h 8"/>
                <a:gd name="T14" fmla="*/ 2 w 2"/>
                <a:gd name="T15" fmla="*/ 1 h 8"/>
                <a:gd name="T16" fmla="*/ 1 w 2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" h="8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8"/>
                    <a:pt x="0" y="8"/>
                    <a:pt x="1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7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0"/>
                    <a:pt x="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8" name="Freeform 29">
              <a:extLst>
                <a:ext uri="{FF2B5EF4-FFF2-40B4-BE49-F238E27FC236}">
                  <a16:creationId xmlns:a16="http://schemas.microsoft.com/office/drawing/2014/main" id="{16709050-CD05-9428-FD63-F29E6000D5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3250" y="2465003"/>
              <a:ext cx="26036" cy="26036"/>
            </a:xfrm>
            <a:custGeom>
              <a:avLst/>
              <a:gdLst>
                <a:gd name="T0" fmla="*/ 12 w 16"/>
                <a:gd name="T1" fmla="*/ 0 h 16"/>
                <a:gd name="T2" fmla="*/ 8 w 16"/>
                <a:gd name="T3" fmla="*/ 14 h 16"/>
                <a:gd name="T4" fmla="*/ 4 w 16"/>
                <a:gd name="T5" fmla="*/ 0 h 16"/>
                <a:gd name="T6" fmla="*/ 0 w 16"/>
                <a:gd name="T7" fmla="*/ 0 h 16"/>
                <a:gd name="T8" fmla="*/ 0 w 16"/>
                <a:gd name="T9" fmla="*/ 16 h 16"/>
                <a:gd name="T10" fmla="*/ 2 w 16"/>
                <a:gd name="T11" fmla="*/ 16 h 16"/>
                <a:gd name="T12" fmla="*/ 2 w 16"/>
                <a:gd name="T13" fmla="*/ 4 h 16"/>
                <a:gd name="T14" fmla="*/ 2 w 16"/>
                <a:gd name="T15" fmla="*/ 4 h 16"/>
                <a:gd name="T16" fmla="*/ 8 w 16"/>
                <a:gd name="T17" fmla="*/ 16 h 16"/>
                <a:gd name="T18" fmla="*/ 8 w 16"/>
                <a:gd name="T19" fmla="*/ 16 h 16"/>
                <a:gd name="T20" fmla="*/ 14 w 16"/>
                <a:gd name="T21" fmla="*/ 4 h 16"/>
                <a:gd name="T22" fmla="*/ 14 w 16"/>
                <a:gd name="T23" fmla="*/ 4 h 16"/>
                <a:gd name="T24" fmla="*/ 14 w 16"/>
                <a:gd name="T25" fmla="*/ 16 h 16"/>
                <a:gd name="T26" fmla="*/ 16 w 16"/>
                <a:gd name="T27" fmla="*/ 16 h 16"/>
                <a:gd name="T28" fmla="*/ 16 w 16"/>
                <a:gd name="T29" fmla="*/ 0 h 16"/>
                <a:gd name="T30" fmla="*/ 12 w 16"/>
                <a:gd name="T3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16">
                  <a:moveTo>
                    <a:pt x="12" y="0"/>
                  </a:moveTo>
                  <a:lnTo>
                    <a:pt x="8" y="14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2" y="4"/>
                  </a:lnTo>
                  <a:lnTo>
                    <a:pt x="2" y="4"/>
                  </a:lnTo>
                  <a:lnTo>
                    <a:pt x="8" y="16"/>
                  </a:lnTo>
                  <a:lnTo>
                    <a:pt x="8" y="16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4" y="16"/>
                  </a:lnTo>
                  <a:lnTo>
                    <a:pt x="16" y="16"/>
                  </a:lnTo>
                  <a:lnTo>
                    <a:pt x="16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9" name="Freeform 30">
              <a:extLst>
                <a:ext uri="{FF2B5EF4-FFF2-40B4-BE49-F238E27FC236}">
                  <a16:creationId xmlns:a16="http://schemas.microsoft.com/office/drawing/2014/main" id="{0D56973C-987D-FEB3-4C32-C3DE5DF6D740}"/>
                </a:ext>
              </a:extLst>
            </p:cNvPr>
            <p:cNvSpPr>
              <a:spLocks/>
            </p:cNvSpPr>
            <p:nvPr/>
          </p:nvSpPr>
          <p:spPr bwMode="auto">
            <a:xfrm>
              <a:off x="7307632" y="2471512"/>
              <a:ext cx="6509" cy="19527"/>
            </a:xfrm>
            <a:custGeom>
              <a:avLst/>
              <a:gdLst>
                <a:gd name="T0" fmla="*/ 1 w 2"/>
                <a:gd name="T1" fmla="*/ 0 h 6"/>
                <a:gd name="T2" fmla="*/ 1 w 2"/>
                <a:gd name="T3" fmla="*/ 0 h 6"/>
                <a:gd name="T4" fmla="*/ 0 w 2"/>
                <a:gd name="T5" fmla="*/ 2 h 6"/>
                <a:gd name="T6" fmla="*/ 0 w 2"/>
                <a:gd name="T7" fmla="*/ 5 h 6"/>
                <a:gd name="T8" fmla="*/ 1 w 2"/>
                <a:gd name="T9" fmla="*/ 6 h 6"/>
                <a:gd name="T10" fmla="*/ 1 w 2"/>
                <a:gd name="T11" fmla="*/ 6 h 6"/>
                <a:gd name="T12" fmla="*/ 2 w 2"/>
                <a:gd name="T13" fmla="*/ 5 h 6"/>
                <a:gd name="T14" fmla="*/ 2 w 2"/>
                <a:gd name="T15" fmla="*/ 2 h 6"/>
                <a:gd name="T16" fmla="*/ 1 w 2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" h="6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6"/>
                    <a:pt x="2" y="6"/>
                    <a:pt x="2" y="5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1" name="Bildplatzhalter 37">
            <a:extLst>
              <a:ext uri="{FF2B5EF4-FFF2-40B4-BE49-F238E27FC236}">
                <a16:creationId xmlns:a16="http://schemas.microsoft.com/office/drawing/2014/main" id="{5DB36E10-0B18-98AE-4315-78BDED8894A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087155" y="2431904"/>
            <a:ext cx="2510152" cy="3276014"/>
          </a:xfrm>
          <a:custGeom>
            <a:avLst/>
            <a:gdLst>
              <a:gd name="connsiteX0" fmla="*/ 106268 w 2517211"/>
              <a:gd name="connsiteY0" fmla="*/ 0 h 3285589"/>
              <a:gd name="connsiteX1" fmla="*/ 2410944 w 2517211"/>
              <a:gd name="connsiteY1" fmla="*/ 0 h 3285589"/>
              <a:gd name="connsiteX2" fmla="*/ 2517211 w 2517211"/>
              <a:gd name="connsiteY2" fmla="*/ 105139 h 3285589"/>
              <a:gd name="connsiteX3" fmla="*/ 2517211 w 2517211"/>
              <a:gd name="connsiteY3" fmla="*/ 3180451 h 3285589"/>
              <a:gd name="connsiteX4" fmla="*/ 2410944 w 2517211"/>
              <a:gd name="connsiteY4" fmla="*/ 3285589 h 3285589"/>
              <a:gd name="connsiteX5" fmla="*/ 106268 w 2517211"/>
              <a:gd name="connsiteY5" fmla="*/ 3285589 h 3285589"/>
              <a:gd name="connsiteX6" fmla="*/ 0 w 2517211"/>
              <a:gd name="connsiteY6" fmla="*/ 3180451 h 3285589"/>
              <a:gd name="connsiteX7" fmla="*/ 0 w 2517211"/>
              <a:gd name="connsiteY7" fmla="*/ 105139 h 3285589"/>
              <a:gd name="connsiteX8" fmla="*/ 106268 w 2517211"/>
              <a:gd name="connsiteY8" fmla="*/ 0 h 3285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17211" h="3285589">
                <a:moveTo>
                  <a:pt x="106268" y="0"/>
                </a:moveTo>
                <a:cubicBezTo>
                  <a:pt x="2410944" y="0"/>
                  <a:pt x="2410944" y="0"/>
                  <a:pt x="2410944" y="0"/>
                </a:cubicBezTo>
                <a:cubicBezTo>
                  <a:pt x="2467399" y="0"/>
                  <a:pt x="2517211" y="49284"/>
                  <a:pt x="2517211" y="105139"/>
                </a:cubicBezTo>
                <a:cubicBezTo>
                  <a:pt x="2517211" y="3180451"/>
                  <a:pt x="2517211" y="3180451"/>
                  <a:pt x="2517211" y="3180451"/>
                </a:cubicBezTo>
                <a:cubicBezTo>
                  <a:pt x="2517211" y="3239591"/>
                  <a:pt x="2467399" y="3285589"/>
                  <a:pt x="2410944" y="3285589"/>
                </a:cubicBezTo>
                <a:cubicBezTo>
                  <a:pt x="106268" y="3285589"/>
                  <a:pt x="106268" y="3285589"/>
                  <a:pt x="106268" y="3285589"/>
                </a:cubicBezTo>
                <a:cubicBezTo>
                  <a:pt x="46493" y="3285589"/>
                  <a:pt x="0" y="3239591"/>
                  <a:pt x="0" y="3180451"/>
                </a:cubicBezTo>
                <a:cubicBezTo>
                  <a:pt x="0" y="105139"/>
                  <a:pt x="0" y="105139"/>
                  <a:pt x="0" y="105139"/>
                </a:cubicBezTo>
                <a:cubicBezTo>
                  <a:pt x="0" y="49284"/>
                  <a:pt x="46493" y="0"/>
                  <a:pt x="106268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62" name="Freeform 11">
            <a:extLst>
              <a:ext uri="{FF2B5EF4-FFF2-40B4-BE49-F238E27FC236}">
                <a16:creationId xmlns:a16="http://schemas.microsoft.com/office/drawing/2014/main" id="{28B13D21-6B76-712D-579C-747AFB9E6709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5073390" y="2380385"/>
            <a:ext cx="2559698" cy="3353808"/>
          </a:xfrm>
          <a:custGeom>
            <a:avLst/>
            <a:gdLst>
              <a:gd name="T0" fmla="*/ 44 w 787"/>
              <a:gd name="T1" fmla="*/ 1018 h 1031"/>
              <a:gd name="T2" fmla="*/ 12 w 787"/>
              <a:gd name="T3" fmla="*/ 986 h 1031"/>
              <a:gd name="T4" fmla="*/ 12 w 787"/>
              <a:gd name="T5" fmla="*/ 50 h 1031"/>
              <a:gd name="T6" fmla="*/ 44 w 787"/>
              <a:gd name="T7" fmla="*/ 18 h 1031"/>
              <a:gd name="T8" fmla="*/ 738 w 787"/>
              <a:gd name="T9" fmla="*/ 18 h 1031"/>
              <a:gd name="T10" fmla="*/ 770 w 787"/>
              <a:gd name="T11" fmla="*/ 50 h 1031"/>
              <a:gd name="T12" fmla="*/ 770 w 787"/>
              <a:gd name="T13" fmla="*/ 986 h 1031"/>
              <a:gd name="T14" fmla="*/ 738 w 787"/>
              <a:gd name="T15" fmla="*/ 1018 h 1031"/>
              <a:gd name="T16" fmla="*/ 44 w 787"/>
              <a:gd name="T17" fmla="*/ 1018 h 1031"/>
              <a:gd name="T18" fmla="*/ 782 w 787"/>
              <a:gd name="T19" fmla="*/ 986 h 1031"/>
              <a:gd name="T20" fmla="*/ 782 w 787"/>
              <a:gd name="T21" fmla="*/ 162 h 1031"/>
              <a:gd name="T22" fmla="*/ 786 w 787"/>
              <a:gd name="T23" fmla="*/ 162 h 1031"/>
              <a:gd name="T24" fmla="*/ 787 w 787"/>
              <a:gd name="T25" fmla="*/ 161 h 1031"/>
              <a:gd name="T26" fmla="*/ 787 w 787"/>
              <a:gd name="T27" fmla="*/ 125 h 1031"/>
              <a:gd name="T28" fmla="*/ 786 w 787"/>
              <a:gd name="T29" fmla="*/ 123 h 1031"/>
              <a:gd name="T30" fmla="*/ 782 w 787"/>
              <a:gd name="T31" fmla="*/ 123 h 1031"/>
              <a:gd name="T32" fmla="*/ 782 w 787"/>
              <a:gd name="T33" fmla="*/ 112 h 1031"/>
              <a:gd name="T34" fmla="*/ 786 w 787"/>
              <a:gd name="T35" fmla="*/ 112 h 1031"/>
              <a:gd name="T36" fmla="*/ 787 w 787"/>
              <a:gd name="T37" fmla="*/ 111 h 1031"/>
              <a:gd name="T38" fmla="*/ 787 w 787"/>
              <a:gd name="T39" fmla="*/ 74 h 1031"/>
              <a:gd name="T40" fmla="*/ 786 w 787"/>
              <a:gd name="T41" fmla="*/ 73 h 1031"/>
              <a:gd name="T42" fmla="*/ 782 w 787"/>
              <a:gd name="T43" fmla="*/ 73 h 1031"/>
              <a:gd name="T44" fmla="*/ 782 w 787"/>
              <a:gd name="T45" fmla="*/ 50 h 1031"/>
              <a:gd name="T46" fmla="*/ 738 w 787"/>
              <a:gd name="T47" fmla="*/ 6 h 1031"/>
              <a:gd name="T48" fmla="*/ 738 w 787"/>
              <a:gd name="T49" fmla="*/ 1 h 1031"/>
              <a:gd name="T50" fmla="*/ 737 w 787"/>
              <a:gd name="T51" fmla="*/ 0 h 1031"/>
              <a:gd name="T52" fmla="*/ 701 w 787"/>
              <a:gd name="T53" fmla="*/ 0 h 1031"/>
              <a:gd name="T54" fmla="*/ 699 w 787"/>
              <a:gd name="T55" fmla="*/ 1 h 1031"/>
              <a:gd name="T56" fmla="*/ 699 w 787"/>
              <a:gd name="T57" fmla="*/ 6 h 1031"/>
              <a:gd name="T58" fmla="*/ 44 w 787"/>
              <a:gd name="T59" fmla="*/ 6 h 1031"/>
              <a:gd name="T60" fmla="*/ 0 w 787"/>
              <a:gd name="T61" fmla="*/ 50 h 1031"/>
              <a:gd name="T62" fmla="*/ 0 w 787"/>
              <a:gd name="T63" fmla="*/ 986 h 1031"/>
              <a:gd name="T64" fmla="*/ 44 w 787"/>
              <a:gd name="T65" fmla="*/ 1031 h 1031"/>
              <a:gd name="T66" fmla="*/ 738 w 787"/>
              <a:gd name="T67" fmla="*/ 1031 h 1031"/>
              <a:gd name="T68" fmla="*/ 782 w 787"/>
              <a:gd name="T69" fmla="*/ 986 h 10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787" h="1031">
                <a:moveTo>
                  <a:pt x="44" y="1018"/>
                </a:moveTo>
                <a:cubicBezTo>
                  <a:pt x="26" y="1018"/>
                  <a:pt x="12" y="1004"/>
                  <a:pt x="12" y="986"/>
                </a:cubicBezTo>
                <a:cubicBezTo>
                  <a:pt x="12" y="50"/>
                  <a:pt x="12" y="50"/>
                  <a:pt x="12" y="50"/>
                </a:cubicBezTo>
                <a:cubicBezTo>
                  <a:pt x="12" y="33"/>
                  <a:pt x="26" y="18"/>
                  <a:pt x="44" y="18"/>
                </a:cubicBezTo>
                <a:cubicBezTo>
                  <a:pt x="738" y="18"/>
                  <a:pt x="738" y="18"/>
                  <a:pt x="738" y="18"/>
                </a:cubicBezTo>
                <a:cubicBezTo>
                  <a:pt x="755" y="18"/>
                  <a:pt x="770" y="33"/>
                  <a:pt x="770" y="50"/>
                </a:cubicBezTo>
                <a:cubicBezTo>
                  <a:pt x="770" y="986"/>
                  <a:pt x="770" y="986"/>
                  <a:pt x="770" y="986"/>
                </a:cubicBezTo>
                <a:cubicBezTo>
                  <a:pt x="770" y="1004"/>
                  <a:pt x="755" y="1018"/>
                  <a:pt x="738" y="1018"/>
                </a:cubicBezTo>
                <a:cubicBezTo>
                  <a:pt x="44" y="1018"/>
                  <a:pt x="44" y="1018"/>
                  <a:pt x="44" y="1018"/>
                </a:cubicBezTo>
                <a:moveTo>
                  <a:pt x="782" y="986"/>
                </a:moveTo>
                <a:cubicBezTo>
                  <a:pt x="782" y="162"/>
                  <a:pt x="782" y="162"/>
                  <a:pt x="782" y="162"/>
                </a:cubicBezTo>
                <a:cubicBezTo>
                  <a:pt x="786" y="162"/>
                  <a:pt x="786" y="162"/>
                  <a:pt x="786" y="162"/>
                </a:cubicBezTo>
                <a:cubicBezTo>
                  <a:pt x="787" y="162"/>
                  <a:pt x="787" y="161"/>
                  <a:pt x="787" y="161"/>
                </a:cubicBezTo>
                <a:cubicBezTo>
                  <a:pt x="787" y="125"/>
                  <a:pt x="787" y="125"/>
                  <a:pt x="787" y="125"/>
                </a:cubicBezTo>
                <a:cubicBezTo>
                  <a:pt x="787" y="124"/>
                  <a:pt x="787" y="123"/>
                  <a:pt x="786" y="123"/>
                </a:cubicBezTo>
                <a:cubicBezTo>
                  <a:pt x="782" y="123"/>
                  <a:pt x="782" y="123"/>
                  <a:pt x="782" y="123"/>
                </a:cubicBezTo>
                <a:cubicBezTo>
                  <a:pt x="782" y="112"/>
                  <a:pt x="782" y="112"/>
                  <a:pt x="782" y="112"/>
                </a:cubicBezTo>
                <a:cubicBezTo>
                  <a:pt x="786" y="112"/>
                  <a:pt x="786" y="112"/>
                  <a:pt x="786" y="112"/>
                </a:cubicBezTo>
                <a:cubicBezTo>
                  <a:pt x="787" y="112"/>
                  <a:pt x="787" y="111"/>
                  <a:pt x="787" y="111"/>
                </a:cubicBezTo>
                <a:cubicBezTo>
                  <a:pt x="787" y="74"/>
                  <a:pt x="787" y="74"/>
                  <a:pt x="787" y="74"/>
                </a:cubicBezTo>
                <a:cubicBezTo>
                  <a:pt x="787" y="74"/>
                  <a:pt x="787" y="73"/>
                  <a:pt x="786" y="73"/>
                </a:cubicBezTo>
                <a:cubicBezTo>
                  <a:pt x="782" y="73"/>
                  <a:pt x="782" y="73"/>
                  <a:pt x="782" y="73"/>
                </a:cubicBezTo>
                <a:cubicBezTo>
                  <a:pt x="782" y="50"/>
                  <a:pt x="782" y="50"/>
                  <a:pt x="782" y="50"/>
                </a:cubicBezTo>
                <a:cubicBezTo>
                  <a:pt x="782" y="26"/>
                  <a:pt x="763" y="6"/>
                  <a:pt x="738" y="6"/>
                </a:cubicBezTo>
                <a:cubicBezTo>
                  <a:pt x="738" y="1"/>
                  <a:pt x="738" y="1"/>
                  <a:pt x="738" y="1"/>
                </a:cubicBezTo>
                <a:cubicBezTo>
                  <a:pt x="738" y="0"/>
                  <a:pt x="738" y="0"/>
                  <a:pt x="737" y="0"/>
                </a:cubicBezTo>
                <a:cubicBezTo>
                  <a:pt x="701" y="0"/>
                  <a:pt x="701" y="0"/>
                  <a:pt x="701" y="0"/>
                </a:cubicBezTo>
                <a:cubicBezTo>
                  <a:pt x="700" y="0"/>
                  <a:pt x="699" y="0"/>
                  <a:pt x="699" y="1"/>
                </a:cubicBezTo>
                <a:cubicBezTo>
                  <a:pt x="699" y="6"/>
                  <a:pt x="699" y="6"/>
                  <a:pt x="699" y="6"/>
                </a:cubicBezTo>
                <a:cubicBezTo>
                  <a:pt x="44" y="6"/>
                  <a:pt x="44" y="6"/>
                  <a:pt x="44" y="6"/>
                </a:cubicBezTo>
                <a:cubicBezTo>
                  <a:pt x="19" y="6"/>
                  <a:pt x="0" y="26"/>
                  <a:pt x="0" y="50"/>
                </a:cubicBezTo>
                <a:cubicBezTo>
                  <a:pt x="0" y="986"/>
                  <a:pt x="0" y="986"/>
                  <a:pt x="0" y="986"/>
                </a:cubicBezTo>
                <a:cubicBezTo>
                  <a:pt x="0" y="1011"/>
                  <a:pt x="19" y="1031"/>
                  <a:pt x="44" y="1031"/>
                </a:cubicBezTo>
                <a:cubicBezTo>
                  <a:pt x="738" y="1031"/>
                  <a:pt x="738" y="1031"/>
                  <a:pt x="738" y="1031"/>
                </a:cubicBezTo>
                <a:cubicBezTo>
                  <a:pt x="762" y="1031"/>
                  <a:pt x="782" y="1011"/>
                  <a:pt x="782" y="986"/>
                </a:cubicBezTo>
              </a:path>
            </a:pathLst>
          </a:custGeom>
          <a:solidFill>
            <a:srgbClr val="2F3941"/>
          </a:solidFill>
          <a:ln>
            <a:noFill/>
          </a:ln>
        </p:spPr>
        <p:txBody>
          <a:bodyPr vert="horz" wrap="square" lIns="114942" tIns="57471" rIns="114942" bIns="57471" numCol="1" anchor="ctr" anchorCtr="1" compatLnSpc="1">
            <a:prstTxWarp prst="textNoShape">
              <a:avLst/>
            </a:prstTxWarp>
          </a:bodyPr>
          <a:lstStyle/>
          <a:p>
            <a:endParaRPr lang="en-US" sz="2263"/>
          </a:p>
        </p:txBody>
      </p:sp>
      <p:grpSp>
        <p:nvGrpSpPr>
          <p:cNvPr id="63" name="Group 27">
            <a:extLst>
              <a:ext uri="{FF2B5EF4-FFF2-40B4-BE49-F238E27FC236}">
                <a16:creationId xmlns:a16="http://schemas.microsoft.com/office/drawing/2014/main" id="{493FED0C-F8A8-9E5C-7B0F-0CF4BACAF300}"/>
              </a:ext>
            </a:extLst>
          </p:cNvPr>
          <p:cNvGrpSpPr/>
          <p:nvPr userDrawn="1"/>
        </p:nvGrpSpPr>
        <p:grpSpPr>
          <a:xfrm>
            <a:off x="7105852" y="2461748"/>
            <a:ext cx="364509" cy="29294"/>
            <a:chOff x="7105852" y="2461748"/>
            <a:chExt cx="364509" cy="29294"/>
          </a:xfrm>
        </p:grpSpPr>
        <p:sp>
          <p:nvSpPr>
            <p:cNvPr id="64" name="Freeform 16">
              <a:extLst>
                <a:ext uri="{FF2B5EF4-FFF2-40B4-BE49-F238E27FC236}">
                  <a16:creationId xmlns:a16="http://schemas.microsoft.com/office/drawing/2014/main" id="{D41CE1ED-C9F2-985C-A028-DDF6F2CA5840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8398" y="2465003"/>
              <a:ext cx="16273" cy="26036"/>
            </a:xfrm>
            <a:custGeom>
              <a:avLst/>
              <a:gdLst>
                <a:gd name="T0" fmla="*/ 3 w 5"/>
                <a:gd name="T1" fmla="*/ 4 h 8"/>
                <a:gd name="T2" fmla="*/ 3 w 5"/>
                <a:gd name="T3" fmla="*/ 4 h 8"/>
                <a:gd name="T4" fmla="*/ 4 w 5"/>
                <a:gd name="T5" fmla="*/ 3 h 8"/>
                <a:gd name="T6" fmla="*/ 4 w 5"/>
                <a:gd name="T7" fmla="*/ 2 h 8"/>
                <a:gd name="T8" fmla="*/ 4 w 5"/>
                <a:gd name="T9" fmla="*/ 1 h 8"/>
                <a:gd name="T10" fmla="*/ 4 w 5"/>
                <a:gd name="T11" fmla="*/ 1 h 8"/>
                <a:gd name="T12" fmla="*/ 3 w 5"/>
                <a:gd name="T13" fmla="*/ 0 h 8"/>
                <a:gd name="T14" fmla="*/ 2 w 5"/>
                <a:gd name="T15" fmla="*/ 0 h 8"/>
                <a:gd name="T16" fmla="*/ 1 w 5"/>
                <a:gd name="T17" fmla="*/ 0 h 8"/>
                <a:gd name="T18" fmla="*/ 0 w 5"/>
                <a:gd name="T19" fmla="*/ 1 h 8"/>
                <a:gd name="T20" fmla="*/ 0 w 5"/>
                <a:gd name="T21" fmla="*/ 2 h 8"/>
                <a:gd name="T22" fmla="*/ 0 w 5"/>
                <a:gd name="T23" fmla="*/ 3 h 8"/>
                <a:gd name="T24" fmla="*/ 1 w 5"/>
                <a:gd name="T25" fmla="*/ 3 h 8"/>
                <a:gd name="T26" fmla="*/ 1 w 5"/>
                <a:gd name="T27" fmla="*/ 2 h 8"/>
                <a:gd name="T28" fmla="*/ 1 w 5"/>
                <a:gd name="T29" fmla="*/ 2 h 8"/>
                <a:gd name="T30" fmla="*/ 1 w 5"/>
                <a:gd name="T31" fmla="*/ 1 h 8"/>
                <a:gd name="T32" fmla="*/ 2 w 5"/>
                <a:gd name="T33" fmla="*/ 1 h 8"/>
                <a:gd name="T34" fmla="*/ 3 w 5"/>
                <a:gd name="T35" fmla="*/ 1 h 8"/>
                <a:gd name="T36" fmla="*/ 3 w 5"/>
                <a:gd name="T37" fmla="*/ 2 h 8"/>
                <a:gd name="T38" fmla="*/ 3 w 5"/>
                <a:gd name="T39" fmla="*/ 3 h 8"/>
                <a:gd name="T40" fmla="*/ 3 w 5"/>
                <a:gd name="T41" fmla="*/ 3 h 8"/>
                <a:gd name="T42" fmla="*/ 2 w 5"/>
                <a:gd name="T43" fmla="*/ 3 h 8"/>
                <a:gd name="T44" fmla="*/ 2 w 5"/>
                <a:gd name="T45" fmla="*/ 4 h 8"/>
                <a:gd name="T46" fmla="*/ 2 w 5"/>
                <a:gd name="T47" fmla="*/ 4 h 8"/>
                <a:gd name="T48" fmla="*/ 2 w 5"/>
                <a:gd name="T49" fmla="*/ 4 h 8"/>
                <a:gd name="T50" fmla="*/ 2 w 5"/>
                <a:gd name="T51" fmla="*/ 4 h 8"/>
                <a:gd name="T52" fmla="*/ 2 w 5"/>
                <a:gd name="T53" fmla="*/ 4 h 8"/>
                <a:gd name="T54" fmla="*/ 3 w 5"/>
                <a:gd name="T55" fmla="*/ 4 h 8"/>
                <a:gd name="T56" fmla="*/ 3 w 5"/>
                <a:gd name="T57" fmla="*/ 5 h 8"/>
                <a:gd name="T58" fmla="*/ 4 w 5"/>
                <a:gd name="T59" fmla="*/ 5 h 8"/>
                <a:gd name="T60" fmla="*/ 4 w 5"/>
                <a:gd name="T61" fmla="*/ 6 h 8"/>
                <a:gd name="T62" fmla="*/ 4 w 5"/>
                <a:gd name="T63" fmla="*/ 6 h 8"/>
                <a:gd name="T64" fmla="*/ 3 w 5"/>
                <a:gd name="T65" fmla="*/ 7 h 8"/>
                <a:gd name="T66" fmla="*/ 3 w 5"/>
                <a:gd name="T67" fmla="*/ 7 h 8"/>
                <a:gd name="T68" fmla="*/ 2 w 5"/>
                <a:gd name="T69" fmla="*/ 7 h 8"/>
                <a:gd name="T70" fmla="*/ 1 w 5"/>
                <a:gd name="T71" fmla="*/ 7 h 8"/>
                <a:gd name="T72" fmla="*/ 0 w 5"/>
                <a:gd name="T73" fmla="*/ 5 h 8"/>
                <a:gd name="T74" fmla="*/ 0 w 5"/>
                <a:gd name="T75" fmla="*/ 5 h 8"/>
                <a:gd name="T76" fmla="*/ 0 w 5"/>
                <a:gd name="T77" fmla="*/ 6 h 8"/>
                <a:gd name="T78" fmla="*/ 0 w 5"/>
                <a:gd name="T79" fmla="*/ 7 h 8"/>
                <a:gd name="T80" fmla="*/ 1 w 5"/>
                <a:gd name="T81" fmla="*/ 8 h 8"/>
                <a:gd name="T82" fmla="*/ 2 w 5"/>
                <a:gd name="T83" fmla="*/ 8 h 8"/>
                <a:gd name="T84" fmla="*/ 3 w 5"/>
                <a:gd name="T85" fmla="*/ 8 h 8"/>
                <a:gd name="T86" fmla="*/ 4 w 5"/>
                <a:gd name="T87" fmla="*/ 7 h 8"/>
                <a:gd name="T88" fmla="*/ 4 w 5"/>
                <a:gd name="T89" fmla="*/ 7 h 8"/>
                <a:gd name="T90" fmla="*/ 5 w 5"/>
                <a:gd name="T91" fmla="*/ 6 h 8"/>
                <a:gd name="T92" fmla="*/ 4 w 5"/>
                <a:gd name="T93" fmla="*/ 4 h 8"/>
                <a:gd name="T94" fmla="*/ 3 w 5"/>
                <a:gd name="T95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" h="8">
                  <a:moveTo>
                    <a:pt x="3" y="4"/>
                  </a:moveTo>
                  <a:cubicBezTo>
                    <a:pt x="3" y="4"/>
                    <a:pt x="3" y="4"/>
                    <a:pt x="3" y="4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1" y="7"/>
                    <a:pt x="1" y="7"/>
                  </a:cubicBezTo>
                  <a:cubicBezTo>
                    <a:pt x="1" y="6"/>
                    <a:pt x="0" y="6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4" y="5"/>
                    <a:pt x="4" y="4"/>
                  </a:cubicBezTo>
                  <a:cubicBezTo>
                    <a:pt x="4" y="4"/>
                    <a:pt x="4" y="4"/>
                    <a:pt x="3" y="4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5" name="Freeform 17">
              <a:extLst>
                <a:ext uri="{FF2B5EF4-FFF2-40B4-BE49-F238E27FC236}">
                  <a16:creationId xmlns:a16="http://schemas.microsoft.com/office/drawing/2014/main" id="{A9818088-90EB-7AD9-AC53-B10B75F91BC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87216" y="2465003"/>
              <a:ext cx="22782" cy="26036"/>
            </a:xfrm>
            <a:custGeom>
              <a:avLst/>
              <a:gdLst>
                <a:gd name="T0" fmla="*/ 6 w 14"/>
                <a:gd name="T1" fmla="*/ 2 h 16"/>
                <a:gd name="T2" fmla="*/ 8 w 14"/>
                <a:gd name="T3" fmla="*/ 2 h 16"/>
                <a:gd name="T4" fmla="*/ 10 w 14"/>
                <a:gd name="T5" fmla="*/ 10 h 16"/>
                <a:gd name="T6" fmla="*/ 4 w 14"/>
                <a:gd name="T7" fmla="*/ 10 h 16"/>
                <a:gd name="T8" fmla="*/ 6 w 14"/>
                <a:gd name="T9" fmla="*/ 2 h 16"/>
                <a:gd name="T10" fmla="*/ 6 w 14"/>
                <a:gd name="T11" fmla="*/ 0 h 16"/>
                <a:gd name="T12" fmla="*/ 0 w 14"/>
                <a:gd name="T13" fmla="*/ 16 h 16"/>
                <a:gd name="T14" fmla="*/ 2 w 14"/>
                <a:gd name="T15" fmla="*/ 16 h 16"/>
                <a:gd name="T16" fmla="*/ 4 w 14"/>
                <a:gd name="T17" fmla="*/ 10 h 16"/>
                <a:gd name="T18" fmla="*/ 10 w 14"/>
                <a:gd name="T19" fmla="*/ 10 h 16"/>
                <a:gd name="T20" fmla="*/ 12 w 14"/>
                <a:gd name="T21" fmla="*/ 16 h 16"/>
                <a:gd name="T22" fmla="*/ 14 w 14"/>
                <a:gd name="T23" fmla="*/ 16 h 16"/>
                <a:gd name="T24" fmla="*/ 8 w 14"/>
                <a:gd name="T25" fmla="*/ 0 h 16"/>
                <a:gd name="T26" fmla="*/ 6 w 14"/>
                <a:gd name="T2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" h="16">
                  <a:moveTo>
                    <a:pt x="6" y="2"/>
                  </a:moveTo>
                  <a:lnTo>
                    <a:pt x="8" y="2"/>
                  </a:lnTo>
                  <a:lnTo>
                    <a:pt x="10" y="10"/>
                  </a:lnTo>
                  <a:lnTo>
                    <a:pt x="4" y="10"/>
                  </a:lnTo>
                  <a:lnTo>
                    <a:pt x="6" y="2"/>
                  </a:lnTo>
                  <a:close/>
                  <a:moveTo>
                    <a:pt x="6" y="0"/>
                  </a:moveTo>
                  <a:lnTo>
                    <a:pt x="0" y="16"/>
                  </a:lnTo>
                  <a:lnTo>
                    <a:pt x="2" y="16"/>
                  </a:lnTo>
                  <a:lnTo>
                    <a:pt x="4" y="10"/>
                  </a:lnTo>
                  <a:lnTo>
                    <a:pt x="10" y="10"/>
                  </a:lnTo>
                  <a:lnTo>
                    <a:pt x="12" y="16"/>
                  </a:lnTo>
                  <a:lnTo>
                    <a:pt x="14" y="16"/>
                  </a:lnTo>
                  <a:lnTo>
                    <a:pt x="8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6" name="Freeform 18">
              <a:extLst>
                <a:ext uri="{FF2B5EF4-FFF2-40B4-BE49-F238E27FC236}">
                  <a16:creationId xmlns:a16="http://schemas.microsoft.com/office/drawing/2014/main" id="{35240A0D-E512-2930-599E-A966B2989D0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7106" y="2471512"/>
              <a:ext cx="3255" cy="13018"/>
            </a:xfrm>
            <a:custGeom>
              <a:avLst/>
              <a:gdLst>
                <a:gd name="T0" fmla="*/ 0 w 1"/>
                <a:gd name="T1" fmla="*/ 0 h 4"/>
                <a:gd name="T2" fmla="*/ 0 w 1"/>
                <a:gd name="T3" fmla="*/ 4 h 4"/>
                <a:gd name="T4" fmla="*/ 1 w 1"/>
                <a:gd name="T5" fmla="*/ 2 h 4"/>
                <a:gd name="T6" fmla="*/ 0 w 1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4">
                  <a:moveTo>
                    <a:pt x="0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1" y="3"/>
                    <a:pt x="1" y="2"/>
                  </a:cubicBezTo>
                  <a:cubicBezTo>
                    <a:pt x="1" y="1"/>
                    <a:pt x="0" y="0"/>
                    <a:pt x="0" y="0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7" name="Freeform 19">
              <a:extLst>
                <a:ext uri="{FF2B5EF4-FFF2-40B4-BE49-F238E27FC236}">
                  <a16:creationId xmlns:a16="http://schemas.microsoft.com/office/drawing/2014/main" id="{1BFF8965-8617-414E-6A53-C7626A3F29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57925" y="2465003"/>
              <a:ext cx="16273" cy="26036"/>
            </a:xfrm>
            <a:custGeom>
              <a:avLst/>
              <a:gdLst>
                <a:gd name="T0" fmla="*/ 4 w 5"/>
                <a:gd name="T1" fmla="*/ 4 h 8"/>
                <a:gd name="T2" fmla="*/ 4 w 5"/>
                <a:gd name="T3" fmla="*/ 5 h 8"/>
                <a:gd name="T4" fmla="*/ 4 w 5"/>
                <a:gd name="T5" fmla="*/ 6 h 8"/>
                <a:gd name="T6" fmla="*/ 3 w 5"/>
                <a:gd name="T7" fmla="*/ 7 h 8"/>
                <a:gd name="T8" fmla="*/ 2 w 5"/>
                <a:gd name="T9" fmla="*/ 7 h 8"/>
                <a:gd name="T10" fmla="*/ 2 w 5"/>
                <a:gd name="T11" fmla="*/ 7 h 8"/>
                <a:gd name="T12" fmla="*/ 1 w 5"/>
                <a:gd name="T13" fmla="*/ 6 h 8"/>
                <a:gd name="T14" fmla="*/ 1 w 5"/>
                <a:gd name="T15" fmla="*/ 5 h 8"/>
                <a:gd name="T16" fmla="*/ 1 w 5"/>
                <a:gd name="T17" fmla="*/ 4 h 8"/>
                <a:gd name="T18" fmla="*/ 1 w 5"/>
                <a:gd name="T19" fmla="*/ 3 h 8"/>
                <a:gd name="T20" fmla="*/ 1 w 5"/>
                <a:gd name="T21" fmla="*/ 3 h 8"/>
                <a:gd name="T22" fmla="*/ 1 w 5"/>
                <a:gd name="T23" fmla="*/ 2 h 8"/>
                <a:gd name="T24" fmla="*/ 1 w 5"/>
                <a:gd name="T25" fmla="*/ 2 h 8"/>
                <a:gd name="T26" fmla="*/ 2 w 5"/>
                <a:gd name="T27" fmla="*/ 1 h 8"/>
                <a:gd name="T28" fmla="*/ 2 w 5"/>
                <a:gd name="T29" fmla="*/ 1 h 8"/>
                <a:gd name="T30" fmla="*/ 3 w 5"/>
                <a:gd name="T31" fmla="*/ 1 h 8"/>
                <a:gd name="T32" fmla="*/ 3 w 5"/>
                <a:gd name="T33" fmla="*/ 2 h 8"/>
                <a:gd name="T34" fmla="*/ 4 w 5"/>
                <a:gd name="T35" fmla="*/ 2 h 8"/>
                <a:gd name="T36" fmla="*/ 4 w 5"/>
                <a:gd name="T37" fmla="*/ 3 h 8"/>
                <a:gd name="T38" fmla="*/ 4 w 5"/>
                <a:gd name="T39" fmla="*/ 3 h 8"/>
                <a:gd name="T40" fmla="*/ 4 w 5"/>
                <a:gd name="T41" fmla="*/ 4 h 8"/>
                <a:gd name="T42" fmla="*/ 5 w 5"/>
                <a:gd name="T43" fmla="*/ 4 h 8"/>
                <a:gd name="T44" fmla="*/ 5 w 5"/>
                <a:gd name="T45" fmla="*/ 3 h 8"/>
                <a:gd name="T46" fmla="*/ 5 w 5"/>
                <a:gd name="T47" fmla="*/ 2 h 8"/>
                <a:gd name="T48" fmla="*/ 5 w 5"/>
                <a:gd name="T49" fmla="*/ 2 h 8"/>
                <a:gd name="T50" fmla="*/ 4 w 5"/>
                <a:gd name="T51" fmla="*/ 1 h 8"/>
                <a:gd name="T52" fmla="*/ 3 w 5"/>
                <a:gd name="T53" fmla="*/ 0 h 8"/>
                <a:gd name="T54" fmla="*/ 2 w 5"/>
                <a:gd name="T55" fmla="*/ 0 h 8"/>
                <a:gd name="T56" fmla="*/ 1 w 5"/>
                <a:gd name="T57" fmla="*/ 0 h 8"/>
                <a:gd name="T58" fmla="*/ 1 w 5"/>
                <a:gd name="T59" fmla="*/ 1 h 8"/>
                <a:gd name="T60" fmla="*/ 0 w 5"/>
                <a:gd name="T61" fmla="*/ 2 h 8"/>
                <a:gd name="T62" fmla="*/ 0 w 5"/>
                <a:gd name="T63" fmla="*/ 2 h 8"/>
                <a:gd name="T64" fmla="*/ 0 w 5"/>
                <a:gd name="T65" fmla="*/ 3 h 8"/>
                <a:gd name="T66" fmla="*/ 0 w 5"/>
                <a:gd name="T67" fmla="*/ 4 h 8"/>
                <a:gd name="T68" fmla="*/ 0 w 5"/>
                <a:gd name="T69" fmla="*/ 5 h 8"/>
                <a:gd name="T70" fmla="*/ 0 w 5"/>
                <a:gd name="T71" fmla="*/ 6 h 8"/>
                <a:gd name="T72" fmla="*/ 0 w 5"/>
                <a:gd name="T73" fmla="*/ 7 h 8"/>
                <a:gd name="T74" fmla="*/ 1 w 5"/>
                <a:gd name="T75" fmla="*/ 7 h 8"/>
                <a:gd name="T76" fmla="*/ 1 w 5"/>
                <a:gd name="T77" fmla="*/ 8 h 8"/>
                <a:gd name="T78" fmla="*/ 2 w 5"/>
                <a:gd name="T79" fmla="*/ 8 h 8"/>
                <a:gd name="T80" fmla="*/ 3 w 5"/>
                <a:gd name="T81" fmla="*/ 8 h 8"/>
                <a:gd name="T82" fmla="*/ 4 w 5"/>
                <a:gd name="T83" fmla="*/ 7 h 8"/>
                <a:gd name="T84" fmla="*/ 5 w 5"/>
                <a:gd name="T85" fmla="*/ 7 h 8"/>
                <a:gd name="T86" fmla="*/ 5 w 5"/>
                <a:gd name="T87" fmla="*/ 6 h 8"/>
                <a:gd name="T88" fmla="*/ 5 w 5"/>
                <a:gd name="T89" fmla="*/ 5 h 8"/>
                <a:gd name="T90" fmla="*/ 5 w 5"/>
                <a:gd name="T91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" h="8">
                  <a:moveTo>
                    <a:pt x="4" y="4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4"/>
                    <a:pt x="4" y="4"/>
                    <a:pt x="4" y="4"/>
                  </a:cubicBezTo>
                  <a:moveTo>
                    <a:pt x="5" y="4"/>
                  </a:moveTo>
                  <a:cubicBezTo>
                    <a:pt x="5" y="3"/>
                    <a:pt x="5" y="3"/>
                    <a:pt x="5" y="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4"/>
                    <a:pt x="5" y="4"/>
                    <a:pt x="5" y="4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8" name="Freeform 20">
              <a:extLst>
                <a:ext uri="{FF2B5EF4-FFF2-40B4-BE49-F238E27FC236}">
                  <a16:creationId xmlns:a16="http://schemas.microsoft.com/office/drawing/2014/main" id="{A5446287-0F7F-4D02-A10D-F6278D42D8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05852" y="2465003"/>
              <a:ext cx="16273" cy="26036"/>
            </a:xfrm>
            <a:custGeom>
              <a:avLst/>
              <a:gdLst>
                <a:gd name="T0" fmla="*/ 4 w 5"/>
                <a:gd name="T1" fmla="*/ 3 h 8"/>
                <a:gd name="T2" fmla="*/ 4 w 5"/>
                <a:gd name="T3" fmla="*/ 3 h 8"/>
                <a:gd name="T4" fmla="*/ 3 w 5"/>
                <a:gd name="T5" fmla="*/ 4 h 8"/>
                <a:gd name="T6" fmla="*/ 3 w 5"/>
                <a:gd name="T7" fmla="*/ 4 h 8"/>
                <a:gd name="T8" fmla="*/ 2 w 5"/>
                <a:gd name="T9" fmla="*/ 4 h 8"/>
                <a:gd name="T10" fmla="*/ 2 w 5"/>
                <a:gd name="T11" fmla="*/ 4 h 8"/>
                <a:gd name="T12" fmla="*/ 1 w 5"/>
                <a:gd name="T13" fmla="*/ 4 h 8"/>
                <a:gd name="T14" fmla="*/ 1 w 5"/>
                <a:gd name="T15" fmla="*/ 3 h 8"/>
                <a:gd name="T16" fmla="*/ 1 w 5"/>
                <a:gd name="T17" fmla="*/ 3 h 8"/>
                <a:gd name="T18" fmla="*/ 1 w 5"/>
                <a:gd name="T19" fmla="*/ 2 h 8"/>
                <a:gd name="T20" fmla="*/ 1 w 5"/>
                <a:gd name="T21" fmla="*/ 2 h 8"/>
                <a:gd name="T22" fmla="*/ 2 w 5"/>
                <a:gd name="T23" fmla="*/ 1 h 8"/>
                <a:gd name="T24" fmla="*/ 2 w 5"/>
                <a:gd name="T25" fmla="*/ 1 h 8"/>
                <a:gd name="T26" fmla="*/ 3 w 5"/>
                <a:gd name="T27" fmla="*/ 1 h 8"/>
                <a:gd name="T28" fmla="*/ 4 w 5"/>
                <a:gd name="T29" fmla="*/ 2 h 8"/>
                <a:gd name="T30" fmla="*/ 4 w 5"/>
                <a:gd name="T31" fmla="*/ 2 h 8"/>
                <a:gd name="T32" fmla="*/ 4 w 5"/>
                <a:gd name="T33" fmla="*/ 3 h 8"/>
                <a:gd name="T34" fmla="*/ 5 w 5"/>
                <a:gd name="T35" fmla="*/ 4 h 8"/>
                <a:gd name="T36" fmla="*/ 5 w 5"/>
                <a:gd name="T37" fmla="*/ 2 h 8"/>
                <a:gd name="T38" fmla="*/ 4 w 5"/>
                <a:gd name="T39" fmla="*/ 1 h 8"/>
                <a:gd name="T40" fmla="*/ 3 w 5"/>
                <a:gd name="T41" fmla="*/ 0 h 8"/>
                <a:gd name="T42" fmla="*/ 2 w 5"/>
                <a:gd name="T43" fmla="*/ 0 h 8"/>
                <a:gd name="T44" fmla="*/ 1 w 5"/>
                <a:gd name="T45" fmla="*/ 0 h 8"/>
                <a:gd name="T46" fmla="*/ 1 w 5"/>
                <a:gd name="T47" fmla="*/ 1 h 8"/>
                <a:gd name="T48" fmla="*/ 0 w 5"/>
                <a:gd name="T49" fmla="*/ 2 h 8"/>
                <a:gd name="T50" fmla="*/ 0 w 5"/>
                <a:gd name="T51" fmla="*/ 3 h 8"/>
                <a:gd name="T52" fmla="*/ 0 w 5"/>
                <a:gd name="T53" fmla="*/ 4 h 8"/>
                <a:gd name="T54" fmla="*/ 1 w 5"/>
                <a:gd name="T55" fmla="*/ 5 h 8"/>
                <a:gd name="T56" fmla="*/ 1 w 5"/>
                <a:gd name="T57" fmla="*/ 5 h 8"/>
                <a:gd name="T58" fmla="*/ 2 w 5"/>
                <a:gd name="T59" fmla="*/ 5 h 8"/>
                <a:gd name="T60" fmla="*/ 3 w 5"/>
                <a:gd name="T61" fmla="*/ 5 h 8"/>
                <a:gd name="T62" fmla="*/ 4 w 5"/>
                <a:gd name="T63" fmla="*/ 4 h 8"/>
                <a:gd name="T64" fmla="*/ 4 w 5"/>
                <a:gd name="T65" fmla="*/ 4 h 8"/>
                <a:gd name="T66" fmla="*/ 4 w 5"/>
                <a:gd name="T67" fmla="*/ 6 h 8"/>
                <a:gd name="T68" fmla="*/ 2 w 5"/>
                <a:gd name="T69" fmla="*/ 7 h 8"/>
                <a:gd name="T70" fmla="*/ 1 w 5"/>
                <a:gd name="T71" fmla="*/ 7 h 8"/>
                <a:gd name="T72" fmla="*/ 1 w 5"/>
                <a:gd name="T73" fmla="*/ 6 h 8"/>
                <a:gd name="T74" fmla="*/ 0 w 5"/>
                <a:gd name="T75" fmla="*/ 6 h 8"/>
                <a:gd name="T76" fmla="*/ 1 w 5"/>
                <a:gd name="T77" fmla="*/ 7 h 8"/>
                <a:gd name="T78" fmla="*/ 2 w 5"/>
                <a:gd name="T79" fmla="*/ 8 h 8"/>
                <a:gd name="T80" fmla="*/ 4 w 5"/>
                <a:gd name="T81" fmla="*/ 7 h 8"/>
                <a:gd name="T82" fmla="*/ 5 w 5"/>
                <a:gd name="T83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" h="8">
                  <a:moveTo>
                    <a:pt x="4" y="3"/>
                  </a:moveTo>
                  <a:cubicBezTo>
                    <a:pt x="4" y="3"/>
                    <a:pt x="4" y="3"/>
                    <a:pt x="4" y="3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4" y="3"/>
                    <a:pt x="4" y="3"/>
                  </a:cubicBezTo>
                  <a:moveTo>
                    <a:pt x="5" y="4"/>
                  </a:moveTo>
                  <a:cubicBezTo>
                    <a:pt x="5" y="3"/>
                    <a:pt x="5" y="3"/>
                    <a:pt x="5" y="2"/>
                  </a:cubicBezTo>
                  <a:cubicBezTo>
                    <a:pt x="5" y="2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5"/>
                    <a:pt x="4" y="6"/>
                    <a:pt x="4" y="6"/>
                  </a:cubicBezTo>
                  <a:cubicBezTo>
                    <a:pt x="3" y="7"/>
                    <a:pt x="3" y="7"/>
                    <a:pt x="2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1" y="6"/>
                    <a:pt x="1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1" y="7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4" y="8"/>
                    <a:pt x="4" y="7"/>
                  </a:cubicBezTo>
                  <a:cubicBezTo>
                    <a:pt x="5" y="6"/>
                    <a:pt x="5" y="5"/>
                    <a:pt x="5" y="4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9" name="Rectangle 21">
              <a:extLst>
                <a:ext uri="{FF2B5EF4-FFF2-40B4-BE49-F238E27FC236}">
                  <a16:creationId xmlns:a16="http://schemas.microsoft.com/office/drawing/2014/main" id="{1CF240C1-A111-0B8B-AE78-6A1894F5C4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8634" y="2487787"/>
              <a:ext cx="3255" cy="3255"/>
            </a:xfrm>
            <a:prstGeom prst="rect">
              <a:avLst/>
            </a:pr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0" name="Rectangle 22">
              <a:extLst>
                <a:ext uri="{FF2B5EF4-FFF2-40B4-BE49-F238E27FC236}">
                  <a16:creationId xmlns:a16="http://schemas.microsoft.com/office/drawing/2014/main" id="{CBA3EAA8-5845-FE4E-BB47-4B39B3FF57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8634" y="2471514"/>
              <a:ext cx="3255" cy="3255"/>
            </a:xfrm>
            <a:prstGeom prst="rect">
              <a:avLst/>
            </a:pr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1" name="Freeform 23">
              <a:extLst>
                <a:ext uri="{FF2B5EF4-FFF2-40B4-BE49-F238E27FC236}">
                  <a16:creationId xmlns:a16="http://schemas.microsoft.com/office/drawing/2014/main" id="{BBB7EB3D-F0EC-1787-6EA0-BBF43845E0C0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6452" y="2461748"/>
              <a:ext cx="29291" cy="13018"/>
            </a:xfrm>
            <a:custGeom>
              <a:avLst/>
              <a:gdLst>
                <a:gd name="T0" fmla="*/ 0 w 9"/>
                <a:gd name="T1" fmla="*/ 3 h 4"/>
                <a:gd name="T2" fmla="*/ 1 w 9"/>
                <a:gd name="T3" fmla="*/ 4 h 4"/>
                <a:gd name="T4" fmla="*/ 4 w 9"/>
                <a:gd name="T5" fmla="*/ 3 h 4"/>
                <a:gd name="T6" fmla="*/ 8 w 9"/>
                <a:gd name="T7" fmla="*/ 4 h 4"/>
                <a:gd name="T8" fmla="*/ 9 w 9"/>
                <a:gd name="T9" fmla="*/ 3 h 4"/>
                <a:gd name="T10" fmla="*/ 0 w 9"/>
                <a:gd name="T11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4">
                  <a:moveTo>
                    <a:pt x="0" y="3"/>
                  </a:moveTo>
                  <a:cubicBezTo>
                    <a:pt x="0" y="3"/>
                    <a:pt x="0" y="4"/>
                    <a:pt x="1" y="4"/>
                  </a:cubicBezTo>
                  <a:cubicBezTo>
                    <a:pt x="2" y="3"/>
                    <a:pt x="3" y="3"/>
                    <a:pt x="4" y="3"/>
                  </a:cubicBezTo>
                  <a:cubicBezTo>
                    <a:pt x="6" y="3"/>
                    <a:pt x="7" y="3"/>
                    <a:pt x="8" y="4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6" y="0"/>
                    <a:pt x="2" y="0"/>
                    <a:pt x="0" y="3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2" name="Freeform 24">
              <a:extLst>
                <a:ext uri="{FF2B5EF4-FFF2-40B4-BE49-F238E27FC236}">
                  <a16:creationId xmlns:a16="http://schemas.microsoft.com/office/drawing/2014/main" id="{6C6B97B2-1BE0-9AD4-0122-FA91BB9B28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15034" y="2465003"/>
              <a:ext cx="48818" cy="26036"/>
            </a:xfrm>
            <a:custGeom>
              <a:avLst/>
              <a:gdLst>
                <a:gd name="T0" fmla="*/ 11 w 15"/>
                <a:gd name="T1" fmla="*/ 7 h 8"/>
                <a:gd name="T2" fmla="*/ 10 w 15"/>
                <a:gd name="T3" fmla="*/ 7 h 8"/>
                <a:gd name="T4" fmla="*/ 2 w 15"/>
                <a:gd name="T5" fmla="*/ 7 h 8"/>
                <a:gd name="T6" fmla="*/ 1 w 15"/>
                <a:gd name="T7" fmla="*/ 6 h 8"/>
                <a:gd name="T8" fmla="*/ 1 w 15"/>
                <a:gd name="T9" fmla="*/ 2 h 8"/>
                <a:gd name="T10" fmla="*/ 2 w 15"/>
                <a:gd name="T11" fmla="*/ 1 h 8"/>
                <a:gd name="T12" fmla="*/ 10 w 15"/>
                <a:gd name="T13" fmla="*/ 1 h 8"/>
                <a:gd name="T14" fmla="*/ 11 w 15"/>
                <a:gd name="T15" fmla="*/ 2 h 8"/>
                <a:gd name="T16" fmla="*/ 11 w 15"/>
                <a:gd name="T17" fmla="*/ 7 h 8"/>
                <a:gd name="T18" fmla="*/ 15 w 15"/>
                <a:gd name="T19" fmla="*/ 6 h 8"/>
                <a:gd name="T20" fmla="*/ 15 w 15"/>
                <a:gd name="T21" fmla="*/ 2 h 8"/>
                <a:gd name="T22" fmla="*/ 13 w 15"/>
                <a:gd name="T23" fmla="*/ 0 h 8"/>
                <a:gd name="T24" fmla="*/ 2 w 15"/>
                <a:gd name="T25" fmla="*/ 0 h 8"/>
                <a:gd name="T26" fmla="*/ 0 w 15"/>
                <a:gd name="T27" fmla="*/ 2 h 8"/>
                <a:gd name="T28" fmla="*/ 0 w 15"/>
                <a:gd name="T29" fmla="*/ 6 h 8"/>
                <a:gd name="T30" fmla="*/ 2 w 15"/>
                <a:gd name="T31" fmla="*/ 8 h 8"/>
                <a:gd name="T32" fmla="*/ 7 w 15"/>
                <a:gd name="T33" fmla="*/ 8 h 8"/>
                <a:gd name="T34" fmla="*/ 13 w 15"/>
                <a:gd name="T35" fmla="*/ 8 h 8"/>
                <a:gd name="T36" fmla="*/ 15 w 15"/>
                <a:gd name="T37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" h="8">
                  <a:moveTo>
                    <a:pt x="11" y="7"/>
                  </a:moveTo>
                  <a:cubicBezTo>
                    <a:pt x="10" y="7"/>
                    <a:pt x="10" y="7"/>
                    <a:pt x="10" y="7"/>
                  </a:cubicBezTo>
                  <a:cubicBezTo>
                    <a:pt x="8" y="7"/>
                    <a:pt x="5" y="7"/>
                    <a:pt x="2" y="7"/>
                  </a:cubicBezTo>
                  <a:cubicBezTo>
                    <a:pt x="2" y="7"/>
                    <a:pt x="1" y="6"/>
                    <a:pt x="1" y="6"/>
                  </a:cubicBezTo>
                  <a:cubicBezTo>
                    <a:pt x="1" y="5"/>
                    <a:pt x="1" y="3"/>
                    <a:pt x="1" y="2"/>
                  </a:cubicBezTo>
                  <a:cubicBezTo>
                    <a:pt x="1" y="2"/>
                    <a:pt x="2" y="1"/>
                    <a:pt x="2" y="1"/>
                  </a:cubicBezTo>
                  <a:cubicBezTo>
                    <a:pt x="5" y="1"/>
                    <a:pt x="8" y="1"/>
                    <a:pt x="10" y="1"/>
                  </a:cubicBezTo>
                  <a:cubicBezTo>
                    <a:pt x="11" y="2"/>
                    <a:pt x="11" y="2"/>
                    <a:pt x="11" y="2"/>
                  </a:cubicBezTo>
                  <a:lnTo>
                    <a:pt x="11" y="7"/>
                  </a:lnTo>
                  <a:close/>
                  <a:moveTo>
                    <a:pt x="15" y="6"/>
                  </a:moveTo>
                  <a:cubicBezTo>
                    <a:pt x="15" y="5"/>
                    <a:pt x="15" y="3"/>
                    <a:pt x="15" y="2"/>
                  </a:cubicBezTo>
                  <a:cubicBezTo>
                    <a:pt x="15" y="1"/>
                    <a:pt x="14" y="0"/>
                    <a:pt x="13" y="0"/>
                  </a:cubicBezTo>
                  <a:cubicBezTo>
                    <a:pt x="9" y="0"/>
                    <a:pt x="6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7"/>
                    <a:pt x="1" y="8"/>
                    <a:pt x="2" y="8"/>
                  </a:cubicBezTo>
                  <a:cubicBezTo>
                    <a:pt x="4" y="8"/>
                    <a:pt x="6" y="8"/>
                    <a:pt x="7" y="8"/>
                  </a:cubicBezTo>
                  <a:cubicBezTo>
                    <a:pt x="9" y="8"/>
                    <a:pt x="11" y="8"/>
                    <a:pt x="13" y="8"/>
                  </a:cubicBezTo>
                  <a:cubicBezTo>
                    <a:pt x="14" y="8"/>
                    <a:pt x="15" y="7"/>
                    <a:pt x="15" y="6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3" name="Oval 25">
              <a:extLst>
                <a:ext uri="{FF2B5EF4-FFF2-40B4-BE49-F238E27FC236}">
                  <a16:creationId xmlns:a16="http://schemas.microsoft.com/office/drawing/2014/main" id="{226963A1-99FD-75EF-018D-27DD0175A3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66215" y="2484530"/>
              <a:ext cx="9764" cy="6509"/>
            </a:xfrm>
            <a:prstGeom prst="ellipse">
              <a:avLst/>
            </a:pr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4" name="Freeform 26">
              <a:extLst>
                <a:ext uri="{FF2B5EF4-FFF2-40B4-BE49-F238E27FC236}">
                  <a16:creationId xmlns:a16="http://schemas.microsoft.com/office/drawing/2014/main" id="{549A3272-4896-D269-7D50-87D7D59F8D22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9704" y="2471514"/>
              <a:ext cx="19527" cy="9764"/>
            </a:xfrm>
            <a:custGeom>
              <a:avLst/>
              <a:gdLst>
                <a:gd name="T0" fmla="*/ 0 w 6"/>
                <a:gd name="T1" fmla="*/ 2 h 3"/>
                <a:gd name="T2" fmla="*/ 2 w 6"/>
                <a:gd name="T3" fmla="*/ 3 h 3"/>
                <a:gd name="T4" fmla="*/ 3 w 6"/>
                <a:gd name="T5" fmla="*/ 3 h 3"/>
                <a:gd name="T6" fmla="*/ 5 w 6"/>
                <a:gd name="T7" fmla="*/ 3 h 3"/>
                <a:gd name="T8" fmla="*/ 6 w 6"/>
                <a:gd name="T9" fmla="*/ 2 h 3"/>
                <a:gd name="T10" fmla="*/ 0 w 6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">
                  <a:moveTo>
                    <a:pt x="0" y="2"/>
                  </a:moveTo>
                  <a:cubicBezTo>
                    <a:pt x="1" y="3"/>
                    <a:pt x="1" y="3"/>
                    <a:pt x="2" y="3"/>
                  </a:cubicBezTo>
                  <a:cubicBezTo>
                    <a:pt x="2" y="3"/>
                    <a:pt x="3" y="3"/>
                    <a:pt x="3" y="3"/>
                  </a:cubicBezTo>
                  <a:cubicBezTo>
                    <a:pt x="4" y="3"/>
                    <a:pt x="4" y="3"/>
                    <a:pt x="5" y="3"/>
                  </a:cubicBezTo>
                  <a:cubicBezTo>
                    <a:pt x="5" y="3"/>
                    <a:pt x="6" y="3"/>
                    <a:pt x="6" y="2"/>
                  </a:cubicBezTo>
                  <a:cubicBezTo>
                    <a:pt x="5" y="0"/>
                    <a:pt x="2" y="0"/>
                    <a:pt x="0" y="2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5" name="Freeform 27">
              <a:extLst>
                <a:ext uri="{FF2B5EF4-FFF2-40B4-BE49-F238E27FC236}">
                  <a16:creationId xmlns:a16="http://schemas.microsoft.com/office/drawing/2014/main" id="{D6E9BA95-A2E2-0C58-F2A2-1E95CC624C5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1361" y="2481278"/>
              <a:ext cx="9764" cy="9764"/>
            </a:xfrm>
            <a:custGeom>
              <a:avLst/>
              <a:gdLst>
                <a:gd name="T0" fmla="*/ 2 w 3"/>
                <a:gd name="T1" fmla="*/ 0 h 3"/>
                <a:gd name="T2" fmla="*/ 2 w 3"/>
                <a:gd name="T3" fmla="*/ 0 h 3"/>
                <a:gd name="T4" fmla="*/ 0 w 3"/>
                <a:gd name="T5" fmla="*/ 1 h 3"/>
                <a:gd name="T6" fmla="*/ 0 w 3"/>
                <a:gd name="T7" fmla="*/ 2 h 3"/>
                <a:gd name="T8" fmla="*/ 2 w 3"/>
                <a:gd name="T9" fmla="*/ 3 h 3"/>
                <a:gd name="T10" fmla="*/ 2 w 3"/>
                <a:gd name="T11" fmla="*/ 3 h 3"/>
                <a:gd name="T12" fmla="*/ 3 w 3"/>
                <a:gd name="T13" fmla="*/ 2 h 3"/>
                <a:gd name="T14" fmla="*/ 3 w 3"/>
                <a:gd name="T15" fmla="*/ 1 h 3"/>
                <a:gd name="T16" fmla="*/ 2 w 3"/>
                <a:gd name="T1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3"/>
                    <a:pt x="3" y="3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0"/>
                    <a:pt x="3" y="0"/>
                    <a:pt x="2" y="0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6" name="Freeform 28">
              <a:extLst>
                <a:ext uri="{FF2B5EF4-FFF2-40B4-BE49-F238E27FC236}">
                  <a16:creationId xmlns:a16="http://schemas.microsoft.com/office/drawing/2014/main" id="{AAD79E57-6F2C-7EBA-A91E-10B14BC37528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0650" y="2465003"/>
              <a:ext cx="6509" cy="26036"/>
            </a:xfrm>
            <a:custGeom>
              <a:avLst/>
              <a:gdLst>
                <a:gd name="T0" fmla="*/ 1 w 2"/>
                <a:gd name="T1" fmla="*/ 0 h 8"/>
                <a:gd name="T2" fmla="*/ 1 w 2"/>
                <a:gd name="T3" fmla="*/ 0 h 8"/>
                <a:gd name="T4" fmla="*/ 0 w 2"/>
                <a:gd name="T5" fmla="*/ 1 h 8"/>
                <a:gd name="T6" fmla="*/ 0 w 2"/>
                <a:gd name="T7" fmla="*/ 7 h 8"/>
                <a:gd name="T8" fmla="*/ 1 w 2"/>
                <a:gd name="T9" fmla="*/ 8 h 8"/>
                <a:gd name="T10" fmla="*/ 1 w 2"/>
                <a:gd name="T11" fmla="*/ 8 h 8"/>
                <a:gd name="T12" fmla="*/ 2 w 2"/>
                <a:gd name="T13" fmla="*/ 7 h 8"/>
                <a:gd name="T14" fmla="*/ 2 w 2"/>
                <a:gd name="T15" fmla="*/ 1 h 8"/>
                <a:gd name="T16" fmla="*/ 1 w 2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" h="8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8"/>
                    <a:pt x="0" y="8"/>
                    <a:pt x="1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7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0"/>
                    <a:pt x="1" y="0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7" name="Freeform 29">
              <a:extLst>
                <a:ext uri="{FF2B5EF4-FFF2-40B4-BE49-F238E27FC236}">
                  <a16:creationId xmlns:a16="http://schemas.microsoft.com/office/drawing/2014/main" id="{050F41F3-2898-7D65-085C-EC0B63EEE8F4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3250" y="2465003"/>
              <a:ext cx="26036" cy="26036"/>
            </a:xfrm>
            <a:custGeom>
              <a:avLst/>
              <a:gdLst>
                <a:gd name="T0" fmla="*/ 12 w 16"/>
                <a:gd name="T1" fmla="*/ 0 h 16"/>
                <a:gd name="T2" fmla="*/ 8 w 16"/>
                <a:gd name="T3" fmla="*/ 14 h 16"/>
                <a:gd name="T4" fmla="*/ 4 w 16"/>
                <a:gd name="T5" fmla="*/ 0 h 16"/>
                <a:gd name="T6" fmla="*/ 0 w 16"/>
                <a:gd name="T7" fmla="*/ 0 h 16"/>
                <a:gd name="T8" fmla="*/ 0 w 16"/>
                <a:gd name="T9" fmla="*/ 16 h 16"/>
                <a:gd name="T10" fmla="*/ 2 w 16"/>
                <a:gd name="T11" fmla="*/ 16 h 16"/>
                <a:gd name="T12" fmla="*/ 2 w 16"/>
                <a:gd name="T13" fmla="*/ 4 h 16"/>
                <a:gd name="T14" fmla="*/ 2 w 16"/>
                <a:gd name="T15" fmla="*/ 4 h 16"/>
                <a:gd name="T16" fmla="*/ 8 w 16"/>
                <a:gd name="T17" fmla="*/ 16 h 16"/>
                <a:gd name="T18" fmla="*/ 8 w 16"/>
                <a:gd name="T19" fmla="*/ 16 h 16"/>
                <a:gd name="T20" fmla="*/ 14 w 16"/>
                <a:gd name="T21" fmla="*/ 4 h 16"/>
                <a:gd name="T22" fmla="*/ 14 w 16"/>
                <a:gd name="T23" fmla="*/ 4 h 16"/>
                <a:gd name="T24" fmla="*/ 14 w 16"/>
                <a:gd name="T25" fmla="*/ 16 h 16"/>
                <a:gd name="T26" fmla="*/ 16 w 16"/>
                <a:gd name="T27" fmla="*/ 16 h 16"/>
                <a:gd name="T28" fmla="*/ 16 w 16"/>
                <a:gd name="T29" fmla="*/ 0 h 16"/>
                <a:gd name="T30" fmla="*/ 12 w 16"/>
                <a:gd name="T3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16">
                  <a:moveTo>
                    <a:pt x="12" y="0"/>
                  </a:moveTo>
                  <a:lnTo>
                    <a:pt x="8" y="14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2" y="4"/>
                  </a:lnTo>
                  <a:lnTo>
                    <a:pt x="2" y="4"/>
                  </a:lnTo>
                  <a:lnTo>
                    <a:pt x="8" y="16"/>
                  </a:lnTo>
                  <a:lnTo>
                    <a:pt x="8" y="16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4" y="16"/>
                  </a:lnTo>
                  <a:lnTo>
                    <a:pt x="16" y="16"/>
                  </a:lnTo>
                  <a:lnTo>
                    <a:pt x="16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8" name="Freeform 30">
              <a:extLst>
                <a:ext uri="{FF2B5EF4-FFF2-40B4-BE49-F238E27FC236}">
                  <a16:creationId xmlns:a16="http://schemas.microsoft.com/office/drawing/2014/main" id="{A22E6347-E5E9-6C12-36AE-27F9ED849F71}"/>
                </a:ext>
              </a:extLst>
            </p:cNvPr>
            <p:cNvSpPr>
              <a:spLocks/>
            </p:cNvSpPr>
            <p:nvPr/>
          </p:nvSpPr>
          <p:spPr bwMode="auto">
            <a:xfrm>
              <a:off x="7307632" y="2471512"/>
              <a:ext cx="6509" cy="19527"/>
            </a:xfrm>
            <a:custGeom>
              <a:avLst/>
              <a:gdLst>
                <a:gd name="T0" fmla="*/ 1 w 2"/>
                <a:gd name="T1" fmla="*/ 0 h 6"/>
                <a:gd name="T2" fmla="*/ 1 w 2"/>
                <a:gd name="T3" fmla="*/ 0 h 6"/>
                <a:gd name="T4" fmla="*/ 0 w 2"/>
                <a:gd name="T5" fmla="*/ 2 h 6"/>
                <a:gd name="T6" fmla="*/ 0 w 2"/>
                <a:gd name="T7" fmla="*/ 5 h 6"/>
                <a:gd name="T8" fmla="*/ 1 w 2"/>
                <a:gd name="T9" fmla="*/ 6 h 6"/>
                <a:gd name="T10" fmla="*/ 1 w 2"/>
                <a:gd name="T11" fmla="*/ 6 h 6"/>
                <a:gd name="T12" fmla="*/ 2 w 2"/>
                <a:gd name="T13" fmla="*/ 5 h 6"/>
                <a:gd name="T14" fmla="*/ 2 w 2"/>
                <a:gd name="T15" fmla="*/ 2 h 6"/>
                <a:gd name="T16" fmla="*/ 1 w 2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" h="6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6"/>
                    <a:pt x="2" y="6"/>
                    <a:pt x="2" y="5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</p:grpSp>
      <p:sp>
        <p:nvSpPr>
          <p:cNvPr id="79" name="Bildplatzhalter 52">
            <a:extLst>
              <a:ext uri="{FF2B5EF4-FFF2-40B4-BE49-F238E27FC236}">
                <a16:creationId xmlns:a16="http://schemas.microsoft.com/office/drawing/2014/main" id="{F69CE8FA-7BF7-33BD-6AEB-2002256BC9D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855496" y="3605196"/>
            <a:ext cx="1140677" cy="2451240"/>
          </a:xfrm>
          <a:custGeom>
            <a:avLst/>
            <a:gdLst>
              <a:gd name="connsiteX0" fmla="*/ 140084 w 1140677"/>
              <a:gd name="connsiteY0" fmla="*/ 0 h 2451240"/>
              <a:gd name="connsiteX1" fmla="*/ 276831 w 1140677"/>
              <a:gd name="connsiteY1" fmla="*/ 0 h 2451240"/>
              <a:gd name="connsiteX2" fmla="*/ 276831 w 1140677"/>
              <a:gd name="connsiteY2" fmla="*/ 26287 h 2451240"/>
              <a:gd name="connsiteX3" fmla="*/ 330197 w 1140677"/>
              <a:gd name="connsiteY3" fmla="*/ 82146 h 2451240"/>
              <a:gd name="connsiteX4" fmla="*/ 810482 w 1140677"/>
              <a:gd name="connsiteY4" fmla="*/ 82146 h 2451240"/>
              <a:gd name="connsiteX5" fmla="*/ 863846 w 1140677"/>
              <a:gd name="connsiteY5" fmla="*/ 26287 h 2451240"/>
              <a:gd name="connsiteX6" fmla="*/ 863846 w 1140677"/>
              <a:gd name="connsiteY6" fmla="*/ 0 h 2451240"/>
              <a:gd name="connsiteX7" fmla="*/ 1000594 w 1140677"/>
              <a:gd name="connsiteY7" fmla="*/ 0 h 2451240"/>
              <a:gd name="connsiteX8" fmla="*/ 1140677 w 1140677"/>
              <a:gd name="connsiteY8" fmla="*/ 138006 h 2451240"/>
              <a:gd name="connsiteX9" fmla="*/ 1140677 w 1140677"/>
              <a:gd name="connsiteY9" fmla="*/ 2313235 h 2451240"/>
              <a:gd name="connsiteX10" fmla="*/ 1000594 w 1140677"/>
              <a:gd name="connsiteY10" fmla="*/ 2451240 h 2451240"/>
              <a:gd name="connsiteX11" fmla="*/ 140084 w 1140677"/>
              <a:gd name="connsiteY11" fmla="*/ 2451240 h 2451240"/>
              <a:gd name="connsiteX12" fmla="*/ 0 w 1140677"/>
              <a:gd name="connsiteY12" fmla="*/ 2313235 h 2451240"/>
              <a:gd name="connsiteX13" fmla="*/ 0 w 1140677"/>
              <a:gd name="connsiteY13" fmla="*/ 138006 h 2451240"/>
              <a:gd name="connsiteX14" fmla="*/ 140084 w 1140677"/>
              <a:gd name="connsiteY14" fmla="*/ 0 h 2451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40677" h="2451240">
                <a:moveTo>
                  <a:pt x="140084" y="0"/>
                </a:moveTo>
                <a:cubicBezTo>
                  <a:pt x="276831" y="0"/>
                  <a:pt x="276831" y="0"/>
                  <a:pt x="276831" y="0"/>
                </a:cubicBezTo>
                <a:cubicBezTo>
                  <a:pt x="276831" y="26287"/>
                  <a:pt x="276831" y="26287"/>
                  <a:pt x="276831" y="26287"/>
                </a:cubicBezTo>
                <a:cubicBezTo>
                  <a:pt x="276831" y="46002"/>
                  <a:pt x="293508" y="82146"/>
                  <a:pt x="330197" y="82146"/>
                </a:cubicBezTo>
                <a:cubicBezTo>
                  <a:pt x="810482" y="82146"/>
                  <a:pt x="810482" y="82146"/>
                  <a:pt x="810482" y="82146"/>
                </a:cubicBezTo>
                <a:cubicBezTo>
                  <a:pt x="847170" y="82146"/>
                  <a:pt x="863846" y="46002"/>
                  <a:pt x="863846" y="26287"/>
                </a:cubicBezTo>
                <a:cubicBezTo>
                  <a:pt x="863846" y="0"/>
                  <a:pt x="863846" y="0"/>
                  <a:pt x="863846" y="0"/>
                </a:cubicBezTo>
                <a:cubicBezTo>
                  <a:pt x="1000594" y="0"/>
                  <a:pt x="1000594" y="0"/>
                  <a:pt x="1000594" y="0"/>
                </a:cubicBezTo>
                <a:cubicBezTo>
                  <a:pt x="1077306" y="0"/>
                  <a:pt x="1140677" y="62432"/>
                  <a:pt x="1140677" y="138006"/>
                </a:cubicBezTo>
                <a:cubicBezTo>
                  <a:pt x="1140677" y="2313235"/>
                  <a:pt x="1140677" y="2313235"/>
                  <a:pt x="1140677" y="2313235"/>
                </a:cubicBezTo>
                <a:cubicBezTo>
                  <a:pt x="1140677" y="2388810"/>
                  <a:pt x="1077306" y="2451240"/>
                  <a:pt x="1000594" y="2451240"/>
                </a:cubicBezTo>
                <a:cubicBezTo>
                  <a:pt x="140084" y="2451240"/>
                  <a:pt x="140084" y="2451240"/>
                  <a:pt x="140084" y="2451240"/>
                </a:cubicBezTo>
                <a:cubicBezTo>
                  <a:pt x="63371" y="2451240"/>
                  <a:pt x="0" y="2388810"/>
                  <a:pt x="0" y="2313235"/>
                </a:cubicBezTo>
                <a:cubicBezTo>
                  <a:pt x="0" y="138006"/>
                  <a:pt x="0" y="138006"/>
                  <a:pt x="0" y="138006"/>
                </a:cubicBezTo>
                <a:cubicBezTo>
                  <a:pt x="0" y="62432"/>
                  <a:pt x="63371" y="0"/>
                  <a:pt x="140084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0" name="Bildplatzhalter 7">
            <a:extLst>
              <a:ext uri="{FF2B5EF4-FFF2-40B4-BE49-F238E27FC236}">
                <a16:creationId xmlns:a16="http://schemas.microsoft.com/office/drawing/2014/main" id="{88AB9D3B-052E-CE20-E779-AA962A56261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855496" y="3605196"/>
            <a:ext cx="1140677" cy="2451240"/>
          </a:xfrm>
          <a:custGeom>
            <a:avLst/>
            <a:gdLst>
              <a:gd name="connsiteX0" fmla="*/ 140084 w 1140677"/>
              <a:gd name="connsiteY0" fmla="*/ 0 h 2451240"/>
              <a:gd name="connsiteX1" fmla="*/ 276831 w 1140677"/>
              <a:gd name="connsiteY1" fmla="*/ 0 h 2451240"/>
              <a:gd name="connsiteX2" fmla="*/ 276831 w 1140677"/>
              <a:gd name="connsiteY2" fmla="*/ 26287 h 2451240"/>
              <a:gd name="connsiteX3" fmla="*/ 330197 w 1140677"/>
              <a:gd name="connsiteY3" fmla="*/ 82146 h 2451240"/>
              <a:gd name="connsiteX4" fmla="*/ 810482 w 1140677"/>
              <a:gd name="connsiteY4" fmla="*/ 82146 h 2451240"/>
              <a:gd name="connsiteX5" fmla="*/ 863846 w 1140677"/>
              <a:gd name="connsiteY5" fmla="*/ 26287 h 2451240"/>
              <a:gd name="connsiteX6" fmla="*/ 863846 w 1140677"/>
              <a:gd name="connsiteY6" fmla="*/ 0 h 2451240"/>
              <a:gd name="connsiteX7" fmla="*/ 1000594 w 1140677"/>
              <a:gd name="connsiteY7" fmla="*/ 0 h 2451240"/>
              <a:gd name="connsiteX8" fmla="*/ 1140677 w 1140677"/>
              <a:gd name="connsiteY8" fmla="*/ 138006 h 2451240"/>
              <a:gd name="connsiteX9" fmla="*/ 1140677 w 1140677"/>
              <a:gd name="connsiteY9" fmla="*/ 2313235 h 2451240"/>
              <a:gd name="connsiteX10" fmla="*/ 1000594 w 1140677"/>
              <a:gd name="connsiteY10" fmla="*/ 2451240 h 2451240"/>
              <a:gd name="connsiteX11" fmla="*/ 140084 w 1140677"/>
              <a:gd name="connsiteY11" fmla="*/ 2451240 h 2451240"/>
              <a:gd name="connsiteX12" fmla="*/ 0 w 1140677"/>
              <a:gd name="connsiteY12" fmla="*/ 2313235 h 2451240"/>
              <a:gd name="connsiteX13" fmla="*/ 0 w 1140677"/>
              <a:gd name="connsiteY13" fmla="*/ 138006 h 2451240"/>
              <a:gd name="connsiteX14" fmla="*/ 140084 w 1140677"/>
              <a:gd name="connsiteY14" fmla="*/ 0 h 2451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40677" h="2451240">
                <a:moveTo>
                  <a:pt x="140084" y="0"/>
                </a:moveTo>
                <a:cubicBezTo>
                  <a:pt x="276831" y="0"/>
                  <a:pt x="276831" y="0"/>
                  <a:pt x="276831" y="0"/>
                </a:cubicBezTo>
                <a:cubicBezTo>
                  <a:pt x="276831" y="26287"/>
                  <a:pt x="276831" y="26287"/>
                  <a:pt x="276831" y="26287"/>
                </a:cubicBezTo>
                <a:cubicBezTo>
                  <a:pt x="276831" y="46002"/>
                  <a:pt x="293508" y="82146"/>
                  <a:pt x="330197" y="82146"/>
                </a:cubicBezTo>
                <a:cubicBezTo>
                  <a:pt x="810482" y="82146"/>
                  <a:pt x="810482" y="82146"/>
                  <a:pt x="810482" y="82146"/>
                </a:cubicBezTo>
                <a:cubicBezTo>
                  <a:pt x="847170" y="82146"/>
                  <a:pt x="863846" y="46002"/>
                  <a:pt x="863846" y="26287"/>
                </a:cubicBezTo>
                <a:cubicBezTo>
                  <a:pt x="863846" y="0"/>
                  <a:pt x="863846" y="0"/>
                  <a:pt x="863846" y="0"/>
                </a:cubicBezTo>
                <a:cubicBezTo>
                  <a:pt x="1000594" y="0"/>
                  <a:pt x="1000594" y="0"/>
                  <a:pt x="1000594" y="0"/>
                </a:cubicBezTo>
                <a:cubicBezTo>
                  <a:pt x="1077306" y="0"/>
                  <a:pt x="1140677" y="62432"/>
                  <a:pt x="1140677" y="138006"/>
                </a:cubicBezTo>
                <a:cubicBezTo>
                  <a:pt x="1140677" y="2313235"/>
                  <a:pt x="1140677" y="2313235"/>
                  <a:pt x="1140677" y="2313235"/>
                </a:cubicBezTo>
                <a:cubicBezTo>
                  <a:pt x="1140677" y="2388810"/>
                  <a:pt x="1077306" y="2451240"/>
                  <a:pt x="1000594" y="2451240"/>
                </a:cubicBezTo>
                <a:cubicBezTo>
                  <a:pt x="140084" y="2451240"/>
                  <a:pt x="140084" y="2451240"/>
                  <a:pt x="140084" y="2451240"/>
                </a:cubicBezTo>
                <a:cubicBezTo>
                  <a:pt x="63371" y="2451240"/>
                  <a:pt x="0" y="2388810"/>
                  <a:pt x="0" y="2313235"/>
                </a:cubicBezTo>
                <a:cubicBezTo>
                  <a:pt x="0" y="138006"/>
                  <a:pt x="0" y="138006"/>
                  <a:pt x="0" y="138006"/>
                </a:cubicBezTo>
                <a:cubicBezTo>
                  <a:pt x="0" y="62432"/>
                  <a:pt x="63371" y="0"/>
                  <a:pt x="140084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r>
              <a:rPr lang="de-DE"/>
              <a:t>Bild durch Klicken auf Symbol hinzufügen</a:t>
            </a:r>
          </a:p>
        </p:txBody>
      </p:sp>
      <p:grpSp>
        <p:nvGrpSpPr>
          <p:cNvPr id="81" name="Group 81">
            <a:extLst>
              <a:ext uri="{FF2B5EF4-FFF2-40B4-BE49-F238E27FC236}">
                <a16:creationId xmlns:a16="http://schemas.microsoft.com/office/drawing/2014/main" id="{B3563498-181F-F3FC-D65E-A0F4D93C7DBB}"/>
              </a:ext>
            </a:extLst>
          </p:cNvPr>
          <p:cNvGrpSpPr/>
          <p:nvPr userDrawn="1"/>
        </p:nvGrpSpPr>
        <p:grpSpPr>
          <a:xfrm>
            <a:off x="6825309" y="3575061"/>
            <a:ext cx="1201825" cy="2516269"/>
            <a:chOff x="6837149" y="3580375"/>
            <a:chExt cx="1178145" cy="2491355"/>
          </a:xfrm>
          <a:solidFill>
            <a:srgbClr val="2F3941"/>
          </a:solidFill>
        </p:grpSpPr>
        <p:sp>
          <p:nvSpPr>
            <p:cNvPr id="82" name="Freeform 13">
              <a:extLst>
                <a:ext uri="{FF2B5EF4-FFF2-40B4-BE49-F238E27FC236}">
                  <a16:creationId xmlns:a16="http://schemas.microsoft.com/office/drawing/2014/main" id="{9F50834F-6411-7F5B-05C8-43A1FC80AD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37149" y="3580375"/>
              <a:ext cx="1178145" cy="2491355"/>
            </a:xfrm>
            <a:custGeom>
              <a:avLst/>
              <a:gdLst>
                <a:gd name="T0" fmla="*/ 352 w 362"/>
                <a:gd name="T1" fmla="*/ 714 h 766"/>
                <a:gd name="T2" fmla="*/ 310 w 362"/>
                <a:gd name="T3" fmla="*/ 756 h 766"/>
                <a:gd name="T4" fmla="*/ 52 w 362"/>
                <a:gd name="T5" fmla="*/ 756 h 766"/>
                <a:gd name="T6" fmla="*/ 10 w 362"/>
                <a:gd name="T7" fmla="*/ 714 h 766"/>
                <a:gd name="T8" fmla="*/ 10 w 362"/>
                <a:gd name="T9" fmla="*/ 52 h 766"/>
                <a:gd name="T10" fmla="*/ 52 w 362"/>
                <a:gd name="T11" fmla="*/ 10 h 766"/>
                <a:gd name="T12" fmla="*/ 93 w 362"/>
                <a:gd name="T13" fmla="*/ 10 h 766"/>
                <a:gd name="T14" fmla="*/ 93 w 362"/>
                <a:gd name="T15" fmla="*/ 18 h 766"/>
                <a:gd name="T16" fmla="*/ 109 w 362"/>
                <a:gd name="T17" fmla="*/ 35 h 766"/>
                <a:gd name="T18" fmla="*/ 253 w 362"/>
                <a:gd name="T19" fmla="*/ 35 h 766"/>
                <a:gd name="T20" fmla="*/ 269 w 362"/>
                <a:gd name="T21" fmla="*/ 18 h 766"/>
                <a:gd name="T22" fmla="*/ 269 w 362"/>
                <a:gd name="T23" fmla="*/ 10 h 766"/>
                <a:gd name="T24" fmla="*/ 310 w 362"/>
                <a:gd name="T25" fmla="*/ 10 h 766"/>
                <a:gd name="T26" fmla="*/ 352 w 362"/>
                <a:gd name="T27" fmla="*/ 52 h 766"/>
                <a:gd name="T28" fmla="*/ 352 w 362"/>
                <a:gd name="T29" fmla="*/ 714 h 766"/>
                <a:gd name="T30" fmla="*/ 309 w 362"/>
                <a:gd name="T31" fmla="*/ 0 h 766"/>
                <a:gd name="T32" fmla="*/ 53 w 362"/>
                <a:gd name="T33" fmla="*/ 0 h 766"/>
                <a:gd name="T34" fmla="*/ 0 w 362"/>
                <a:gd name="T35" fmla="*/ 54 h 766"/>
                <a:gd name="T36" fmla="*/ 0 w 362"/>
                <a:gd name="T37" fmla="*/ 712 h 766"/>
                <a:gd name="T38" fmla="*/ 53 w 362"/>
                <a:gd name="T39" fmla="*/ 766 h 766"/>
                <a:gd name="T40" fmla="*/ 309 w 362"/>
                <a:gd name="T41" fmla="*/ 766 h 766"/>
                <a:gd name="T42" fmla="*/ 362 w 362"/>
                <a:gd name="T43" fmla="*/ 712 h 766"/>
                <a:gd name="T44" fmla="*/ 362 w 362"/>
                <a:gd name="T45" fmla="*/ 54 h 766"/>
                <a:gd name="T46" fmla="*/ 309 w 362"/>
                <a:gd name="T47" fmla="*/ 0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2" h="766">
                  <a:moveTo>
                    <a:pt x="352" y="714"/>
                  </a:moveTo>
                  <a:cubicBezTo>
                    <a:pt x="352" y="737"/>
                    <a:pt x="333" y="756"/>
                    <a:pt x="310" y="756"/>
                  </a:cubicBezTo>
                  <a:cubicBezTo>
                    <a:pt x="52" y="756"/>
                    <a:pt x="52" y="756"/>
                    <a:pt x="52" y="756"/>
                  </a:cubicBezTo>
                  <a:cubicBezTo>
                    <a:pt x="29" y="756"/>
                    <a:pt x="10" y="737"/>
                    <a:pt x="10" y="714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10" y="29"/>
                    <a:pt x="29" y="10"/>
                    <a:pt x="52" y="10"/>
                  </a:cubicBezTo>
                  <a:cubicBezTo>
                    <a:pt x="93" y="10"/>
                    <a:pt x="93" y="10"/>
                    <a:pt x="93" y="10"/>
                  </a:cubicBezTo>
                  <a:cubicBezTo>
                    <a:pt x="93" y="18"/>
                    <a:pt x="93" y="18"/>
                    <a:pt x="93" y="18"/>
                  </a:cubicBezTo>
                  <a:cubicBezTo>
                    <a:pt x="93" y="24"/>
                    <a:pt x="98" y="35"/>
                    <a:pt x="109" y="35"/>
                  </a:cubicBezTo>
                  <a:cubicBezTo>
                    <a:pt x="253" y="35"/>
                    <a:pt x="253" y="35"/>
                    <a:pt x="253" y="35"/>
                  </a:cubicBezTo>
                  <a:cubicBezTo>
                    <a:pt x="264" y="35"/>
                    <a:pt x="269" y="24"/>
                    <a:pt x="269" y="18"/>
                  </a:cubicBezTo>
                  <a:cubicBezTo>
                    <a:pt x="269" y="10"/>
                    <a:pt x="269" y="10"/>
                    <a:pt x="269" y="10"/>
                  </a:cubicBezTo>
                  <a:cubicBezTo>
                    <a:pt x="310" y="10"/>
                    <a:pt x="310" y="10"/>
                    <a:pt x="310" y="10"/>
                  </a:cubicBezTo>
                  <a:cubicBezTo>
                    <a:pt x="333" y="10"/>
                    <a:pt x="352" y="29"/>
                    <a:pt x="352" y="52"/>
                  </a:cubicBezTo>
                  <a:cubicBezTo>
                    <a:pt x="352" y="714"/>
                    <a:pt x="352" y="714"/>
                    <a:pt x="352" y="714"/>
                  </a:cubicBezTo>
                  <a:moveTo>
                    <a:pt x="309" y="0"/>
                  </a:moveTo>
                  <a:cubicBezTo>
                    <a:pt x="53" y="0"/>
                    <a:pt x="53" y="0"/>
                    <a:pt x="53" y="0"/>
                  </a:cubicBezTo>
                  <a:cubicBezTo>
                    <a:pt x="22" y="0"/>
                    <a:pt x="0" y="22"/>
                    <a:pt x="0" y="54"/>
                  </a:cubicBezTo>
                  <a:cubicBezTo>
                    <a:pt x="0" y="712"/>
                    <a:pt x="0" y="712"/>
                    <a:pt x="0" y="712"/>
                  </a:cubicBezTo>
                  <a:cubicBezTo>
                    <a:pt x="0" y="744"/>
                    <a:pt x="22" y="766"/>
                    <a:pt x="53" y="766"/>
                  </a:cubicBezTo>
                  <a:cubicBezTo>
                    <a:pt x="309" y="766"/>
                    <a:pt x="309" y="766"/>
                    <a:pt x="309" y="766"/>
                  </a:cubicBezTo>
                  <a:cubicBezTo>
                    <a:pt x="340" y="766"/>
                    <a:pt x="362" y="744"/>
                    <a:pt x="362" y="712"/>
                  </a:cubicBezTo>
                  <a:cubicBezTo>
                    <a:pt x="362" y="54"/>
                    <a:pt x="362" y="54"/>
                    <a:pt x="362" y="54"/>
                  </a:cubicBezTo>
                  <a:cubicBezTo>
                    <a:pt x="362" y="22"/>
                    <a:pt x="340" y="0"/>
                    <a:pt x="309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grpSp>
          <p:nvGrpSpPr>
            <p:cNvPr id="83" name="Group 33">
              <a:extLst>
                <a:ext uri="{FF2B5EF4-FFF2-40B4-BE49-F238E27FC236}">
                  <a16:creationId xmlns:a16="http://schemas.microsoft.com/office/drawing/2014/main" id="{E35ECECA-F720-A13F-9AA5-0AE7A1550422}"/>
                </a:ext>
              </a:extLst>
            </p:cNvPr>
            <p:cNvGrpSpPr/>
            <p:nvPr/>
          </p:nvGrpSpPr>
          <p:grpSpPr>
            <a:xfrm>
              <a:off x="7216110" y="3583933"/>
              <a:ext cx="397676" cy="75655"/>
              <a:chOff x="7218491" y="3591078"/>
              <a:chExt cx="397676" cy="75655"/>
            </a:xfrm>
            <a:grpFill/>
          </p:grpSpPr>
          <p:sp>
            <p:nvSpPr>
              <p:cNvPr id="84" name="Freeform 15">
                <a:extLst>
                  <a:ext uri="{FF2B5EF4-FFF2-40B4-BE49-F238E27FC236}">
                    <a16:creationId xmlns:a16="http://schemas.microsoft.com/office/drawing/2014/main" id="{A483C931-D188-B03C-8E57-608F48A986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49049" y="3591078"/>
                <a:ext cx="279891" cy="29291"/>
              </a:xfrm>
              <a:custGeom>
                <a:avLst/>
                <a:gdLst>
                  <a:gd name="T0" fmla="*/ 84 w 86"/>
                  <a:gd name="T1" fmla="*/ 2 h 9"/>
                  <a:gd name="T2" fmla="*/ 22 w 86"/>
                  <a:gd name="T3" fmla="*/ 2 h 9"/>
                  <a:gd name="T4" fmla="*/ 19 w 86"/>
                  <a:gd name="T5" fmla="*/ 4 h 9"/>
                  <a:gd name="T6" fmla="*/ 19 w 86"/>
                  <a:gd name="T7" fmla="*/ 5 h 9"/>
                  <a:gd name="T8" fmla="*/ 22 w 86"/>
                  <a:gd name="T9" fmla="*/ 7 h 9"/>
                  <a:gd name="T10" fmla="*/ 84 w 86"/>
                  <a:gd name="T11" fmla="*/ 7 h 9"/>
                  <a:gd name="T12" fmla="*/ 86 w 86"/>
                  <a:gd name="T13" fmla="*/ 5 h 9"/>
                  <a:gd name="T14" fmla="*/ 86 w 86"/>
                  <a:gd name="T15" fmla="*/ 4 h 9"/>
                  <a:gd name="T16" fmla="*/ 84 w 86"/>
                  <a:gd name="T17" fmla="*/ 2 h 9"/>
                  <a:gd name="T18" fmla="*/ 5 w 86"/>
                  <a:gd name="T19" fmla="*/ 0 h 9"/>
                  <a:gd name="T20" fmla="*/ 0 w 86"/>
                  <a:gd name="T21" fmla="*/ 4 h 9"/>
                  <a:gd name="T22" fmla="*/ 5 w 86"/>
                  <a:gd name="T23" fmla="*/ 9 h 9"/>
                  <a:gd name="T24" fmla="*/ 9 w 86"/>
                  <a:gd name="T25" fmla="*/ 4 h 9"/>
                  <a:gd name="T26" fmla="*/ 5 w 86"/>
                  <a:gd name="T27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6" h="9">
                    <a:moveTo>
                      <a:pt x="84" y="2"/>
                    </a:moveTo>
                    <a:cubicBezTo>
                      <a:pt x="22" y="2"/>
                      <a:pt x="22" y="2"/>
                      <a:pt x="22" y="2"/>
                    </a:cubicBezTo>
                    <a:cubicBezTo>
                      <a:pt x="21" y="2"/>
                      <a:pt x="19" y="3"/>
                      <a:pt x="19" y="4"/>
                    </a:cubicBezTo>
                    <a:cubicBezTo>
                      <a:pt x="19" y="5"/>
                      <a:pt x="19" y="5"/>
                      <a:pt x="19" y="5"/>
                    </a:cubicBezTo>
                    <a:cubicBezTo>
                      <a:pt x="19" y="6"/>
                      <a:pt x="21" y="7"/>
                      <a:pt x="22" y="7"/>
                    </a:cubicBezTo>
                    <a:cubicBezTo>
                      <a:pt x="84" y="7"/>
                      <a:pt x="84" y="7"/>
                      <a:pt x="84" y="7"/>
                    </a:cubicBezTo>
                    <a:cubicBezTo>
                      <a:pt x="85" y="7"/>
                      <a:pt x="86" y="6"/>
                      <a:pt x="86" y="5"/>
                    </a:cubicBezTo>
                    <a:cubicBezTo>
                      <a:pt x="86" y="4"/>
                      <a:pt x="86" y="4"/>
                      <a:pt x="86" y="4"/>
                    </a:cubicBezTo>
                    <a:cubicBezTo>
                      <a:pt x="86" y="3"/>
                      <a:pt x="85" y="2"/>
                      <a:pt x="84" y="2"/>
                    </a:cubicBezTo>
                    <a:moveTo>
                      <a:pt x="5" y="0"/>
                    </a:move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5" y="9"/>
                    </a:cubicBezTo>
                    <a:cubicBezTo>
                      <a:pt x="7" y="9"/>
                      <a:pt x="9" y="7"/>
                      <a:pt x="9" y="4"/>
                    </a:cubicBezTo>
                    <a:cubicBezTo>
                      <a:pt x="9" y="2"/>
                      <a:pt x="7" y="0"/>
                      <a:pt x="5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14942" tIns="57471" rIns="114942" bIns="57471" numCol="1" anchor="ctr" anchorCtr="1" compatLnSpc="1">
                <a:prstTxWarp prst="textNoShape">
                  <a:avLst/>
                </a:prstTxWarp>
              </a:bodyPr>
              <a:lstStyle/>
              <a:p>
                <a:endParaRPr lang="en-US" sz="2263"/>
              </a:p>
            </p:txBody>
          </p:sp>
          <p:sp>
            <p:nvSpPr>
              <p:cNvPr id="85" name="Freeform 12">
                <a:extLst>
                  <a:ext uri="{FF2B5EF4-FFF2-40B4-BE49-F238E27FC236}">
                    <a16:creationId xmlns:a16="http://schemas.microsoft.com/office/drawing/2014/main" id="{9C622A77-5978-CDA7-5D7D-0EE6653E8DA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18491" y="3625647"/>
                <a:ext cx="397676" cy="41086"/>
              </a:xfrm>
              <a:custGeom>
                <a:avLst/>
                <a:gdLst>
                  <a:gd name="T0" fmla="*/ 143 w 147"/>
                  <a:gd name="T1" fmla="*/ 3 h 16"/>
                  <a:gd name="T2" fmla="*/ 38 w 147"/>
                  <a:gd name="T3" fmla="*/ 3 h 16"/>
                  <a:gd name="T4" fmla="*/ 33 w 147"/>
                  <a:gd name="T5" fmla="*/ 8 h 16"/>
                  <a:gd name="T6" fmla="*/ 33 w 147"/>
                  <a:gd name="T7" fmla="*/ 8 h 16"/>
                  <a:gd name="T8" fmla="*/ 38 w 147"/>
                  <a:gd name="T9" fmla="*/ 13 h 16"/>
                  <a:gd name="T10" fmla="*/ 143 w 147"/>
                  <a:gd name="T11" fmla="*/ 13 h 16"/>
                  <a:gd name="T12" fmla="*/ 147 w 147"/>
                  <a:gd name="T13" fmla="*/ 8 h 16"/>
                  <a:gd name="T14" fmla="*/ 147 w 147"/>
                  <a:gd name="T15" fmla="*/ 8 h 16"/>
                  <a:gd name="T16" fmla="*/ 143 w 147"/>
                  <a:gd name="T17" fmla="*/ 3 h 16"/>
                  <a:gd name="T18" fmla="*/ 8 w 147"/>
                  <a:gd name="T19" fmla="*/ 0 h 16"/>
                  <a:gd name="T20" fmla="*/ 0 w 147"/>
                  <a:gd name="T21" fmla="*/ 8 h 16"/>
                  <a:gd name="T22" fmla="*/ 8 w 147"/>
                  <a:gd name="T23" fmla="*/ 16 h 16"/>
                  <a:gd name="T24" fmla="*/ 16 w 147"/>
                  <a:gd name="T25" fmla="*/ 8 h 16"/>
                  <a:gd name="T26" fmla="*/ 8 w 147"/>
                  <a:gd name="T27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7" h="16">
                    <a:moveTo>
                      <a:pt x="143" y="3"/>
                    </a:moveTo>
                    <a:cubicBezTo>
                      <a:pt x="38" y="3"/>
                      <a:pt x="38" y="3"/>
                      <a:pt x="38" y="3"/>
                    </a:cubicBezTo>
                    <a:cubicBezTo>
                      <a:pt x="35" y="3"/>
                      <a:pt x="33" y="5"/>
                      <a:pt x="33" y="8"/>
                    </a:cubicBezTo>
                    <a:cubicBezTo>
                      <a:pt x="33" y="8"/>
                      <a:pt x="33" y="8"/>
                      <a:pt x="33" y="8"/>
                    </a:cubicBezTo>
                    <a:cubicBezTo>
                      <a:pt x="33" y="11"/>
                      <a:pt x="35" y="13"/>
                      <a:pt x="38" y="13"/>
                    </a:cubicBezTo>
                    <a:cubicBezTo>
                      <a:pt x="143" y="13"/>
                      <a:pt x="143" y="13"/>
                      <a:pt x="143" y="13"/>
                    </a:cubicBezTo>
                    <a:cubicBezTo>
                      <a:pt x="145" y="13"/>
                      <a:pt x="147" y="11"/>
                      <a:pt x="147" y="8"/>
                    </a:cubicBezTo>
                    <a:cubicBezTo>
                      <a:pt x="147" y="8"/>
                      <a:pt x="147" y="8"/>
                      <a:pt x="147" y="8"/>
                    </a:cubicBezTo>
                    <a:cubicBezTo>
                      <a:pt x="147" y="5"/>
                      <a:pt x="145" y="3"/>
                      <a:pt x="143" y="3"/>
                    </a:cubicBezTo>
                    <a:moveTo>
                      <a:pt x="8" y="0"/>
                    </a:move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6"/>
                      <a:pt x="8" y="16"/>
                    </a:cubicBezTo>
                    <a:cubicBezTo>
                      <a:pt x="12" y="16"/>
                      <a:pt x="16" y="12"/>
                      <a:pt x="16" y="8"/>
                    </a:cubicBezTo>
                    <a:cubicBezTo>
                      <a:pt x="16" y="4"/>
                      <a:pt x="12" y="0"/>
                      <a:pt x="8" y="0"/>
                    </a:cubicBezTo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114942" tIns="57471" rIns="114942" bIns="57471" numCol="1" anchor="ctr" anchorCtr="1" compatLnSpc="1">
                <a:prstTxWarp prst="textNoShape">
                  <a:avLst/>
                </a:prstTxWarp>
              </a:bodyPr>
              <a:lstStyle/>
              <a:p>
                <a:endParaRPr lang="en-US" sz="2263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394024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Laptop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2BC4B996-22FD-F47B-2286-9FC5EE9427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78B49EC-1E7E-CBA5-20E5-32DACA007E30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1E281D-AA97-31A9-EA27-7D3C3ADF18B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7CD1CAE8-93ED-6018-E6CC-FE9B13E722E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D233101D-EDF1-46BD-61D3-A5BC5E9B84C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68F06D59-8F2D-23F2-B25F-4198E6AE5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6" name="Picture Placeholder 13">
            <a:extLst>
              <a:ext uri="{FF2B5EF4-FFF2-40B4-BE49-F238E27FC236}">
                <a16:creationId xmlns:a16="http://schemas.microsoft.com/office/drawing/2014/main" id="{4989684B-90A8-E8C0-AC45-8BF30752610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93116" y="2206611"/>
            <a:ext cx="5395136" cy="3532403"/>
          </a:xfrm>
          <a:custGeom>
            <a:avLst/>
            <a:gdLst>
              <a:gd name="connsiteX0" fmla="*/ 130223 w 5121354"/>
              <a:gd name="connsiteY0" fmla="*/ 0 h 3353148"/>
              <a:gd name="connsiteX1" fmla="*/ 4991131 w 5121354"/>
              <a:gd name="connsiteY1" fmla="*/ 0 h 3353148"/>
              <a:gd name="connsiteX2" fmla="*/ 5121354 w 5121354"/>
              <a:gd name="connsiteY2" fmla="*/ 130253 h 3353148"/>
              <a:gd name="connsiteX3" fmla="*/ 5121354 w 5121354"/>
              <a:gd name="connsiteY3" fmla="*/ 3353148 h 3353148"/>
              <a:gd name="connsiteX4" fmla="*/ 0 w 5121354"/>
              <a:gd name="connsiteY4" fmla="*/ 3353148 h 3353148"/>
              <a:gd name="connsiteX5" fmla="*/ 0 w 5121354"/>
              <a:gd name="connsiteY5" fmla="*/ 130253 h 3353148"/>
              <a:gd name="connsiteX6" fmla="*/ 130223 w 5121354"/>
              <a:gd name="connsiteY6" fmla="*/ 0 h 335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21354" h="3353148">
                <a:moveTo>
                  <a:pt x="130223" y="0"/>
                </a:moveTo>
                <a:cubicBezTo>
                  <a:pt x="130223" y="0"/>
                  <a:pt x="130223" y="0"/>
                  <a:pt x="4991131" y="0"/>
                </a:cubicBezTo>
                <a:cubicBezTo>
                  <a:pt x="5062581" y="0"/>
                  <a:pt x="5121354" y="58788"/>
                  <a:pt x="5121354" y="130253"/>
                </a:cubicBezTo>
                <a:lnTo>
                  <a:pt x="5121354" y="3353148"/>
                </a:lnTo>
                <a:cubicBezTo>
                  <a:pt x="5121354" y="3353148"/>
                  <a:pt x="5121354" y="3353148"/>
                  <a:pt x="0" y="3353148"/>
                </a:cubicBezTo>
                <a:cubicBezTo>
                  <a:pt x="0" y="3353148"/>
                  <a:pt x="0" y="3353148"/>
                  <a:pt x="0" y="130253"/>
                </a:cubicBezTo>
                <a:cubicBezTo>
                  <a:pt x="0" y="58788"/>
                  <a:pt x="58775" y="0"/>
                  <a:pt x="130223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7" name="Bildplatzhalter 6">
            <a:extLst>
              <a:ext uri="{FF2B5EF4-FFF2-40B4-BE49-F238E27FC236}">
                <a16:creationId xmlns:a16="http://schemas.microsoft.com/office/drawing/2014/main" id="{EDEB85E5-C57C-3503-3A55-EAFFCBB9887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493116" y="2206611"/>
            <a:ext cx="5395136" cy="3532403"/>
          </a:xfrm>
          <a:custGeom>
            <a:avLst/>
            <a:gdLst>
              <a:gd name="connsiteX0" fmla="*/ 130223 w 5121354"/>
              <a:gd name="connsiteY0" fmla="*/ 0 h 3353148"/>
              <a:gd name="connsiteX1" fmla="*/ 4991131 w 5121354"/>
              <a:gd name="connsiteY1" fmla="*/ 0 h 3353148"/>
              <a:gd name="connsiteX2" fmla="*/ 5121354 w 5121354"/>
              <a:gd name="connsiteY2" fmla="*/ 130253 h 3353148"/>
              <a:gd name="connsiteX3" fmla="*/ 5121354 w 5121354"/>
              <a:gd name="connsiteY3" fmla="*/ 3353148 h 3353148"/>
              <a:gd name="connsiteX4" fmla="*/ 0 w 5121354"/>
              <a:gd name="connsiteY4" fmla="*/ 3353148 h 3353148"/>
              <a:gd name="connsiteX5" fmla="*/ 0 w 5121354"/>
              <a:gd name="connsiteY5" fmla="*/ 130253 h 3353148"/>
              <a:gd name="connsiteX6" fmla="*/ 130223 w 5121354"/>
              <a:gd name="connsiteY6" fmla="*/ 0 h 335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21354" h="3353148">
                <a:moveTo>
                  <a:pt x="130223" y="0"/>
                </a:moveTo>
                <a:cubicBezTo>
                  <a:pt x="130223" y="0"/>
                  <a:pt x="130223" y="0"/>
                  <a:pt x="4991131" y="0"/>
                </a:cubicBezTo>
                <a:cubicBezTo>
                  <a:pt x="5062581" y="0"/>
                  <a:pt x="5121354" y="58788"/>
                  <a:pt x="5121354" y="130253"/>
                </a:cubicBezTo>
                <a:lnTo>
                  <a:pt x="5121354" y="3353148"/>
                </a:lnTo>
                <a:cubicBezTo>
                  <a:pt x="5121354" y="3353148"/>
                  <a:pt x="5121354" y="3353148"/>
                  <a:pt x="0" y="3353148"/>
                </a:cubicBezTo>
                <a:cubicBezTo>
                  <a:pt x="0" y="3353148"/>
                  <a:pt x="0" y="3353148"/>
                  <a:pt x="0" y="130253"/>
                </a:cubicBezTo>
                <a:cubicBezTo>
                  <a:pt x="0" y="58788"/>
                  <a:pt x="58775" y="0"/>
                  <a:pt x="130223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r>
              <a:rPr lang="de-DE"/>
              <a:t>Bild durch Klicken auf Symbol hinzufügen</a:t>
            </a:r>
          </a:p>
        </p:txBody>
      </p: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EFC18D3D-D5D6-3B00-32BC-17B8BDCC1C39}"/>
              </a:ext>
            </a:extLst>
          </p:cNvPr>
          <p:cNvGrpSpPr/>
          <p:nvPr userDrawn="1"/>
        </p:nvGrpSpPr>
        <p:grpSpPr>
          <a:xfrm>
            <a:off x="4880346" y="2148891"/>
            <a:ext cx="6620676" cy="3830916"/>
            <a:chOff x="4880346" y="2148891"/>
            <a:chExt cx="6620676" cy="3830916"/>
          </a:xfrm>
        </p:grpSpPr>
        <p:pic>
          <p:nvPicPr>
            <p:cNvPr id="29" name="Grafik 28">
              <a:extLst>
                <a:ext uri="{FF2B5EF4-FFF2-40B4-BE49-F238E27FC236}">
                  <a16:creationId xmlns:a16="http://schemas.microsoft.com/office/drawing/2014/main" id="{BA29ADD8-7162-EDF1-B29D-DBE9B90C726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346" y="5891363"/>
              <a:ext cx="6620676" cy="88444"/>
            </a:xfrm>
            <a:prstGeom prst="rect">
              <a:avLst/>
            </a:prstGeom>
          </p:spPr>
        </p:pic>
        <p:sp>
          <p:nvSpPr>
            <p:cNvPr id="30" name="Freeform 6">
              <a:extLst>
                <a:ext uri="{FF2B5EF4-FFF2-40B4-BE49-F238E27FC236}">
                  <a16:creationId xmlns:a16="http://schemas.microsoft.com/office/drawing/2014/main" id="{18827ABE-274C-1549-4DDF-41E73019971F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8672" y="2148891"/>
              <a:ext cx="5464024" cy="3711732"/>
            </a:xfrm>
            <a:custGeom>
              <a:avLst/>
              <a:gdLst>
                <a:gd name="T0" fmla="*/ 4375 w 4538"/>
                <a:gd name="T1" fmla="*/ 0 h 3082"/>
                <a:gd name="T2" fmla="*/ 163 w 4538"/>
                <a:gd name="T3" fmla="*/ 0 h 3082"/>
                <a:gd name="T4" fmla="*/ 0 w 4538"/>
                <a:gd name="T5" fmla="*/ 163 h 3082"/>
                <a:gd name="T6" fmla="*/ 0 w 4538"/>
                <a:gd name="T7" fmla="*/ 3042 h 3082"/>
                <a:gd name="T8" fmla="*/ 41 w 4538"/>
                <a:gd name="T9" fmla="*/ 3082 h 3082"/>
                <a:gd name="T10" fmla="*/ 48 w 4538"/>
                <a:gd name="T11" fmla="*/ 3082 h 3082"/>
                <a:gd name="T12" fmla="*/ 48 w 4538"/>
                <a:gd name="T13" fmla="*/ 160 h 3082"/>
                <a:gd name="T14" fmla="*/ 160 w 4538"/>
                <a:gd name="T15" fmla="*/ 47 h 3082"/>
                <a:gd name="T16" fmla="*/ 4379 w 4538"/>
                <a:gd name="T17" fmla="*/ 47 h 3082"/>
                <a:gd name="T18" fmla="*/ 4491 w 4538"/>
                <a:gd name="T19" fmla="*/ 160 h 3082"/>
                <a:gd name="T20" fmla="*/ 4491 w 4538"/>
                <a:gd name="T21" fmla="*/ 3082 h 3082"/>
                <a:gd name="T22" fmla="*/ 4498 w 4538"/>
                <a:gd name="T23" fmla="*/ 3082 h 3082"/>
                <a:gd name="T24" fmla="*/ 4538 w 4538"/>
                <a:gd name="T25" fmla="*/ 3042 h 3082"/>
                <a:gd name="T26" fmla="*/ 4538 w 4538"/>
                <a:gd name="T27" fmla="*/ 163 h 3082"/>
                <a:gd name="T28" fmla="*/ 4375 w 4538"/>
                <a:gd name="T29" fmla="*/ 0 h 30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38" h="3082">
                  <a:moveTo>
                    <a:pt x="4375" y="0"/>
                  </a:moveTo>
                  <a:cubicBezTo>
                    <a:pt x="163" y="0"/>
                    <a:pt x="163" y="0"/>
                    <a:pt x="163" y="0"/>
                  </a:cubicBezTo>
                  <a:cubicBezTo>
                    <a:pt x="74" y="0"/>
                    <a:pt x="0" y="73"/>
                    <a:pt x="0" y="163"/>
                  </a:cubicBezTo>
                  <a:cubicBezTo>
                    <a:pt x="0" y="3042"/>
                    <a:pt x="0" y="3042"/>
                    <a:pt x="0" y="3042"/>
                  </a:cubicBezTo>
                  <a:cubicBezTo>
                    <a:pt x="0" y="3064"/>
                    <a:pt x="19" y="3082"/>
                    <a:pt x="41" y="3082"/>
                  </a:cubicBezTo>
                  <a:cubicBezTo>
                    <a:pt x="48" y="3082"/>
                    <a:pt x="48" y="3082"/>
                    <a:pt x="48" y="3082"/>
                  </a:cubicBezTo>
                  <a:cubicBezTo>
                    <a:pt x="48" y="160"/>
                    <a:pt x="48" y="160"/>
                    <a:pt x="48" y="160"/>
                  </a:cubicBezTo>
                  <a:cubicBezTo>
                    <a:pt x="48" y="98"/>
                    <a:pt x="98" y="47"/>
                    <a:pt x="160" y="47"/>
                  </a:cubicBezTo>
                  <a:cubicBezTo>
                    <a:pt x="4379" y="47"/>
                    <a:pt x="4379" y="47"/>
                    <a:pt x="4379" y="47"/>
                  </a:cubicBezTo>
                  <a:cubicBezTo>
                    <a:pt x="4441" y="47"/>
                    <a:pt x="4491" y="98"/>
                    <a:pt x="4491" y="160"/>
                  </a:cubicBezTo>
                  <a:cubicBezTo>
                    <a:pt x="4491" y="3082"/>
                    <a:pt x="4491" y="3082"/>
                    <a:pt x="4491" y="3082"/>
                  </a:cubicBezTo>
                  <a:cubicBezTo>
                    <a:pt x="4498" y="3082"/>
                    <a:pt x="4498" y="3082"/>
                    <a:pt x="4498" y="3082"/>
                  </a:cubicBezTo>
                  <a:cubicBezTo>
                    <a:pt x="4520" y="3082"/>
                    <a:pt x="4538" y="3064"/>
                    <a:pt x="4538" y="3042"/>
                  </a:cubicBezTo>
                  <a:cubicBezTo>
                    <a:pt x="4538" y="163"/>
                    <a:pt x="4538" y="163"/>
                    <a:pt x="4538" y="163"/>
                  </a:cubicBezTo>
                  <a:cubicBezTo>
                    <a:pt x="4538" y="73"/>
                    <a:pt x="4465" y="0"/>
                    <a:pt x="4375" y="0"/>
                  </a:cubicBezTo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7">
              <a:extLst>
                <a:ext uri="{FF2B5EF4-FFF2-40B4-BE49-F238E27FC236}">
                  <a16:creationId xmlns:a16="http://schemas.microsoft.com/office/drawing/2014/main" id="{C4DA727D-A815-FFBA-5DAB-453996C2F662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7566" y="2178228"/>
              <a:ext cx="5406237" cy="3682394"/>
            </a:xfrm>
            <a:custGeom>
              <a:avLst/>
              <a:gdLst>
                <a:gd name="T0" fmla="*/ 4491 w 4491"/>
                <a:gd name="T1" fmla="*/ 3042 h 3058"/>
                <a:gd name="T2" fmla="*/ 4491 w 4491"/>
                <a:gd name="T3" fmla="*/ 138 h 3058"/>
                <a:gd name="T4" fmla="*/ 4352 w 4491"/>
                <a:gd name="T5" fmla="*/ 0 h 3058"/>
                <a:gd name="T6" fmla="*/ 139 w 4491"/>
                <a:gd name="T7" fmla="*/ 0 h 3058"/>
                <a:gd name="T8" fmla="*/ 0 w 4491"/>
                <a:gd name="T9" fmla="*/ 138 h 3058"/>
                <a:gd name="T10" fmla="*/ 0 w 4491"/>
                <a:gd name="T11" fmla="*/ 3042 h 3058"/>
                <a:gd name="T12" fmla="*/ 15 w 4491"/>
                <a:gd name="T13" fmla="*/ 3058 h 3058"/>
                <a:gd name="T14" fmla="*/ 17 w 4491"/>
                <a:gd name="T15" fmla="*/ 3058 h 3058"/>
                <a:gd name="T16" fmla="*/ 24 w 4491"/>
                <a:gd name="T17" fmla="*/ 3058 h 3058"/>
                <a:gd name="T18" fmla="*/ 24 w 4491"/>
                <a:gd name="T19" fmla="*/ 136 h 3058"/>
                <a:gd name="T20" fmla="*/ 136 w 4491"/>
                <a:gd name="T21" fmla="*/ 23 h 3058"/>
                <a:gd name="T22" fmla="*/ 4355 w 4491"/>
                <a:gd name="T23" fmla="*/ 23 h 3058"/>
                <a:gd name="T24" fmla="*/ 4467 w 4491"/>
                <a:gd name="T25" fmla="*/ 136 h 3058"/>
                <a:gd name="T26" fmla="*/ 4467 w 4491"/>
                <a:gd name="T27" fmla="*/ 3058 h 3058"/>
                <a:gd name="T28" fmla="*/ 4474 w 4491"/>
                <a:gd name="T29" fmla="*/ 3058 h 3058"/>
                <a:gd name="T30" fmla="*/ 4476 w 4491"/>
                <a:gd name="T31" fmla="*/ 3058 h 3058"/>
                <a:gd name="T32" fmla="*/ 4491 w 4491"/>
                <a:gd name="T33" fmla="*/ 3042 h 30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491" h="3058">
                  <a:moveTo>
                    <a:pt x="4491" y="3042"/>
                  </a:moveTo>
                  <a:cubicBezTo>
                    <a:pt x="4491" y="138"/>
                    <a:pt x="4491" y="138"/>
                    <a:pt x="4491" y="138"/>
                  </a:cubicBezTo>
                  <a:cubicBezTo>
                    <a:pt x="4491" y="62"/>
                    <a:pt x="4429" y="0"/>
                    <a:pt x="4352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62" y="0"/>
                    <a:pt x="0" y="62"/>
                    <a:pt x="0" y="138"/>
                  </a:cubicBezTo>
                  <a:cubicBezTo>
                    <a:pt x="0" y="3042"/>
                    <a:pt x="0" y="3042"/>
                    <a:pt x="0" y="3042"/>
                  </a:cubicBezTo>
                  <a:cubicBezTo>
                    <a:pt x="0" y="3051"/>
                    <a:pt x="7" y="3058"/>
                    <a:pt x="15" y="3058"/>
                  </a:cubicBezTo>
                  <a:cubicBezTo>
                    <a:pt x="16" y="3058"/>
                    <a:pt x="17" y="3058"/>
                    <a:pt x="17" y="3058"/>
                  </a:cubicBezTo>
                  <a:cubicBezTo>
                    <a:pt x="24" y="3058"/>
                    <a:pt x="24" y="3058"/>
                    <a:pt x="24" y="3058"/>
                  </a:cubicBezTo>
                  <a:cubicBezTo>
                    <a:pt x="24" y="136"/>
                    <a:pt x="24" y="136"/>
                    <a:pt x="24" y="136"/>
                  </a:cubicBezTo>
                  <a:cubicBezTo>
                    <a:pt x="24" y="74"/>
                    <a:pt x="74" y="23"/>
                    <a:pt x="136" y="23"/>
                  </a:cubicBezTo>
                  <a:cubicBezTo>
                    <a:pt x="4355" y="23"/>
                    <a:pt x="4355" y="23"/>
                    <a:pt x="4355" y="23"/>
                  </a:cubicBezTo>
                  <a:cubicBezTo>
                    <a:pt x="4417" y="23"/>
                    <a:pt x="4467" y="74"/>
                    <a:pt x="4467" y="136"/>
                  </a:cubicBezTo>
                  <a:cubicBezTo>
                    <a:pt x="4467" y="3058"/>
                    <a:pt x="4467" y="3058"/>
                    <a:pt x="4467" y="3058"/>
                  </a:cubicBezTo>
                  <a:cubicBezTo>
                    <a:pt x="4474" y="3058"/>
                    <a:pt x="4474" y="3058"/>
                    <a:pt x="4474" y="3058"/>
                  </a:cubicBezTo>
                  <a:cubicBezTo>
                    <a:pt x="4474" y="3058"/>
                    <a:pt x="4475" y="3058"/>
                    <a:pt x="4476" y="3058"/>
                  </a:cubicBezTo>
                  <a:cubicBezTo>
                    <a:pt x="4484" y="3058"/>
                    <a:pt x="4491" y="3051"/>
                    <a:pt x="4491" y="3042"/>
                  </a:cubicBezTo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3043F41F-3E76-82F7-977F-FA7B9D214DD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8672" y="5700783"/>
              <a:ext cx="5464024" cy="152026"/>
            </a:xfrm>
            <a:custGeom>
              <a:avLst/>
              <a:gdLst>
                <a:gd name="T0" fmla="*/ 0 w 4538"/>
                <a:gd name="T1" fmla="*/ 0 h 126"/>
                <a:gd name="T2" fmla="*/ 0 w 4538"/>
                <a:gd name="T3" fmla="*/ 86 h 126"/>
                <a:gd name="T4" fmla="*/ 41 w 4538"/>
                <a:gd name="T5" fmla="*/ 126 h 126"/>
                <a:gd name="T6" fmla="*/ 4498 w 4538"/>
                <a:gd name="T7" fmla="*/ 126 h 126"/>
                <a:gd name="T8" fmla="*/ 4538 w 4538"/>
                <a:gd name="T9" fmla="*/ 86 h 126"/>
                <a:gd name="T10" fmla="*/ 4538 w 4538"/>
                <a:gd name="T11" fmla="*/ 0 h 126"/>
                <a:gd name="T12" fmla="*/ 0 w 4538"/>
                <a:gd name="T13" fmla="*/ 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38" h="126">
                  <a:moveTo>
                    <a:pt x="0" y="0"/>
                  </a:moveTo>
                  <a:cubicBezTo>
                    <a:pt x="0" y="86"/>
                    <a:pt x="0" y="86"/>
                    <a:pt x="0" y="86"/>
                  </a:cubicBezTo>
                  <a:cubicBezTo>
                    <a:pt x="0" y="108"/>
                    <a:pt x="19" y="126"/>
                    <a:pt x="41" y="126"/>
                  </a:cubicBezTo>
                  <a:cubicBezTo>
                    <a:pt x="4498" y="126"/>
                    <a:pt x="4498" y="126"/>
                    <a:pt x="4498" y="126"/>
                  </a:cubicBezTo>
                  <a:cubicBezTo>
                    <a:pt x="4520" y="126"/>
                    <a:pt x="4538" y="108"/>
                    <a:pt x="4538" y="86"/>
                  </a:cubicBezTo>
                  <a:cubicBezTo>
                    <a:pt x="4538" y="0"/>
                    <a:pt x="4538" y="0"/>
                    <a:pt x="453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C1B41E92-EE93-87DF-3D21-2040D82508C5}"/>
                </a:ext>
              </a:extLst>
            </p:cNvPr>
            <p:cNvCxnSpPr>
              <a:cxnSpLocks/>
            </p:cNvCxnSpPr>
            <p:nvPr/>
          </p:nvCxnSpPr>
          <p:spPr>
            <a:xfrm>
              <a:off x="4880346" y="5869704"/>
              <a:ext cx="6620676" cy="0"/>
            </a:xfrm>
            <a:prstGeom prst="line">
              <a:avLst/>
            </a:prstGeom>
            <a:ln w="50800" cap="rnd">
              <a:gradFill flip="none" rotWithShape="1">
                <a:gsLst>
                  <a:gs pos="0">
                    <a:schemeClr val="tx1">
                      <a:lumMod val="50000"/>
                    </a:schemeClr>
                  </a:gs>
                  <a:gs pos="46000">
                    <a:schemeClr val="tx1">
                      <a:lumMod val="75000"/>
                    </a:schemeClr>
                  </a:gs>
                  <a:gs pos="100000">
                    <a:schemeClr val="tx1">
                      <a:lumMod val="50000"/>
                    </a:schemeClr>
                  </a:gs>
                </a:gsLst>
                <a:path path="circle">
                  <a:fillToRect l="50000" t="130000" r="50000" b="-30000"/>
                </a:path>
                <a:tileRect/>
              </a:gra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98384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ablet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2BC4B996-22FD-F47B-2286-9FC5EE9427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6C3AEED-268C-A10F-FBBD-D515CE143E54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DD5176-8492-5BCB-53FE-585205A05F6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3E286BF0-7EB5-CA4C-B9E6-2AD5F27A362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7029A39E-DEF5-B200-35E5-1F463FF89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F575D7DA-2EEF-EC33-2BAB-5E1CEDB06E0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4E747307-99C2-2D37-782D-3B19E61F887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35296" y="2096497"/>
            <a:ext cx="5252195" cy="3981784"/>
          </a:xfrm>
          <a:custGeom>
            <a:avLst/>
            <a:gdLst>
              <a:gd name="connsiteX0" fmla="*/ 145098 w 4621113"/>
              <a:gd name="connsiteY0" fmla="*/ 0 h 3503349"/>
              <a:gd name="connsiteX1" fmla="*/ 4476016 w 4621113"/>
              <a:gd name="connsiteY1" fmla="*/ 0 h 3503349"/>
              <a:gd name="connsiteX2" fmla="*/ 4621113 w 4621113"/>
              <a:gd name="connsiteY2" fmla="*/ 146140 h 3503349"/>
              <a:gd name="connsiteX3" fmla="*/ 4621113 w 4621113"/>
              <a:gd name="connsiteY3" fmla="*/ 3358210 h 3503349"/>
              <a:gd name="connsiteX4" fmla="*/ 4476016 w 4621113"/>
              <a:gd name="connsiteY4" fmla="*/ 3503349 h 3503349"/>
              <a:gd name="connsiteX5" fmla="*/ 145098 w 4621113"/>
              <a:gd name="connsiteY5" fmla="*/ 3503349 h 3503349"/>
              <a:gd name="connsiteX6" fmla="*/ 0 w 4621113"/>
              <a:gd name="connsiteY6" fmla="*/ 3358210 h 3503349"/>
              <a:gd name="connsiteX7" fmla="*/ 0 w 4621113"/>
              <a:gd name="connsiteY7" fmla="*/ 146140 h 3503349"/>
              <a:gd name="connsiteX8" fmla="*/ 145098 w 4621113"/>
              <a:gd name="connsiteY8" fmla="*/ 0 h 3503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21113" h="3503349">
                <a:moveTo>
                  <a:pt x="145098" y="0"/>
                </a:moveTo>
                <a:cubicBezTo>
                  <a:pt x="4476016" y="0"/>
                  <a:pt x="4476016" y="0"/>
                  <a:pt x="4476016" y="0"/>
                </a:cubicBezTo>
                <a:cubicBezTo>
                  <a:pt x="4556070" y="0"/>
                  <a:pt x="4621113" y="65063"/>
                  <a:pt x="4621113" y="146140"/>
                </a:cubicBezTo>
                <a:lnTo>
                  <a:pt x="4621113" y="3358210"/>
                </a:lnTo>
                <a:cubicBezTo>
                  <a:pt x="4621113" y="3438288"/>
                  <a:pt x="4556070" y="3503349"/>
                  <a:pt x="4476016" y="3503349"/>
                </a:cubicBezTo>
                <a:cubicBezTo>
                  <a:pt x="145098" y="3503349"/>
                  <a:pt x="145098" y="3503349"/>
                  <a:pt x="145098" y="3503349"/>
                </a:cubicBezTo>
                <a:cubicBezTo>
                  <a:pt x="65044" y="3503349"/>
                  <a:pt x="0" y="3438288"/>
                  <a:pt x="0" y="3358210"/>
                </a:cubicBezTo>
                <a:cubicBezTo>
                  <a:pt x="0" y="146140"/>
                  <a:pt x="0" y="146140"/>
                  <a:pt x="0" y="146140"/>
                </a:cubicBezTo>
                <a:cubicBezTo>
                  <a:pt x="0" y="65063"/>
                  <a:pt x="65044" y="0"/>
                  <a:pt x="145098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" name="Bildplatzhalter 9">
            <a:extLst>
              <a:ext uri="{FF2B5EF4-FFF2-40B4-BE49-F238E27FC236}">
                <a16:creationId xmlns:a16="http://schemas.microsoft.com/office/drawing/2014/main" id="{1BD9634F-1574-8853-5827-89A8433E674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35296" y="2096497"/>
            <a:ext cx="5252195" cy="3981784"/>
          </a:xfrm>
          <a:custGeom>
            <a:avLst/>
            <a:gdLst>
              <a:gd name="connsiteX0" fmla="*/ 145098 w 4621113"/>
              <a:gd name="connsiteY0" fmla="*/ 0 h 3503349"/>
              <a:gd name="connsiteX1" fmla="*/ 4476016 w 4621113"/>
              <a:gd name="connsiteY1" fmla="*/ 0 h 3503349"/>
              <a:gd name="connsiteX2" fmla="*/ 4621113 w 4621113"/>
              <a:gd name="connsiteY2" fmla="*/ 146140 h 3503349"/>
              <a:gd name="connsiteX3" fmla="*/ 4621113 w 4621113"/>
              <a:gd name="connsiteY3" fmla="*/ 3358210 h 3503349"/>
              <a:gd name="connsiteX4" fmla="*/ 4476016 w 4621113"/>
              <a:gd name="connsiteY4" fmla="*/ 3503349 h 3503349"/>
              <a:gd name="connsiteX5" fmla="*/ 145098 w 4621113"/>
              <a:gd name="connsiteY5" fmla="*/ 3503349 h 3503349"/>
              <a:gd name="connsiteX6" fmla="*/ 0 w 4621113"/>
              <a:gd name="connsiteY6" fmla="*/ 3358210 h 3503349"/>
              <a:gd name="connsiteX7" fmla="*/ 0 w 4621113"/>
              <a:gd name="connsiteY7" fmla="*/ 146140 h 3503349"/>
              <a:gd name="connsiteX8" fmla="*/ 145098 w 4621113"/>
              <a:gd name="connsiteY8" fmla="*/ 0 h 3503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21113" h="3503349">
                <a:moveTo>
                  <a:pt x="145098" y="0"/>
                </a:moveTo>
                <a:cubicBezTo>
                  <a:pt x="4476016" y="0"/>
                  <a:pt x="4476016" y="0"/>
                  <a:pt x="4476016" y="0"/>
                </a:cubicBezTo>
                <a:cubicBezTo>
                  <a:pt x="4556070" y="0"/>
                  <a:pt x="4621113" y="65063"/>
                  <a:pt x="4621113" y="146140"/>
                </a:cubicBezTo>
                <a:lnTo>
                  <a:pt x="4621113" y="3358210"/>
                </a:lnTo>
                <a:cubicBezTo>
                  <a:pt x="4621113" y="3438288"/>
                  <a:pt x="4556070" y="3503349"/>
                  <a:pt x="4476016" y="3503349"/>
                </a:cubicBezTo>
                <a:cubicBezTo>
                  <a:pt x="145098" y="3503349"/>
                  <a:pt x="145098" y="3503349"/>
                  <a:pt x="145098" y="3503349"/>
                </a:cubicBezTo>
                <a:cubicBezTo>
                  <a:pt x="65044" y="3503349"/>
                  <a:pt x="0" y="3438288"/>
                  <a:pt x="0" y="3358210"/>
                </a:cubicBezTo>
                <a:cubicBezTo>
                  <a:pt x="0" y="146140"/>
                  <a:pt x="0" y="146140"/>
                  <a:pt x="0" y="146140"/>
                </a:cubicBezTo>
                <a:cubicBezTo>
                  <a:pt x="0" y="65063"/>
                  <a:pt x="65044" y="0"/>
                  <a:pt x="145098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0" name="Freeform 5">
            <a:extLst>
              <a:ext uri="{FF2B5EF4-FFF2-40B4-BE49-F238E27FC236}">
                <a16:creationId xmlns:a16="http://schemas.microsoft.com/office/drawing/2014/main" id="{A07B509F-A8E7-7D8A-AE4B-70C753531979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6162385" y="2019796"/>
            <a:ext cx="5376995" cy="4111035"/>
          </a:xfrm>
          <a:custGeom>
            <a:avLst/>
            <a:gdLst>
              <a:gd name="T0" fmla="*/ 576 w 4763"/>
              <a:gd name="T1" fmla="*/ 0 h 3641"/>
              <a:gd name="T2" fmla="*/ 511 w 4763"/>
              <a:gd name="T3" fmla="*/ 0 h 3641"/>
              <a:gd name="T4" fmla="*/ 27 w 4763"/>
              <a:gd name="T5" fmla="*/ 227 h 3641"/>
              <a:gd name="T6" fmla="*/ 27 w 4763"/>
              <a:gd name="T7" fmla="*/ 406 h 3641"/>
              <a:gd name="T8" fmla="*/ 4763 w 4763"/>
              <a:gd name="T9" fmla="*/ 228 h 3641"/>
              <a:gd name="T10" fmla="*/ 86 w 4763"/>
              <a:gd name="T11" fmla="*/ 3437 h 3641"/>
              <a:gd name="T12" fmla="*/ 4704 w 4763"/>
              <a:gd name="T13" fmla="*/ 3437 h 3641"/>
              <a:gd name="T14" fmla="*/ 4163 w 4763"/>
              <a:gd name="T15" fmla="*/ 138 h 3641"/>
              <a:gd name="T16" fmla="*/ 4145 w 4763"/>
              <a:gd name="T17" fmla="*/ 136 h 3641"/>
              <a:gd name="T18" fmla="*/ 4148 w 4763"/>
              <a:gd name="T19" fmla="*/ 139 h 3641"/>
              <a:gd name="T20" fmla="*/ 4159 w 4763"/>
              <a:gd name="T21" fmla="*/ 144 h 3641"/>
              <a:gd name="T22" fmla="*/ 4151 w 4763"/>
              <a:gd name="T23" fmla="*/ 147 h 3641"/>
              <a:gd name="T24" fmla="*/ 4160 w 4763"/>
              <a:gd name="T25" fmla="*/ 155 h 3641"/>
              <a:gd name="T26" fmla="*/ 4153 w 4763"/>
              <a:gd name="T27" fmla="*/ 164 h 3641"/>
              <a:gd name="T28" fmla="*/ 4145 w 4763"/>
              <a:gd name="T29" fmla="*/ 165 h 3641"/>
              <a:gd name="T30" fmla="*/ 4164 w 4763"/>
              <a:gd name="T31" fmla="*/ 162 h 3641"/>
              <a:gd name="T32" fmla="*/ 4213 w 4763"/>
              <a:gd name="T33" fmla="*/ 167 h 3641"/>
              <a:gd name="T34" fmla="*/ 4246 w 4763"/>
              <a:gd name="T35" fmla="*/ 167 h 3641"/>
              <a:gd name="T36" fmla="*/ 4229 w 4763"/>
              <a:gd name="T37" fmla="*/ 137 h 3641"/>
              <a:gd name="T38" fmla="*/ 4615 w 4763"/>
              <a:gd name="T39" fmla="*/ 151 h 3641"/>
              <a:gd name="T40" fmla="*/ 4187 w 4763"/>
              <a:gd name="T41" fmla="*/ 133 h 3641"/>
              <a:gd name="T42" fmla="*/ 4172 w 4763"/>
              <a:gd name="T43" fmla="*/ 142 h 3641"/>
              <a:gd name="T44" fmla="*/ 4173 w 4763"/>
              <a:gd name="T45" fmla="*/ 162 h 3641"/>
              <a:gd name="T46" fmla="*/ 4191 w 4763"/>
              <a:gd name="T47" fmla="*/ 165 h 3641"/>
              <a:gd name="T48" fmla="*/ 4194 w 4763"/>
              <a:gd name="T49" fmla="*/ 146 h 3641"/>
              <a:gd name="T50" fmla="*/ 4183 w 4763"/>
              <a:gd name="T51" fmla="*/ 164 h 3641"/>
              <a:gd name="T52" fmla="*/ 4176 w 4763"/>
              <a:gd name="T53" fmla="*/ 147 h 3641"/>
              <a:gd name="T54" fmla="*/ 4183 w 4763"/>
              <a:gd name="T55" fmla="*/ 136 h 3641"/>
              <a:gd name="T56" fmla="*/ 4190 w 4763"/>
              <a:gd name="T57" fmla="*/ 147 h 3641"/>
              <a:gd name="T58" fmla="*/ 4109 w 4763"/>
              <a:gd name="T59" fmla="*/ 133 h 3641"/>
              <a:gd name="T60" fmla="*/ 4098 w 4763"/>
              <a:gd name="T61" fmla="*/ 149 h 3641"/>
              <a:gd name="T62" fmla="*/ 4116 w 4763"/>
              <a:gd name="T63" fmla="*/ 151 h 3641"/>
              <a:gd name="T64" fmla="*/ 4102 w 4763"/>
              <a:gd name="T65" fmla="*/ 159 h 3641"/>
              <a:gd name="T66" fmla="*/ 4121 w 4763"/>
              <a:gd name="T67" fmla="*/ 149 h 3641"/>
              <a:gd name="T68" fmla="*/ 4112 w 4763"/>
              <a:gd name="T69" fmla="*/ 151 h 3641"/>
              <a:gd name="T70" fmla="*/ 4102 w 4763"/>
              <a:gd name="T71" fmla="*/ 145 h 3641"/>
              <a:gd name="T72" fmla="*/ 4112 w 4763"/>
              <a:gd name="T73" fmla="*/ 137 h 3641"/>
              <a:gd name="T74" fmla="*/ 4129 w 4763"/>
              <a:gd name="T75" fmla="*/ 167 h 3641"/>
              <a:gd name="T76" fmla="*/ 4129 w 4763"/>
              <a:gd name="T77" fmla="*/ 147 h 3641"/>
              <a:gd name="T78" fmla="*/ 4452 w 4763"/>
              <a:gd name="T79" fmla="*/ 141 h 3641"/>
              <a:gd name="T80" fmla="*/ 4452 w 4763"/>
              <a:gd name="T81" fmla="*/ 141 h 3641"/>
              <a:gd name="T82" fmla="*/ 4545 w 4763"/>
              <a:gd name="T83" fmla="*/ 169 h 3641"/>
              <a:gd name="T84" fmla="*/ 4597 w 4763"/>
              <a:gd name="T85" fmla="*/ 131 h 3641"/>
              <a:gd name="T86" fmla="*/ 4540 w 4763"/>
              <a:gd name="T87" fmla="*/ 140 h 3641"/>
              <a:gd name="T88" fmla="*/ 4602 w 4763"/>
              <a:gd name="T89" fmla="*/ 160 h 3641"/>
              <a:gd name="T90" fmla="*/ 4473 w 4763"/>
              <a:gd name="T91" fmla="*/ 157 h 3641"/>
              <a:gd name="T92" fmla="*/ 4487 w 4763"/>
              <a:gd name="T93" fmla="*/ 151 h 3641"/>
              <a:gd name="T94" fmla="*/ 4548 w 4763"/>
              <a:gd name="T95" fmla="*/ 162 h 3641"/>
              <a:gd name="T96" fmla="*/ 4547 w 4763"/>
              <a:gd name="T97" fmla="*/ 138 h 3641"/>
              <a:gd name="T98" fmla="*/ 4369 w 4763"/>
              <a:gd name="T99" fmla="*/ 170 h 3641"/>
              <a:gd name="T100" fmla="*/ 4408 w 4763"/>
              <a:gd name="T101" fmla="*/ 132 h 3641"/>
              <a:gd name="T102" fmla="*/ 4408 w 4763"/>
              <a:gd name="T103" fmla="*/ 170 h 3641"/>
              <a:gd name="T104" fmla="*/ 4257 w 4763"/>
              <a:gd name="T105" fmla="*/ 132 h 3641"/>
              <a:gd name="T106" fmla="*/ 4256 w 4763"/>
              <a:gd name="T107" fmla="*/ 138 h 3641"/>
              <a:gd name="T108" fmla="*/ 4281 w 4763"/>
              <a:gd name="T109" fmla="*/ 167 h 3641"/>
              <a:gd name="T110" fmla="*/ 4389 w 4763"/>
              <a:gd name="T111" fmla="*/ 143 h 3641"/>
              <a:gd name="T112" fmla="*/ 4389 w 4763"/>
              <a:gd name="T113" fmla="*/ 170 h 36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4763" h="3641">
                <a:moveTo>
                  <a:pt x="4559" y="24"/>
                </a:moveTo>
                <a:cubicBezTo>
                  <a:pt x="750" y="24"/>
                  <a:pt x="750" y="24"/>
                  <a:pt x="750" y="24"/>
                </a:cubicBezTo>
                <a:cubicBezTo>
                  <a:pt x="750" y="6"/>
                  <a:pt x="750" y="6"/>
                  <a:pt x="750" y="6"/>
                </a:cubicBezTo>
                <a:cubicBezTo>
                  <a:pt x="750" y="2"/>
                  <a:pt x="747" y="0"/>
                  <a:pt x="744" y="0"/>
                </a:cubicBezTo>
                <a:cubicBezTo>
                  <a:pt x="576" y="0"/>
                  <a:pt x="576" y="0"/>
                  <a:pt x="576" y="0"/>
                </a:cubicBezTo>
                <a:cubicBezTo>
                  <a:pt x="573" y="0"/>
                  <a:pt x="570" y="2"/>
                  <a:pt x="570" y="6"/>
                </a:cubicBezTo>
                <a:cubicBezTo>
                  <a:pt x="570" y="24"/>
                  <a:pt x="570" y="24"/>
                  <a:pt x="570" y="24"/>
                </a:cubicBezTo>
                <a:cubicBezTo>
                  <a:pt x="517" y="24"/>
                  <a:pt x="517" y="24"/>
                  <a:pt x="517" y="24"/>
                </a:cubicBezTo>
                <a:cubicBezTo>
                  <a:pt x="517" y="6"/>
                  <a:pt x="517" y="6"/>
                  <a:pt x="517" y="6"/>
                </a:cubicBezTo>
                <a:cubicBezTo>
                  <a:pt x="517" y="2"/>
                  <a:pt x="515" y="0"/>
                  <a:pt x="511" y="0"/>
                </a:cubicBezTo>
                <a:cubicBezTo>
                  <a:pt x="344" y="0"/>
                  <a:pt x="344" y="0"/>
                  <a:pt x="344" y="0"/>
                </a:cubicBezTo>
                <a:cubicBezTo>
                  <a:pt x="341" y="0"/>
                  <a:pt x="338" y="2"/>
                  <a:pt x="338" y="6"/>
                </a:cubicBezTo>
                <a:cubicBezTo>
                  <a:pt x="338" y="24"/>
                  <a:pt x="338" y="24"/>
                  <a:pt x="338" y="24"/>
                </a:cubicBezTo>
                <a:cubicBezTo>
                  <a:pt x="231" y="24"/>
                  <a:pt x="231" y="24"/>
                  <a:pt x="231" y="24"/>
                </a:cubicBezTo>
                <a:cubicBezTo>
                  <a:pt x="119" y="24"/>
                  <a:pt x="27" y="115"/>
                  <a:pt x="27" y="227"/>
                </a:cubicBezTo>
                <a:cubicBezTo>
                  <a:pt x="6" y="227"/>
                  <a:pt x="6" y="227"/>
                  <a:pt x="6" y="227"/>
                </a:cubicBezTo>
                <a:cubicBezTo>
                  <a:pt x="3" y="227"/>
                  <a:pt x="0" y="230"/>
                  <a:pt x="0" y="233"/>
                </a:cubicBezTo>
                <a:cubicBezTo>
                  <a:pt x="0" y="400"/>
                  <a:pt x="0" y="400"/>
                  <a:pt x="0" y="400"/>
                </a:cubicBezTo>
                <a:cubicBezTo>
                  <a:pt x="0" y="404"/>
                  <a:pt x="3" y="406"/>
                  <a:pt x="6" y="406"/>
                </a:cubicBezTo>
                <a:cubicBezTo>
                  <a:pt x="27" y="406"/>
                  <a:pt x="27" y="406"/>
                  <a:pt x="27" y="406"/>
                </a:cubicBezTo>
                <a:cubicBezTo>
                  <a:pt x="27" y="3437"/>
                  <a:pt x="27" y="3437"/>
                  <a:pt x="27" y="3437"/>
                </a:cubicBezTo>
                <a:cubicBezTo>
                  <a:pt x="27" y="3549"/>
                  <a:pt x="119" y="3641"/>
                  <a:pt x="231" y="3641"/>
                </a:cubicBezTo>
                <a:cubicBezTo>
                  <a:pt x="4559" y="3641"/>
                  <a:pt x="4559" y="3641"/>
                  <a:pt x="4559" y="3641"/>
                </a:cubicBezTo>
                <a:cubicBezTo>
                  <a:pt x="4671" y="3641"/>
                  <a:pt x="4763" y="3549"/>
                  <a:pt x="4763" y="3437"/>
                </a:cubicBezTo>
                <a:cubicBezTo>
                  <a:pt x="4763" y="228"/>
                  <a:pt x="4763" y="228"/>
                  <a:pt x="4763" y="228"/>
                </a:cubicBezTo>
                <a:cubicBezTo>
                  <a:pt x="4763" y="115"/>
                  <a:pt x="4671" y="24"/>
                  <a:pt x="4559" y="24"/>
                </a:cubicBezTo>
                <a:moveTo>
                  <a:pt x="4704" y="3437"/>
                </a:moveTo>
                <a:cubicBezTo>
                  <a:pt x="4704" y="3517"/>
                  <a:pt x="4639" y="3582"/>
                  <a:pt x="4559" y="3582"/>
                </a:cubicBezTo>
                <a:cubicBezTo>
                  <a:pt x="231" y="3582"/>
                  <a:pt x="231" y="3582"/>
                  <a:pt x="231" y="3582"/>
                </a:cubicBezTo>
                <a:cubicBezTo>
                  <a:pt x="151" y="3582"/>
                  <a:pt x="86" y="3517"/>
                  <a:pt x="86" y="3437"/>
                </a:cubicBezTo>
                <a:cubicBezTo>
                  <a:pt x="86" y="228"/>
                  <a:pt x="86" y="228"/>
                  <a:pt x="86" y="228"/>
                </a:cubicBezTo>
                <a:cubicBezTo>
                  <a:pt x="86" y="147"/>
                  <a:pt x="151" y="82"/>
                  <a:pt x="231" y="82"/>
                </a:cubicBezTo>
                <a:cubicBezTo>
                  <a:pt x="4559" y="82"/>
                  <a:pt x="4559" y="82"/>
                  <a:pt x="4559" y="82"/>
                </a:cubicBezTo>
                <a:cubicBezTo>
                  <a:pt x="4639" y="82"/>
                  <a:pt x="4704" y="147"/>
                  <a:pt x="4704" y="228"/>
                </a:cubicBezTo>
                <a:lnTo>
                  <a:pt x="4704" y="3437"/>
                </a:lnTo>
                <a:close/>
                <a:moveTo>
                  <a:pt x="4159" y="149"/>
                </a:moveTo>
                <a:cubicBezTo>
                  <a:pt x="4159" y="149"/>
                  <a:pt x="4159" y="149"/>
                  <a:pt x="4159" y="149"/>
                </a:cubicBezTo>
                <a:cubicBezTo>
                  <a:pt x="4160" y="148"/>
                  <a:pt x="4161" y="147"/>
                  <a:pt x="4162" y="146"/>
                </a:cubicBezTo>
                <a:cubicBezTo>
                  <a:pt x="4163" y="145"/>
                  <a:pt x="4164" y="144"/>
                  <a:pt x="4164" y="142"/>
                </a:cubicBezTo>
                <a:cubicBezTo>
                  <a:pt x="4164" y="140"/>
                  <a:pt x="4163" y="139"/>
                  <a:pt x="4163" y="138"/>
                </a:cubicBezTo>
                <a:cubicBezTo>
                  <a:pt x="4162" y="137"/>
                  <a:pt x="4162" y="136"/>
                  <a:pt x="4161" y="135"/>
                </a:cubicBezTo>
                <a:cubicBezTo>
                  <a:pt x="4160" y="134"/>
                  <a:pt x="4159" y="134"/>
                  <a:pt x="4157" y="133"/>
                </a:cubicBezTo>
                <a:cubicBezTo>
                  <a:pt x="4156" y="133"/>
                  <a:pt x="4155" y="133"/>
                  <a:pt x="4153" y="133"/>
                </a:cubicBezTo>
                <a:cubicBezTo>
                  <a:pt x="4151" y="133"/>
                  <a:pt x="4150" y="133"/>
                  <a:pt x="4149" y="134"/>
                </a:cubicBezTo>
                <a:cubicBezTo>
                  <a:pt x="4147" y="134"/>
                  <a:pt x="4146" y="135"/>
                  <a:pt x="4145" y="136"/>
                </a:cubicBezTo>
                <a:cubicBezTo>
                  <a:pt x="4144" y="137"/>
                  <a:pt x="4144" y="138"/>
                  <a:pt x="4143" y="139"/>
                </a:cubicBezTo>
                <a:cubicBezTo>
                  <a:pt x="4143" y="141"/>
                  <a:pt x="4143" y="142"/>
                  <a:pt x="4142" y="144"/>
                </a:cubicBezTo>
                <a:cubicBezTo>
                  <a:pt x="4147" y="144"/>
                  <a:pt x="4147" y="144"/>
                  <a:pt x="4147" y="144"/>
                </a:cubicBezTo>
                <a:cubicBezTo>
                  <a:pt x="4147" y="143"/>
                  <a:pt x="4147" y="142"/>
                  <a:pt x="4147" y="141"/>
                </a:cubicBezTo>
                <a:cubicBezTo>
                  <a:pt x="4147" y="140"/>
                  <a:pt x="4148" y="139"/>
                  <a:pt x="4148" y="139"/>
                </a:cubicBezTo>
                <a:cubicBezTo>
                  <a:pt x="4149" y="138"/>
                  <a:pt x="4149" y="137"/>
                  <a:pt x="4150" y="137"/>
                </a:cubicBezTo>
                <a:cubicBezTo>
                  <a:pt x="4151" y="137"/>
                  <a:pt x="4152" y="136"/>
                  <a:pt x="4153" y="136"/>
                </a:cubicBezTo>
                <a:cubicBezTo>
                  <a:pt x="4155" y="136"/>
                  <a:pt x="4156" y="137"/>
                  <a:pt x="4158" y="138"/>
                </a:cubicBezTo>
                <a:cubicBezTo>
                  <a:pt x="4159" y="139"/>
                  <a:pt x="4159" y="140"/>
                  <a:pt x="4159" y="142"/>
                </a:cubicBezTo>
                <a:cubicBezTo>
                  <a:pt x="4159" y="143"/>
                  <a:pt x="4159" y="144"/>
                  <a:pt x="4159" y="144"/>
                </a:cubicBezTo>
                <a:cubicBezTo>
                  <a:pt x="4158" y="145"/>
                  <a:pt x="4158" y="146"/>
                  <a:pt x="4157" y="146"/>
                </a:cubicBezTo>
                <a:cubicBezTo>
                  <a:pt x="4157" y="147"/>
                  <a:pt x="4156" y="147"/>
                  <a:pt x="4155" y="147"/>
                </a:cubicBezTo>
                <a:cubicBezTo>
                  <a:pt x="4154" y="147"/>
                  <a:pt x="4154" y="148"/>
                  <a:pt x="4153" y="148"/>
                </a:cubicBezTo>
                <a:cubicBezTo>
                  <a:pt x="4151" y="148"/>
                  <a:pt x="4151" y="148"/>
                  <a:pt x="4151" y="148"/>
                </a:cubicBezTo>
                <a:cubicBezTo>
                  <a:pt x="4151" y="148"/>
                  <a:pt x="4151" y="148"/>
                  <a:pt x="4151" y="147"/>
                </a:cubicBezTo>
                <a:cubicBezTo>
                  <a:pt x="4151" y="151"/>
                  <a:pt x="4151" y="151"/>
                  <a:pt x="4151" y="151"/>
                </a:cubicBezTo>
                <a:cubicBezTo>
                  <a:pt x="4152" y="151"/>
                  <a:pt x="4152" y="151"/>
                  <a:pt x="4153" y="151"/>
                </a:cubicBezTo>
                <a:cubicBezTo>
                  <a:pt x="4154" y="151"/>
                  <a:pt x="4155" y="151"/>
                  <a:pt x="4156" y="151"/>
                </a:cubicBezTo>
                <a:cubicBezTo>
                  <a:pt x="4157" y="152"/>
                  <a:pt x="4158" y="152"/>
                  <a:pt x="4159" y="153"/>
                </a:cubicBezTo>
                <a:cubicBezTo>
                  <a:pt x="4159" y="153"/>
                  <a:pt x="4160" y="154"/>
                  <a:pt x="4160" y="155"/>
                </a:cubicBezTo>
                <a:cubicBezTo>
                  <a:pt x="4161" y="155"/>
                  <a:pt x="4161" y="156"/>
                  <a:pt x="4161" y="157"/>
                </a:cubicBezTo>
                <a:cubicBezTo>
                  <a:pt x="4161" y="158"/>
                  <a:pt x="4161" y="159"/>
                  <a:pt x="4160" y="160"/>
                </a:cubicBezTo>
                <a:cubicBezTo>
                  <a:pt x="4160" y="161"/>
                  <a:pt x="4159" y="162"/>
                  <a:pt x="4158" y="162"/>
                </a:cubicBezTo>
                <a:cubicBezTo>
                  <a:pt x="4158" y="163"/>
                  <a:pt x="4157" y="163"/>
                  <a:pt x="4156" y="164"/>
                </a:cubicBezTo>
                <a:cubicBezTo>
                  <a:pt x="4155" y="164"/>
                  <a:pt x="4154" y="164"/>
                  <a:pt x="4153" y="164"/>
                </a:cubicBezTo>
                <a:cubicBezTo>
                  <a:pt x="4151" y="164"/>
                  <a:pt x="4149" y="163"/>
                  <a:pt x="4148" y="162"/>
                </a:cubicBezTo>
                <a:cubicBezTo>
                  <a:pt x="4147" y="161"/>
                  <a:pt x="4146" y="159"/>
                  <a:pt x="4146" y="157"/>
                </a:cubicBezTo>
                <a:cubicBezTo>
                  <a:pt x="4142" y="157"/>
                  <a:pt x="4142" y="157"/>
                  <a:pt x="4142" y="157"/>
                </a:cubicBezTo>
                <a:cubicBezTo>
                  <a:pt x="4142" y="158"/>
                  <a:pt x="4142" y="160"/>
                  <a:pt x="4143" y="161"/>
                </a:cubicBezTo>
                <a:cubicBezTo>
                  <a:pt x="4143" y="163"/>
                  <a:pt x="4144" y="164"/>
                  <a:pt x="4145" y="165"/>
                </a:cubicBezTo>
                <a:cubicBezTo>
                  <a:pt x="4146" y="166"/>
                  <a:pt x="4147" y="166"/>
                  <a:pt x="4148" y="167"/>
                </a:cubicBezTo>
                <a:cubicBezTo>
                  <a:pt x="4150" y="167"/>
                  <a:pt x="4151" y="168"/>
                  <a:pt x="4153" y="168"/>
                </a:cubicBezTo>
                <a:cubicBezTo>
                  <a:pt x="4155" y="168"/>
                  <a:pt x="4156" y="167"/>
                  <a:pt x="4158" y="167"/>
                </a:cubicBezTo>
                <a:cubicBezTo>
                  <a:pt x="4159" y="167"/>
                  <a:pt x="4161" y="166"/>
                  <a:pt x="4162" y="165"/>
                </a:cubicBezTo>
                <a:cubicBezTo>
                  <a:pt x="4163" y="164"/>
                  <a:pt x="4164" y="163"/>
                  <a:pt x="4164" y="162"/>
                </a:cubicBezTo>
                <a:cubicBezTo>
                  <a:pt x="4165" y="160"/>
                  <a:pt x="4165" y="159"/>
                  <a:pt x="4165" y="157"/>
                </a:cubicBezTo>
                <a:cubicBezTo>
                  <a:pt x="4165" y="155"/>
                  <a:pt x="4165" y="153"/>
                  <a:pt x="4164" y="152"/>
                </a:cubicBezTo>
                <a:cubicBezTo>
                  <a:pt x="4163" y="150"/>
                  <a:pt x="4161" y="149"/>
                  <a:pt x="4159" y="149"/>
                </a:cubicBezTo>
                <a:moveTo>
                  <a:pt x="4227" y="132"/>
                </a:moveTo>
                <a:cubicBezTo>
                  <a:pt x="4213" y="167"/>
                  <a:pt x="4213" y="167"/>
                  <a:pt x="4213" y="167"/>
                </a:cubicBezTo>
                <a:cubicBezTo>
                  <a:pt x="4218" y="167"/>
                  <a:pt x="4218" y="167"/>
                  <a:pt x="4218" y="167"/>
                </a:cubicBezTo>
                <a:cubicBezTo>
                  <a:pt x="4222" y="157"/>
                  <a:pt x="4222" y="157"/>
                  <a:pt x="4222" y="157"/>
                </a:cubicBezTo>
                <a:cubicBezTo>
                  <a:pt x="4237" y="157"/>
                  <a:pt x="4237" y="157"/>
                  <a:pt x="4237" y="157"/>
                </a:cubicBezTo>
                <a:cubicBezTo>
                  <a:pt x="4241" y="167"/>
                  <a:pt x="4241" y="167"/>
                  <a:pt x="4241" y="167"/>
                </a:cubicBezTo>
                <a:cubicBezTo>
                  <a:pt x="4246" y="167"/>
                  <a:pt x="4246" y="167"/>
                  <a:pt x="4246" y="167"/>
                </a:cubicBezTo>
                <a:cubicBezTo>
                  <a:pt x="4232" y="132"/>
                  <a:pt x="4232" y="132"/>
                  <a:pt x="4232" y="132"/>
                </a:cubicBezTo>
                <a:lnTo>
                  <a:pt x="4227" y="132"/>
                </a:lnTo>
                <a:close/>
                <a:moveTo>
                  <a:pt x="4223" y="153"/>
                </a:moveTo>
                <a:cubicBezTo>
                  <a:pt x="4229" y="137"/>
                  <a:pt x="4229" y="137"/>
                  <a:pt x="4229" y="137"/>
                </a:cubicBezTo>
                <a:cubicBezTo>
                  <a:pt x="4229" y="137"/>
                  <a:pt x="4229" y="137"/>
                  <a:pt x="4229" y="137"/>
                </a:cubicBezTo>
                <a:cubicBezTo>
                  <a:pt x="4235" y="153"/>
                  <a:pt x="4235" y="153"/>
                  <a:pt x="4235" y="153"/>
                </a:cubicBezTo>
                <a:lnTo>
                  <a:pt x="4223" y="153"/>
                </a:lnTo>
                <a:close/>
                <a:moveTo>
                  <a:pt x="4609" y="143"/>
                </a:moveTo>
                <a:cubicBezTo>
                  <a:pt x="4609" y="157"/>
                  <a:pt x="4609" y="157"/>
                  <a:pt x="4609" y="157"/>
                </a:cubicBezTo>
                <a:cubicBezTo>
                  <a:pt x="4612" y="157"/>
                  <a:pt x="4615" y="154"/>
                  <a:pt x="4615" y="151"/>
                </a:cubicBezTo>
                <a:cubicBezTo>
                  <a:pt x="4615" y="146"/>
                  <a:pt x="4612" y="143"/>
                  <a:pt x="4609" y="143"/>
                </a:cubicBezTo>
                <a:moveTo>
                  <a:pt x="4194" y="142"/>
                </a:moveTo>
                <a:cubicBezTo>
                  <a:pt x="4193" y="141"/>
                  <a:pt x="4193" y="140"/>
                  <a:pt x="4193" y="139"/>
                </a:cubicBezTo>
                <a:cubicBezTo>
                  <a:pt x="4192" y="137"/>
                  <a:pt x="4191" y="136"/>
                  <a:pt x="4191" y="136"/>
                </a:cubicBezTo>
                <a:cubicBezTo>
                  <a:pt x="4190" y="135"/>
                  <a:pt x="4189" y="134"/>
                  <a:pt x="4187" y="133"/>
                </a:cubicBezTo>
                <a:cubicBezTo>
                  <a:pt x="4186" y="133"/>
                  <a:pt x="4185" y="133"/>
                  <a:pt x="4183" y="133"/>
                </a:cubicBezTo>
                <a:cubicBezTo>
                  <a:pt x="4181" y="133"/>
                  <a:pt x="4179" y="133"/>
                  <a:pt x="4178" y="133"/>
                </a:cubicBezTo>
                <a:cubicBezTo>
                  <a:pt x="4177" y="134"/>
                  <a:pt x="4176" y="135"/>
                  <a:pt x="4175" y="136"/>
                </a:cubicBezTo>
                <a:cubicBezTo>
                  <a:pt x="4174" y="136"/>
                  <a:pt x="4174" y="137"/>
                  <a:pt x="4173" y="139"/>
                </a:cubicBezTo>
                <a:cubicBezTo>
                  <a:pt x="4173" y="140"/>
                  <a:pt x="4172" y="141"/>
                  <a:pt x="4172" y="142"/>
                </a:cubicBezTo>
                <a:cubicBezTo>
                  <a:pt x="4172" y="144"/>
                  <a:pt x="4171" y="145"/>
                  <a:pt x="4171" y="146"/>
                </a:cubicBezTo>
                <a:cubicBezTo>
                  <a:pt x="4171" y="148"/>
                  <a:pt x="4171" y="149"/>
                  <a:pt x="4171" y="150"/>
                </a:cubicBezTo>
                <a:cubicBezTo>
                  <a:pt x="4171" y="152"/>
                  <a:pt x="4171" y="153"/>
                  <a:pt x="4171" y="154"/>
                </a:cubicBezTo>
                <a:cubicBezTo>
                  <a:pt x="4171" y="156"/>
                  <a:pt x="4172" y="157"/>
                  <a:pt x="4172" y="158"/>
                </a:cubicBezTo>
                <a:cubicBezTo>
                  <a:pt x="4172" y="159"/>
                  <a:pt x="4173" y="161"/>
                  <a:pt x="4173" y="162"/>
                </a:cubicBezTo>
                <a:cubicBezTo>
                  <a:pt x="4174" y="163"/>
                  <a:pt x="4174" y="164"/>
                  <a:pt x="4175" y="165"/>
                </a:cubicBezTo>
                <a:cubicBezTo>
                  <a:pt x="4176" y="166"/>
                  <a:pt x="4177" y="166"/>
                  <a:pt x="4178" y="167"/>
                </a:cubicBezTo>
                <a:cubicBezTo>
                  <a:pt x="4179" y="167"/>
                  <a:pt x="4181" y="168"/>
                  <a:pt x="4183" y="168"/>
                </a:cubicBezTo>
                <a:cubicBezTo>
                  <a:pt x="4185" y="168"/>
                  <a:pt x="4186" y="167"/>
                  <a:pt x="4187" y="167"/>
                </a:cubicBezTo>
                <a:cubicBezTo>
                  <a:pt x="4189" y="166"/>
                  <a:pt x="4190" y="166"/>
                  <a:pt x="4191" y="165"/>
                </a:cubicBezTo>
                <a:cubicBezTo>
                  <a:pt x="4191" y="164"/>
                  <a:pt x="4192" y="163"/>
                  <a:pt x="4193" y="162"/>
                </a:cubicBezTo>
                <a:cubicBezTo>
                  <a:pt x="4193" y="161"/>
                  <a:pt x="4193" y="159"/>
                  <a:pt x="4194" y="158"/>
                </a:cubicBezTo>
                <a:cubicBezTo>
                  <a:pt x="4194" y="157"/>
                  <a:pt x="4194" y="156"/>
                  <a:pt x="4194" y="154"/>
                </a:cubicBezTo>
                <a:cubicBezTo>
                  <a:pt x="4194" y="153"/>
                  <a:pt x="4194" y="152"/>
                  <a:pt x="4194" y="150"/>
                </a:cubicBezTo>
                <a:cubicBezTo>
                  <a:pt x="4194" y="149"/>
                  <a:pt x="4194" y="148"/>
                  <a:pt x="4194" y="146"/>
                </a:cubicBezTo>
                <a:cubicBezTo>
                  <a:pt x="4194" y="145"/>
                  <a:pt x="4194" y="144"/>
                  <a:pt x="4194" y="142"/>
                </a:cubicBezTo>
                <a:moveTo>
                  <a:pt x="4190" y="155"/>
                </a:moveTo>
                <a:cubicBezTo>
                  <a:pt x="4190" y="156"/>
                  <a:pt x="4189" y="158"/>
                  <a:pt x="4189" y="159"/>
                </a:cubicBezTo>
                <a:cubicBezTo>
                  <a:pt x="4189" y="160"/>
                  <a:pt x="4188" y="162"/>
                  <a:pt x="4187" y="163"/>
                </a:cubicBezTo>
                <a:cubicBezTo>
                  <a:pt x="4186" y="164"/>
                  <a:pt x="4185" y="164"/>
                  <a:pt x="4183" y="164"/>
                </a:cubicBezTo>
                <a:cubicBezTo>
                  <a:pt x="4181" y="164"/>
                  <a:pt x="4180" y="164"/>
                  <a:pt x="4179" y="163"/>
                </a:cubicBezTo>
                <a:cubicBezTo>
                  <a:pt x="4178" y="162"/>
                  <a:pt x="4177" y="160"/>
                  <a:pt x="4177" y="159"/>
                </a:cubicBezTo>
                <a:cubicBezTo>
                  <a:pt x="4176" y="158"/>
                  <a:pt x="4176" y="156"/>
                  <a:pt x="4176" y="155"/>
                </a:cubicBezTo>
                <a:cubicBezTo>
                  <a:pt x="4176" y="153"/>
                  <a:pt x="4176" y="151"/>
                  <a:pt x="4176" y="150"/>
                </a:cubicBezTo>
                <a:cubicBezTo>
                  <a:pt x="4176" y="149"/>
                  <a:pt x="4176" y="148"/>
                  <a:pt x="4176" y="147"/>
                </a:cubicBezTo>
                <a:cubicBezTo>
                  <a:pt x="4176" y="146"/>
                  <a:pt x="4176" y="145"/>
                  <a:pt x="4176" y="144"/>
                </a:cubicBezTo>
                <a:cubicBezTo>
                  <a:pt x="4176" y="143"/>
                  <a:pt x="4176" y="142"/>
                  <a:pt x="4177" y="141"/>
                </a:cubicBezTo>
                <a:cubicBezTo>
                  <a:pt x="4177" y="140"/>
                  <a:pt x="4177" y="140"/>
                  <a:pt x="4178" y="139"/>
                </a:cubicBezTo>
                <a:cubicBezTo>
                  <a:pt x="4178" y="138"/>
                  <a:pt x="4179" y="137"/>
                  <a:pt x="4180" y="137"/>
                </a:cubicBezTo>
                <a:cubicBezTo>
                  <a:pt x="4181" y="137"/>
                  <a:pt x="4182" y="136"/>
                  <a:pt x="4183" y="136"/>
                </a:cubicBezTo>
                <a:cubicBezTo>
                  <a:pt x="4184" y="136"/>
                  <a:pt x="4185" y="137"/>
                  <a:pt x="4186" y="137"/>
                </a:cubicBezTo>
                <a:cubicBezTo>
                  <a:pt x="4187" y="137"/>
                  <a:pt x="4187" y="138"/>
                  <a:pt x="4188" y="139"/>
                </a:cubicBezTo>
                <a:cubicBezTo>
                  <a:pt x="4188" y="140"/>
                  <a:pt x="4189" y="140"/>
                  <a:pt x="4189" y="141"/>
                </a:cubicBezTo>
                <a:cubicBezTo>
                  <a:pt x="4189" y="142"/>
                  <a:pt x="4189" y="143"/>
                  <a:pt x="4190" y="144"/>
                </a:cubicBezTo>
                <a:cubicBezTo>
                  <a:pt x="4190" y="145"/>
                  <a:pt x="4190" y="146"/>
                  <a:pt x="4190" y="147"/>
                </a:cubicBezTo>
                <a:cubicBezTo>
                  <a:pt x="4190" y="148"/>
                  <a:pt x="4190" y="149"/>
                  <a:pt x="4190" y="150"/>
                </a:cubicBezTo>
                <a:cubicBezTo>
                  <a:pt x="4190" y="151"/>
                  <a:pt x="4190" y="153"/>
                  <a:pt x="4190" y="155"/>
                </a:cubicBezTo>
                <a:moveTo>
                  <a:pt x="4117" y="136"/>
                </a:moveTo>
                <a:cubicBezTo>
                  <a:pt x="4116" y="135"/>
                  <a:pt x="4115" y="134"/>
                  <a:pt x="4113" y="133"/>
                </a:cubicBezTo>
                <a:cubicBezTo>
                  <a:pt x="4112" y="133"/>
                  <a:pt x="4110" y="133"/>
                  <a:pt x="4109" y="133"/>
                </a:cubicBezTo>
                <a:cubicBezTo>
                  <a:pt x="4107" y="133"/>
                  <a:pt x="4106" y="133"/>
                  <a:pt x="4104" y="134"/>
                </a:cubicBezTo>
                <a:cubicBezTo>
                  <a:pt x="4103" y="134"/>
                  <a:pt x="4102" y="135"/>
                  <a:pt x="4101" y="136"/>
                </a:cubicBezTo>
                <a:cubicBezTo>
                  <a:pt x="4100" y="137"/>
                  <a:pt x="4099" y="138"/>
                  <a:pt x="4098" y="139"/>
                </a:cubicBezTo>
                <a:cubicBezTo>
                  <a:pt x="4098" y="141"/>
                  <a:pt x="4097" y="142"/>
                  <a:pt x="4097" y="144"/>
                </a:cubicBezTo>
                <a:cubicBezTo>
                  <a:pt x="4097" y="146"/>
                  <a:pt x="4098" y="147"/>
                  <a:pt x="4098" y="149"/>
                </a:cubicBezTo>
                <a:cubicBezTo>
                  <a:pt x="4099" y="150"/>
                  <a:pt x="4099" y="151"/>
                  <a:pt x="4100" y="152"/>
                </a:cubicBezTo>
                <a:cubicBezTo>
                  <a:pt x="4101" y="153"/>
                  <a:pt x="4102" y="154"/>
                  <a:pt x="4104" y="155"/>
                </a:cubicBezTo>
                <a:cubicBezTo>
                  <a:pt x="4105" y="155"/>
                  <a:pt x="4107" y="155"/>
                  <a:pt x="4108" y="155"/>
                </a:cubicBezTo>
                <a:cubicBezTo>
                  <a:pt x="4110" y="155"/>
                  <a:pt x="4112" y="155"/>
                  <a:pt x="4113" y="154"/>
                </a:cubicBezTo>
                <a:cubicBezTo>
                  <a:pt x="4114" y="153"/>
                  <a:pt x="4116" y="152"/>
                  <a:pt x="4116" y="151"/>
                </a:cubicBezTo>
                <a:cubicBezTo>
                  <a:pt x="4116" y="151"/>
                  <a:pt x="4116" y="151"/>
                  <a:pt x="4116" y="151"/>
                </a:cubicBezTo>
                <a:cubicBezTo>
                  <a:pt x="4116" y="155"/>
                  <a:pt x="4116" y="159"/>
                  <a:pt x="4114" y="161"/>
                </a:cubicBezTo>
                <a:cubicBezTo>
                  <a:pt x="4113" y="163"/>
                  <a:pt x="4111" y="164"/>
                  <a:pt x="4109" y="164"/>
                </a:cubicBezTo>
                <a:cubicBezTo>
                  <a:pt x="4107" y="164"/>
                  <a:pt x="4106" y="164"/>
                  <a:pt x="4104" y="163"/>
                </a:cubicBezTo>
                <a:cubicBezTo>
                  <a:pt x="4103" y="162"/>
                  <a:pt x="4103" y="161"/>
                  <a:pt x="4102" y="159"/>
                </a:cubicBezTo>
                <a:cubicBezTo>
                  <a:pt x="4098" y="159"/>
                  <a:pt x="4098" y="159"/>
                  <a:pt x="4098" y="159"/>
                </a:cubicBezTo>
                <a:cubicBezTo>
                  <a:pt x="4098" y="162"/>
                  <a:pt x="4100" y="164"/>
                  <a:pt x="4101" y="166"/>
                </a:cubicBezTo>
                <a:cubicBezTo>
                  <a:pt x="4103" y="167"/>
                  <a:pt x="4106" y="168"/>
                  <a:pt x="4109" y="168"/>
                </a:cubicBezTo>
                <a:cubicBezTo>
                  <a:pt x="4113" y="168"/>
                  <a:pt x="4116" y="166"/>
                  <a:pt x="4118" y="163"/>
                </a:cubicBezTo>
                <a:cubicBezTo>
                  <a:pt x="4120" y="160"/>
                  <a:pt x="4121" y="155"/>
                  <a:pt x="4121" y="149"/>
                </a:cubicBezTo>
                <a:cubicBezTo>
                  <a:pt x="4121" y="146"/>
                  <a:pt x="4120" y="143"/>
                  <a:pt x="4120" y="141"/>
                </a:cubicBezTo>
                <a:cubicBezTo>
                  <a:pt x="4119" y="139"/>
                  <a:pt x="4118" y="137"/>
                  <a:pt x="4117" y="136"/>
                </a:cubicBezTo>
                <a:moveTo>
                  <a:pt x="4115" y="147"/>
                </a:moveTo>
                <a:cubicBezTo>
                  <a:pt x="4115" y="148"/>
                  <a:pt x="4114" y="149"/>
                  <a:pt x="4114" y="150"/>
                </a:cubicBezTo>
                <a:cubicBezTo>
                  <a:pt x="4113" y="150"/>
                  <a:pt x="4112" y="151"/>
                  <a:pt x="4112" y="151"/>
                </a:cubicBezTo>
                <a:cubicBezTo>
                  <a:pt x="4111" y="152"/>
                  <a:pt x="4110" y="152"/>
                  <a:pt x="4109" y="152"/>
                </a:cubicBezTo>
                <a:cubicBezTo>
                  <a:pt x="4108" y="152"/>
                  <a:pt x="4107" y="152"/>
                  <a:pt x="4106" y="151"/>
                </a:cubicBezTo>
                <a:cubicBezTo>
                  <a:pt x="4105" y="151"/>
                  <a:pt x="4104" y="150"/>
                  <a:pt x="4104" y="150"/>
                </a:cubicBezTo>
                <a:cubicBezTo>
                  <a:pt x="4103" y="149"/>
                  <a:pt x="4103" y="148"/>
                  <a:pt x="4102" y="147"/>
                </a:cubicBezTo>
                <a:cubicBezTo>
                  <a:pt x="4102" y="146"/>
                  <a:pt x="4102" y="145"/>
                  <a:pt x="4102" y="145"/>
                </a:cubicBezTo>
                <a:cubicBezTo>
                  <a:pt x="4102" y="143"/>
                  <a:pt x="4102" y="142"/>
                  <a:pt x="4102" y="141"/>
                </a:cubicBezTo>
                <a:cubicBezTo>
                  <a:pt x="4102" y="140"/>
                  <a:pt x="4103" y="140"/>
                  <a:pt x="4103" y="139"/>
                </a:cubicBezTo>
                <a:cubicBezTo>
                  <a:pt x="4104" y="138"/>
                  <a:pt x="4105" y="137"/>
                  <a:pt x="4105" y="137"/>
                </a:cubicBezTo>
                <a:cubicBezTo>
                  <a:pt x="4106" y="137"/>
                  <a:pt x="4107" y="136"/>
                  <a:pt x="4109" y="136"/>
                </a:cubicBezTo>
                <a:cubicBezTo>
                  <a:pt x="4110" y="136"/>
                  <a:pt x="4111" y="137"/>
                  <a:pt x="4112" y="137"/>
                </a:cubicBezTo>
                <a:cubicBezTo>
                  <a:pt x="4113" y="137"/>
                  <a:pt x="4113" y="138"/>
                  <a:pt x="4114" y="139"/>
                </a:cubicBezTo>
                <a:cubicBezTo>
                  <a:pt x="4115" y="139"/>
                  <a:pt x="4115" y="140"/>
                  <a:pt x="4115" y="141"/>
                </a:cubicBezTo>
                <a:cubicBezTo>
                  <a:pt x="4116" y="142"/>
                  <a:pt x="4116" y="143"/>
                  <a:pt x="4116" y="144"/>
                </a:cubicBezTo>
                <a:cubicBezTo>
                  <a:pt x="4116" y="145"/>
                  <a:pt x="4116" y="146"/>
                  <a:pt x="4115" y="147"/>
                </a:cubicBezTo>
                <a:moveTo>
                  <a:pt x="4129" y="167"/>
                </a:moveTo>
                <a:cubicBezTo>
                  <a:pt x="4134" y="167"/>
                  <a:pt x="4134" y="167"/>
                  <a:pt x="4134" y="167"/>
                </a:cubicBezTo>
                <a:cubicBezTo>
                  <a:pt x="4134" y="162"/>
                  <a:pt x="4134" y="162"/>
                  <a:pt x="4134" y="162"/>
                </a:cubicBezTo>
                <a:cubicBezTo>
                  <a:pt x="4129" y="162"/>
                  <a:pt x="4129" y="162"/>
                  <a:pt x="4129" y="162"/>
                </a:cubicBezTo>
                <a:lnTo>
                  <a:pt x="4129" y="167"/>
                </a:lnTo>
                <a:close/>
                <a:moveTo>
                  <a:pt x="4129" y="147"/>
                </a:moveTo>
                <a:cubicBezTo>
                  <a:pt x="4134" y="147"/>
                  <a:pt x="4134" y="147"/>
                  <a:pt x="4134" y="147"/>
                </a:cubicBezTo>
                <a:cubicBezTo>
                  <a:pt x="4134" y="142"/>
                  <a:pt x="4134" y="142"/>
                  <a:pt x="4134" y="142"/>
                </a:cubicBezTo>
                <a:cubicBezTo>
                  <a:pt x="4129" y="142"/>
                  <a:pt x="4129" y="142"/>
                  <a:pt x="4129" y="142"/>
                </a:cubicBezTo>
                <a:lnTo>
                  <a:pt x="4129" y="147"/>
                </a:lnTo>
                <a:close/>
                <a:moveTo>
                  <a:pt x="4452" y="141"/>
                </a:moveTo>
                <a:cubicBezTo>
                  <a:pt x="4454" y="143"/>
                  <a:pt x="4455" y="145"/>
                  <a:pt x="4457" y="147"/>
                </a:cubicBezTo>
                <a:cubicBezTo>
                  <a:pt x="4462" y="142"/>
                  <a:pt x="4467" y="139"/>
                  <a:pt x="4473" y="139"/>
                </a:cubicBezTo>
                <a:cubicBezTo>
                  <a:pt x="4480" y="139"/>
                  <a:pt x="4485" y="142"/>
                  <a:pt x="4489" y="147"/>
                </a:cubicBezTo>
                <a:cubicBezTo>
                  <a:pt x="4491" y="145"/>
                  <a:pt x="4493" y="143"/>
                  <a:pt x="4495" y="141"/>
                </a:cubicBezTo>
                <a:cubicBezTo>
                  <a:pt x="4483" y="127"/>
                  <a:pt x="4462" y="129"/>
                  <a:pt x="4452" y="141"/>
                </a:cubicBezTo>
                <a:moveTo>
                  <a:pt x="4597" y="131"/>
                </a:moveTo>
                <a:cubicBezTo>
                  <a:pt x="4545" y="131"/>
                  <a:pt x="4545" y="131"/>
                  <a:pt x="4545" y="131"/>
                </a:cubicBezTo>
                <a:cubicBezTo>
                  <a:pt x="4540" y="131"/>
                  <a:pt x="4537" y="134"/>
                  <a:pt x="4537" y="140"/>
                </a:cubicBezTo>
                <a:cubicBezTo>
                  <a:pt x="4536" y="147"/>
                  <a:pt x="4536" y="153"/>
                  <a:pt x="4537" y="160"/>
                </a:cubicBezTo>
                <a:cubicBezTo>
                  <a:pt x="4537" y="166"/>
                  <a:pt x="4540" y="169"/>
                  <a:pt x="4545" y="169"/>
                </a:cubicBezTo>
                <a:cubicBezTo>
                  <a:pt x="4554" y="169"/>
                  <a:pt x="4562" y="169"/>
                  <a:pt x="4571" y="169"/>
                </a:cubicBezTo>
                <a:cubicBezTo>
                  <a:pt x="4580" y="169"/>
                  <a:pt x="4588" y="169"/>
                  <a:pt x="4597" y="169"/>
                </a:cubicBezTo>
                <a:cubicBezTo>
                  <a:pt x="4602" y="169"/>
                  <a:pt x="4605" y="166"/>
                  <a:pt x="4605" y="160"/>
                </a:cubicBezTo>
                <a:cubicBezTo>
                  <a:pt x="4606" y="153"/>
                  <a:pt x="4605" y="147"/>
                  <a:pt x="4605" y="140"/>
                </a:cubicBezTo>
                <a:cubicBezTo>
                  <a:pt x="4605" y="134"/>
                  <a:pt x="4602" y="131"/>
                  <a:pt x="4597" y="131"/>
                </a:cubicBezTo>
                <a:moveTo>
                  <a:pt x="4602" y="160"/>
                </a:moveTo>
                <a:cubicBezTo>
                  <a:pt x="4602" y="164"/>
                  <a:pt x="4601" y="166"/>
                  <a:pt x="4597" y="166"/>
                </a:cubicBezTo>
                <a:cubicBezTo>
                  <a:pt x="4545" y="166"/>
                  <a:pt x="4545" y="166"/>
                  <a:pt x="4545" y="166"/>
                </a:cubicBezTo>
                <a:cubicBezTo>
                  <a:pt x="4541" y="166"/>
                  <a:pt x="4540" y="164"/>
                  <a:pt x="4540" y="160"/>
                </a:cubicBezTo>
                <a:cubicBezTo>
                  <a:pt x="4540" y="153"/>
                  <a:pt x="4540" y="147"/>
                  <a:pt x="4540" y="140"/>
                </a:cubicBezTo>
                <a:cubicBezTo>
                  <a:pt x="4540" y="136"/>
                  <a:pt x="4541" y="134"/>
                  <a:pt x="4545" y="134"/>
                </a:cubicBezTo>
                <a:cubicBezTo>
                  <a:pt x="4554" y="134"/>
                  <a:pt x="4562" y="134"/>
                  <a:pt x="4571" y="134"/>
                </a:cubicBezTo>
                <a:cubicBezTo>
                  <a:pt x="4580" y="134"/>
                  <a:pt x="4588" y="134"/>
                  <a:pt x="4597" y="134"/>
                </a:cubicBezTo>
                <a:cubicBezTo>
                  <a:pt x="4601" y="134"/>
                  <a:pt x="4602" y="136"/>
                  <a:pt x="4602" y="140"/>
                </a:cubicBezTo>
                <a:cubicBezTo>
                  <a:pt x="4602" y="147"/>
                  <a:pt x="4602" y="153"/>
                  <a:pt x="4602" y="160"/>
                </a:cubicBezTo>
                <a:moveTo>
                  <a:pt x="4473" y="157"/>
                </a:moveTo>
                <a:cubicBezTo>
                  <a:pt x="4470" y="157"/>
                  <a:pt x="4467" y="159"/>
                  <a:pt x="4467" y="163"/>
                </a:cubicBezTo>
                <a:cubicBezTo>
                  <a:pt x="4467" y="166"/>
                  <a:pt x="4470" y="169"/>
                  <a:pt x="4473" y="169"/>
                </a:cubicBezTo>
                <a:cubicBezTo>
                  <a:pt x="4477" y="169"/>
                  <a:pt x="4479" y="166"/>
                  <a:pt x="4479" y="163"/>
                </a:cubicBezTo>
                <a:cubicBezTo>
                  <a:pt x="4479" y="159"/>
                  <a:pt x="4477" y="157"/>
                  <a:pt x="4473" y="157"/>
                </a:cubicBezTo>
                <a:moveTo>
                  <a:pt x="4460" y="151"/>
                </a:moveTo>
                <a:cubicBezTo>
                  <a:pt x="4462" y="152"/>
                  <a:pt x="4464" y="154"/>
                  <a:pt x="4466" y="156"/>
                </a:cubicBezTo>
                <a:cubicBezTo>
                  <a:pt x="4468" y="154"/>
                  <a:pt x="4470" y="153"/>
                  <a:pt x="4473" y="153"/>
                </a:cubicBezTo>
                <a:cubicBezTo>
                  <a:pt x="4476" y="153"/>
                  <a:pt x="4479" y="154"/>
                  <a:pt x="4481" y="156"/>
                </a:cubicBezTo>
                <a:cubicBezTo>
                  <a:pt x="4483" y="154"/>
                  <a:pt x="4485" y="152"/>
                  <a:pt x="4487" y="151"/>
                </a:cubicBezTo>
                <a:cubicBezTo>
                  <a:pt x="4480" y="142"/>
                  <a:pt x="4467" y="142"/>
                  <a:pt x="4460" y="151"/>
                </a:cubicBezTo>
                <a:moveTo>
                  <a:pt x="4547" y="138"/>
                </a:moveTo>
                <a:cubicBezTo>
                  <a:pt x="4545" y="138"/>
                  <a:pt x="4543" y="139"/>
                  <a:pt x="4543" y="142"/>
                </a:cubicBezTo>
                <a:cubicBezTo>
                  <a:pt x="4543" y="147"/>
                  <a:pt x="4543" y="152"/>
                  <a:pt x="4543" y="158"/>
                </a:cubicBezTo>
                <a:cubicBezTo>
                  <a:pt x="4543" y="161"/>
                  <a:pt x="4544" y="162"/>
                  <a:pt x="4548" y="162"/>
                </a:cubicBezTo>
                <a:cubicBezTo>
                  <a:pt x="4560" y="162"/>
                  <a:pt x="4572" y="162"/>
                  <a:pt x="4584" y="162"/>
                </a:cubicBezTo>
                <a:cubicBezTo>
                  <a:pt x="4585" y="162"/>
                  <a:pt x="4585" y="162"/>
                  <a:pt x="4586" y="162"/>
                </a:cubicBezTo>
                <a:cubicBezTo>
                  <a:pt x="4586" y="138"/>
                  <a:pt x="4586" y="138"/>
                  <a:pt x="4586" y="138"/>
                </a:cubicBezTo>
                <a:cubicBezTo>
                  <a:pt x="4586" y="138"/>
                  <a:pt x="4585" y="138"/>
                  <a:pt x="4585" y="138"/>
                </a:cubicBezTo>
                <a:cubicBezTo>
                  <a:pt x="4572" y="138"/>
                  <a:pt x="4560" y="138"/>
                  <a:pt x="4547" y="138"/>
                </a:cubicBezTo>
                <a:moveTo>
                  <a:pt x="4369" y="153"/>
                </a:moveTo>
                <a:cubicBezTo>
                  <a:pt x="4369" y="153"/>
                  <a:pt x="4369" y="153"/>
                  <a:pt x="4369" y="153"/>
                </a:cubicBezTo>
                <a:cubicBezTo>
                  <a:pt x="4366" y="153"/>
                  <a:pt x="4363" y="156"/>
                  <a:pt x="4363" y="159"/>
                </a:cubicBezTo>
                <a:cubicBezTo>
                  <a:pt x="4363" y="164"/>
                  <a:pt x="4363" y="164"/>
                  <a:pt x="4363" y="164"/>
                </a:cubicBezTo>
                <a:cubicBezTo>
                  <a:pt x="4363" y="167"/>
                  <a:pt x="4366" y="170"/>
                  <a:pt x="4369" y="170"/>
                </a:cubicBezTo>
                <a:cubicBezTo>
                  <a:pt x="4369" y="170"/>
                  <a:pt x="4369" y="170"/>
                  <a:pt x="4369" y="170"/>
                </a:cubicBezTo>
                <a:cubicBezTo>
                  <a:pt x="4373" y="170"/>
                  <a:pt x="4375" y="167"/>
                  <a:pt x="4375" y="164"/>
                </a:cubicBezTo>
                <a:cubicBezTo>
                  <a:pt x="4375" y="159"/>
                  <a:pt x="4375" y="159"/>
                  <a:pt x="4375" y="159"/>
                </a:cubicBezTo>
                <a:cubicBezTo>
                  <a:pt x="4375" y="156"/>
                  <a:pt x="4373" y="153"/>
                  <a:pt x="4369" y="153"/>
                </a:cubicBezTo>
                <a:moveTo>
                  <a:pt x="4408" y="132"/>
                </a:moveTo>
                <a:cubicBezTo>
                  <a:pt x="4407" y="132"/>
                  <a:pt x="4407" y="132"/>
                  <a:pt x="4407" y="132"/>
                </a:cubicBezTo>
                <a:cubicBezTo>
                  <a:pt x="4404" y="132"/>
                  <a:pt x="4402" y="135"/>
                  <a:pt x="4402" y="138"/>
                </a:cubicBezTo>
                <a:cubicBezTo>
                  <a:pt x="4402" y="164"/>
                  <a:pt x="4402" y="164"/>
                  <a:pt x="4402" y="164"/>
                </a:cubicBezTo>
                <a:cubicBezTo>
                  <a:pt x="4402" y="167"/>
                  <a:pt x="4404" y="170"/>
                  <a:pt x="4407" y="170"/>
                </a:cubicBezTo>
                <a:cubicBezTo>
                  <a:pt x="4408" y="170"/>
                  <a:pt x="4408" y="170"/>
                  <a:pt x="4408" y="170"/>
                </a:cubicBezTo>
                <a:cubicBezTo>
                  <a:pt x="4411" y="170"/>
                  <a:pt x="4414" y="167"/>
                  <a:pt x="4414" y="164"/>
                </a:cubicBezTo>
                <a:cubicBezTo>
                  <a:pt x="4414" y="138"/>
                  <a:pt x="4414" y="138"/>
                  <a:pt x="4414" y="138"/>
                </a:cubicBezTo>
                <a:cubicBezTo>
                  <a:pt x="4414" y="135"/>
                  <a:pt x="4411" y="132"/>
                  <a:pt x="4408" y="132"/>
                </a:cubicBezTo>
                <a:moveTo>
                  <a:pt x="4268" y="162"/>
                </a:moveTo>
                <a:cubicBezTo>
                  <a:pt x="4257" y="132"/>
                  <a:pt x="4257" y="132"/>
                  <a:pt x="4257" y="132"/>
                </a:cubicBezTo>
                <a:cubicBezTo>
                  <a:pt x="4251" y="132"/>
                  <a:pt x="4251" y="132"/>
                  <a:pt x="4251" y="132"/>
                </a:cubicBezTo>
                <a:cubicBezTo>
                  <a:pt x="4251" y="167"/>
                  <a:pt x="4251" y="167"/>
                  <a:pt x="4251" y="167"/>
                </a:cubicBezTo>
                <a:cubicBezTo>
                  <a:pt x="4255" y="167"/>
                  <a:pt x="4255" y="167"/>
                  <a:pt x="4255" y="167"/>
                </a:cubicBezTo>
                <a:cubicBezTo>
                  <a:pt x="4255" y="138"/>
                  <a:pt x="4255" y="138"/>
                  <a:pt x="4255" y="138"/>
                </a:cubicBezTo>
                <a:cubicBezTo>
                  <a:pt x="4256" y="138"/>
                  <a:pt x="4256" y="138"/>
                  <a:pt x="4256" y="138"/>
                </a:cubicBezTo>
                <a:cubicBezTo>
                  <a:pt x="4266" y="167"/>
                  <a:pt x="4266" y="167"/>
                  <a:pt x="4266" y="167"/>
                </a:cubicBezTo>
                <a:cubicBezTo>
                  <a:pt x="4270" y="167"/>
                  <a:pt x="4270" y="167"/>
                  <a:pt x="4270" y="167"/>
                </a:cubicBezTo>
                <a:cubicBezTo>
                  <a:pt x="4281" y="138"/>
                  <a:pt x="4281" y="138"/>
                  <a:pt x="4281" y="138"/>
                </a:cubicBezTo>
                <a:cubicBezTo>
                  <a:pt x="4281" y="138"/>
                  <a:pt x="4281" y="138"/>
                  <a:pt x="4281" y="138"/>
                </a:cubicBezTo>
                <a:cubicBezTo>
                  <a:pt x="4281" y="167"/>
                  <a:pt x="4281" y="167"/>
                  <a:pt x="4281" y="167"/>
                </a:cubicBezTo>
                <a:cubicBezTo>
                  <a:pt x="4286" y="167"/>
                  <a:pt x="4286" y="167"/>
                  <a:pt x="4286" y="167"/>
                </a:cubicBezTo>
                <a:cubicBezTo>
                  <a:pt x="4286" y="132"/>
                  <a:pt x="4286" y="132"/>
                  <a:pt x="4286" y="132"/>
                </a:cubicBezTo>
                <a:cubicBezTo>
                  <a:pt x="4279" y="132"/>
                  <a:pt x="4279" y="132"/>
                  <a:pt x="4279" y="132"/>
                </a:cubicBezTo>
                <a:lnTo>
                  <a:pt x="4268" y="162"/>
                </a:lnTo>
                <a:close/>
                <a:moveTo>
                  <a:pt x="4389" y="143"/>
                </a:moveTo>
                <a:cubicBezTo>
                  <a:pt x="4388" y="143"/>
                  <a:pt x="4388" y="143"/>
                  <a:pt x="4388" y="143"/>
                </a:cubicBezTo>
                <a:cubicBezTo>
                  <a:pt x="4385" y="143"/>
                  <a:pt x="4382" y="145"/>
                  <a:pt x="4382" y="149"/>
                </a:cubicBezTo>
                <a:cubicBezTo>
                  <a:pt x="4382" y="164"/>
                  <a:pt x="4382" y="164"/>
                  <a:pt x="4382" y="164"/>
                </a:cubicBezTo>
                <a:cubicBezTo>
                  <a:pt x="4382" y="167"/>
                  <a:pt x="4385" y="170"/>
                  <a:pt x="4388" y="170"/>
                </a:cubicBezTo>
                <a:cubicBezTo>
                  <a:pt x="4389" y="170"/>
                  <a:pt x="4389" y="170"/>
                  <a:pt x="4389" y="170"/>
                </a:cubicBezTo>
                <a:cubicBezTo>
                  <a:pt x="4392" y="170"/>
                  <a:pt x="4395" y="167"/>
                  <a:pt x="4395" y="164"/>
                </a:cubicBezTo>
                <a:cubicBezTo>
                  <a:pt x="4395" y="149"/>
                  <a:pt x="4395" y="149"/>
                  <a:pt x="4395" y="149"/>
                </a:cubicBezTo>
                <a:cubicBezTo>
                  <a:pt x="4395" y="145"/>
                  <a:pt x="4392" y="143"/>
                  <a:pt x="4389" y="143"/>
                </a:cubicBezTo>
              </a:path>
            </a:pathLst>
          </a:custGeom>
          <a:solidFill>
            <a:srgbClr val="2F3941"/>
          </a:solidFill>
          <a:ln>
            <a:noFill/>
          </a:ln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0559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Phone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7F783002-8F8A-FBB7-9005-A3E9DA77F3E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E3472D1-4B64-879E-FC55-008D4C09C50F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E2319061-5E8A-C1BC-FF0A-0BE78113563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85B7C98-996D-42AA-ADBA-070B74562D6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016CC601-9393-25C4-6674-7B88BF8DC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extplatzhalter 17">
            <a:extLst>
              <a:ext uri="{FF2B5EF4-FFF2-40B4-BE49-F238E27FC236}">
                <a16:creationId xmlns:a16="http://schemas.microsoft.com/office/drawing/2014/main" id="{B30282F7-085A-DDAD-EA25-162290BDA0D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Bildplatzhalter 29">
            <a:extLst>
              <a:ext uri="{FF2B5EF4-FFF2-40B4-BE49-F238E27FC236}">
                <a16:creationId xmlns:a16="http://schemas.microsoft.com/office/drawing/2014/main" id="{CE434D42-85E1-CF87-DC85-C8B0B0F85C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98614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" name="Bildplatzhalter 3">
            <a:extLst>
              <a:ext uri="{FF2B5EF4-FFF2-40B4-BE49-F238E27FC236}">
                <a16:creationId xmlns:a16="http://schemas.microsoft.com/office/drawing/2014/main" id="{84604FE2-4189-30D6-0D79-17EB6B413B2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498614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r>
              <a:rPr lang="de-DE"/>
              <a:t>Bild durch Klicken auf Symbol hinzufügen</a:t>
            </a:r>
          </a:p>
        </p:txBody>
      </p: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2DF918D9-D50E-459C-4F77-7983CE359BBE}"/>
              </a:ext>
            </a:extLst>
          </p:cNvPr>
          <p:cNvGrpSpPr/>
          <p:nvPr userDrawn="1"/>
        </p:nvGrpSpPr>
        <p:grpSpPr>
          <a:xfrm>
            <a:off x="7452799" y="1458000"/>
            <a:ext cx="2311134" cy="4894165"/>
            <a:chOff x="7452799" y="1458000"/>
            <a:chExt cx="2311134" cy="4894165"/>
          </a:xfrm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E470C3A8-6EB3-D134-B1FD-43B5A1C493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52799" y="1458000"/>
              <a:ext cx="2311134" cy="4894165"/>
            </a:xfrm>
            <a:custGeom>
              <a:avLst/>
              <a:gdLst>
                <a:gd name="T0" fmla="*/ 1381 w 1617"/>
                <a:gd name="T1" fmla="*/ 0 h 3426"/>
                <a:gd name="T2" fmla="*/ 237 w 1617"/>
                <a:gd name="T3" fmla="*/ 0 h 3426"/>
                <a:gd name="T4" fmla="*/ 0 w 1617"/>
                <a:gd name="T5" fmla="*/ 239 h 3426"/>
                <a:gd name="T6" fmla="*/ 0 w 1617"/>
                <a:gd name="T7" fmla="*/ 3187 h 3426"/>
                <a:gd name="T8" fmla="*/ 237 w 1617"/>
                <a:gd name="T9" fmla="*/ 3426 h 3426"/>
                <a:gd name="T10" fmla="*/ 1381 w 1617"/>
                <a:gd name="T11" fmla="*/ 3426 h 3426"/>
                <a:gd name="T12" fmla="*/ 1617 w 1617"/>
                <a:gd name="T13" fmla="*/ 3187 h 3426"/>
                <a:gd name="T14" fmla="*/ 1617 w 1617"/>
                <a:gd name="T15" fmla="*/ 239 h 3426"/>
                <a:gd name="T16" fmla="*/ 1381 w 1617"/>
                <a:gd name="T17" fmla="*/ 0 h 3426"/>
                <a:gd name="T18" fmla="*/ 1575 w 1617"/>
                <a:gd name="T19" fmla="*/ 3193 h 3426"/>
                <a:gd name="T20" fmla="*/ 1385 w 1617"/>
                <a:gd name="T21" fmla="*/ 3383 h 3426"/>
                <a:gd name="T22" fmla="*/ 233 w 1617"/>
                <a:gd name="T23" fmla="*/ 3383 h 3426"/>
                <a:gd name="T24" fmla="*/ 43 w 1617"/>
                <a:gd name="T25" fmla="*/ 3193 h 3426"/>
                <a:gd name="T26" fmla="*/ 43 w 1617"/>
                <a:gd name="T27" fmla="*/ 233 h 3426"/>
                <a:gd name="T28" fmla="*/ 233 w 1617"/>
                <a:gd name="T29" fmla="*/ 43 h 3426"/>
                <a:gd name="T30" fmla="*/ 417 w 1617"/>
                <a:gd name="T31" fmla="*/ 43 h 3426"/>
                <a:gd name="T32" fmla="*/ 417 w 1617"/>
                <a:gd name="T33" fmla="*/ 77 h 3426"/>
                <a:gd name="T34" fmla="*/ 487 w 1617"/>
                <a:gd name="T35" fmla="*/ 153 h 3426"/>
                <a:gd name="T36" fmla="*/ 1130 w 1617"/>
                <a:gd name="T37" fmla="*/ 153 h 3426"/>
                <a:gd name="T38" fmla="*/ 1201 w 1617"/>
                <a:gd name="T39" fmla="*/ 77 h 3426"/>
                <a:gd name="T40" fmla="*/ 1201 w 1617"/>
                <a:gd name="T41" fmla="*/ 43 h 3426"/>
                <a:gd name="T42" fmla="*/ 1385 w 1617"/>
                <a:gd name="T43" fmla="*/ 43 h 3426"/>
                <a:gd name="T44" fmla="*/ 1575 w 1617"/>
                <a:gd name="T45" fmla="*/ 233 h 3426"/>
                <a:gd name="T46" fmla="*/ 1575 w 1617"/>
                <a:gd name="T47" fmla="*/ 3193 h 3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17" h="3426">
                  <a:moveTo>
                    <a:pt x="1381" y="0"/>
                  </a:moveTo>
                  <a:cubicBezTo>
                    <a:pt x="237" y="0"/>
                    <a:pt x="237" y="0"/>
                    <a:pt x="237" y="0"/>
                  </a:cubicBezTo>
                  <a:cubicBezTo>
                    <a:pt x="98" y="0"/>
                    <a:pt x="0" y="99"/>
                    <a:pt x="0" y="239"/>
                  </a:cubicBezTo>
                  <a:cubicBezTo>
                    <a:pt x="0" y="3187"/>
                    <a:pt x="0" y="3187"/>
                    <a:pt x="0" y="3187"/>
                  </a:cubicBezTo>
                  <a:cubicBezTo>
                    <a:pt x="0" y="3328"/>
                    <a:pt x="98" y="3426"/>
                    <a:pt x="237" y="3426"/>
                  </a:cubicBezTo>
                  <a:cubicBezTo>
                    <a:pt x="1381" y="3426"/>
                    <a:pt x="1381" y="3426"/>
                    <a:pt x="1381" y="3426"/>
                  </a:cubicBezTo>
                  <a:cubicBezTo>
                    <a:pt x="1520" y="3426"/>
                    <a:pt x="1617" y="3328"/>
                    <a:pt x="1617" y="3187"/>
                  </a:cubicBezTo>
                  <a:cubicBezTo>
                    <a:pt x="1617" y="239"/>
                    <a:pt x="1617" y="239"/>
                    <a:pt x="1617" y="239"/>
                  </a:cubicBezTo>
                  <a:cubicBezTo>
                    <a:pt x="1617" y="99"/>
                    <a:pt x="1520" y="0"/>
                    <a:pt x="1381" y="0"/>
                  </a:cubicBezTo>
                  <a:moveTo>
                    <a:pt x="1575" y="3193"/>
                  </a:moveTo>
                  <a:cubicBezTo>
                    <a:pt x="1575" y="3298"/>
                    <a:pt x="1490" y="3383"/>
                    <a:pt x="1385" y="3383"/>
                  </a:cubicBezTo>
                  <a:cubicBezTo>
                    <a:pt x="233" y="3383"/>
                    <a:pt x="233" y="3383"/>
                    <a:pt x="233" y="3383"/>
                  </a:cubicBezTo>
                  <a:cubicBezTo>
                    <a:pt x="128" y="3383"/>
                    <a:pt x="43" y="3298"/>
                    <a:pt x="43" y="3193"/>
                  </a:cubicBezTo>
                  <a:cubicBezTo>
                    <a:pt x="43" y="233"/>
                    <a:pt x="43" y="233"/>
                    <a:pt x="43" y="233"/>
                  </a:cubicBezTo>
                  <a:cubicBezTo>
                    <a:pt x="43" y="128"/>
                    <a:pt x="128" y="43"/>
                    <a:pt x="233" y="43"/>
                  </a:cubicBezTo>
                  <a:cubicBezTo>
                    <a:pt x="417" y="43"/>
                    <a:pt x="417" y="43"/>
                    <a:pt x="417" y="43"/>
                  </a:cubicBezTo>
                  <a:cubicBezTo>
                    <a:pt x="417" y="77"/>
                    <a:pt x="417" y="77"/>
                    <a:pt x="417" y="77"/>
                  </a:cubicBezTo>
                  <a:cubicBezTo>
                    <a:pt x="417" y="108"/>
                    <a:pt x="436" y="153"/>
                    <a:pt x="487" y="153"/>
                  </a:cubicBezTo>
                  <a:cubicBezTo>
                    <a:pt x="1130" y="153"/>
                    <a:pt x="1130" y="153"/>
                    <a:pt x="1130" y="153"/>
                  </a:cubicBezTo>
                  <a:cubicBezTo>
                    <a:pt x="1181" y="153"/>
                    <a:pt x="1201" y="108"/>
                    <a:pt x="1201" y="77"/>
                  </a:cubicBezTo>
                  <a:cubicBezTo>
                    <a:pt x="1201" y="43"/>
                    <a:pt x="1201" y="43"/>
                    <a:pt x="1201" y="43"/>
                  </a:cubicBezTo>
                  <a:cubicBezTo>
                    <a:pt x="1385" y="43"/>
                    <a:pt x="1385" y="43"/>
                    <a:pt x="1385" y="43"/>
                  </a:cubicBezTo>
                  <a:cubicBezTo>
                    <a:pt x="1490" y="43"/>
                    <a:pt x="1575" y="128"/>
                    <a:pt x="1575" y="233"/>
                  </a:cubicBezTo>
                  <a:lnTo>
                    <a:pt x="1575" y="3193"/>
                  </a:lnTo>
                  <a:close/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22B54588-6547-F5D2-9F94-723FE062BE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31937" y="1530506"/>
              <a:ext cx="552859" cy="60044"/>
            </a:xfrm>
            <a:custGeom>
              <a:avLst/>
              <a:gdLst>
                <a:gd name="T0" fmla="*/ 22 w 387"/>
                <a:gd name="T1" fmla="*/ 0 h 42"/>
                <a:gd name="T2" fmla="*/ 0 w 387"/>
                <a:gd name="T3" fmla="*/ 21 h 42"/>
                <a:gd name="T4" fmla="*/ 22 w 387"/>
                <a:gd name="T5" fmla="*/ 42 h 42"/>
                <a:gd name="T6" fmla="*/ 43 w 387"/>
                <a:gd name="T7" fmla="*/ 21 h 42"/>
                <a:gd name="T8" fmla="*/ 22 w 387"/>
                <a:gd name="T9" fmla="*/ 0 h 42"/>
                <a:gd name="T10" fmla="*/ 376 w 387"/>
                <a:gd name="T11" fmla="*/ 9 h 42"/>
                <a:gd name="T12" fmla="*/ 99 w 387"/>
                <a:gd name="T13" fmla="*/ 9 h 42"/>
                <a:gd name="T14" fmla="*/ 88 w 387"/>
                <a:gd name="T15" fmla="*/ 21 h 42"/>
                <a:gd name="T16" fmla="*/ 88 w 387"/>
                <a:gd name="T17" fmla="*/ 22 h 42"/>
                <a:gd name="T18" fmla="*/ 99 w 387"/>
                <a:gd name="T19" fmla="*/ 33 h 42"/>
                <a:gd name="T20" fmla="*/ 376 w 387"/>
                <a:gd name="T21" fmla="*/ 33 h 42"/>
                <a:gd name="T22" fmla="*/ 387 w 387"/>
                <a:gd name="T23" fmla="*/ 22 h 42"/>
                <a:gd name="T24" fmla="*/ 387 w 387"/>
                <a:gd name="T25" fmla="*/ 21 h 42"/>
                <a:gd name="T26" fmla="*/ 376 w 387"/>
                <a:gd name="T27" fmla="*/ 9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87" h="42">
                  <a:moveTo>
                    <a:pt x="22" y="0"/>
                  </a:moveTo>
                  <a:cubicBezTo>
                    <a:pt x="10" y="0"/>
                    <a:pt x="0" y="9"/>
                    <a:pt x="0" y="21"/>
                  </a:cubicBezTo>
                  <a:cubicBezTo>
                    <a:pt x="0" y="33"/>
                    <a:pt x="10" y="42"/>
                    <a:pt x="22" y="42"/>
                  </a:cubicBezTo>
                  <a:cubicBezTo>
                    <a:pt x="33" y="42"/>
                    <a:pt x="43" y="33"/>
                    <a:pt x="43" y="21"/>
                  </a:cubicBezTo>
                  <a:cubicBezTo>
                    <a:pt x="43" y="9"/>
                    <a:pt x="33" y="0"/>
                    <a:pt x="22" y="0"/>
                  </a:cubicBezTo>
                  <a:moveTo>
                    <a:pt x="376" y="9"/>
                  </a:moveTo>
                  <a:cubicBezTo>
                    <a:pt x="99" y="9"/>
                    <a:pt x="99" y="9"/>
                    <a:pt x="99" y="9"/>
                  </a:cubicBezTo>
                  <a:cubicBezTo>
                    <a:pt x="93" y="9"/>
                    <a:pt x="88" y="14"/>
                    <a:pt x="88" y="21"/>
                  </a:cubicBezTo>
                  <a:cubicBezTo>
                    <a:pt x="88" y="22"/>
                    <a:pt x="88" y="22"/>
                    <a:pt x="88" y="22"/>
                  </a:cubicBezTo>
                  <a:cubicBezTo>
                    <a:pt x="88" y="28"/>
                    <a:pt x="93" y="33"/>
                    <a:pt x="99" y="33"/>
                  </a:cubicBezTo>
                  <a:cubicBezTo>
                    <a:pt x="376" y="33"/>
                    <a:pt x="376" y="33"/>
                    <a:pt x="376" y="33"/>
                  </a:cubicBezTo>
                  <a:cubicBezTo>
                    <a:pt x="382" y="33"/>
                    <a:pt x="387" y="28"/>
                    <a:pt x="387" y="22"/>
                  </a:cubicBezTo>
                  <a:cubicBezTo>
                    <a:pt x="387" y="21"/>
                    <a:pt x="387" y="21"/>
                    <a:pt x="387" y="21"/>
                  </a:cubicBezTo>
                  <a:cubicBezTo>
                    <a:pt x="387" y="14"/>
                    <a:pt x="382" y="9"/>
                    <a:pt x="376" y="9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282681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Phone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7F783002-8F8A-FBB7-9005-A3E9DA77F3E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E3472D1-4B64-879E-FC55-008D4C09C50F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E2319061-5E8A-C1BC-FF0A-0BE78113563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AFABE2B-6943-41E0-4A57-CC1A8CC35CB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5AAFD30-D8B1-0E99-35A8-78543FBD1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5F93C807-CE44-DEF3-7C4D-DCAE4A2ACA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Bildplatzhalter 29">
            <a:extLst>
              <a:ext uri="{FF2B5EF4-FFF2-40B4-BE49-F238E27FC236}">
                <a16:creationId xmlns:a16="http://schemas.microsoft.com/office/drawing/2014/main" id="{DD9B4367-FB0A-BAA0-828C-7678AEDB2B6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" name="Bildplatzhalter 29">
            <a:extLst>
              <a:ext uri="{FF2B5EF4-FFF2-40B4-BE49-F238E27FC236}">
                <a16:creationId xmlns:a16="http://schemas.microsoft.com/office/drawing/2014/main" id="{CC98BB81-55E9-BBD5-A779-A388104B425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731181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3E13BA3D-6F40-3093-F79B-A48CDEC8403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96000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2" name="Bildplatzhalter 16">
            <a:extLst>
              <a:ext uri="{FF2B5EF4-FFF2-40B4-BE49-F238E27FC236}">
                <a16:creationId xmlns:a16="http://schemas.microsoft.com/office/drawing/2014/main" id="{5226F4E2-973D-F5A2-D5E1-9531D69AC00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731181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r>
              <a:rPr lang="de-DE"/>
              <a:t>Bild durch Klicken auf Symbol hinzufügen</a:t>
            </a:r>
          </a:p>
        </p:txBody>
      </p: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6604D837-D903-F6B7-524A-1B0C687AD266}"/>
              </a:ext>
            </a:extLst>
          </p:cNvPr>
          <p:cNvGrpSpPr/>
          <p:nvPr userDrawn="1"/>
        </p:nvGrpSpPr>
        <p:grpSpPr>
          <a:xfrm>
            <a:off x="6048375" y="1458000"/>
            <a:ext cx="2311134" cy="4894165"/>
            <a:chOff x="6048375" y="1458000"/>
            <a:chExt cx="2311134" cy="4894165"/>
          </a:xfrm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ABBD5530-F5AC-496B-A71B-57ED22DD72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48375" y="1458000"/>
              <a:ext cx="2311134" cy="4894165"/>
            </a:xfrm>
            <a:custGeom>
              <a:avLst/>
              <a:gdLst>
                <a:gd name="T0" fmla="*/ 1381 w 1617"/>
                <a:gd name="T1" fmla="*/ 0 h 3426"/>
                <a:gd name="T2" fmla="*/ 237 w 1617"/>
                <a:gd name="T3" fmla="*/ 0 h 3426"/>
                <a:gd name="T4" fmla="*/ 0 w 1617"/>
                <a:gd name="T5" fmla="*/ 239 h 3426"/>
                <a:gd name="T6" fmla="*/ 0 w 1617"/>
                <a:gd name="T7" fmla="*/ 3187 h 3426"/>
                <a:gd name="T8" fmla="*/ 237 w 1617"/>
                <a:gd name="T9" fmla="*/ 3426 h 3426"/>
                <a:gd name="T10" fmla="*/ 1381 w 1617"/>
                <a:gd name="T11" fmla="*/ 3426 h 3426"/>
                <a:gd name="T12" fmla="*/ 1617 w 1617"/>
                <a:gd name="T13" fmla="*/ 3187 h 3426"/>
                <a:gd name="T14" fmla="*/ 1617 w 1617"/>
                <a:gd name="T15" fmla="*/ 239 h 3426"/>
                <a:gd name="T16" fmla="*/ 1381 w 1617"/>
                <a:gd name="T17" fmla="*/ 0 h 3426"/>
                <a:gd name="T18" fmla="*/ 1575 w 1617"/>
                <a:gd name="T19" fmla="*/ 3193 h 3426"/>
                <a:gd name="T20" fmla="*/ 1385 w 1617"/>
                <a:gd name="T21" fmla="*/ 3383 h 3426"/>
                <a:gd name="T22" fmla="*/ 233 w 1617"/>
                <a:gd name="T23" fmla="*/ 3383 h 3426"/>
                <a:gd name="T24" fmla="*/ 43 w 1617"/>
                <a:gd name="T25" fmla="*/ 3193 h 3426"/>
                <a:gd name="T26" fmla="*/ 43 w 1617"/>
                <a:gd name="T27" fmla="*/ 233 h 3426"/>
                <a:gd name="T28" fmla="*/ 233 w 1617"/>
                <a:gd name="T29" fmla="*/ 43 h 3426"/>
                <a:gd name="T30" fmla="*/ 417 w 1617"/>
                <a:gd name="T31" fmla="*/ 43 h 3426"/>
                <a:gd name="T32" fmla="*/ 417 w 1617"/>
                <a:gd name="T33" fmla="*/ 77 h 3426"/>
                <a:gd name="T34" fmla="*/ 487 w 1617"/>
                <a:gd name="T35" fmla="*/ 153 h 3426"/>
                <a:gd name="T36" fmla="*/ 1130 w 1617"/>
                <a:gd name="T37" fmla="*/ 153 h 3426"/>
                <a:gd name="T38" fmla="*/ 1201 w 1617"/>
                <a:gd name="T39" fmla="*/ 77 h 3426"/>
                <a:gd name="T40" fmla="*/ 1201 w 1617"/>
                <a:gd name="T41" fmla="*/ 43 h 3426"/>
                <a:gd name="T42" fmla="*/ 1385 w 1617"/>
                <a:gd name="T43" fmla="*/ 43 h 3426"/>
                <a:gd name="T44" fmla="*/ 1575 w 1617"/>
                <a:gd name="T45" fmla="*/ 233 h 3426"/>
                <a:gd name="T46" fmla="*/ 1575 w 1617"/>
                <a:gd name="T47" fmla="*/ 3193 h 3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17" h="3426">
                  <a:moveTo>
                    <a:pt x="1381" y="0"/>
                  </a:moveTo>
                  <a:cubicBezTo>
                    <a:pt x="237" y="0"/>
                    <a:pt x="237" y="0"/>
                    <a:pt x="237" y="0"/>
                  </a:cubicBezTo>
                  <a:cubicBezTo>
                    <a:pt x="98" y="0"/>
                    <a:pt x="0" y="99"/>
                    <a:pt x="0" y="239"/>
                  </a:cubicBezTo>
                  <a:cubicBezTo>
                    <a:pt x="0" y="3187"/>
                    <a:pt x="0" y="3187"/>
                    <a:pt x="0" y="3187"/>
                  </a:cubicBezTo>
                  <a:cubicBezTo>
                    <a:pt x="0" y="3328"/>
                    <a:pt x="98" y="3426"/>
                    <a:pt x="237" y="3426"/>
                  </a:cubicBezTo>
                  <a:cubicBezTo>
                    <a:pt x="1381" y="3426"/>
                    <a:pt x="1381" y="3426"/>
                    <a:pt x="1381" y="3426"/>
                  </a:cubicBezTo>
                  <a:cubicBezTo>
                    <a:pt x="1520" y="3426"/>
                    <a:pt x="1617" y="3328"/>
                    <a:pt x="1617" y="3187"/>
                  </a:cubicBezTo>
                  <a:cubicBezTo>
                    <a:pt x="1617" y="239"/>
                    <a:pt x="1617" y="239"/>
                    <a:pt x="1617" y="239"/>
                  </a:cubicBezTo>
                  <a:cubicBezTo>
                    <a:pt x="1617" y="99"/>
                    <a:pt x="1520" y="0"/>
                    <a:pt x="1381" y="0"/>
                  </a:cubicBezTo>
                  <a:moveTo>
                    <a:pt x="1575" y="3193"/>
                  </a:moveTo>
                  <a:cubicBezTo>
                    <a:pt x="1575" y="3298"/>
                    <a:pt x="1490" y="3383"/>
                    <a:pt x="1385" y="3383"/>
                  </a:cubicBezTo>
                  <a:cubicBezTo>
                    <a:pt x="233" y="3383"/>
                    <a:pt x="233" y="3383"/>
                    <a:pt x="233" y="3383"/>
                  </a:cubicBezTo>
                  <a:cubicBezTo>
                    <a:pt x="128" y="3383"/>
                    <a:pt x="43" y="3298"/>
                    <a:pt x="43" y="3193"/>
                  </a:cubicBezTo>
                  <a:cubicBezTo>
                    <a:pt x="43" y="233"/>
                    <a:pt x="43" y="233"/>
                    <a:pt x="43" y="233"/>
                  </a:cubicBezTo>
                  <a:cubicBezTo>
                    <a:pt x="43" y="128"/>
                    <a:pt x="128" y="43"/>
                    <a:pt x="233" y="43"/>
                  </a:cubicBezTo>
                  <a:cubicBezTo>
                    <a:pt x="417" y="43"/>
                    <a:pt x="417" y="43"/>
                    <a:pt x="417" y="43"/>
                  </a:cubicBezTo>
                  <a:cubicBezTo>
                    <a:pt x="417" y="77"/>
                    <a:pt x="417" y="77"/>
                    <a:pt x="417" y="77"/>
                  </a:cubicBezTo>
                  <a:cubicBezTo>
                    <a:pt x="417" y="108"/>
                    <a:pt x="436" y="153"/>
                    <a:pt x="487" y="153"/>
                  </a:cubicBezTo>
                  <a:cubicBezTo>
                    <a:pt x="1130" y="153"/>
                    <a:pt x="1130" y="153"/>
                    <a:pt x="1130" y="153"/>
                  </a:cubicBezTo>
                  <a:cubicBezTo>
                    <a:pt x="1181" y="153"/>
                    <a:pt x="1201" y="108"/>
                    <a:pt x="1201" y="77"/>
                  </a:cubicBezTo>
                  <a:cubicBezTo>
                    <a:pt x="1201" y="43"/>
                    <a:pt x="1201" y="43"/>
                    <a:pt x="1201" y="43"/>
                  </a:cubicBezTo>
                  <a:cubicBezTo>
                    <a:pt x="1385" y="43"/>
                    <a:pt x="1385" y="43"/>
                    <a:pt x="1385" y="43"/>
                  </a:cubicBezTo>
                  <a:cubicBezTo>
                    <a:pt x="1490" y="43"/>
                    <a:pt x="1575" y="128"/>
                    <a:pt x="1575" y="233"/>
                  </a:cubicBezTo>
                  <a:lnTo>
                    <a:pt x="1575" y="3193"/>
                  </a:lnTo>
                  <a:close/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AE06E1EE-DC8D-4CC5-156D-E51227448C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27513" y="1530506"/>
              <a:ext cx="552859" cy="60044"/>
            </a:xfrm>
            <a:custGeom>
              <a:avLst/>
              <a:gdLst>
                <a:gd name="T0" fmla="*/ 22 w 387"/>
                <a:gd name="T1" fmla="*/ 0 h 42"/>
                <a:gd name="T2" fmla="*/ 0 w 387"/>
                <a:gd name="T3" fmla="*/ 21 h 42"/>
                <a:gd name="T4" fmla="*/ 22 w 387"/>
                <a:gd name="T5" fmla="*/ 42 h 42"/>
                <a:gd name="T6" fmla="*/ 43 w 387"/>
                <a:gd name="T7" fmla="*/ 21 h 42"/>
                <a:gd name="T8" fmla="*/ 22 w 387"/>
                <a:gd name="T9" fmla="*/ 0 h 42"/>
                <a:gd name="T10" fmla="*/ 376 w 387"/>
                <a:gd name="T11" fmla="*/ 9 h 42"/>
                <a:gd name="T12" fmla="*/ 99 w 387"/>
                <a:gd name="T13" fmla="*/ 9 h 42"/>
                <a:gd name="T14" fmla="*/ 88 w 387"/>
                <a:gd name="T15" fmla="*/ 21 h 42"/>
                <a:gd name="T16" fmla="*/ 88 w 387"/>
                <a:gd name="T17" fmla="*/ 22 h 42"/>
                <a:gd name="T18" fmla="*/ 99 w 387"/>
                <a:gd name="T19" fmla="*/ 33 h 42"/>
                <a:gd name="T20" fmla="*/ 376 w 387"/>
                <a:gd name="T21" fmla="*/ 33 h 42"/>
                <a:gd name="T22" fmla="*/ 387 w 387"/>
                <a:gd name="T23" fmla="*/ 22 h 42"/>
                <a:gd name="T24" fmla="*/ 387 w 387"/>
                <a:gd name="T25" fmla="*/ 21 h 42"/>
                <a:gd name="T26" fmla="*/ 376 w 387"/>
                <a:gd name="T27" fmla="*/ 9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87" h="42">
                  <a:moveTo>
                    <a:pt x="22" y="0"/>
                  </a:moveTo>
                  <a:cubicBezTo>
                    <a:pt x="10" y="0"/>
                    <a:pt x="0" y="9"/>
                    <a:pt x="0" y="21"/>
                  </a:cubicBezTo>
                  <a:cubicBezTo>
                    <a:pt x="0" y="33"/>
                    <a:pt x="10" y="42"/>
                    <a:pt x="22" y="42"/>
                  </a:cubicBezTo>
                  <a:cubicBezTo>
                    <a:pt x="33" y="42"/>
                    <a:pt x="43" y="33"/>
                    <a:pt x="43" y="21"/>
                  </a:cubicBezTo>
                  <a:cubicBezTo>
                    <a:pt x="43" y="9"/>
                    <a:pt x="33" y="0"/>
                    <a:pt x="22" y="0"/>
                  </a:cubicBezTo>
                  <a:moveTo>
                    <a:pt x="376" y="9"/>
                  </a:moveTo>
                  <a:cubicBezTo>
                    <a:pt x="99" y="9"/>
                    <a:pt x="99" y="9"/>
                    <a:pt x="99" y="9"/>
                  </a:cubicBezTo>
                  <a:cubicBezTo>
                    <a:pt x="93" y="9"/>
                    <a:pt x="88" y="14"/>
                    <a:pt x="88" y="21"/>
                  </a:cubicBezTo>
                  <a:cubicBezTo>
                    <a:pt x="88" y="22"/>
                    <a:pt x="88" y="22"/>
                    <a:pt x="88" y="22"/>
                  </a:cubicBezTo>
                  <a:cubicBezTo>
                    <a:pt x="88" y="28"/>
                    <a:pt x="93" y="33"/>
                    <a:pt x="99" y="33"/>
                  </a:cubicBezTo>
                  <a:cubicBezTo>
                    <a:pt x="376" y="33"/>
                    <a:pt x="376" y="33"/>
                    <a:pt x="376" y="33"/>
                  </a:cubicBezTo>
                  <a:cubicBezTo>
                    <a:pt x="382" y="33"/>
                    <a:pt x="387" y="28"/>
                    <a:pt x="387" y="22"/>
                  </a:cubicBezTo>
                  <a:cubicBezTo>
                    <a:pt x="387" y="21"/>
                    <a:pt x="387" y="21"/>
                    <a:pt x="387" y="21"/>
                  </a:cubicBezTo>
                  <a:cubicBezTo>
                    <a:pt x="387" y="14"/>
                    <a:pt x="382" y="9"/>
                    <a:pt x="376" y="9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1C4CC21E-BB24-CFA4-88A0-7679258A3462}"/>
              </a:ext>
            </a:extLst>
          </p:cNvPr>
          <p:cNvGrpSpPr/>
          <p:nvPr userDrawn="1"/>
        </p:nvGrpSpPr>
        <p:grpSpPr>
          <a:xfrm>
            <a:off x="8682614" y="1455063"/>
            <a:ext cx="2311134" cy="4894165"/>
            <a:chOff x="6048375" y="1458000"/>
            <a:chExt cx="2311134" cy="4894165"/>
          </a:xfrm>
        </p:grpSpPr>
        <p:sp>
          <p:nvSpPr>
            <p:cNvPr id="28" name="Freeform 5">
              <a:extLst>
                <a:ext uri="{FF2B5EF4-FFF2-40B4-BE49-F238E27FC236}">
                  <a16:creationId xmlns:a16="http://schemas.microsoft.com/office/drawing/2014/main" id="{F20E712D-4042-3C65-5ACE-887BAF8492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48375" y="1458000"/>
              <a:ext cx="2311134" cy="4894165"/>
            </a:xfrm>
            <a:custGeom>
              <a:avLst/>
              <a:gdLst>
                <a:gd name="T0" fmla="*/ 1381 w 1617"/>
                <a:gd name="T1" fmla="*/ 0 h 3426"/>
                <a:gd name="T2" fmla="*/ 237 w 1617"/>
                <a:gd name="T3" fmla="*/ 0 h 3426"/>
                <a:gd name="T4" fmla="*/ 0 w 1617"/>
                <a:gd name="T5" fmla="*/ 239 h 3426"/>
                <a:gd name="T6" fmla="*/ 0 w 1617"/>
                <a:gd name="T7" fmla="*/ 3187 h 3426"/>
                <a:gd name="T8" fmla="*/ 237 w 1617"/>
                <a:gd name="T9" fmla="*/ 3426 h 3426"/>
                <a:gd name="T10" fmla="*/ 1381 w 1617"/>
                <a:gd name="T11" fmla="*/ 3426 h 3426"/>
                <a:gd name="T12" fmla="*/ 1617 w 1617"/>
                <a:gd name="T13" fmla="*/ 3187 h 3426"/>
                <a:gd name="T14" fmla="*/ 1617 w 1617"/>
                <a:gd name="T15" fmla="*/ 239 h 3426"/>
                <a:gd name="T16" fmla="*/ 1381 w 1617"/>
                <a:gd name="T17" fmla="*/ 0 h 3426"/>
                <a:gd name="T18" fmla="*/ 1575 w 1617"/>
                <a:gd name="T19" fmla="*/ 3193 h 3426"/>
                <a:gd name="T20" fmla="*/ 1385 w 1617"/>
                <a:gd name="T21" fmla="*/ 3383 h 3426"/>
                <a:gd name="T22" fmla="*/ 233 w 1617"/>
                <a:gd name="T23" fmla="*/ 3383 h 3426"/>
                <a:gd name="T24" fmla="*/ 43 w 1617"/>
                <a:gd name="T25" fmla="*/ 3193 h 3426"/>
                <a:gd name="T26" fmla="*/ 43 w 1617"/>
                <a:gd name="T27" fmla="*/ 233 h 3426"/>
                <a:gd name="T28" fmla="*/ 233 w 1617"/>
                <a:gd name="T29" fmla="*/ 43 h 3426"/>
                <a:gd name="T30" fmla="*/ 417 w 1617"/>
                <a:gd name="T31" fmla="*/ 43 h 3426"/>
                <a:gd name="T32" fmla="*/ 417 w 1617"/>
                <a:gd name="T33" fmla="*/ 77 h 3426"/>
                <a:gd name="T34" fmla="*/ 487 w 1617"/>
                <a:gd name="T35" fmla="*/ 153 h 3426"/>
                <a:gd name="T36" fmla="*/ 1130 w 1617"/>
                <a:gd name="T37" fmla="*/ 153 h 3426"/>
                <a:gd name="T38" fmla="*/ 1201 w 1617"/>
                <a:gd name="T39" fmla="*/ 77 h 3426"/>
                <a:gd name="T40" fmla="*/ 1201 w 1617"/>
                <a:gd name="T41" fmla="*/ 43 h 3426"/>
                <a:gd name="T42" fmla="*/ 1385 w 1617"/>
                <a:gd name="T43" fmla="*/ 43 h 3426"/>
                <a:gd name="T44" fmla="*/ 1575 w 1617"/>
                <a:gd name="T45" fmla="*/ 233 h 3426"/>
                <a:gd name="T46" fmla="*/ 1575 w 1617"/>
                <a:gd name="T47" fmla="*/ 3193 h 3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17" h="3426">
                  <a:moveTo>
                    <a:pt x="1381" y="0"/>
                  </a:moveTo>
                  <a:cubicBezTo>
                    <a:pt x="237" y="0"/>
                    <a:pt x="237" y="0"/>
                    <a:pt x="237" y="0"/>
                  </a:cubicBezTo>
                  <a:cubicBezTo>
                    <a:pt x="98" y="0"/>
                    <a:pt x="0" y="99"/>
                    <a:pt x="0" y="239"/>
                  </a:cubicBezTo>
                  <a:cubicBezTo>
                    <a:pt x="0" y="3187"/>
                    <a:pt x="0" y="3187"/>
                    <a:pt x="0" y="3187"/>
                  </a:cubicBezTo>
                  <a:cubicBezTo>
                    <a:pt x="0" y="3328"/>
                    <a:pt x="98" y="3426"/>
                    <a:pt x="237" y="3426"/>
                  </a:cubicBezTo>
                  <a:cubicBezTo>
                    <a:pt x="1381" y="3426"/>
                    <a:pt x="1381" y="3426"/>
                    <a:pt x="1381" y="3426"/>
                  </a:cubicBezTo>
                  <a:cubicBezTo>
                    <a:pt x="1520" y="3426"/>
                    <a:pt x="1617" y="3328"/>
                    <a:pt x="1617" y="3187"/>
                  </a:cubicBezTo>
                  <a:cubicBezTo>
                    <a:pt x="1617" y="239"/>
                    <a:pt x="1617" y="239"/>
                    <a:pt x="1617" y="239"/>
                  </a:cubicBezTo>
                  <a:cubicBezTo>
                    <a:pt x="1617" y="99"/>
                    <a:pt x="1520" y="0"/>
                    <a:pt x="1381" y="0"/>
                  </a:cubicBezTo>
                  <a:moveTo>
                    <a:pt x="1575" y="3193"/>
                  </a:moveTo>
                  <a:cubicBezTo>
                    <a:pt x="1575" y="3298"/>
                    <a:pt x="1490" y="3383"/>
                    <a:pt x="1385" y="3383"/>
                  </a:cubicBezTo>
                  <a:cubicBezTo>
                    <a:pt x="233" y="3383"/>
                    <a:pt x="233" y="3383"/>
                    <a:pt x="233" y="3383"/>
                  </a:cubicBezTo>
                  <a:cubicBezTo>
                    <a:pt x="128" y="3383"/>
                    <a:pt x="43" y="3298"/>
                    <a:pt x="43" y="3193"/>
                  </a:cubicBezTo>
                  <a:cubicBezTo>
                    <a:pt x="43" y="233"/>
                    <a:pt x="43" y="233"/>
                    <a:pt x="43" y="233"/>
                  </a:cubicBezTo>
                  <a:cubicBezTo>
                    <a:pt x="43" y="128"/>
                    <a:pt x="128" y="43"/>
                    <a:pt x="233" y="43"/>
                  </a:cubicBezTo>
                  <a:cubicBezTo>
                    <a:pt x="417" y="43"/>
                    <a:pt x="417" y="43"/>
                    <a:pt x="417" y="43"/>
                  </a:cubicBezTo>
                  <a:cubicBezTo>
                    <a:pt x="417" y="77"/>
                    <a:pt x="417" y="77"/>
                    <a:pt x="417" y="77"/>
                  </a:cubicBezTo>
                  <a:cubicBezTo>
                    <a:pt x="417" y="108"/>
                    <a:pt x="436" y="153"/>
                    <a:pt x="487" y="153"/>
                  </a:cubicBezTo>
                  <a:cubicBezTo>
                    <a:pt x="1130" y="153"/>
                    <a:pt x="1130" y="153"/>
                    <a:pt x="1130" y="153"/>
                  </a:cubicBezTo>
                  <a:cubicBezTo>
                    <a:pt x="1181" y="153"/>
                    <a:pt x="1201" y="108"/>
                    <a:pt x="1201" y="77"/>
                  </a:cubicBezTo>
                  <a:cubicBezTo>
                    <a:pt x="1201" y="43"/>
                    <a:pt x="1201" y="43"/>
                    <a:pt x="1201" y="43"/>
                  </a:cubicBezTo>
                  <a:cubicBezTo>
                    <a:pt x="1385" y="43"/>
                    <a:pt x="1385" y="43"/>
                    <a:pt x="1385" y="43"/>
                  </a:cubicBezTo>
                  <a:cubicBezTo>
                    <a:pt x="1490" y="43"/>
                    <a:pt x="1575" y="128"/>
                    <a:pt x="1575" y="233"/>
                  </a:cubicBezTo>
                  <a:lnTo>
                    <a:pt x="1575" y="3193"/>
                  </a:lnTo>
                  <a:close/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6">
              <a:extLst>
                <a:ext uri="{FF2B5EF4-FFF2-40B4-BE49-F238E27FC236}">
                  <a16:creationId xmlns:a16="http://schemas.microsoft.com/office/drawing/2014/main" id="{7206A955-25DA-0969-8784-CBEE99C5251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27513" y="1530506"/>
              <a:ext cx="552859" cy="60044"/>
            </a:xfrm>
            <a:custGeom>
              <a:avLst/>
              <a:gdLst>
                <a:gd name="T0" fmla="*/ 22 w 387"/>
                <a:gd name="T1" fmla="*/ 0 h 42"/>
                <a:gd name="T2" fmla="*/ 0 w 387"/>
                <a:gd name="T3" fmla="*/ 21 h 42"/>
                <a:gd name="T4" fmla="*/ 22 w 387"/>
                <a:gd name="T5" fmla="*/ 42 h 42"/>
                <a:gd name="T6" fmla="*/ 43 w 387"/>
                <a:gd name="T7" fmla="*/ 21 h 42"/>
                <a:gd name="T8" fmla="*/ 22 w 387"/>
                <a:gd name="T9" fmla="*/ 0 h 42"/>
                <a:gd name="T10" fmla="*/ 376 w 387"/>
                <a:gd name="T11" fmla="*/ 9 h 42"/>
                <a:gd name="T12" fmla="*/ 99 w 387"/>
                <a:gd name="T13" fmla="*/ 9 h 42"/>
                <a:gd name="T14" fmla="*/ 88 w 387"/>
                <a:gd name="T15" fmla="*/ 21 h 42"/>
                <a:gd name="T16" fmla="*/ 88 w 387"/>
                <a:gd name="T17" fmla="*/ 22 h 42"/>
                <a:gd name="T18" fmla="*/ 99 w 387"/>
                <a:gd name="T19" fmla="*/ 33 h 42"/>
                <a:gd name="T20" fmla="*/ 376 w 387"/>
                <a:gd name="T21" fmla="*/ 33 h 42"/>
                <a:gd name="T22" fmla="*/ 387 w 387"/>
                <a:gd name="T23" fmla="*/ 22 h 42"/>
                <a:gd name="T24" fmla="*/ 387 w 387"/>
                <a:gd name="T25" fmla="*/ 21 h 42"/>
                <a:gd name="T26" fmla="*/ 376 w 387"/>
                <a:gd name="T27" fmla="*/ 9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87" h="42">
                  <a:moveTo>
                    <a:pt x="22" y="0"/>
                  </a:moveTo>
                  <a:cubicBezTo>
                    <a:pt x="10" y="0"/>
                    <a:pt x="0" y="9"/>
                    <a:pt x="0" y="21"/>
                  </a:cubicBezTo>
                  <a:cubicBezTo>
                    <a:pt x="0" y="33"/>
                    <a:pt x="10" y="42"/>
                    <a:pt x="22" y="42"/>
                  </a:cubicBezTo>
                  <a:cubicBezTo>
                    <a:pt x="33" y="42"/>
                    <a:pt x="43" y="33"/>
                    <a:pt x="43" y="21"/>
                  </a:cubicBezTo>
                  <a:cubicBezTo>
                    <a:pt x="43" y="9"/>
                    <a:pt x="33" y="0"/>
                    <a:pt x="22" y="0"/>
                  </a:cubicBezTo>
                  <a:moveTo>
                    <a:pt x="376" y="9"/>
                  </a:moveTo>
                  <a:cubicBezTo>
                    <a:pt x="99" y="9"/>
                    <a:pt x="99" y="9"/>
                    <a:pt x="99" y="9"/>
                  </a:cubicBezTo>
                  <a:cubicBezTo>
                    <a:pt x="93" y="9"/>
                    <a:pt x="88" y="14"/>
                    <a:pt x="88" y="21"/>
                  </a:cubicBezTo>
                  <a:cubicBezTo>
                    <a:pt x="88" y="22"/>
                    <a:pt x="88" y="22"/>
                    <a:pt x="88" y="22"/>
                  </a:cubicBezTo>
                  <a:cubicBezTo>
                    <a:pt x="88" y="28"/>
                    <a:pt x="93" y="33"/>
                    <a:pt x="99" y="33"/>
                  </a:cubicBezTo>
                  <a:cubicBezTo>
                    <a:pt x="376" y="33"/>
                    <a:pt x="376" y="33"/>
                    <a:pt x="376" y="33"/>
                  </a:cubicBezTo>
                  <a:cubicBezTo>
                    <a:pt x="382" y="33"/>
                    <a:pt x="387" y="28"/>
                    <a:pt x="387" y="22"/>
                  </a:cubicBezTo>
                  <a:cubicBezTo>
                    <a:pt x="387" y="21"/>
                    <a:pt x="387" y="21"/>
                    <a:pt x="387" y="21"/>
                  </a:cubicBezTo>
                  <a:cubicBezTo>
                    <a:pt x="387" y="14"/>
                    <a:pt x="382" y="9"/>
                    <a:pt x="376" y="9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169313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Numb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D2C738C5-CE17-8F75-ADAC-39B90FA84D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64121" y="1295861"/>
            <a:ext cx="2110924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781407F7-B6AC-4E72-B6AC-77BC56A3AE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93435" y="1808163"/>
            <a:ext cx="2039475" cy="44631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26" name="Textplatzhalter 17">
            <a:extLst>
              <a:ext uri="{FF2B5EF4-FFF2-40B4-BE49-F238E27FC236}">
                <a16:creationId xmlns:a16="http://schemas.microsoft.com/office/drawing/2014/main" id="{A091C3CC-3F3F-23FE-602C-3411500BF0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7190" y="2617150"/>
            <a:ext cx="1422872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29" name="Textplatzhalter 24">
            <a:extLst>
              <a:ext uri="{FF2B5EF4-FFF2-40B4-BE49-F238E27FC236}">
                <a16:creationId xmlns:a16="http://schemas.microsoft.com/office/drawing/2014/main" id="{E1B4253D-A3DF-0CF2-D8A6-BD53847BB4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716839" y="3079886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30" name="Textplatzhalter 17">
            <a:extLst>
              <a:ext uri="{FF2B5EF4-FFF2-40B4-BE49-F238E27FC236}">
                <a16:creationId xmlns:a16="http://schemas.microsoft.com/office/drawing/2014/main" id="{96B47188-9DE9-83A5-4351-EF7BE32A85C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08364" y="3942865"/>
            <a:ext cx="2651320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00%</a:t>
            </a:r>
          </a:p>
        </p:txBody>
      </p:sp>
      <p:sp>
        <p:nvSpPr>
          <p:cNvPr id="31" name="Textplatzhalter 24">
            <a:extLst>
              <a:ext uri="{FF2B5EF4-FFF2-40B4-BE49-F238E27FC236}">
                <a16:creationId xmlns:a16="http://schemas.microsoft.com/office/drawing/2014/main" id="{52FB245C-0815-D83A-0EAA-EA17BEF16B1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66461" y="4405601"/>
            <a:ext cx="1656998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32" name="Textplatzhalter 17">
            <a:extLst>
              <a:ext uri="{FF2B5EF4-FFF2-40B4-BE49-F238E27FC236}">
                <a16:creationId xmlns:a16="http://schemas.microsoft.com/office/drawing/2014/main" id="{007CD200-62FF-17FA-0BA7-16E6A6F1EB2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6323" y="5268287"/>
            <a:ext cx="2110924" cy="106966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&gt;00</a:t>
            </a:r>
          </a:p>
        </p:txBody>
      </p:sp>
      <p:sp>
        <p:nvSpPr>
          <p:cNvPr id="33" name="Textplatzhalter 24">
            <a:extLst>
              <a:ext uri="{FF2B5EF4-FFF2-40B4-BE49-F238E27FC236}">
                <a16:creationId xmlns:a16="http://schemas.microsoft.com/office/drawing/2014/main" id="{CC6694AC-DF0F-CE8B-5A82-C6C614FF44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34024" y="5731023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33906E0-6D46-195B-33C1-D09180C9E89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8E9054D-2B23-A000-5E11-8D12948E29A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5F0F97F8-B6AF-0A50-6FE0-FEC64B2BB12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58812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FCEA20B0-21B2-D36B-5E43-43A9246AE6A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1BDD9D7E-C4A9-0B76-5A01-A25FD8BDB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D52585E2-29D8-9C9F-5360-87974B4BE9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571362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Numbers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8E9054D-2B23-A000-5E11-8D12948E29A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platzhalter 17">
            <a:extLst>
              <a:ext uri="{FF2B5EF4-FFF2-40B4-BE49-F238E27FC236}">
                <a16:creationId xmlns:a16="http://schemas.microsoft.com/office/drawing/2014/main" id="{464BD83E-8778-CC97-4712-99AFB58E50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64121" y="1295861"/>
            <a:ext cx="2110924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16" name="Textplatzhalter 24">
            <a:extLst>
              <a:ext uri="{FF2B5EF4-FFF2-40B4-BE49-F238E27FC236}">
                <a16:creationId xmlns:a16="http://schemas.microsoft.com/office/drawing/2014/main" id="{FBCB321B-95A1-BEB1-0D24-83F6BEE520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93435" y="1808163"/>
            <a:ext cx="2039475" cy="44631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0ED7772D-CD08-A72F-BA2F-2DBE2B6D554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34007" y="3083836"/>
            <a:ext cx="1422872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</a:t>
            </a:r>
          </a:p>
        </p:txBody>
      </p:sp>
      <p:sp>
        <p:nvSpPr>
          <p:cNvPr id="19" name="Textplatzhalter 24">
            <a:extLst>
              <a:ext uri="{FF2B5EF4-FFF2-40B4-BE49-F238E27FC236}">
                <a16:creationId xmlns:a16="http://schemas.microsoft.com/office/drawing/2014/main" id="{8A4C226E-A367-B142-EA1F-8C4338098F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3656" y="3546572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8AF69B83-0099-07DC-2AF2-62DA1EF8864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08364" y="4594080"/>
            <a:ext cx="2651320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00%</a:t>
            </a:r>
          </a:p>
        </p:txBody>
      </p:sp>
      <p:sp>
        <p:nvSpPr>
          <p:cNvPr id="21" name="Textplatzhalter 24">
            <a:extLst>
              <a:ext uri="{FF2B5EF4-FFF2-40B4-BE49-F238E27FC236}">
                <a16:creationId xmlns:a16="http://schemas.microsoft.com/office/drawing/2014/main" id="{24212708-A85E-62D4-39B6-FC62619C21D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66461" y="5056816"/>
            <a:ext cx="1656998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22" name="Textplatzhalter 17">
            <a:extLst>
              <a:ext uri="{FF2B5EF4-FFF2-40B4-BE49-F238E27FC236}">
                <a16:creationId xmlns:a16="http://schemas.microsoft.com/office/drawing/2014/main" id="{91901F5D-7B87-BE07-0D0B-9793ED04A80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11478" y="5268287"/>
            <a:ext cx="2110924" cy="106966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&gt;00</a:t>
            </a:r>
          </a:p>
        </p:txBody>
      </p:sp>
      <p:sp>
        <p:nvSpPr>
          <p:cNvPr id="23" name="Textplatzhalter 24">
            <a:extLst>
              <a:ext uri="{FF2B5EF4-FFF2-40B4-BE49-F238E27FC236}">
                <a16:creationId xmlns:a16="http://schemas.microsoft.com/office/drawing/2014/main" id="{01264C22-8F84-ACBF-EFF8-2FBCA5FE86E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29179" y="5731023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24" name="Textplatzhalter 17">
            <a:extLst>
              <a:ext uri="{FF2B5EF4-FFF2-40B4-BE49-F238E27FC236}">
                <a16:creationId xmlns:a16="http://schemas.microsoft.com/office/drawing/2014/main" id="{F252CA67-FFA3-A81F-D76A-858E367B66C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58542" y="1638679"/>
            <a:ext cx="2110924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34" name="Textplatzhalter 24">
            <a:extLst>
              <a:ext uri="{FF2B5EF4-FFF2-40B4-BE49-F238E27FC236}">
                <a16:creationId xmlns:a16="http://schemas.microsoft.com/office/drawing/2014/main" id="{90349DD5-DB65-C386-0CB6-8DFE86A1E0A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87856" y="2150981"/>
            <a:ext cx="2039475" cy="44631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35" name="Textplatzhalter 17">
            <a:extLst>
              <a:ext uri="{FF2B5EF4-FFF2-40B4-BE49-F238E27FC236}">
                <a16:creationId xmlns:a16="http://schemas.microsoft.com/office/drawing/2014/main" id="{B5E01315-A857-14B2-E06B-ED59F947E98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1611" y="3511934"/>
            <a:ext cx="1422872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36" name="Textplatzhalter 24">
            <a:extLst>
              <a:ext uri="{FF2B5EF4-FFF2-40B4-BE49-F238E27FC236}">
                <a16:creationId xmlns:a16="http://schemas.microsoft.com/office/drawing/2014/main" id="{125F58F5-82E2-C17F-6D38-86D242329C3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11260" y="3974670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44DCDCE-03BC-B2FC-0050-051E2CF2A909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436147B-532D-42CF-E249-BF9382B43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FE5329AE-E1AB-5B6B-7B92-493CC6B69F0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454749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Numbers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A7BA29A0-0475-CB59-42A6-F43F0CE81F2A}"/>
              </a:ext>
            </a:extLst>
          </p:cNvPr>
          <p:cNvGrpSpPr/>
          <p:nvPr userDrawn="1"/>
        </p:nvGrpSpPr>
        <p:grpSpPr>
          <a:xfrm>
            <a:off x="4239231" y="4062465"/>
            <a:ext cx="3713538" cy="1296000"/>
            <a:chOff x="4245504" y="4062465"/>
            <a:chExt cx="3713538" cy="1296000"/>
          </a:xfrm>
        </p:grpSpPr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FBD1D0BB-D5D1-451E-362D-0850AB2250B4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245504" y="4062465"/>
              <a:ext cx="0" cy="1296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Gerader Verbinder 7">
              <a:extLst>
                <a:ext uri="{FF2B5EF4-FFF2-40B4-BE49-F238E27FC236}">
                  <a16:creationId xmlns:a16="http://schemas.microsoft.com/office/drawing/2014/main" id="{F3ED77D0-18D5-6B3B-87CB-672BC1E5AB3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7959042" y="4062465"/>
              <a:ext cx="0" cy="1296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platzhalter 17">
            <a:extLst>
              <a:ext uri="{FF2B5EF4-FFF2-40B4-BE49-F238E27FC236}">
                <a16:creationId xmlns:a16="http://schemas.microsoft.com/office/drawing/2014/main" id="{E7B6069A-40C8-94D1-CEED-4528869F144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77538" y="4132505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300</a:t>
            </a:r>
          </a:p>
        </p:txBody>
      </p:sp>
      <p:sp>
        <p:nvSpPr>
          <p:cNvPr id="24" name="Textplatzhalter 24">
            <a:extLst>
              <a:ext uri="{FF2B5EF4-FFF2-40B4-BE49-F238E27FC236}">
                <a16:creationId xmlns:a16="http://schemas.microsoft.com/office/drawing/2014/main" id="{AEA58E8D-4488-9CB9-F626-5C7FA38C9E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77540" y="4898172"/>
            <a:ext cx="1685652" cy="26988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endParaRPr lang="de-DE"/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81F0644D-B565-F04C-F55D-0061E019FFB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77538" y="5212659"/>
            <a:ext cx="1685656" cy="65105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26" name="Textplatzhalter 17">
            <a:extLst>
              <a:ext uri="{FF2B5EF4-FFF2-40B4-BE49-F238E27FC236}">
                <a16:creationId xmlns:a16="http://schemas.microsoft.com/office/drawing/2014/main" id="{CA83C053-EC74-8221-0420-66FC3ABE8C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53172" y="4132505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29" name="Textplatzhalter 24">
            <a:extLst>
              <a:ext uri="{FF2B5EF4-FFF2-40B4-BE49-F238E27FC236}">
                <a16:creationId xmlns:a16="http://schemas.microsoft.com/office/drawing/2014/main" id="{0E2E8157-2D1A-CC25-EF26-EE00ED45533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53174" y="4898172"/>
            <a:ext cx="1685652" cy="26988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endParaRPr lang="de-DE"/>
          </a:p>
        </p:txBody>
      </p:sp>
      <p:sp>
        <p:nvSpPr>
          <p:cNvPr id="30" name="Textplatzhalter 24">
            <a:extLst>
              <a:ext uri="{FF2B5EF4-FFF2-40B4-BE49-F238E27FC236}">
                <a16:creationId xmlns:a16="http://schemas.microsoft.com/office/drawing/2014/main" id="{493D4D73-AAB1-516F-EFB3-C35E3D4944E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53172" y="5212659"/>
            <a:ext cx="1685656" cy="65105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31" name="Textplatzhalter 17">
            <a:extLst>
              <a:ext uri="{FF2B5EF4-FFF2-40B4-BE49-F238E27FC236}">
                <a16:creationId xmlns:a16="http://schemas.microsoft.com/office/drawing/2014/main" id="{A5CC053B-77E9-3D89-5EA6-578756D7BA6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66710" y="4132505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32" name="Textplatzhalter 24">
            <a:extLst>
              <a:ext uri="{FF2B5EF4-FFF2-40B4-BE49-F238E27FC236}">
                <a16:creationId xmlns:a16="http://schemas.microsoft.com/office/drawing/2014/main" id="{ACE9A6AB-AB41-F08B-0FCF-609545138CE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66712" y="4898172"/>
            <a:ext cx="1685652" cy="26988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endParaRPr lang="de-DE"/>
          </a:p>
        </p:txBody>
      </p:sp>
      <p:sp>
        <p:nvSpPr>
          <p:cNvPr id="33" name="Textplatzhalter 24">
            <a:extLst>
              <a:ext uri="{FF2B5EF4-FFF2-40B4-BE49-F238E27FC236}">
                <a16:creationId xmlns:a16="http://schemas.microsoft.com/office/drawing/2014/main" id="{610A1C2C-95D4-5095-F370-2EFD0D93BB3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966710" y="5212659"/>
            <a:ext cx="1685656" cy="65105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34" name="Textplatzhalter 33">
            <a:extLst>
              <a:ext uri="{FF2B5EF4-FFF2-40B4-BE49-F238E27FC236}">
                <a16:creationId xmlns:a16="http://schemas.microsoft.com/office/drawing/2014/main" id="{48D5DE7D-B7B0-B4AE-DACB-4ABEF6F8D7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58811" y="1808163"/>
            <a:ext cx="3580419" cy="70646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</a:t>
            </a:r>
            <a:endParaRPr lang="de-DE"/>
          </a:p>
        </p:txBody>
      </p:sp>
      <p:sp>
        <p:nvSpPr>
          <p:cNvPr id="35" name="Textplatzhalter 24">
            <a:extLst>
              <a:ext uri="{FF2B5EF4-FFF2-40B4-BE49-F238E27FC236}">
                <a16:creationId xmlns:a16="http://schemas.microsoft.com/office/drawing/2014/main" id="{C02373F9-D0E0-094A-737A-AB20359CE99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677538" y="3920770"/>
            <a:ext cx="1685656" cy="18298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000" b="0" spc="3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sz="1200" b="0">
                <a:effectLst/>
                <a:latin typeface="+mj-lt"/>
                <a:ea typeface="Open Sans" pitchFamily="2" charset="0"/>
                <a:cs typeface="Sora" pitchFamily="2" charset="0"/>
              </a:rPr>
              <a:t>Projekte</a:t>
            </a:r>
            <a:endParaRPr lang="de-DE"/>
          </a:p>
        </p:txBody>
      </p:sp>
      <p:sp>
        <p:nvSpPr>
          <p:cNvPr id="36" name="Textplatzhalter 24">
            <a:extLst>
              <a:ext uri="{FF2B5EF4-FFF2-40B4-BE49-F238E27FC236}">
                <a16:creationId xmlns:a16="http://schemas.microsoft.com/office/drawing/2014/main" id="{5DFC2D4C-660D-4062-0F81-9BE7729BEEF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53172" y="3917170"/>
            <a:ext cx="1685656" cy="18298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000" b="0" spc="3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sz="1200" b="0">
                <a:effectLst/>
                <a:latin typeface="+mj-lt"/>
                <a:ea typeface="Open Sans" pitchFamily="2" charset="0"/>
                <a:cs typeface="Sora" pitchFamily="2" charset="0"/>
              </a:rPr>
              <a:t>Projekte</a:t>
            </a:r>
            <a:endParaRPr lang="de-DE"/>
          </a:p>
        </p:txBody>
      </p:sp>
      <p:sp>
        <p:nvSpPr>
          <p:cNvPr id="37" name="Textplatzhalter 24">
            <a:extLst>
              <a:ext uri="{FF2B5EF4-FFF2-40B4-BE49-F238E27FC236}">
                <a16:creationId xmlns:a16="http://schemas.microsoft.com/office/drawing/2014/main" id="{F817B4CC-A1CF-4A82-CCEC-9CA1D438A5C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966710" y="3924678"/>
            <a:ext cx="1685656" cy="18298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000" b="0" spc="3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sz="1200" b="0">
                <a:effectLst/>
                <a:latin typeface="+mj-lt"/>
                <a:ea typeface="Open Sans" pitchFamily="2" charset="0"/>
                <a:cs typeface="Sora" pitchFamily="2" charset="0"/>
              </a:rPr>
              <a:t>Projekte</a:t>
            </a:r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38CCA27-A28D-4F94-2D7A-F51807EF2577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C1C88693-ED94-4510-BF50-3DE7B29C01B7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C0D992E9-5480-97A0-8402-7ADE1DAD4CA3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2DB024EA-C06B-7640-6138-C8CA8BA1B4C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itel 20">
            <a:extLst>
              <a:ext uri="{FF2B5EF4-FFF2-40B4-BE49-F238E27FC236}">
                <a16:creationId xmlns:a16="http://schemas.microsoft.com/office/drawing/2014/main" id="{DB5B60A7-D2B1-3134-8D0E-652CDEB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14912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Numbers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A7BA29A0-0475-CB59-42A6-F43F0CE81F2A}"/>
              </a:ext>
            </a:extLst>
          </p:cNvPr>
          <p:cNvGrpSpPr/>
          <p:nvPr userDrawn="1"/>
        </p:nvGrpSpPr>
        <p:grpSpPr>
          <a:xfrm>
            <a:off x="4239231" y="4525761"/>
            <a:ext cx="3713538" cy="1296000"/>
            <a:chOff x="4245504" y="4062465"/>
            <a:chExt cx="3713538" cy="1296000"/>
          </a:xfrm>
        </p:grpSpPr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FBD1D0BB-D5D1-451E-362D-0850AB2250B4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245504" y="4062465"/>
              <a:ext cx="0" cy="1296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Gerader Verbinder 7">
              <a:extLst>
                <a:ext uri="{FF2B5EF4-FFF2-40B4-BE49-F238E27FC236}">
                  <a16:creationId xmlns:a16="http://schemas.microsoft.com/office/drawing/2014/main" id="{F3ED77D0-18D5-6B3B-87CB-672BC1E5AB3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7959042" y="4062465"/>
              <a:ext cx="0" cy="1296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platzhalter 17">
            <a:extLst>
              <a:ext uri="{FF2B5EF4-FFF2-40B4-BE49-F238E27FC236}">
                <a16:creationId xmlns:a16="http://schemas.microsoft.com/office/drawing/2014/main" id="{E7B6069A-40C8-94D1-CEED-4528869F144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77538" y="4595801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1000</a:t>
            </a:r>
          </a:p>
        </p:txBody>
      </p:sp>
      <p:sp>
        <p:nvSpPr>
          <p:cNvPr id="24" name="Textplatzhalter 24">
            <a:extLst>
              <a:ext uri="{FF2B5EF4-FFF2-40B4-BE49-F238E27FC236}">
                <a16:creationId xmlns:a16="http://schemas.microsoft.com/office/drawing/2014/main" id="{AEA58E8D-4488-9CB9-F626-5C7FA38C9E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77540" y="5361468"/>
            <a:ext cx="1685652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26" name="Textplatzhalter 17">
            <a:extLst>
              <a:ext uri="{FF2B5EF4-FFF2-40B4-BE49-F238E27FC236}">
                <a16:creationId xmlns:a16="http://schemas.microsoft.com/office/drawing/2014/main" id="{CA83C053-EC74-8221-0420-66FC3ABE8C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53172" y="4595801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1.1</a:t>
            </a:r>
          </a:p>
        </p:txBody>
      </p:sp>
      <p:sp>
        <p:nvSpPr>
          <p:cNvPr id="29" name="Textplatzhalter 24">
            <a:extLst>
              <a:ext uri="{FF2B5EF4-FFF2-40B4-BE49-F238E27FC236}">
                <a16:creationId xmlns:a16="http://schemas.microsoft.com/office/drawing/2014/main" id="{0E2E8157-2D1A-CC25-EF26-EE00ED45533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53174" y="5361468"/>
            <a:ext cx="1685652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31" name="Textplatzhalter 17">
            <a:extLst>
              <a:ext uri="{FF2B5EF4-FFF2-40B4-BE49-F238E27FC236}">
                <a16:creationId xmlns:a16="http://schemas.microsoft.com/office/drawing/2014/main" id="{A5CC053B-77E9-3D89-5EA6-578756D7BA6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66710" y="4595801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32" name="Textplatzhalter 24">
            <a:extLst>
              <a:ext uri="{FF2B5EF4-FFF2-40B4-BE49-F238E27FC236}">
                <a16:creationId xmlns:a16="http://schemas.microsoft.com/office/drawing/2014/main" id="{ACE9A6AB-AB41-F08B-0FCF-609545138CE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66712" y="5361468"/>
            <a:ext cx="1685652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C1C88693-ED94-4510-BF50-3DE7B29C01B7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B7C1FF4C-BB20-F196-8766-DBFD7C251171}"/>
              </a:ext>
            </a:extLst>
          </p:cNvPr>
          <p:cNvGrpSpPr/>
          <p:nvPr userDrawn="1"/>
        </p:nvGrpSpPr>
        <p:grpSpPr>
          <a:xfrm>
            <a:off x="4239231" y="2378900"/>
            <a:ext cx="3713538" cy="1296000"/>
            <a:chOff x="4245504" y="4062465"/>
            <a:chExt cx="3713538" cy="1296000"/>
          </a:xfrm>
        </p:grpSpPr>
        <p:cxnSp>
          <p:nvCxnSpPr>
            <p:cNvPr id="17" name="Gerader Verbinder 16">
              <a:extLst>
                <a:ext uri="{FF2B5EF4-FFF2-40B4-BE49-F238E27FC236}">
                  <a16:creationId xmlns:a16="http://schemas.microsoft.com/office/drawing/2014/main" id="{58DEA858-43FF-4415-DE89-277020C5EAF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245504" y="4062465"/>
              <a:ext cx="0" cy="1296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94AEF92F-434C-2FFD-CF05-7C8B68850385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7959042" y="4062465"/>
              <a:ext cx="0" cy="1296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0ECD0387-F61D-490D-FE26-5366E11DC75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677538" y="2448940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21" name="Textplatzhalter 24">
            <a:extLst>
              <a:ext uri="{FF2B5EF4-FFF2-40B4-BE49-F238E27FC236}">
                <a16:creationId xmlns:a16="http://schemas.microsoft.com/office/drawing/2014/main" id="{E166CB07-9F81-7EAD-7135-BBEA879EC29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677540" y="3214607"/>
            <a:ext cx="1685652" cy="595829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22" name="Textplatzhalter 17">
            <a:extLst>
              <a:ext uri="{FF2B5EF4-FFF2-40B4-BE49-F238E27FC236}">
                <a16:creationId xmlns:a16="http://schemas.microsoft.com/office/drawing/2014/main" id="{B26F895C-2B40-786C-429E-81F4483FE46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253172" y="2448940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</a:t>
            </a:r>
          </a:p>
        </p:txBody>
      </p:sp>
      <p:sp>
        <p:nvSpPr>
          <p:cNvPr id="38" name="Textplatzhalter 24">
            <a:extLst>
              <a:ext uri="{FF2B5EF4-FFF2-40B4-BE49-F238E27FC236}">
                <a16:creationId xmlns:a16="http://schemas.microsoft.com/office/drawing/2014/main" id="{5ADD81B7-6B3B-7274-726E-357BB9C52F9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253174" y="3214607"/>
            <a:ext cx="1685652" cy="595829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39" name="Textplatzhalter 17">
            <a:extLst>
              <a:ext uri="{FF2B5EF4-FFF2-40B4-BE49-F238E27FC236}">
                <a16:creationId xmlns:a16="http://schemas.microsoft.com/office/drawing/2014/main" id="{E3D7BC02-47FA-22EB-FE72-4D8D52E04A6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966710" y="2448940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</a:t>
            </a:r>
          </a:p>
        </p:txBody>
      </p:sp>
      <p:sp>
        <p:nvSpPr>
          <p:cNvPr id="40" name="Textplatzhalter 24">
            <a:extLst>
              <a:ext uri="{FF2B5EF4-FFF2-40B4-BE49-F238E27FC236}">
                <a16:creationId xmlns:a16="http://schemas.microsoft.com/office/drawing/2014/main" id="{0F3E8A97-495E-6B17-D01C-EEB4FB8912D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966712" y="3214607"/>
            <a:ext cx="1685652" cy="595829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27" name="Fußzeilenplatzhalter 26">
            <a:extLst>
              <a:ext uri="{FF2B5EF4-FFF2-40B4-BE49-F238E27FC236}">
                <a16:creationId xmlns:a16="http://schemas.microsoft.com/office/drawing/2014/main" id="{BC528E42-9C11-61B7-B7E2-1A1BCBC79B48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8" name="Titel 27">
            <a:extLst>
              <a:ext uri="{FF2B5EF4-FFF2-40B4-BE49-F238E27FC236}">
                <a16:creationId xmlns:a16="http://schemas.microsoft.com/office/drawing/2014/main" id="{8FEAFCC1-E8E6-0013-4806-1E43140F9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0" name="Textplatzhalter 17">
            <a:extLst>
              <a:ext uri="{FF2B5EF4-FFF2-40B4-BE49-F238E27FC236}">
                <a16:creationId xmlns:a16="http://schemas.microsoft.com/office/drawing/2014/main" id="{E3BA15D6-C8CD-27F9-7BEE-4D69CE31080C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57936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Statement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454F6B8C-4F87-2244-4BC5-741A66267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799" y="3827849"/>
            <a:ext cx="10875600" cy="234911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1600" b="1">
                <a:solidFill>
                  <a:schemeClr val="bg1"/>
                </a:solidFill>
              </a:defRPr>
            </a:lvl2pPr>
            <a:lvl3pPr marL="914400" indent="0">
              <a:buNone/>
              <a:defRPr sz="1600" b="1">
                <a:solidFill>
                  <a:schemeClr val="bg1"/>
                </a:solidFill>
              </a:defRPr>
            </a:lvl3pPr>
            <a:lvl4pPr marL="1371600" indent="0">
              <a:buNone/>
              <a:defRPr sz="1600" b="1">
                <a:solidFill>
                  <a:schemeClr val="bg1"/>
                </a:solidFill>
              </a:defRPr>
            </a:lvl4pPr>
            <a:lvl5pPr marL="1828800" indent="0">
              <a:buNone/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F86A3554-534D-D127-DCF0-58C57506EA18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9008"/>
          <a:stretch/>
        </p:blipFill>
        <p:spPr>
          <a:xfrm>
            <a:off x="8780393" y="2797200"/>
            <a:ext cx="3411607" cy="2687150"/>
          </a:xfrm>
          <a:prstGeom prst="rect">
            <a:avLst/>
          </a:prstGeom>
        </p:spPr>
      </p:pic>
      <p:sp>
        <p:nvSpPr>
          <p:cNvPr id="34" name="Textplatzhalter 33">
            <a:extLst>
              <a:ext uri="{FF2B5EF4-FFF2-40B4-BE49-F238E27FC236}">
                <a16:creationId xmlns:a16="http://schemas.microsoft.com/office/drawing/2014/main" id="{503E446B-C915-7208-68EB-2F475AFD84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61660" y="2349140"/>
            <a:ext cx="6371528" cy="11413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6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9600"/>
            </a:lvl2pPr>
            <a:lvl3pPr marL="914400" indent="0">
              <a:buNone/>
              <a:defRPr sz="9600"/>
            </a:lvl3pPr>
            <a:lvl4pPr marL="1371600" indent="0">
              <a:buNone/>
              <a:defRPr sz="9600"/>
            </a:lvl4pPr>
            <a:lvl5pPr marL="1828800" indent="0">
              <a:buNone/>
              <a:defRPr sz="9600"/>
            </a:lvl5pPr>
          </a:lstStyle>
          <a:p>
            <a:pPr lvl="0"/>
            <a:r>
              <a:rPr lang="de-DE"/>
              <a:t>KEYWORD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6099C07-01B4-9C15-824D-A167FAAA900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5B538B9-EE2B-C5A5-0BF2-7EE231BE04F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0" y="3552483"/>
            <a:ext cx="658814" cy="137683"/>
          </a:xfrm>
          <a:prstGeom prst="rect">
            <a:avLst/>
          </a:prstGeom>
        </p:spPr>
      </p:pic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D9F877EB-AD36-6ED0-574A-91C23B2F40C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A9E41E50-6542-6018-482F-6ACEB78EB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41486753-22F6-63EB-6ECA-6251DED3A1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005843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Statement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454F6B8C-4F87-2244-4BC5-741A66267B0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8800" y="1807200"/>
            <a:ext cx="10875600" cy="453618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None/>
              <a:defRPr sz="1600" b="1">
                <a:solidFill>
                  <a:schemeClr val="bg1"/>
                </a:solidFill>
              </a:defRPr>
            </a:lvl2pPr>
            <a:lvl3pPr marL="914400" indent="0">
              <a:buNone/>
              <a:defRPr sz="1600" b="1">
                <a:solidFill>
                  <a:schemeClr val="bg1"/>
                </a:solidFill>
              </a:defRPr>
            </a:lvl3pPr>
            <a:lvl4pPr marL="1371600" indent="0">
              <a:buNone/>
              <a:defRPr sz="1600" b="1">
                <a:solidFill>
                  <a:schemeClr val="bg1"/>
                </a:solidFill>
              </a:defRPr>
            </a:lvl4pPr>
            <a:lvl5pPr marL="1828800" indent="0">
              <a:buNone/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„Platz für Statements &amp; mehr“</a:t>
            </a:r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F86A3554-534D-D127-DCF0-58C57506EA18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9008"/>
          <a:stretch/>
        </p:blipFill>
        <p:spPr>
          <a:xfrm>
            <a:off x="8780393" y="2794708"/>
            <a:ext cx="3411607" cy="2687150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6099C07-01B4-9C15-824D-A167FAAA900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52A8D6D-0A96-78D0-3895-A3F54133DCC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3969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Statement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fik 30">
            <a:extLst>
              <a:ext uri="{FF2B5EF4-FFF2-40B4-BE49-F238E27FC236}">
                <a16:creationId xmlns:a16="http://schemas.microsoft.com/office/drawing/2014/main" id="{F86A3554-534D-D127-DCF0-58C57506EA18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9008"/>
          <a:stretch/>
        </p:blipFill>
        <p:spPr>
          <a:xfrm>
            <a:off x="8780393" y="2794708"/>
            <a:ext cx="3411607" cy="2687150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6099C07-01B4-9C15-824D-A167FAAA900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661536-73BB-9C23-0532-1D93E2CE91A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8800" y="1807200"/>
            <a:ext cx="10875600" cy="398843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6000" b="1">
                <a:solidFill>
                  <a:schemeClr val="bg1"/>
                </a:solidFill>
              </a:defRPr>
            </a:lvl1pPr>
            <a:lvl2pPr marL="457200" indent="0">
              <a:buNone/>
              <a:defRPr sz="1600" b="1">
                <a:solidFill>
                  <a:schemeClr val="bg1"/>
                </a:solidFill>
              </a:defRPr>
            </a:lvl2pPr>
            <a:lvl3pPr marL="914400" indent="0">
              <a:buNone/>
              <a:defRPr sz="1600" b="1">
                <a:solidFill>
                  <a:schemeClr val="bg1"/>
                </a:solidFill>
              </a:defRPr>
            </a:lvl3pPr>
            <a:lvl4pPr marL="1371600" indent="0">
              <a:buNone/>
              <a:defRPr sz="1600" b="1">
                <a:solidFill>
                  <a:schemeClr val="bg1"/>
                </a:solidFill>
              </a:defRPr>
            </a:lvl4pPr>
            <a:lvl5pPr marL="1828800" indent="0">
              <a:buNone/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„Platz für lange Statements, Sprüche, Zitate &amp; Co.</a:t>
            </a:r>
            <a:br>
              <a:rPr lang="de-DE"/>
            </a:br>
            <a:r>
              <a:rPr lang="de-DE"/>
              <a:t> Mit Quellenangabe </a:t>
            </a:r>
            <a:br>
              <a:rPr lang="de-DE"/>
            </a:br>
            <a:r>
              <a:rPr lang="de-DE"/>
              <a:t>oder Autor“</a:t>
            </a:r>
          </a:p>
        </p:txBody>
      </p:sp>
      <p:sp>
        <p:nvSpPr>
          <p:cNvPr id="14" name="Textplatzhalter 4">
            <a:extLst>
              <a:ext uri="{FF2B5EF4-FFF2-40B4-BE49-F238E27FC236}">
                <a16:creationId xmlns:a16="http://schemas.microsoft.com/office/drawing/2014/main" id="{B754EBAC-E16C-096E-A3ED-21FAF5D60DD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814" y="5957739"/>
            <a:ext cx="10874374" cy="3208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b="0"/>
            </a:lvl2pPr>
            <a:lvl3pPr marL="914400" indent="0" algn="ctr">
              <a:buNone/>
              <a:defRPr b="0"/>
            </a:lvl3pPr>
            <a:lvl4pPr marL="1371600" indent="0" algn="ctr">
              <a:buNone/>
              <a:defRPr b="0"/>
            </a:lvl4pPr>
            <a:lvl5pPr marL="1828800" indent="0" algn="ctr">
              <a:buNone/>
              <a:defRPr b="0"/>
            </a:lvl5pPr>
          </a:lstStyle>
          <a:p>
            <a:pPr lvl="0"/>
            <a:r>
              <a:rPr lang="de-DE"/>
              <a:t>Autor / Quellenangabe</a:t>
            </a:r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FFD1D5F9-E4D0-11B2-3524-45C127256D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2855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Brea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37976C26-78A6-624E-DAD4-0DE213156E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8800" y="1808163"/>
            <a:ext cx="10885465" cy="13383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LUNCH BREAK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51D0CE84-41B1-6D79-9631-C2D087737F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8542" y="549275"/>
            <a:ext cx="1041663" cy="589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platzhalter 47">
            <a:extLst>
              <a:ext uri="{FF2B5EF4-FFF2-40B4-BE49-F238E27FC236}">
                <a16:creationId xmlns:a16="http://schemas.microsoft.com/office/drawing/2014/main" id="{76E72628-9A9C-9C8E-A85B-3BCDC0B1AF4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8813" y="3339268"/>
            <a:ext cx="2338828" cy="27874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2200" b="1" spc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 sz="4000"/>
            </a:lvl2pPr>
            <a:lvl3pPr marL="914400" indent="0">
              <a:buFontTx/>
              <a:buNone/>
              <a:defRPr sz="4000"/>
            </a:lvl3pPr>
            <a:lvl4pPr marL="1371600" indent="0">
              <a:buFontTx/>
              <a:buNone/>
              <a:defRPr sz="4000"/>
            </a:lvl4pPr>
            <a:lvl5pPr marL="1828800" indent="0">
              <a:buFontTx/>
              <a:buNone/>
              <a:defRPr sz="4000"/>
            </a:lvl5pPr>
          </a:lstStyle>
          <a:p>
            <a:pPr lvl="0"/>
            <a:r>
              <a:rPr lang="de-DE"/>
              <a:t>00:00 – 00:00 Uhr</a:t>
            </a:r>
          </a:p>
        </p:txBody>
      </p:sp>
      <p:sp>
        <p:nvSpPr>
          <p:cNvPr id="8" name="Foliennummernplatzhalter 21">
            <a:extLst>
              <a:ext uri="{FF2B5EF4-FFF2-40B4-BE49-F238E27FC236}">
                <a16:creationId xmlns:a16="http://schemas.microsoft.com/office/drawing/2014/main" id="{0F89045D-698C-C921-C774-A0192223B5C6}"/>
              </a:ext>
            </a:extLst>
          </p:cNvPr>
          <p:cNvSpPr txBox="1">
            <a:spLocks/>
          </p:cNvSpPr>
          <p:nvPr userDrawn="1"/>
        </p:nvSpPr>
        <p:spPr>
          <a:xfrm>
            <a:off x="11318005" y="6538125"/>
            <a:ext cx="215183" cy="122917"/>
          </a:xfrm>
          <a:prstGeom prst="rect">
            <a:avLst/>
          </a:prstGeom>
        </p:spPr>
        <p:txBody>
          <a:bodyPr/>
          <a:lstStyle>
            <a:defPPr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>
              <a:solidFill>
                <a:schemeClr val="bg2"/>
              </a:solidFill>
            </a:endParaRP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93F320E8-BC7A-4AFB-91F1-F357DC912366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4" name="Foliennummernplatzhalter 23">
            <a:extLst>
              <a:ext uri="{FF2B5EF4-FFF2-40B4-BE49-F238E27FC236}">
                <a16:creationId xmlns:a16="http://schemas.microsoft.com/office/drawing/2014/main" id="{D17C45FD-4A8C-72AD-38C2-187BFD8EB25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86C4D638-C8E5-8A92-1C5B-A0C2B39E12C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77664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Break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37976C26-78A6-624E-DAD4-0DE213156E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8800" y="1808163"/>
            <a:ext cx="10885465" cy="13383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KAFFEEPAUSE</a:t>
            </a:r>
          </a:p>
        </p:txBody>
      </p:sp>
      <p:sp>
        <p:nvSpPr>
          <p:cNvPr id="7" name="Textplatzhalter 47">
            <a:extLst>
              <a:ext uri="{FF2B5EF4-FFF2-40B4-BE49-F238E27FC236}">
                <a16:creationId xmlns:a16="http://schemas.microsoft.com/office/drawing/2014/main" id="{76E72628-9A9C-9C8E-A85B-3BCDC0B1AF4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8813" y="3339268"/>
            <a:ext cx="2338828" cy="27874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2200" b="1" spc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 sz="4000"/>
            </a:lvl2pPr>
            <a:lvl3pPr marL="914400" indent="0">
              <a:buFontTx/>
              <a:buNone/>
              <a:defRPr sz="4000"/>
            </a:lvl3pPr>
            <a:lvl4pPr marL="1371600" indent="0">
              <a:buFontTx/>
              <a:buNone/>
              <a:defRPr sz="4000"/>
            </a:lvl4pPr>
            <a:lvl5pPr marL="1828800" indent="0">
              <a:buFontTx/>
              <a:buNone/>
              <a:defRPr sz="4000"/>
            </a:lvl5pPr>
          </a:lstStyle>
          <a:p>
            <a:pPr lvl="0"/>
            <a:r>
              <a:rPr lang="de-DE"/>
              <a:t>00:00 – 00:00 Uhr</a:t>
            </a:r>
          </a:p>
        </p:txBody>
      </p:sp>
      <p:pic>
        <p:nvPicPr>
          <p:cNvPr id="2050" name="Picture 2" descr="Ein Bild, das Design, Grafiken, Schrift, Clipart enthält.&#10;&#10;Automatisch generierte Beschreibung">
            <a:extLst>
              <a:ext uri="{FF2B5EF4-FFF2-40B4-BE49-F238E27FC236}">
                <a16:creationId xmlns:a16="http://schemas.microsoft.com/office/drawing/2014/main" id="{405B16C3-8821-B49C-1DDB-8C37A89C37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8541" y="561471"/>
            <a:ext cx="820479" cy="577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DFEB5CC8-23B5-DE3B-0F55-C279A646017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8659E214-4056-E6B0-FFDA-BDF765F2751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CE0FD4C3-E448-E95E-CB78-F12A7F45E1B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93209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hank Yo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37976C26-78A6-624E-DAD4-0DE213156E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8541" y="1808163"/>
            <a:ext cx="10885465" cy="133837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9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THANK YOU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6722D19C-5DE4-5CA1-7053-363A776252C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2E04811-2901-B3EA-7C35-4129D15D4E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16D9F57E-680C-A595-D1A7-95D26CA53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37850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itybo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E752FF5E-4524-C9B9-4F0B-51F064476B45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EB62D29-1D71-A85F-A77E-8A1FEDC9172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AE2652B-EE30-8F95-CE76-CC449B4C47C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baseline="0"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30DA1DDB-FEF4-3F2E-5211-1323A3112BD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679E75D4-7517-E880-0566-8E2718F75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0EDE1D84-5B78-074B-3EE2-4C109B80DFE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989518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itybo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14BAFACA-41F5-59AF-BC5D-A1A110D629E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2" y="1532797"/>
            <a:ext cx="658814" cy="137683"/>
          </a:xfrm>
          <a:prstGeom prst="rect">
            <a:avLst/>
          </a:prstGeom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0FFAB10-3C2D-E58A-7F38-A056849D559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A33F7D0B-9E83-D593-6C10-BF79753A115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8EF99966-4C52-5294-D793-40624DA351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A8C3BC26-989D-BC4C-E9A7-7B1F0E369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882DFE73-C16B-5DCF-1984-AE565524D75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545800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Peop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C3130B1-9899-DCD5-4842-ADFE2A9EC5B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2" y="1532797"/>
            <a:ext cx="658814" cy="137683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21945C6-7BC4-8F25-98FD-6C017BCFF40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999B2A-40E9-664B-43DF-7DABFC26AC3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1454182F-0568-AC12-6E00-F98C24106D4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225B04EA-DDD5-D6A2-C07B-9518BFCF43A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9B42037B-7401-DE37-99EE-513804007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092509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Peopl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C3130B1-9899-DCD5-4842-ADFE2A9EC5B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2" y="1532797"/>
            <a:ext cx="658814" cy="137683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D839311-2A18-05C9-98F2-8F5F0AFAE27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3663BE5-E0A8-07EE-589C-1A8D9E8F436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511E4FB8-9364-B73D-F641-7FBBE621B76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165E39E0-5FFF-42BC-2E9C-BE766C0AA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46A43E3F-B8CD-4C56-969F-95D576AD93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263637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Peopl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C3130B1-9899-DCD5-4842-ADFE2A9EC5B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2" y="1532797"/>
            <a:ext cx="658814" cy="137683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B5BDD3A4-7205-C9A0-D3D0-4317BFC242C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7326301D-4D64-E66D-845C-6FC4E996D5E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3B6DB9F7-5043-ADAB-9055-FFE5142E796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F43C0FCC-BB03-6109-74BF-709DA15F4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79ACF6B5-77F9-56C3-780E-F2C993F67D6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2603682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People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C3130B1-9899-DCD5-4842-ADFE2A9EC5B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2" y="1532797"/>
            <a:ext cx="658814" cy="137683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7DF4B5FE-77F0-96B3-EEAF-8D00B68A145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A1730D6-EB19-A96B-7638-616440C3757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87421BB5-2FF2-7E7B-3FF5-40504DE01BC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6F4D58B3-9AC8-F367-D764-CD0D29A0A94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B7B65401-C228-BBEB-941C-1CABE739D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472481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Empty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8">
            <a:extLst>
              <a:ext uri="{FF2B5EF4-FFF2-40B4-BE49-F238E27FC236}">
                <a16:creationId xmlns:a16="http://schemas.microsoft.com/office/drawing/2014/main" id="{3F56C7C4-697E-B228-69A0-A9322722723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916944B-AC94-186F-E25F-948808F5FA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5" name="Titel 24">
            <a:extLst>
              <a:ext uri="{FF2B5EF4-FFF2-40B4-BE49-F238E27FC236}">
                <a16:creationId xmlns:a16="http://schemas.microsoft.com/office/drawing/2014/main" id="{A842EFF0-2F55-0D32-4D5B-015657EE5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baseline="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2" name="Textplatzhalter 31">
            <a:extLst>
              <a:ext uri="{FF2B5EF4-FFF2-40B4-BE49-F238E27FC236}">
                <a16:creationId xmlns:a16="http://schemas.microsoft.com/office/drawing/2014/main" id="{B6175E33-2577-065E-DBAC-90111139FB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1pPr>
            <a:lvl2pPr>
              <a:defRPr sz="2200" b="1" i="0" cap="all" baseline="0">
                <a:solidFill>
                  <a:schemeClr val="bg1"/>
                </a:solidFill>
              </a:defRPr>
            </a:lvl2pPr>
            <a:lvl3pPr>
              <a:defRPr sz="2200" b="1" i="0" cap="all" baseline="0">
                <a:solidFill>
                  <a:schemeClr val="bg1"/>
                </a:solidFill>
              </a:defRPr>
            </a:lvl3pPr>
            <a:lvl4pPr>
              <a:defRPr sz="2200" b="1" i="0" cap="all" baseline="0">
                <a:solidFill>
                  <a:schemeClr val="bg1"/>
                </a:solidFill>
              </a:defRPr>
            </a:lvl4pPr>
            <a:lvl5pPr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246829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  <p15:guide id="3" orient="horz" pos="1139" userDrawn="1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Empty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11F28744-F3E2-E92C-82E6-48AEAA12EFF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9" name="Foliennummernplatzhalter 18">
            <a:extLst>
              <a:ext uri="{FF2B5EF4-FFF2-40B4-BE49-F238E27FC236}">
                <a16:creationId xmlns:a16="http://schemas.microsoft.com/office/drawing/2014/main" id="{EDDF4054-F96A-B12C-7738-A469A13E87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9B6B98F-0FD4-34AC-C5B6-ECBA24DBB8C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E02A15F6-D232-9E6E-700E-B567FA08F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B6143A93-E373-E409-6858-E73B1A8B5D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200" cap="all" baseline="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cap="all" baseline="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cap="all" baseline="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3766159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997" userDrawn="1">
          <p15:clr>
            <a:srgbClr val="FBAE40"/>
          </p15:clr>
        </p15:guide>
        <p15:guide id="3" orient="horz" pos="1139" userDrawn="1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ontent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18">
            <a:extLst>
              <a:ext uri="{FF2B5EF4-FFF2-40B4-BE49-F238E27FC236}">
                <a16:creationId xmlns:a16="http://schemas.microsoft.com/office/drawing/2014/main" id="{7097C519-8FF8-D3AD-264C-FD167052FB1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A5435FC5-ED45-DE8A-404D-15F749E2785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384337FD-9F74-CCC6-6265-ECA4D6FD38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9" name="Inhaltsplatzhalter 18">
            <a:extLst>
              <a:ext uri="{FF2B5EF4-FFF2-40B4-BE49-F238E27FC236}">
                <a16:creationId xmlns:a16="http://schemas.microsoft.com/office/drawing/2014/main" id="{C088DDA5-3F59-DBC6-3B2C-5E171BACBA6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8813" y="1808163"/>
            <a:ext cx="10874375" cy="45370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baseline="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baseline="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baseline="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FC073A62-BA8E-9C23-B3F5-8F6C1AF41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141FC5E4-F211-66E2-4F70-E8D970C7FAD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0648819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ontent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8728EB9F-DE6F-A6C2-E478-993ACDCB31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79728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Fußzeilenplatzhalter 17">
            <a:extLst>
              <a:ext uri="{FF2B5EF4-FFF2-40B4-BE49-F238E27FC236}">
                <a16:creationId xmlns:a16="http://schemas.microsoft.com/office/drawing/2014/main" id="{C16CC328-DE64-7934-648C-CCA1B4F8589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08001D6D-45BA-D52C-BC6F-CD4136A3C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52DC378C-54E8-54C5-4D04-E09CC1D10A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200" cap="all" baseline="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cap="all" baseline="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cap="all" baseline="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960821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ontent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6405A62B-3D69-C581-6D99-1702599BD07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1E29F652-CF77-AD91-75BE-D19B87CE9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3ADAE1BB-DCE3-FF9C-20DA-ED87B6D200E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200" cap="all" baseline="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cap="all" baseline="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cap="all" baseline="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3627855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ontent 4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8163"/>
            <a:ext cx="35136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C3A80510-A6A3-D9AE-4F52-08D4117A463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39200" y="1808163"/>
            <a:ext cx="719371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18" name="Fußzeilenplatzhalter 17">
            <a:extLst>
              <a:ext uri="{FF2B5EF4-FFF2-40B4-BE49-F238E27FC236}">
                <a16:creationId xmlns:a16="http://schemas.microsoft.com/office/drawing/2014/main" id="{ADBBC3F2-9608-91A2-D1D2-131BCA00398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209126FD-8922-2E1B-E4C7-CEB9B3E1D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3B4DE3D7-A259-F699-35B9-2702C924338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600804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ontent 5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7CC98CD7-F997-EEDA-026F-8CD073900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799" y="3788228"/>
            <a:ext cx="10875600" cy="25559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A627E51-4864-561C-19D8-0C45B04198C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36BA7C7D-ED40-B1BF-5681-02CE3BCD2CD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186D9C82-05BD-ECFB-01F8-9B2B3BE9180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43A7A1AF-4D42-B3D9-5C68-A96804880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5058888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F295AE0C-F0A0-991B-B140-989EB9CAD4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8813" y="1808162"/>
            <a:ext cx="10874375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Picture</a:t>
            </a:r>
          </a:p>
        </p:txBody>
      </p:sp>
      <p:sp>
        <p:nvSpPr>
          <p:cNvPr id="8" name="Foliennummernplatzhalter 18">
            <a:extLst>
              <a:ext uri="{FF2B5EF4-FFF2-40B4-BE49-F238E27FC236}">
                <a16:creationId xmlns:a16="http://schemas.microsoft.com/office/drawing/2014/main" id="{7097C519-8FF8-D3AD-264C-FD167052FB1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A190292-9D02-6106-5A36-A0C3AF103FD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C9943607-F8E9-FE3F-EF77-3050252F8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AABD2338-E585-FC8B-532C-B4564148523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9508549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F295AE0C-F0A0-991B-B140-989EB9CAD4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808162"/>
            <a:ext cx="12191999" cy="4536000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Picture</a:t>
            </a:r>
          </a:p>
        </p:txBody>
      </p:sp>
      <p:sp>
        <p:nvSpPr>
          <p:cNvPr id="8" name="Foliennummernplatzhalter 18">
            <a:extLst>
              <a:ext uri="{FF2B5EF4-FFF2-40B4-BE49-F238E27FC236}">
                <a16:creationId xmlns:a16="http://schemas.microsoft.com/office/drawing/2014/main" id="{7097C519-8FF8-D3AD-264C-FD167052FB1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B2AEEC8F-6DB8-252E-3B33-E1895A290C6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58554137-7C81-E4F9-8C5B-7A239FBCF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919D0062-E36D-F421-788E-34AEC363355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091075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54F2A18A-A771-DE68-87E8-7B42541331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8813" y="1807200"/>
            <a:ext cx="5353460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Picture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FD9FAA7E-D7BF-455D-6F89-7675F141A29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1200" y="1807200"/>
            <a:ext cx="5353460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Picture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D47151B-1E0F-3049-379F-37248A36E6E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C675FC8E-013C-0E8B-DAE8-9414F1E77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4A935402-50DF-8AD8-815D-A1BFC688E4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716313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0091DD53-8E82-014E-BE05-8571C5FDFBE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019590" y="1807200"/>
            <a:ext cx="3513599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D830462E-8272-89E7-7AE1-49D09586028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39201" y="1807200"/>
            <a:ext cx="3513599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D1C53CAA-4DD4-AA7C-27F7-3F0D08A169B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8813" y="1807200"/>
            <a:ext cx="3513599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9EF5DF2-3021-0B83-FC7D-023FC0E7A5EC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7487F8BE-2304-B980-3BB4-3C07BEEB6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5855CEE8-8D0E-F119-9E3A-C03F86724D6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3" y="824400"/>
            <a:ext cx="6840537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389925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4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D1C53CAA-4DD4-AA7C-27F7-3F0D08A169B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8813" y="1807200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0091DD53-8E82-014E-BE05-8571C5FDFBE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019590" y="1807200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D830462E-8272-89E7-7AE1-49D09586028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39201" y="1807200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A6B536E5-2CFC-80FB-79EE-5747749E5CC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58813" y="4060319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68BAED4C-07C7-DDED-FBC2-1AC7DCE182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019590" y="4060319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B2E59335-9009-FACC-7E82-F867E4950284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339201" y="4060319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3C35C29-847E-789B-FFF8-67C0BD9C1CA4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8ACC91A3-9456-07D1-D649-C209F544E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7FBC9890-DE5B-FEE2-D99E-EB61417FAE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9203697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5">
    <p:bg>
      <p:bgPr>
        <a:gradFill>
          <a:gsLst>
            <a:gs pos="100000">
              <a:srgbClr val="232A30"/>
            </a:gs>
            <a:gs pos="38000">
              <a:srgbClr val="45556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0D97E437-107A-FF06-85EB-2DF58253C39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53406" y="1808163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8BA064-8075-E801-0D81-DD656C63E0E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87869FBE-9C86-7817-BEA6-3DCDD2A658C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448000" y="1808163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1147468C-8EC9-9468-CE31-40123E99DD2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58812" y="1808163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B943AFE-1B8B-6548-5759-CE621635139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0207F9D0-8E34-05B5-3B40-2180BE642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2D0C2362-4536-B573-CDCF-B1DCD22BCC7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692415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6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A627E51-4864-561C-19D8-0C45B04198C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4825B1BD-6F5C-73F6-5730-50C5E37F8BF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415834" y="1808162"/>
            <a:ext cx="6117353" cy="4537076"/>
          </a:xfrm>
          <a:custGeom>
            <a:avLst/>
            <a:gdLst>
              <a:gd name="connsiteX0" fmla="*/ 0 w 4494831"/>
              <a:gd name="connsiteY0" fmla="*/ 0 h 3239614"/>
              <a:gd name="connsiteX1" fmla="*/ 4494831 w 4494831"/>
              <a:gd name="connsiteY1" fmla="*/ 0 h 3239614"/>
              <a:gd name="connsiteX2" fmla="*/ 4494831 w 4494831"/>
              <a:gd name="connsiteY2" fmla="*/ 3239614 h 3239614"/>
              <a:gd name="connsiteX3" fmla="*/ 0 w 4494831"/>
              <a:gd name="connsiteY3" fmla="*/ 3239614 h 3239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4831" h="3239614">
                <a:moveTo>
                  <a:pt x="0" y="0"/>
                </a:moveTo>
                <a:lnTo>
                  <a:pt x="4494831" y="0"/>
                </a:lnTo>
                <a:lnTo>
                  <a:pt x="4494831" y="3239614"/>
                </a:lnTo>
                <a:lnTo>
                  <a:pt x="0" y="323961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225EAB02-4FFA-9FB4-151C-0B6F387A4C4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58800" y="1808163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30BD3E8E-738A-73B5-53FD-A529431EB6F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58800" y="3392700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0D025380-9C84-5FAA-0765-5CCB4F4FE71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58800" y="4977238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Picture Placeholder 10">
            <a:extLst>
              <a:ext uri="{FF2B5EF4-FFF2-40B4-BE49-F238E27FC236}">
                <a16:creationId xmlns:a16="http://schemas.microsoft.com/office/drawing/2014/main" id="{47D6D240-5111-B339-7AA0-079FDFBC38B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038607" y="1808163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6129FB8A-EF42-957B-FFD8-B3665F84C70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038607" y="3392701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4" name="Picture Placeholder 14">
            <a:extLst>
              <a:ext uri="{FF2B5EF4-FFF2-40B4-BE49-F238E27FC236}">
                <a16:creationId xmlns:a16="http://schemas.microsoft.com/office/drawing/2014/main" id="{8587734C-A6DA-4143-97F5-167A98BEE5C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038607" y="4977238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ED839F79-268F-20D1-0EA3-76C79E11454E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6B410C7C-C896-EAAA-7D06-4D6581D61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5" name="Textplatzhalter 19">
            <a:extLst>
              <a:ext uri="{FF2B5EF4-FFF2-40B4-BE49-F238E27FC236}">
                <a16:creationId xmlns:a16="http://schemas.microsoft.com/office/drawing/2014/main" id="{9887F523-10BB-58A7-FE87-EE95BDC4E61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3068280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7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A59E2A6E-0894-646C-B9EC-689D1F5A1C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953837" y="1808162"/>
            <a:ext cx="7238163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D4A8E89-6F9F-1F32-DB4F-2D2CE042916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80FB5DB-20BF-5B6C-C190-15002CAE3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9E0AEC9-FFC4-3558-73DD-7360CC5EB61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2543512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8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ildplatzhalter 2">
            <a:extLst>
              <a:ext uri="{FF2B5EF4-FFF2-40B4-BE49-F238E27FC236}">
                <a16:creationId xmlns:a16="http://schemas.microsoft.com/office/drawing/2014/main" id="{04218D4A-199F-C473-96CD-22B714A2D46F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58813" y="2384599"/>
            <a:ext cx="2160001" cy="2340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8453BF8-305D-BE06-0011-FA8616AF5E9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76B33212-778D-B9B2-0E50-AB439F397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6DEFEB58-7229-CC9A-79A5-BA340054C11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13" y="824400"/>
            <a:ext cx="6840000" cy="252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tIns="0" rIns="0" bIns="0">
            <a:noAutofit/>
          </a:bodyPr>
          <a:lstStyle>
            <a:lvl1pPr marL="0" indent="0">
              <a:buNone/>
              <a:defRPr sz="2200" b="1" i="0" kern="1200" cap="all" baseline="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7768818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9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7">
            <a:extLst>
              <a:ext uri="{FF2B5EF4-FFF2-40B4-BE49-F238E27FC236}">
                <a16:creationId xmlns:a16="http://schemas.microsoft.com/office/drawing/2014/main" id="{752B3D55-DF1E-F97F-0495-FC4A82618A2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1"/>
            <a:ext cx="12192000" cy="6345238"/>
          </a:xfrm>
          <a:custGeom>
            <a:avLst/>
            <a:gdLst>
              <a:gd name="connsiteX0" fmla="*/ 0 w 12192000"/>
              <a:gd name="connsiteY0" fmla="*/ 0 h 6345238"/>
              <a:gd name="connsiteX1" fmla="*/ 11134439 w 12192000"/>
              <a:gd name="connsiteY1" fmla="*/ 0 h 6345238"/>
              <a:gd name="connsiteX2" fmla="*/ 12192000 w 12192000"/>
              <a:gd name="connsiteY2" fmla="*/ 1057561 h 6345238"/>
              <a:gd name="connsiteX3" fmla="*/ 12192000 w 12192000"/>
              <a:gd name="connsiteY3" fmla="*/ 6345238 h 6345238"/>
              <a:gd name="connsiteX4" fmla="*/ 0 w 12192000"/>
              <a:gd name="connsiteY4" fmla="*/ 6345238 h 6345238"/>
              <a:gd name="connsiteX5" fmla="*/ 0 w 12192000"/>
              <a:gd name="connsiteY5" fmla="*/ 0 h 6345238"/>
              <a:gd name="connsiteX0" fmla="*/ 0 w 12192000"/>
              <a:gd name="connsiteY0" fmla="*/ 0 h 6345238"/>
              <a:gd name="connsiteX1" fmla="*/ 5307571 w 12192000"/>
              <a:gd name="connsiteY1" fmla="*/ 0 h 6345238"/>
              <a:gd name="connsiteX2" fmla="*/ 12192000 w 12192000"/>
              <a:gd name="connsiteY2" fmla="*/ 1057561 h 6345238"/>
              <a:gd name="connsiteX3" fmla="*/ 12192000 w 12192000"/>
              <a:gd name="connsiteY3" fmla="*/ 6345238 h 6345238"/>
              <a:gd name="connsiteX4" fmla="*/ 0 w 12192000"/>
              <a:gd name="connsiteY4" fmla="*/ 6345238 h 6345238"/>
              <a:gd name="connsiteX5" fmla="*/ 0 w 12192000"/>
              <a:gd name="connsiteY5" fmla="*/ 0 h 6345238"/>
              <a:gd name="connsiteX0" fmla="*/ 0 w 12192000"/>
              <a:gd name="connsiteY0" fmla="*/ 0 h 6345238"/>
              <a:gd name="connsiteX1" fmla="*/ 5307571 w 12192000"/>
              <a:gd name="connsiteY1" fmla="*/ 0 h 6345238"/>
              <a:gd name="connsiteX2" fmla="*/ 12192000 w 12192000"/>
              <a:gd name="connsiteY2" fmla="*/ 1448086 h 6345238"/>
              <a:gd name="connsiteX3" fmla="*/ 12192000 w 12192000"/>
              <a:gd name="connsiteY3" fmla="*/ 6345238 h 6345238"/>
              <a:gd name="connsiteX4" fmla="*/ 0 w 12192000"/>
              <a:gd name="connsiteY4" fmla="*/ 6345238 h 6345238"/>
              <a:gd name="connsiteX5" fmla="*/ 0 w 12192000"/>
              <a:gd name="connsiteY5" fmla="*/ 0 h 6345238"/>
              <a:gd name="connsiteX0" fmla="*/ 0 w 12192000"/>
              <a:gd name="connsiteY0" fmla="*/ 0 h 6345238"/>
              <a:gd name="connsiteX1" fmla="*/ 5326621 w 12192000"/>
              <a:gd name="connsiteY1" fmla="*/ 0 h 6345238"/>
              <a:gd name="connsiteX2" fmla="*/ 12192000 w 12192000"/>
              <a:gd name="connsiteY2" fmla="*/ 1448086 h 6345238"/>
              <a:gd name="connsiteX3" fmla="*/ 12192000 w 12192000"/>
              <a:gd name="connsiteY3" fmla="*/ 6345238 h 6345238"/>
              <a:gd name="connsiteX4" fmla="*/ 0 w 12192000"/>
              <a:gd name="connsiteY4" fmla="*/ 6345238 h 6345238"/>
              <a:gd name="connsiteX5" fmla="*/ 0 w 12192000"/>
              <a:gd name="connsiteY5" fmla="*/ 0 h 6345238"/>
              <a:gd name="connsiteX0" fmla="*/ 0 w 12192000"/>
              <a:gd name="connsiteY0" fmla="*/ 0 h 6345238"/>
              <a:gd name="connsiteX1" fmla="*/ 5326621 w 12192000"/>
              <a:gd name="connsiteY1" fmla="*/ 0 h 6345238"/>
              <a:gd name="connsiteX2" fmla="*/ 12192000 w 12192000"/>
              <a:gd name="connsiteY2" fmla="*/ 1452848 h 6345238"/>
              <a:gd name="connsiteX3" fmla="*/ 12192000 w 12192000"/>
              <a:gd name="connsiteY3" fmla="*/ 6345238 h 6345238"/>
              <a:gd name="connsiteX4" fmla="*/ 0 w 12192000"/>
              <a:gd name="connsiteY4" fmla="*/ 6345238 h 6345238"/>
              <a:gd name="connsiteX5" fmla="*/ 0 w 12192000"/>
              <a:gd name="connsiteY5" fmla="*/ 0 h 6345238"/>
              <a:gd name="connsiteX0" fmla="*/ 0 w 12192000"/>
              <a:gd name="connsiteY0" fmla="*/ 0 h 6345238"/>
              <a:gd name="connsiteX1" fmla="*/ 5336146 w 12192000"/>
              <a:gd name="connsiteY1" fmla="*/ 0 h 6345238"/>
              <a:gd name="connsiteX2" fmla="*/ 12192000 w 12192000"/>
              <a:gd name="connsiteY2" fmla="*/ 1452848 h 6345238"/>
              <a:gd name="connsiteX3" fmla="*/ 12192000 w 12192000"/>
              <a:gd name="connsiteY3" fmla="*/ 6345238 h 6345238"/>
              <a:gd name="connsiteX4" fmla="*/ 0 w 12192000"/>
              <a:gd name="connsiteY4" fmla="*/ 6345238 h 6345238"/>
              <a:gd name="connsiteX5" fmla="*/ 0 w 12192000"/>
              <a:gd name="connsiteY5" fmla="*/ 0 h 6345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345238">
                <a:moveTo>
                  <a:pt x="0" y="0"/>
                </a:moveTo>
                <a:lnTo>
                  <a:pt x="5336146" y="0"/>
                </a:lnTo>
                <a:lnTo>
                  <a:pt x="12192000" y="1452848"/>
                </a:lnTo>
                <a:lnTo>
                  <a:pt x="12192000" y="6345238"/>
                </a:lnTo>
                <a:lnTo>
                  <a:pt x="0" y="6345238"/>
                </a:lnTo>
                <a:lnTo>
                  <a:pt x="0" y="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 anchor="ctr" anchorCtr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6648EA5A-3B0B-A9A0-E90B-9AE9B56392C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B58E7674-C4FD-683E-31F5-6CF71BD45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448516C3-724E-0D99-A357-7CF6A24A5F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8284351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10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55D99C2F-75E6-B4F9-B4D2-9F643119F44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>
          <a:xfrm>
            <a:off x="658800" y="1808165"/>
            <a:ext cx="2449512" cy="3847416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tIns="720000" anchor="ctr"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356FBEF1-347B-6FB6-BD0D-A2AFF212009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>
          <a:xfrm>
            <a:off x="3173116" y="3341077"/>
            <a:ext cx="3671721" cy="231450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tIns="720000" anchor="ctr"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C3299ED-EE1C-46D1-F635-1A7D7B8C83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 bwMode="gray">
          <a:xfrm>
            <a:off x="3173116" y="1808163"/>
            <a:ext cx="1800000" cy="145892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tIns="720000" anchor="ctr"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F31559CB-3D60-8171-A8A3-E6349B311FD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gray">
          <a:xfrm>
            <a:off x="5044838" y="1808163"/>
            <a:ext cx="1800000" cy="145892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tIns="720000" anchor="ctr"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CAB3F69-DB94-B7B3-4F54-394FC7BC8BD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2CEEE889-BF3C-7DFA-B0BC-784F349A1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69C7BC35-7ED4-A10C-D5A5-82F8FDE93C9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2844702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5AB30D0C-63C7-CEA9-B66D-8F025FC1DB8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8814" y="2650188"/>
            <a:ext cx="2612123" cy="3687763"/>
          </a:xfrm>
          <a:custGeom>
            <a:avLst/>
            <a:gdLst>
              <a:gd name="connsiteX0" fmla="*/ 0 w 2485705"/>
              <a:gd name="connsiteY0" fmla="*/ 0 h 3509288"/>
              <a:gd name="connsiteX1" fmla="*/ 2485705 w 2485705"/>
              <a:gd name="connsiteY1" fmla="*/ 0 h 3509288"/>
              <a:gd name="connsiteX2" fmla="*/ 2485705 w 2485705"/>
              <a:gd name="connsiteY2" fmla="*/ 3509288 h 3509288"/>
              <a:gd name="connsiteX3" fmla="*/ 0 w 2485705"/>
              <a:gd name="connsiteY3" fmla="*/ 3509288 h 3509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8">
                <a:moveTo>
                  <a:pt x="0" y="0"/>
                </a:moveTo>
                <a:lnTo>
                  <a:pt x="2485705" y="0"/>
                </a:lnTo>
                <a:lnTo>
                  <a:pt x="2485705" y="3509288"/>
                </a:lnTo>
                <a:lnTo>
                  <a:pt x="0" y="3509288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05212AB6-D77D-3421-18B6-A996E6DFAB0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19271" y="1808163"/>
            <a:ext cx="2612123" cy="3687762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AF27F708-63A1-8A33-7580-C6944AD0FC3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905625" y="5185887"/>
            <a:ext cx="4620103" cy="11593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5AC99773-03C0-51B3-A37A-0E2CBB5EC5D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905624" y="1800876"/>
            <a:ext cx="4620104" cy="17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Rectangle 19">
            <a:extLst>
              <a:ext uri="{FF2B5EF4-FFF2-40B4-BE49-F238E27FC236}">
                <a16:creationId xmlns:a16="http://schemas.microsoft.com/office/drawing/2014/main" id="{E84E3282-A06E-A8C5-4340-FF2AAFC9050E}"/>
              </a:ext>
            </a:extLst>
          </p:cNvPr>
          <p:cNvSpPr/>
          <p:nvPr userDrawn="1"/>
        </p:nvSpPr>
        <p:spPr>
          <a:xfrm>
            <a:off x="3419271" y="1800876"/>
            <a:ext cx="438150" cy="438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18" name="Rectangle 26">
            <a:extLst>
              <a:ext uri="{FF2B5EF4-FFF2-40B4-BE49-F238E27FC236}">
                <a16:creationId xmlns:a16="http://schemas.microsoft.com/office/drawing/2014/main" id="{E990190D-4E97-F2BC-3E90-4759B1DE023A}"/>
              </a:ext>
            </a:extLst>
          </p:cNvPr>
          <p:cNvSpPr/>
          <p:nvPr userDrawn="1"/>
        </p:nvSpPr>
        <p:spPr>
          <a:xfrm>
            <a:off x="666272" y="2650188"/>
            <a:ext cx="438150" cy="438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39AF8783-BEC8-7C6C-BF59-E9B75167832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05625" y="3914393"/>
            <a:ext cx="4620103" cy="11593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8C880B4-6E9A-A99E-8122-A58772FC17F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5F234045-A0C7-D0FD-FE2A-C262E6F34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baseline="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23" name="Textplatzhalter 17">
            <a:extLst>
              <a:ext uri="{FF2B5EF4-FFF2-40B4-BE49-F238E27FC236}">
                <a16:creationId xmlns:a16="http://schemas.microsoft.com/office/drawing/2014/main" id="{D12D40DD-BA25-BD68-60FF-A9434170EDD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55879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692AD83D-68AA-EFB3-61EC-F41A80E953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58813" y="1808163"/>
            <a:ext cx="3744000" cy="45370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57839775-A056-A661-1D36-E3FCFE1426D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57863" y="1808163"/>
            <a:ext cx="3744000" cy="45370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" name="Inhaltsplatzhalter 2">
            <a:extLst>
              <a:ext uri="{FF2B5EF4-FFF2-40B4-BE49-F238E27FC236}">
                <a16:creationId xmlns:a16="http://schemas.microsoft.com/office/drawing/2014/main" id="{AB35FE18-F01D-5E96-8397-98293418E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2678" y="3248096"/>
            <a:ext cx="3134096" cy="25942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7" name="Inhaltsplatzhalter 2">
            <a:extLst>
              <a:ext uri="{FF2B5EF4-FFF2-40B4-BE49-F238E27FC236}">
                <a16:creationId xmlns:a16="http://schemas.microsoft.com/office/drawing/2014/main" id="{3D370077-F2C5-9C6F-0A3C-BCEA6E3369B3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72678" y="2182979"/>
            <a:ext cx="3134096" cy="8596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8" name="Inhaltsplatzhalter 2">
            <a:extLst>
              <a:ext uri="{FF2B5EF4-FFF2-40B4-BE49-F238E27FC236}">
                <a16:creationId xmlns:a16="http://schemas.microsoft.com/office/drawing/2014/main" id="{E782331D-27AA-F1E9-BB04-E35F84498B81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862815" y="3248096"/>
            <a:ext cx="3134096" cy="25942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9" name="Inhaltsplatzhalter 2">
            <a:extLst>
              <a:ext uri="{FF2B5EF4-FFF2-40B4-BE49-F238E27FC236}">
                <a16:creationId xmlns:a16="http://schemas.microsoft.com/office/drawing/2014/main" id="{7200E6A2-DFC2-8AA5-F92A-FF5C7091B1B2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862815" y="2182979"/>
            <a:ext cx="3134096" cy="8596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07FA46B-3B3F-3F32-490E-C4257186284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BF013105-6899-A90D-429D-16D40826CA2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448000" y="1808162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8" name="Fußzeilenplatzhalter 17">
            <a:extLst>
              <a:ext uri="{FF2B5EF4-FFF2-40B4-BE49-F238E27FC236}">
                <a16:creationId xmlns:a16="http://schemas.microsoft.com/office/drawing/2014/main" id="{C169EF15-E24F-FA95-B91B-EC4FD5DA858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8C7E6C06-4D07-8AA9-897E-D8CD76644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49296CDA-E927-5F92-68DB-A9159BCC2BE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2926474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2">
    <p:bg>
      <p:bgPr>
        <a:gradFill>
          <a:gsLst>
            <a:gs pos="100000">
              <a:srgbClr val="232A30"/>
            </a:gs>
            <a:gs pos="38000">
              <a:srgbClr val="45556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">
            <a:extLst>
              <a:ext uri="{FF2B5EF4-FFF2-40B4-BE49-F238E27FC236}">
                <a16:creationId xmlns:a16="http://schemas.microsoft.com/office/drawing/2014/main" id="{BE398209-46F9-AEB2-0368-F7B53762EC5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58813" y="1807200"/>
            <a:ext cx="3744000" cy="45370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A604AC7F-624A-1143-FBB4-6E392986B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2678" y="3248096"/>
            <a:ext cx="3134096" cy="25942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71614C9C-D27A-26BF-9759-EB7FA6A0CD20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72678" y="2182979"/>
            <a:ext cx="3134096" cy="8596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0D97E437-107A-FF06-85EB-2DF58253C39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53406" y="1807200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8BA064-8075-E801-0D81-DD656C63E0E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87869FBE-9C86-7817-BEA6-3DCDD2A658C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448000" y="1808162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E6430E26-EAD7-6A84-CA0E-8069BA09A66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A24A51B2-109E-AB5C-FD62-E32DCAC0A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FE150674-46ED-B3E9-3557-2713F002C03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387377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DE56C3CE-9937-575A-4799-87156AAEEF95}"/>
              </a:ext>
            </a:extLst>
          </p:cNvPr>
          <p:cNvSpPr/>
          <p:nvPr userDrawn="1"/>
        </p:nvSpPr>
        <p:spPr>
          <a:xfrm>
            <a:off x="0" y="1"/>
            <a:ext cx="6098400" cy="6345238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3068061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CE01C8-95AF-7AD2-A082-F5F14A3CCD9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464849" y="1807200"/>
            <a:ext cx="3068061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AD2A60CA-F61B-4612-7D28-449D1492AC1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052094" y="1807200"/>
            <a:ext cx="4087813" cy="453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20" name="Fußzeilenplatzhalter 19">
            <a:extLst>
              <a:ext uri="{FF2B5EF4-FFF2-40B4-BE49-F238E27FC236}">
                <a16:creationId xmlns:a16="http://schemas.microsoft.com/office/drawing/2014/main" id="{0AE0904D-C49F-5217-90F8-B09E0F5E1CF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EB62BDD5-FE42-9469-E3A4-883472872E3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5A655427-DAAF-A55D-8504-794A525F9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pic>
        <p:nvPicPr>
          <p:cNvPr id="18" name="Grafik 2">
            <a:extLst>
              <a:ext uri="{FF2B5EF4-FFF2-40B4-BE49-F238E27FC236}">
                <a16:creationId xmlns:a16="http://schemas.microsoft.com/office/drawing/2014/main" id="{8C67F4F2-98CA-1A15-1699-985B27464D37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48"/>
          <a:stretch/>
        </p:blipFill>
        <p:spPr>
          <a:xfrm>
            <a:off x="5330548" y="1"/>
            <a:ext cx="6861452" cy="1457999"/>
          </a:xfrm>
          <a:prstGeom prst="rect">
            <a:avLst/>
          </a:prstGeom>
        </p:spPr>
      </p:pic>
      <p:grpSp>
        <p:nvGrpSpPr>
          <p:cNvPr id="7" name="Grafik 13">
            <a:extLst>
              <a:ext uri="{FF2B5EF4-FFF2-40B4-BE49-F238E27FC236}">
                <a16:creationId xmlns:a16="http://schemas.microsoft.com/office/drawing/2014/main" id="{8920496A-F1C0-4688-266B-8F6DB3BA649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21200" y="489600"/>
            <a:ext cx="1209600" cy="299018"/>
            <a:chOff x="8501174" y="2383489"/>
            <a:chExt cx="2699861" cy="667416"/>
          </a:xfrm>
          <a:solidFill>
            <a:schemeClr val="bg1"/>
          </a:solidFill>
        </p:grpSpPr>
        <p:grpSp>
          <p:nvGrpSpPr>
            <p:cNvPr id="9" name="Grafik 13">
              <a:extLst>
                <a:ext uri="{FF2B5EF4-FFF2-40B4-BE49-F238E27FC236}">
                  <a16:creationId xmlns:a16="http://schemas.microsoft.com/office/drawing/2014/main" id="{61965E51-B3F3-AD8D-2E25-85C6E182709D}"/>
                </a:ext>
              </a:extLst>
            </p:cNvPr>
            <p:cNvGrpSpPr/>
            <p:nvPr/>
          </p:nvGrpSpPr>
          <p:grpSpPr>
            <a:xfrm>
              <a:off x="9461484" y="2955941"/>
              <a:ext cx="876871" cy="94964"/>
              <a:chOff x="9461484" y="2955941"/>
              <a:chExt cx="876871" cy="94964"/>
            </a:xfrm>
            <a:grpFill/>
          </p:grpSpPr>
          <p:sp>
            <p:nvSpPr>
              <p:cNvPr id="31" name="Freihandform: Form 30">
                <a:extLst>
                  <a:ext uri="{FF2B5EF4-FFF2-40B4-BE49-F238E27FC236}">
                    <a16:creationId xmlns:a16="http://schemas.microsoft.com/office/drawing/2014/main" id="{60A957B1-B290-B024-45D3-4E3CF75EE42F}"/>
                  </a:ext>
                </a:extLst>
              </p:cNvPr>
              <p:cNvSpPr/>
              <p:nvPr/>
            </p:nvSpPr>
            <p:spPr>
              <a:xfrm>
                <a:off x="9461484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8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8 w 64198"/>
                  <a:gd name="connsiteY9" fmla="*/ 83820 h 91725"/>
                  <a:gd name="connsiteX10" fmla="*/ 48577 w 64198"/>
                  <a:gd name="connsiteY10" fmla="*/ 83820 h 91725"/>
                  <a:gd name="connsiteX11" fmla="*/ 47244 w 64198"/>
                  <a:gd name="connsiteY11" fmla="*/ 91726 h 91725"/>
                  <a:gd name="connsiteX12" fmla="*/ 190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8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8" y="83820"/>
                    </a:lnTo>
                    <a:lnTo>
                      <a:pt x="48577" y="83820"/>
                    </a:lnTo>
                    <a:lnTo>
                      <a:pt x="47244" y="91726"/>
                    </a:lnTo>
                    <a:lnTo>
                      <a:pt x="19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2" name="Freihandform: Form 31">
                <a:extLst>
                  <a:ext uri="{FF2B5EF4-FFF2-40B4-BE49-F238E27FC236}">
                    <a16:creationId xmlns:a16="http://schemas.microsoft.com/office/drawing/2014/main" id="{E2AE4DBE-78EB-1810-7050-5E789FA34C8A}"/>
                  </a:ext>
                </a:extLst>
              </p:cNvPr>
              <p:cNvSpPr/>
              <p:nvPr/>
            </p:nvSpPr>
            <p:spPr>
              <a:xfrm>
                <a:off x="9534636" y="2957560"/>
                <a:ext cx="48387" cy="91725"/>
              </a:xfrm>
              <a:custGeom>
                <a:avLst/>
                <a:gdLst>
                  <a:gd name="connsiteX0" fmla="*/ 0 w 48387"/>
                  <a:gd name="connsiteY0" fmla="*/ 91726 h 91725"/>
                  <a:gd name="connsiteX1" fmla="*/ 19621 w 48387"/>
                  <a:gd name="connsiteY1" fmla="*/ 0 h 91725"/>
                  <a:gd name="connsiteX2" fmla="*/ 28956 w 48387"/>
                  <a:gd name="connsiteY2" fmla="*/ 0 h 91725"/>
                  <a:gd name="connsiteX3" fmla="*/ 10954 w 48387"/>
                  <a:gd name="connsiteY3" fmla="*/ 83820 h 91725"/>
                  <a:gd name="connsiteX4" fmla="*/ 48387 w 48387"/>
                  <a:gd name="connsiteY4" fmla="*/ 83820 h 91725"/>
                  <a:gd name="connsiteX5" fmla="*/ 46958 w 48387"/>
                  <a:gd name="connsiteY5" fmla="*/ 91726 h 91725"/>
                  <a:gd name="connsiteX6" fmla="*/ 95 w 48387"/>
                  <a:gd name="connsiteY6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8387" h="91725">
                    <a:moveTo>
                      <a:pt x="0" y="91726"/>
                    </a:moveTo>
                    <a:lnTo>
                      <a:pt x="19621" y="0"/>
                    </a:lnTo>
                    <a:lnTo>
                      <a:pt x="28956" y="0"/>
                    </a:lnTo>
                    <a:lnTo>
                      <a:pt x="10954" y="83820"/>
                    </a:lnTo>
                    <a:lnTo>
                      <a:pt x="48387" y="83820"/>
                    </a:lnTo>
                    <a:lnTo>
                      <a:pt x="46958" y="91726"/>
                    </a:lnTo>
                    <a:lnTo>
                      <a:pt x="95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3" name="Freihandform: Form 32">
                <a:extLst>
                  <a:ext uri="{FF2B5EF4-FFF2-40B4-BE49-F238E27FC236}">
                    <a16:creationId xmlns:a16="http://schemas.microsoft.com/office/drawing/2014/main" id="{1C6643DD-DE6E-95B5-3EB2-CE9D8873FCF9}"/>
                  </a:ext>
                </a:extLst>
              </p:cNvPr>
              <p:cNvSpPr/>
              <p:nvPr/>
            </p:nvSpPr>
            <p:spPr>
              <a:xfrm>
                <a:off x="9605216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9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9 w 64198"/>
                  <a:gd name="connsiteY9" fmla="*/ 83820 h 91725"/>
                  <a:gd name="connsiteX10" fmla="*/ 48578 w 64198"/>
                  <a:gd name="connsiteY10" fmla="*/ 83820 h 91725"/>
                  <a:gd name="connsiteX11" fmla="*/ 47244 w 64198"/>
                  <a:gd name="connsiteY11" fmla="*/ 91726 h 91725"/>
                  <a:gd name="connsiteX12" fmla="*/ 191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9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9" y="83820"/>
                    </a:lnTo>
                    <a:lnTo>
                      <a:pt x="48578" y="83820"/>
                    </a:lnTo>
                    <a:lnTo>
                      <a:pt x="47244" y="91726"/>
                    </a:lnTo>
                    <a:lnTo>
                      <a:pt x="19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4" name="Freihandform: Form 33">
                <a:extLst>
                  <a:ext uri="{FF2B5EF4-FFF2-40B4-BE49-F238E27FC236}">
                    <a16:creationId xmlns:a16="http://schemas.microsoft.com/office/drawing/2014/main" id="{27582F72-1947-EEC6-A46C-6D5A26F462E4}"/>
                  </a:ext>
                </a:extLst>
              </p:cNvPr>
              <p:cNvSpPr/>
              <p:nvPr/>
            </p:nvSpPr>
            <p:spPr>
              <a:xfrm>
                <a:off x="9684179" y="2955941"/>
                <a:ext cx="79247" cy="94869"/>
              </a:xfrm>
              <a:custGeom>
                <a:avLst/>
                <a:gdLst>
                  <a:gd name="connsiteX0" fmla="*/ 60960 w 79247"/>
                  <a:gd name="connsiteY0" fmla="*/ 92012 h 94869"/>
                  <a:gd name="connsiteX1" fmla="*/ 43053 w 79247"/>
                  <a:gd name="connsiteY1" fmla="*/ 94869 h 94869"/>
                  <a:gd name="connsiteX2" fmla="*/ 0 w 79247"/>
                  <a:gd name="connsiteY2" fmla="*/ 54674 h 94869"/>
                  <a:gd name="connsiteX3" fmla="*/ 54673 w 79247"/>
                  <a:gd name="connsiteY3" fmla="*/ 0 h 94869"/>
                  <a:gd name="connsiteX4" fmla="*/ 79248 w 79247"/>
                  <a:gd name="connsiteY4" fmla="*/ 4763 h 94869"/>
                  <a:gd name="connsiteX5" fmla="*/ 76105 w 79247"/>
                  <a:gd name="connsiteY5" fmla="*/ 12382 h 94869"/>
                  <a:gd name="connsiteX6" fmla="*/ 54007 w 79247"/>
                  <a:gd name="connsiteY6" fmla="*/ 7906 h 94869"/>
                  <a:gd name="connsiteX7" fmla="*/ 9049 w 79247"/>
                  <a:gd name="connsiteY7" fmla="*/ 54769 h 94869"/>
                  <a:gd name="connsiteX8" fmla="*/ 42577 w 79247"/>
                  <a:gd name="connsiteY8" fmla="*/ 86963 h 94869"/>
                  <a:gd name="connsiteX9" fmla="*/ 62008 w 79247"/>
                  <a:gd name="connsiteY9" fmla="*/ 83915 h 94869"/>
                  <a:gd name="connsiteX10" fmla="*/ 60960 w 79247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7" h="94869">
                    <a:moveTo>
                      <a:pt x="60960" y="92012"/>
                    </a:moveTo>
                    <a:cubicBezTo>
                      <a:pt x="54293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9" y="0"/>
                      <a:pt x="54673" y="0"/>
                    </a:cubicBezTo>
                    <a:cubicBezTo>
                      <a:pt x="66199" y="0"/>
                      <a:pt x="72961" y="1810"/>
                      <a:pt x="79248" y="4763"/>
                    </a:cubicBezTo>
                    <a:lnTo>
                      <a:pt x="76105" y="12382"/>
                    </a:lnTo>
                    <a:cubicBezTo>
                      <a:pt x="69532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5" name="Freihandform: Form 34">
                <a:extLst>
                  <a:ext uri="{FF2B5EF4-FFF2-40B4-BE49-F238E27FC236}">
                    <a16:creationId xmlns:a16="http://schemas.microsoft.com/office/drawing/2014/main" id="{E3D8D158-8855-B17B-B9FA-D7C8B5630A9A}"/>
                  </a:ext>
                </a:extLst>
              </p:cNvPr>
              <p:cNvSpPr/>
              <p:nvPr/>
            </p:nvSpPr>
            <p:spPr>
              <a:xfrm>
                <a:off x="9781905" y="2957560"/>
                <a:ext cx="66484" cy="91725"/>
              </a:xfrm>
              <a:custGeom>
                <a:avLst/>
                <a:gdLst>
                  <a:gd name="connsiteX0" fmla="*/ 9906 w 66484"/>
                  <a:gd name="connsiteY0" fmla="*/ 91726 h 91725"/>
                  <a:gd name="connsiteX1" fmla="*/ 27813 w 66484"/>
                  <a:gd name="connsiteY1" fmla="*/ 7906 h 91725"/>
                  <a:gd name="connsiteX2" fmla="*/ 0 w 66484"/>
                  <a:gd name="connsiteY2" fmla="*/ 7906 h 91725"/>
                  <a:gd name="connsiteX3" fmla="*/ 1715 w 66484"/>
                  <a:gd name="connsiteY3" fmla="*/ 0 h 91725"/>
                  <a:gd name="connsiteX4" fmla="*/ 66484 w 66484"/>
                  <a:gd name="connsiteY4" fmla="*/ 0 h 91725"/>
                  <a:gd name="connsiteX5" fmla="*/ 64865 w 66484"/>
                  <a:gd name="connsiteY5" fmla="*/ 7906 h 91725"/>
                  <a:gd name="connsiteX6" fmla="*/ 37052 w 66484"/>
                  <a:gd name="connsiteY6" fmla="*/ 7906 h 91725"/>
                  <a:gd name="connsiteX7" fmla="*/ 19431 w 66484"/>
                  <a:gd name="connsiteY7" fmla="*/ 91726 h 91725"/>
                  <a:gd name="connsiteX8" fmla="*/ 10001 w 66484"/>
                  <a:gd name="connsiteY8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6484" h="91725">
                    <a:moveTo>
                      <a:pt x="9906" y="91726"/>
                    </a:moveTo>
                    <a:lnTo>
                      <a:pt x="27813" y="7906"/>
                    </a:lnTo>
                    <a:lnTo>
                      <a:pt x="0" y="7906"/>
                    </a:lnTo>
                    <a:lnTo>
                      <a:pt x="1715" y="0"/>
                    </a:lnTo>
                    <a:lnTo>
                      <a:pt x="66484" y="0"/>
                    </a:lnTo>
                    <a:lnTo>
                      <a:pt x="64865" y="7906"/>
                    </a:lnTo>
                    <a:lnTo>
                      <a:pt x="37052" y="7906"/>
                    </a:lnTo>
                    <a:lnTo>
                      <a:pt x="19431" y="91726"/>
                    </a:lnTo>
                    <a:lnTo>
                      <a:pt x="1000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6" name="Freihandform: Form 35">
                <a:extLst>
                  <a:ext uri="{FF2B5EF4-FFF2-40B4-BE49-F238E27FC236}">
                    <a16:creationId xmlns:a16="http://schemas.microsoft.com/office/drawing/2014/main" id="{C95FD1DE-2534-B09C-58C0-0F63F8878EC8}"/>
                  </a:ext>
                </a:extLst>
              </p:cNvPr>
              <p:cNvSpPr/>
              <p:nvPr/>
            </p:nvSpPr>
            <p:spPr>
              <a:xfrm>
                <a:off x="9852104" y="2957560"/>
                <a:ext cx="65912" cy="91725"/>
              </a:xfrm>
              <a:custGeom>
                <a:avLst/>
                <a:gdLst>
                  <a:gd name="connsiteX0" fmla="*/ 49625 w 65912"/>
                  <a:gd name="connsiteY0" fmla="*/ 91726 h 91725"/>
                  <a:gd name="connsiteX1" fmla="*/ 41910 w 65912"/>
                  <a:gd name="connsiteY1" fmla="*/ 58769 h 91725"/>
                  <a:gd name="connsiteX2" fmla="*/ 29051 w 65912"/>
                  <a:gd name="connsiteY2" fmla="*/ 48482 h 91725"/>
                  <a:gd name="connsiteX3" fmla="*/ 18383 w 65912"/>
                  <a:gd name="connsiteY3" fmla="*/ 48482 h 91725"/>
                  <a:gd name="connsiteX4" fmla="*/ 9144 w 65912"/>
                  <a:gd name="connsiteY4" fmla="*/ 91726 h 91725"/>
                  <a:gd name="connsiteX5" fmla="*/ 0 w 65912"/>
                  <a:gd name="connsiteY5" fmla="*/ 91726 h 91725"/>
                  <a:gd name="connsiteX6" fmla="*/ 20003 w 65912"/>
                  <a:gd name="connsiteY6" fmla="*/ 0 h 91725"/>
                  <a:gd name="connsiteX7" fmla="*/ 42291 w 65912"/>
                  <a:gd name="connsiteY7" fmla="*/ 0 h 91725"/>
                  <a:gd name="connsiteX8" fmla="*/ 65913 w 65912"/>
                  <a:gd name="connsiteY8" fmla="*/ 20479 h 91725"/>
                  <a:gd name="connsiteX9" fmla="*/ 40005 w 65912"/>
                  <a:gd name="connsiteY9" fmla="*/ 45053 h 91725"/>
                  <a:gd name="connsiteX10" fmla="*/ 40005 w 65912"/>
                  <a:gd name="connsiteY10" fmla="*/ 45339 h 91725"/>
                  <a:gd name="connsiteX11" fmla="*/ 49721 w 65912"/>
                  <a:gd name="connsiteY11" fmla="*/ 56007 h 91725"/>
                  <a:gd name="connsiteX12" fmla="*/ 58483 w 65912"/>
                  <a:gd name="connsiteY12" fmla="*/ 91726 h 91725"/>
                  <a:gd name="connsiteX13" fmla="*/ 49530 w 65912"/>
                  <a:gd name="connsiteY13" fmla="*/ 91726 h 91725"/>
                  <a:gd name="connsiteX14" fmla="*/ 29242 w 65912"/>
                  <a:gd name="connsiteY14" fmla="*/ 40672 h 91725"/>
                  <a:gd name="connsiteX15" fmla="*/ 56864 w 65912"/>
                  <a:gd name="connsiteY15" fmla="*/ 21717 h 91725"/>
                  <a:gd name="connsiteX16" fmla="*/ 40291 w 65912"/>
                  <a:gd name="connsiteY16" fmla="*/ 7906 h 91725"/>
                  <a:gd name="connsiteX17" fmla="*/ 27051 w 65912"/>
                  <a:gd name="connsiteY17" fmla="*/ 7906 h 91725"/>
                  <a:gd name="connsiteX18" fmla="*/ 20098 w 65912"/>
                  <a:gd name="connsiteY18" fmla="*/ 40576 h 91725"/>
                  <a:gd name="connsiteX19" fmla="*/ 29242 w 65912"/>
                  <a:gd name="connsiteY19" fmla="*/ 4057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5912" h="91725">
                    <a:moveTo>
                      <a:pt x="49625" y="91726"/>
                    </a:moveTo>
                    <a:lnTo>
                      <a:pt x="41910" y="58769"/>
                    </a:lnTo>
                    <a:cubicBezTo>
                      <a:pt x="39910" y="50578"/>
                      <a:pt x="36481" y="48482"/>
                      <a:pt x="29051" y="48482"/>
                    </a:cubicBezTo>
                    <a:lnTo>
                      <a:pt x="18383" y="48482"/>
                    </a:lnTo>
                    <a:lnTo>
                      <a:pt x="9144" y="91726"/>
                    </a:lnTo>
                    <a:lnTo>
                      <a:pt x="0" y="91726"/>
                    </a:lnTo>
                    <a:lnTo>
                      <a:pt x="20003" y="0"/>
                    </a:lnTo>
                    <a:lnTo>
                      <a:pt x="42291" y="0"/>
                    </a:lnTo>
                    <a:cubicBezTo>
                      <a:pt x="57245" y="0"/>
                      <a:pt x="65913" y="6286"/>
                      <a:pt x="65913" y="20479"/>
                    </a:cubicBezTo>
                    <a:cubicBezTo>
                      <a:pt x="65913" y="34671"/>
                      <a:pt x="55531" y="44291"/>
                      <a:pt x="40005" y="45053"/>
                    </a:cubicBezTo>
                    <a:lnTo>
                      <a:pt x="40005" y="45339"/>
                    </a:lnTo>
                    <a:cubicBezTo>
                      <a:pt x="46577" y="46482"/>
                      <a:pt x="48292" y="49911"/>
                      <a:pt x="49721" y="56007"/>
                    </a:cubicBezTo>
                    <a:lnTo>
                      <a:pt x="58483" y="91726"/>
                    </a:lnTo>
                    <a:lnTo>
                      <a:pt x="49530" y="91726"/>
                    </a:lnTo>
                    <a:close/>
                    <a:moveTo>
                      <a:pt x="29242" y="40672"/>
                    </a:moveTo>
                    <a:cubicBezTo>
                      <a:pt x="45149" y="40672"/>
                      <a:pt x="56864" y="34671"/>
                      <a:pt x="56864" y="21717"/>
                    </a:cubicBezTo>
                    <a:cubicBezTo>
                      <a:pt x="56864" y="11716"/>
                      <a:pt x="50197" y="7906"/>
                      <a:pt x="40291" y="7906"/>
                    </a:cubicBezTo>
                    <a:lnTo>
                      <a:pt x="27051" y="7906"/>
                    </a:lnTo>
                    <a:lnTo>
                      <a:pt x="20098" y="40576"/>
                    </a:lnTo>
                    <a:lnTo>
                      <a:pt x="29242" y="4057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7" name="Freihandform: Form 36">
                <a:extLst>
                  <a:ext uri="{FF2B5EF4-FFF2-40B4-BE49-F238E27FC236}">
                    <a16:creationId xmlns:a16="http://schemas.microsoft.com/office/drawing/2014/main" id="{9DE982B0-1213-F137-C2E0-D5BF850213D6}"/>
                  </a:ext>
                </a:extLst>
              </p:cNvPr>
              <p:cNvSpPr/>
              <p:nvPr/>
            </p:nvSpPr>
            <p:spPr>
              <a:xfrm>
                <a:off x="9939068" y="2956036"/>
                <a:ext cx="83438" cy="94868"/>
              </a:xfrm>
              <a:custGeom>
                <a:avLst/>
                <a:gdLst>
                  <a:gd name="connsiteX0" fmla="*/ 0 w 83438"/>
                  <a:gd name="connsiteY0" fmla="*/ 57436 h 94868"/>
                  <a:gd name="connsiteX1" fmla="*/ 48768 w 83438"/>
                  <a:gd name="connsiteY1" fmla="*/ 0 h 94868"/>
                  <a:gd name="connsiteX2" fmla="*/ 83439 w 83438"/>
                  <a:gd name="connsiteY2" fmla="*/ 37433 h 94868"/>
                  <a:gd name="connsiteX3" fmla="*/ 34671 w 83438"/>
                  <a:gd name="connsiteY3" fmla="*/ 94869 h 94868"/>
                  <a:gd name="connsiteX4" fmla="*/ 0 w 83438"/>
                  <a:gd name="connsiteY4" fmla="*/ 57436 h 94868"/>
                  <a:gd name="connsiteX5" fmla="*/ 74390 w 83438"/>
                  <a:gd name="connsiteY5" fmla="*/ 38481 h 94868"/>
                  <a:gd name="connsiteX6" fmla="*/ 48387 w 83438"/>
                  <a:gd name="connsiteY6" fmla="*/ 7906 h 94868"/>
                  <a:gd name="connsiteX7" fmla="*/ 9144 w 83438"/>
                  <a:gd name="connsiteY7" fmla="*/ 56674 h 94868"/>
                  <a:gd name="connsiteX8" fmla="*/ 35433 w 83438"/>
                  <a:gd name="connsiteY8" fmla="*/ 87058 h 94868"/>
                  <a:gd name="connsiteX9" fmla="*/ 74486 w 83438"/>
                  <a:gd name="connsiteY9" fmla="*/ 38576 h 94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3438" h="94868">
                    <a:moveTo>
                      <a:pt x="0" y="57436"/>
                    </a:moveTo>
                    <a:cubicBezTo>
                      <a:pt x="0" y="28099"/>
                      <a:pt x="18574" y="0"/>
                      <a:pt x="48768" y="0"/>
                    </a:cubicBezTo>
                    <a:cubicBezTo>
                      <a:pt x="70961" y="0"/>
                      <a:pt x="83439" y="14573"/>
                      <a:pt x="83439" y="37433"/>
                    </a:cubicBezTo>
                    <a:cubicBezTo>
                      <a:pt x="83439" y="66866"/>
                      <a:pt x="64865" y="94869"/>
                      <a:pt x="34671" y="94869"/>
                    </a:cubicBezTo>
                    <a:cubicBezTo>
                      <a:pt x="12383" y="94869"/>
                      <a:pt x="0" y="80010"/>
                      <a:pt x="0" y="57436"/>
                    </a:cubicBezTo>
                    <a:close/>
                    <a:moveTo>
                      <a:pt x="74390" y="38481"/>
                    </a:moveTo>
                    <a:cubicBezTo>
                      <a:pt x="74390" y="19717"/>
                      <a:pt x="64961" y="7906"/>
                      <a:pt x="48387" y="7906"/>
                    </a:cubicBezTo>
                    <a:cubicBezTo>
                      <a:pt x="24384" y="7906"/>
                      <a:pt x="9144" y="33623"/>
                      <a:pt x="9144" y="56674"/>
                    </a:cubicBezTo>
                    <a:cubicBezTo>
                      <a:pt x="9144" y="72485"/>
                      <a:pt x="16383" y="87058"/>
                      <a:pt x="35433" y="87058"/>
                    </a:cubicBezTo>
                    <a:cubicBezTo>
                      <a:pt x="59246" y="87058"/>
                      <a:pt x="74486" y="61055"/>
                      <a:pt x="74486" y="38576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8" name="Freihandform: Form 37">
                <a:extLst>
                  <a:ext uri="{FF2B5EF4-FFF2-40B4-BE49-F238E27FC236}">
                    <a16:creationId xmlns:a16="http://schemas.microsoft.com/office/drawing/2014/main" id="{9A5296EF-51BE-4BBA-2831-CF8A1CC5AB0B}"/>
                  </a:ext>
                </a:extLst>
              </p:cNvPr>
              <p:cNvSpPr/>
              <p:nvPr/>
            </p:nvSpPr>
            <p:spPr>
              <a:xfrm>
                <a:off x="10040890" y="2957560"/>
                <a:ext cx="86772" cy="91725"/>
              </a:xfrm>
              <a:custGeom>
                <a:avLst/>
                <a:gdLst>
                  <a:gd name="connsiteX0" fmla="*/ 56579 w 86772"/>
                  <a:gd name="connsiteY0" fmla="*/ 91726 h 91725"/>
                  <a:gd name="connsiteX1" fmla="*/ 26003 w 86772"/>
                  <a:gd name="connsiteY1" fmla="*/ 11049 h 91725"/>
                  <a:gd name="connsiteX2" fmla="*/ 25717 w 86772"/>
                  <a:gd name="connsiteY2" fmla="*/ 11049 h 91725"/>
                  <a:gd name="connsiteX3" fmla="*/ 8382 w 86772"/>
                  <a:gd name="connsiteY3" fmla="*/ 91726 h 91725"/>
                  <a:gd name="connsiteX4" fmla="*/ 0 w 86772"/>
                  <a:gd name="connsiteY4" fmla="*/ 91726 h 91725"/>
                  <a:gd name="connsiteX5" fmla="*/ 19812 w 86772"/>
                  <a:gd name="connsiteY5" fmla="*/ 0 h 91725"/>
                  <a:gd name="connsiteX6" fmla="*/ 30575 w 86772"/>
                  <a:gd name="connsiteY6" fmla="*/ 0 h 91725"/>
                  <a:gd name="connsiteX7" fmla="*/ 61150 w 86772"/>
                  <a:gd name="connsiteY7" fmla="*/ 80677 h 91725"/>
                  <a:gd name="connsiteX8" fmla="*/ 61436 w 86772"/>
                  <a:gd name="connsiteY8" fmla="*/ 80677 h 91725"/>
                  <a:gd name="connsiteX9" fmla="*/ 78486 w 86772"/>
                  <a:gd name="connsiteY9" fmla="*/ 0 h 91725"/>
                  <a:gd name="connsiteX10" fmla="*/ 86773 w 86772"/>
                  <a:gd name="connsiteY10" fmla="*/ 0 h 91725"/>
                  <a:gd name="connsiteX11" fmla="*/ 67342 w 86772"/>
                  <a:gd name="connsiteY11" fmla="*/ 91726 h 91725"/>
                  <a:gd name="connsiteX12" fmla="*/ 56579 w 86772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6772" h="91725">
                    <a:moveTo>
                      <a:pt x="56579" y="91726"/>
                    </a:moveTo>
                    <a:lnTo>
                      <a:pt x="26003" y="11049"/>
                    </a:lnTo>
                    <a:lnTo>
                      <a:pt x="25717" y="11049"/>
                    </a:lnTo>
                    <a:lnTo>
                      <a:pt x="8382" y="91726"/>
                    </a:lnTo>
                    <a:lnTo>
                      <a:pt x="0" y="91726"/>
                    </a:lnTo>
                    <a:lnTo>
                      <a:pt x="19812" y="0"/>
                    </a:lnTo>
                    <a:lnTo>
                      <a:pt x="30575" y="0"/>
                    </a:lnTo>
                    <a:lnTo>
                      <a:pt x="61150" y="80677"/>
                    </a:lnTo>
                    <a:lnTo>
                      <a:pt x="61436" y="80677"/>
                    </a:lnTo>
                    <a:lnTo>
                      <a:pt x="78486" y="0"/>
                    </a:lnTo>
                    <a:lnTo>
                      <a:pt x="86773" y="0"/>
                    </a:lnTo>
                    <a:lnTo>
                      <a:pt x="67342" y="91726"/>
                    </a:lnTo>
                    <a:lnTo>
                      <a:pt x="56579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9" name="Freihandform: Form 38">
                <a:extLst>
                  <a:ext uri="{FF2B5EF4-FFF2-40B4-BE49-F238E27FC236}">
                    <a16:creationId xmlns:a16="http://schemas.microsoft.com/office/drawing/2014/main" id="{EF4E4E7B-2782-CED0-C843-D46216D5FA9C}"/>
                  </a:ext>
                </a:extLst>
              </p:cNvPr>
              <p:cNvSpPr/>
              <p:nvPr/>
            </p:nvSpPr>
            <p:spPr>
              <a:xfrm>
                <a:off x="10141379" y="2957560"/>
                <a:ext cx="28479" cy="91725"/>
              </a:xfrm>
              <a:custGeom>
                <a:avLst/>
                <a:gdLst>
                  <a:gd name="connsiteX0" fmla="*/ 0 w 28479"/>
                  <a:gd name="connsiteY0" fmla="*/ 91726 h 91725"/>
                  <a:gd name="connsiteX1" fmla="*/ 19431 w 28479"/>
                  <a:gd name="connsiteY1" fmla="*/ 0 h 91725"/>
                  <a:gd name="connsiteX2" fmla="*/ 28480 w 28479"/>
                  <a:gd name="connsiteY2" fmla="*/ 0 h 91725"/>
                  <a:gd name="connsiteX3" fmla="*/ 9049 w 28479"/>
                  <a:gd name="connsiteY3" fmla="*/ 91726 h 91725"/>
                  <a:gd name="connsiteX4" fmla="*/ 0 w 28479"/>
                  <a:gd name="connsiteY4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479" h="91725">
                    <a:moveTo>
                      <a:pt x="0" y="91726"/>
                    </a:moveTo>
                    <a:lnTo>
                      <a:pt x="19431" y="0"/>
                    </a:lnTo>
                    <a:lnTo>
                      <a:pt x="28480" y="0"/>
                    </a:lnTo>
                    <a:lnTo>
                      <a:pt x="9049" y="91726"/>
                    </a:lnTo>
                    <a:lnTo>
                      <a:pt x="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0" name="Freihandform: Form 39">
                <a:extLst>
                  <a:ext uri="{FF2B5EF4-FFF2-40B4-BE49-F238E27FC236}">
                    <a16:creationId xmlns:a16="http://schemas.microsoft.com/office/drawing/2014/main" id="{614A47D0-33E9-0EC0-B780-6C2362234B89}"/>
                  </a:ext>
                </a:extLst>
              </p:cNvPr>
              <p:cNvSpPr/>
              <p:nvPr/>
            </p:nvSpPr>
            <p:spPr>
              <a:xfrm>
                <a:off x="10187766" y="2955941"/>
                <a:ext cx="79248" cy="94869"/>
              </a:xfrm>
              <a:custGeom>
                <a:avLst/>
                <a:gdLst>
                  <a:gd name="connsiteX0" fmla="*/ 60960 w 79248"/>
                  <a:gd name="connsiteY0" fmla="*/ 92012 h 94869"/>
                  <a:gd name="connsiteX1" fmla="*/ 43053 w 79248"/>
                  <a:gd name="connsiteY1" fmla="*/ 94869 h 94869"/>
                  <a:gd name="connsiteX2" fmla="*/ 0 w 79248"/>
                  <a:gd name="connsiteY2" fmla="*/ 54674 h 94869"/>
                  <a:gd name="connsiteX3" fmla="*/ 54674 w 79248"/>
                  <a:gd name="connsiteY3" fmla="*/ 0 h 94869"/>
                  <a:gd name="connsiteX4" fmla="*/ 79248 w 79248"/>
                  <a:gd name="connsiteY4" fmla="*/ 4763 h 94869"/>
                  <a:gd name="connsiteX5" fmla="*/ 76105 w 79248"/>
                  <a:gd name="connsiteY5" fmla="*/ 12382 h 94869"/>
                  <a:gd name="connsiteX6" fmla="*/ 54007 w 79248"/>
                  <a:gd name="connsiteY6" fmla="*/ 7906 h 94869"/>
                  <a:gd name="connsiteX7" fmla="*/ 9049 w 79248"/>
                  <a:gd name="connsiteY7" fmla="*/ 54769 h 94869"/>
                  <a:gd name="connsiteX8" fmla="*/ 42577 w 79248"/>
                  <a:gd name="connsiteY8" fmla="*/ 86963 h 94869"/>
                  <a:gd name="connsiteX9" fmla="*/ 62008 w 79248"/>
                  <a:gd name="connsiteY9" fmla="*/ 83915 h 94869"/>
                  <a:gd name="connsiteX10" fmla="*/ 60960 w 79248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8" h="94869">
                    <a:moveTo>
                      <a:pt x="60960" y="92012"/>
                    </a:moveTo>
                    <a:cubicBezTo>
                      <a:pt x="54292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8" y="0"/>
                      <a:pt x="54674" y="0"/>
                    </a:cubicBezTo>
                    <a:cubicBezTo>
                      <a:pt x="66199" y="0"/>
                      <a:pt x="72962" y="1810"/>
                      <a:pt x="79248" y="4763"/>
                    </a:cubicBezTo>
                    <a:lnTo>
                      <a:pt x="76105" y="12382"/>
                    </a:lnTo>
                    <a:cubicBezTo>
                      <a:pt x="69533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1" name="Freihandform: Form 40">
                <a:extLst>
                  <a:ext uri="{FF2B5EF4-FFF2-40B4-BE49-F238E27FC236}">
                    <a16:creationId xmlns:a16="http://schemas.microsoft.com/office/drawing/2014/main" id="{C6F78010-ED25-70C4-933E-F19FAC4AB5A1}"/>
                  </a:ext>
                </a:extLst>
              </p:cNvPr>
              <p:cNvSpPr/>
              <p:nvPr/>
            </p:nvSpPr>
            <p:spPr>
              <a:xfrm>
                <a:off x="10272062" y="2955941"/>
                <a:ext cx="66293" cy="94869"/>
              </a:xfrm>
              <a:custGeom>
                <a:avLst/>
                <a:gdLst>
                  <a:gd name="connsiteX0" fmla="*/ 2572 w 66293"/>
                  <a:gd name="connsiteY0" fmla="*/ 81248 h 94869"/>
                  <a:gd name="connsiteX1" fmla="*/ 22193 w 66293"/>
                  <a:gd name="connsiteY1" fmla="*/ 87058 h 94869"/>
                  <a:gd name="connsiteX2" fmla="*/ 47720 w 66293"/>
                  <a:gd name="connsiteY2" fmla="*/ 67437 h 94869"/>
                  <a:gd name="connsiteX3" fmla="*/ 34099 w 66293"/>
                  <a:gd name="connsiteY3" fmla="*/ 49435 h 94869"/>
                  <a:gd name="connsiteX4" fmla="*/ 14002 w 66293"/>
                  <a:gd name="connsiteY4" fmla="*/ 25527 h 94869"/>
                  <a:gd name="connsiteX5" fmla="*/ 45053 w 66293"/>
                  <a:gd name="connsiteY5" fmla="*/ 0 h 94869"/>
                  <a:gd name="connsiteX6" fmla="*/ 66294 w 66293"/>
                  <a:gd name="connsiteY6" fmla="*/ 4096 h 94869"/>
                  <a:gd name="connsiteX7" fmla="*/ 63532 w 66293"/>
                  <a:gd name="connsiteY7" fmla="*/ 12382 h 94869"/>
                  <a:gd name="connsiteX8" fmla="*/ 44863 w 66293"/>
                  <a:gd name="connsiteY8" fmla="*/ 7906 h 94869"/>
                  <a:gd name="connsiteX9" fmla="*/ 23050 w 66293"/>
                  <a:gd name="connsiteY9" fmla="*/ 24860 h 94869"/>
                  <a:gd name="connsiteX10" fmla="*/ 36481 w 66293"/>
                  <a:gd name="connsiteY10" fmla="*/ 40481 h 94869"/>
                  <a:gd name="connsiteX11" fmla="*/ 56864 w 66293"/>
                  <a:gd name="connsiteY11" fmla="*/ 66199 h 94869"/>
                  <a:gd name="connsiteX12" fmla="*/ 22955 w 66293"/>
                  <a:gd name="connsiteY12" fmla="*/ 94869 h 94869"/>
                  <a:gd name="connsiteX13" fmla="*/ 0 w 66293"/>
                  <a:gd name="connsiteY13" fmla="*/ 89916 h 94869"/>
                  <a:gd name="connsiteX14" fmla="*/ 2762 w 66293"/>
                  <a:gd name="connsiteY14" fmla="*/ 81248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6293" h="94869">
                    <a:moveTo>
                      <a:pt x="2572" y="81248"/>
                    </a:moveTo>
                    <a:cubicBezTo>
                      <a:pt x="8096" y="84963"/>
                      <a:pt x="15430" y="87058"/>
                      <a:pt x="22193" y="87058"/>
                    </a:cubicBezTo>
                    <a:cubicBezTo>
                      <a:pt x="34576" y="87058"/>
                      <a:pt x="47720" y="81629"/>
                      <a:pt x="47720" y="67437"/>
                    </a:cubicBezTo>
                    <a:cubicBezTo>
                      <a:pt x="47720" y="59912"/>
                      <a:pt x="42767" y="54959"/>
                      <a:pt x="34099" y="49435"/>
                    </a:cubicBezTo>
                    <a:cubicBezTo>
                      <a:pt x="23241" y="42482"/>
                      <a:pt x="14002" y="36957"/>
                      <a:pt x="14002" y="25527"/>
                    </a:cubicBezTo>
                    <a:cubicBezTo>
                      <a:pt x="14002" y="8477"/>
                      <a:pt x="28099" y="0"/>
                      <a:pt x="45053" y="0"/>
                    </a:cubicBezTo>
                    <a:cubicBezTo>
                      <a:pt x="52768" y="0"/>
                      <a:pt x="59912" y="1333"/>
                      <a:pt x="66294" y="4096"/>
                    </a:cubicBezTo>
                    <a:lnTo>
                      <a:pt x="63532" y="12382"/>
                    </a:lnTo>
                    <a:cubicBezTo>
                      <a:pt x="57626" y="9334"/>
                      <a:pt x="51340" y="7906"/>
                      <a:pt x="44863" y="7906"/>
                    </a:cubicBezTo>
                    <a:cubicBezTo>
                      <a:pt x="34861" y="7906"/>
                      <a:pt x="23050" y="12764"/>
                      <a:pt x="23050" y="24860"/>
                    </a:cubicBezTo>
                    <a:cubicBezTo>
                      <a:pt x="23050" y="31051"/>
                      <a:pt x="27527" y="34957"/>
                      <a:pt x="36481" y="40481"/>
                    </a:cubicBezTo>
                    <a:cubicBezTo>
                      <a:pt x="48673" y="48006"/>
                      <a:pt x="56864" y="54293"/>
                      <a:pt x="56864" y="66199"/>
                    </a:cubicBezTo>
                    <a:cubicBezTo>
                      <a:pt x="56864" y="84868"/>
                      <a:pt x="39814" y="94869"/>
                      <a:pt x="22955" y="94869"/>
                    </a:cubicBezTo>
                    <a:cubicBezTo>
                      <a:pt x="14573" y="94869"/>
                      <a:pt x="6382" y="93440"/>
                      <a:pt x="0" y="89916"/>
                    </a:cubicBezTo>
                    <a:lnTo>
                      <a:pt x="2762" y="8124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7A15AE37-24F3-9D58-7606-2F3C3E9D5D53}"/>
                </a:ext>
              </a:extLst>
            </p:cNvPr>
            <p:cNvSpPr/>
            <p:nvPr/>
          </p:nvSpPr>
          <p:spPr>
            <a:xfrm>
              <a:off x="9491583" y="2527792"/>
              <a:ext cx="408717" cy="379666"/>
            </a:xfrm>
            <a:custGeom>
              <a:avLst/>
              <a:gdLst>
                <a:gd name="connsiteX0" fmla="*/ 80486 w 408717"/>
                <a:gd name="connsiteY0" fmla="*/ 0 h 379666"/>
                <a:gd name="connsiteX1" fmla="*/ 80486 w 408717"/>
                <a:gd name="connsiteY1" fmla="*/ 0 h 379666"/>
                <a:gd name="connsiteX2" fmla="*/ 408718 w 408717"/>
                <a:gd name="connsiteY2" fmla="*/ 0 h 379666"/>
                <a:gd name="connsiteX3" fmla="*/ 389477 w 408717"/>
                <a:gd name="connsiteY3" fmla="*/ 91345 h 379666"/>
                <a:gd name="connsiteX4" fmla="*/ 203168 w 408717"/>
                <a:gd name="connsiteY4" fmla="*/ 91345 h 379666"/>
                <a:gd name="connsiteX5" fmla="*/ 191643 w 408717"/>
                <a:gd name="connsiteY5" fmla="*/ 145161 h 379666"/>
                <a:gd name="connsiteX6" fmla="*/ 369760 w 408717"/>
                <a:gd name="connsiteY6" fmla="*/ 145161 h 379666"/>
                <a:gd name="connsiteX7" fmla="*/ 350520 w 408717"/>
                <a:gd name="connsiteY7" fmla="*/ 236506 h 379666"/>
                <a:gd name="connsiteX8" fmla="*/ 172402 w 408717"/>
                <a:gd name="connsiteY8" fmla="*/ 236506 h 379666"/>
                <a:gd name="connsiteX9" fmla="*/ 161353 w 408717"/>
                <a:gd name="connsiteY9" fmla="*/ 287941 h 379666"/>
                <a:gd name="connsiteX10" fmla="*/ 351282 w 408717"/>
                <a:gd name="connsiteY10" fmla="*/ 287941 h 379666"/>
                <a:gd name="connsiteX11" fmla="*/ 331946 w 408717"/>
                <a:gd name="connsiteY11" fmla="*/ 379667 h 379666"/>
                <a:gd name="connsiteX12" fmla="*/ 0 w 408717"/>
                <a:gd name="connsiteY12" fmla="*/ 379667 h 379666"/>
                <a:gd name="connsiteX13" fmla="*/ 80486 w 408717"/>
                <a:gd name="connsiteY13" fmla="*/ 0 h 379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8717" h="379666">
                  <a:moveTo>
                    <a:pt x="80486" y="0"/>
                  </a:moveTo>
                  <a:lnTo>
                    <a:pt x="80486" y="0"/>
                  </a:lnTo>
                  <a:lnTo>
                    <a:pt x="408718" y="0"/>
                  </a:lnTo>
                  <a:lnTo>
                    <a:pt x="389477" y="91345"/>
                  </a:lnTo>
                  <a:lnTo>
                    <a:pt x="203168" y="91345"/>
                  </a:lnTo>
                  <a:lnTo>
                    <a:pt x="191643" y="145161"/>
                  </a:lnTo>
                  <a:lnTo>
                    <a:pt x="369760" y="145161"/>
                  </a:lnTo>
                  <a:lnTo>
                    <a:pt x="350520" y="236506"/>
                  </a:lnTo>
                  <a:lnTo>
                    <a:pt x="172402" y="236506"/>
                  </a:lnTo>
                  <a:lnTo>
                    <a:pt x="161353" y="287941"/>
                  </a:lnTo>
                  <a:lnTo>
                    <a:pt x="351282" y="287941"/>
                  </a:lnTo>
                  <a:lnTo>
                    <a:pt x="331946" y="379667"/>
                  </a:lnTo>
                  <a:lnTo>
                    <a:pt x="0" y="379667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9916BB6A-B4B2-B563-6714-51FE0014DEB1}"/>
                </a:ext>
              </a:extLst>
            </p:cNvPr>
            <p:cNvSpPr/>
            <p:nvPr/>
          </p:nvSpPr>
          <p:spPr>
            <a:xfrm>
              <a:off x="9892110" y="2527792"/>
              <a:ext cx="446790" cy="379571"/>
            </a:xfrm>
            <a:custGeom>
              <a:avLst/>
              <a:gdLst>
                <a:gd name="connsiteX0" fmla="*/ 80486 w 446790"/>
                <a:gd name="connsiteY0" fmla="*/ 0 h 379571"/>
                <a:gd name="connsiteX1" fmla="*/ 293846 w 446790"/>
                <a:gd name="connsiteY1" fmla="*/ 0 h 379571"/>
                <a:gd name="connsiteX2" fmla="*/ 438721 w 446790"/>
                <a:gd name="connsiteY2" fmla="*/ 190786 h 379571"/>
                <a:gd name="connsiteX3" fmla="*/ 207264 w 446790"/>
                <a:gd name="connsiteY3" fmla="*/ 379571 h 379571"/>
                <a:gd name="connsiteX4" fmla="*/ 0 w 446790"/>
                <a:gd name="connsiteY4" fmla="*/ 379571 h 379571"/>
                <a:gd name="connsiteX5" fmla="*/ 80486 w 446790"/>
                <a:gd name="connsiteY5" fmla="*/ 0 h 379571"/>
                <a:gd name="connsiteX6" fmla="*/ 165830 w 446790"/>
                <a:gd name="connsiteY6" fmla="*/ 284988 h 379571"/>
                <a:gd name="connsiteX7" fmla="*/ 201930 w 446790"/>
                <a:gd name="connsiteY7" fmla="*/ 284988 h 379571"/>
                <a:gd name="connsiteX8" fmla="*/ 287274 w 446790"/>
                <a:gd name="connsiteY8" fmla="*/ 186690 h 379571"/>
                <a:gd name="connsiteX9" fmla="*/ 243364 w 446790"/>
                <a:gd name="connsiteY9" fmla="*/ 88011 h 379571"/>
                <a:gd name="connsiteX10" fmla="*/ 207264 w 446790"/>
                <a:gd name="connsiteY10" fmla="*/ 88011 h 379571"/>
                <a:gd name="connsiteX11" fmla="*/ 165830 w 446790"/>
                <a:gd name="connsiteY11" fmla="*/ 284988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6790" h="379571">
                  <a:moveTo>
                    <a:pt x="80486" y="0"/>
                  </a:moveTo>
                  <a:lnTo>
                    <a:pt x="293846" y="0"/>
                  </a:lnTo>
                  <a:cubicBezTo>
                    <a:pt x="402622" y="0"/>
                    <a:pt x="471106" y="36576"/>
                    <a:pt x="438721" y="190786"/>
                  </a:cubicBezTo>
                  <a:cubicBezTo>
                    <a:pt x="407956" y="334328"/>
                    <a:pt x="316039" y="379571"/>
                    <a:pt x="207264" y="379571"/>
                  </a:cubicBezTo>
                  <a:lnTo>
                    <a:pt x="0" y="379571"/>
                  </a:lnTo>
                  <a:lnTo>
                    <a:pt x="80486" y="0"/>
                  </a:lnTo>
                  <a:close/>
                  <a:moveTo>
                    <a:pt x="165830" y="284988"/>
                  </a:moveTo>
                  <a:lnTo>
                    <a:pt x="201930" y="284988"/>
                  </a:lnTo>
                  <a:cubicBezTo>
                    <a:pt x="254889" y="284988"/>
                    <a:pt x="274130" y="250031"/>
                    <a:pt x="287274" y="186690"/>
                  </a:cubicBezTo>
                  <a:cubicBezTo>
                    <a:pt x="301276" y="121730"/>
                    <a:pt x="295465" y="88011"/>
                    <a:pt x="243364" y="88011"/>
                  </a:cubicBezTo>
                  <a:lnTo>
                    <a:pt x="207264" y="88011"/>
                  </a:lnTo>
                  <a:lnTo>
                    <a:pt x="165830" y="2849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811388F0-CE61-77ED-8BC7-C57551AE4AB1}"/>
                </a:ext>
              </a:extLst>
            </p:cNvPr>
            <p:cNvSpPr/>
            <p:nvPr/>
          </p:nvSpPr>
          <p:spPr>
            <a:xfrm>
              <a:off x="10291778" y="2527792"/>
              <a:ext cx="468344" cy="379571"/>
            </a:xfrm>
            <a:custGeom>
              <a:avLst/>
              <a:gdLst>
                <a:gd name="connsiteX0" fmla="*/ 213455 w 468344"/>
                <a:gd name="connsiteY0" fmla="*/ 0 h 379571"/>
                <a:gd name="connsiteX1" fmla="*/ 413766 w 468344"/>
                <a:gd name="connsiteY1" fmla="*/ 0 h 379571"/>
                <a:gd name="connsiteX2" fmla="*/ 468344 w 468344"/>
                <a:gd name="connsiteY2" fmla="*/ 379571 h 379571"/>
                <a:gd name="connsiteX3" fmla="*/ 315659 w 468344"/>
                <a:gd name="connsiteY3" fmla="*/ 379571 h 379571"/>
                <a:gd name="connsiteX4" fmla="*/ 308229 w 468344"/>
                <a:gd name="connsiteY4" fmla="*/ 297275 h 379571"/>
                <a:gd name="connsiteX5" fmla="*/ 185547 w 468344"/>
                <a:gd name="connsiteY5" fmla="*/ 297275 h 379571"/>
                <a:gd name="connsiteX6" fmla="*/ 144875 w 468344"/>
                <a:gd name="connsiteY6" fmla="*/ 379571 h 379571"/>
                <a:gd name="connsiteX7" fmla="*/ 0 w 468344"/>
                <a:gd name="connsiteY7" fmla="*/ 379571 h 379571"/>
                <a:gd name="connsiteX8" fmla="*/ 213360 w 468344"/>
                <a:gd name="connsiteY8" fmla="*/ 0 h 379571"/>
                <a:gd name="connsiteX9" fmla="*/ 224885 w 468344"/>
                <a:gd name="connsiteY9" fmla="*/ 206026 h 379571"/>
                <a:gd name="connsiteX10" fmla="*/ 308991 w 468344"/>
                <a:gd name="connsiteY10" fmla="*/ 206026 h 379571"/>
                <a:gd name="connsiteX11" fmla="*/ 294227 w 468344"/>
                <a:gd name="connsiteY11" fmla="*/ 81439 h 379571"/>
                <a:gd name="connsiteX12" fmla="*/ 292989 w 468344"/>
                <a:gd name="connsiteY12" fmla="*/ 81439 h 379571"/>
                <a:gd name="connsiteX13" fmla="*/ 224885 w 468344"/>
                <a:gd name="connsiteY13" fmla="*/ 206026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68344" h="379571">
                  <a:moveTo>
                    <a:pt x="213455" y="0"/>
                  </a:moveTo>
                  <a:lnTo>
                    <a:pt x="413766" y="0"/>
                  </a:lnTo>
                  <a:lnTo>
                    <a:pt x="468344" y="379571"/>
                  </a:lnTo>
                  <a:lnTo>
                    <a:pt x="315659" y="379571"/>
                  </a:lnTo>
                  <a:lnTo>
                    <a:pt x="308229" y="297275"/>
                  </a:lnTo>
                  <a:lnTo>
                    <a:pt x="185547" y="297275"/>
                  </a:lnTo>
                  <a:lnTo>
                    <a:pt x="144875" y="379571"/>
                  </a:lnTo>
                  <a:lnTo>
                    <a:pt x="0" y="379571"/>
                  </a:lnTo>
                  <a:lnTo>
                    <a:pt x="213360" y="0"/>
                  </a:lnTo>
                  <a:close/>
                  <a:moveTo>
                    <a:pt x="224885" y="206026"/>
                  </a:moveTo>
                  <a:lnTo>
                    <a:pt x="308991" y="206026"/>
                  </a:lnTo>
                  <a:lnTo>
                    <a:pt x="294227" y="81439"/>
                  </a:lnTo>
                  <a:lnTo>
                    <a:pt x="292989" y="81439"/>
                  </a:lnTo>
                  <a:lnTo>
                    <a:pt x="224885" y="2060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86E098DD-B059-6C6D-B6F1-7B46D51309C1}"/>
                </a:ext>
              </a:extLst>
            </p:cNvPr>
            <p:cNvSpPr/>
            <p:nvPr/>
          </p:nvSpPr>
          <p:spPr>
            <a:xfrm>
              <a:off x="10789761" y="2521220"/>
              <a:ext cx="411274" cy="392715"/>
            </a:xfrm>
            <a:custGeom>
              <a:avLst/>
              <a:gdLst>
                <a:gd name="connsiteX0" fmla="*/ 350695 w 411274"/>
                <a:gd name="connsiteY0" fmla="*/ 371761 h 392715"/>
                <a:gd name="connsiteX1" fmla="*/ 350695 w 411274"/>
                <a:gd name="connsiteY1" fmla="*/ 371761 h 392715"/>
                <a:gd name="connsiteX2" fmla="*/ 189341 w 411274"/>
                <a:gd name="connsiteY2" fmla="*/ 392716 h 392715"/>
                <a:gd name="connsiteX3" fmla="*/ 5509 w 411274"/>
                <a:gd name="connsiteY3" fmla="*/ 190786 h 392715"/>
                <a:gd name="connsiteX4" fmla="*/ 272590 w 411274"/>
                <a:gd name="connsiteY4" fmla="*/ 0 h 392715"/>
                <a:gd name="connsiteX5" fmla="*/ 411274 w 411274"/>
                <a:gd name="connsiteY5" fmla="*/ 14002 h 392715"/>
                <a:gd name="connsiteX6" fmla="*/ 389462 w 411274"/>
                <a:gd name="connsiteY6" fmla="*/ 116396 h 392715"/>
                <a:gd name="connsiteX7" fmla="*/ 294307 w 411274"/>
                <a:gd name="connsiteY7" fmla="*/ 94583 h 392715"/>
                <a:gd name="connsiteX8" fmla="*/ 151908 w 411274"/>
                <a:gd name="connsiteY8" fmla="*/ 199835 h 392715"/>
                <a:gd name="connsiteX9" fmla="*/ 210582 w 411274"/>
                <a:gd name="connsiteY9" fmla="*/ 297752 h 392715"/>
                <a:gd name="connsiteX10" fmla="*/ 242110 w 411274"/>
                <a:gd name="connsiteY10" fmla="*/ 294418 h 392715"/>
                <a:gd name="connsiteX11" fmla="*/ 263446 w 411274"/>
                <a:gd name="connsiteY11" fmla="*/ 193262 h 392715"/>
                <a:gd name="connsiteX12" fmla="*/ 388224 w 411274"/>
                <a:gd name="connsiteY12" fmla="*/ 193262 h 392715"/>
                <a:gd name="connsiteX13" fmla="*/ 350505 w 411274"/>
                <a:gd name="connsiteY13" fmla="*/ 371761 h 392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11274" h="392715">
                  <a:moveTo>
                    <a:pt x="350695" y="371761"/>
                  </a:moveTo>
                  <a:lnTo>
                    <a:pt x="350695" y="371761"/>
                  </a:lnTo>
                  <a:cubicBezTo>
                    <a:pt x="297736" y="386525"/>
                    <a:pt x="249349" y="392716"/>
                    <a:pt x="189341" y="392716"/>
                  </a:cubicBezTo>
                  <a:cubicBezTo>
                    <a:pt x="63326" y="392716"/>
                    <a:pt x="-23161" y="326041"/>
                    <a:pt x="5509" y="190786"/>
                  </a:cubicBezTo>
                  <a:cubicBezTo>
                    <a:pt x="32179" y="63246"/>
                    <a:pt x="151146" y="0"/>
                    <a:pt x="272590" y="0"/>
                  </a:cubicBezTo>
                  <a:cubicBezTo>
                    <a:pt x="343551" y="0"/>
                    <a:pt x="376889" y="5334"/>
                    <a:pt x="411274" y="14002"/>
                  </a:cubicBezTo>
                  <a:lnTo>
                    <a:pt x="389462" y="116396"/>
                  </a:lnTo>
                  <a:cubicBezTo>
                    <a:pt x="371364" y="104489"/>
                    <a:pt x="334883" y="94583"/>
                    <a:pt x="294307" y="94583"/>
                  </a:cubicBezTo>
                  <a:cubicBezTo>
                    <a:pt x="222107" y="94583"/>
                    <a:pt x="166672" y="130778"/>
                    <a:pt x="151908" y="199835"/>
                  </a:cubicBezTo>
                  <a:cubicBezTo>
                    <a:pt x="140764" y="252032"/>
                    <a:pt x="152289" y="297752"/>
                    <a:pt x="210582" y="297752"/>
                  </a:cubicBezTo>
                  <a:cubicBezTo>
                    <a:pt x="220774" y="297752"/>
                    <a:pt x="232776" y="297752"/>
                    <a:pt x="242110" y="294418"/>
                  </a:cubicBezTo>
                  <a:lnTo>
                    <a:pt x="263446" y="193262"/>
                  </a:lnTo>
                  <a:lnTo>
                    <a:pt x="388224" y="193262"/>
                  </a:lnTo>
                  <a:lnTo>
                    <a:pt x="350505" y="3717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60062B7E-FFE5-B60A-C50B-62CC1F43234C}"/>
                </a:ext>
              </a:extLst>
            </p:cNvPr>
            <p:cNvSpPr/>
            <p:nvPr/>
          </p:nvSpPr>
          <p:spPr>
            <a:xfrm>
              <a:off x="8749300" y="2670477"/>
              <a:ext cx="500824" cy="91344"/>
            </a:xfrm>
            <a:custGeom>
              <a:avLst/>
              <a:gdLst>
                <a:gd name="connsiteX0" fmla="*/ 19336 w 500824"/>
                <a:gd name="connsiteY0" fmla="*/ 0 h 91344"/>
                <a:gd name="connsiteX1" fmla="*/ 500824 w 500824"/>
                <a:gd name="connsiteY1" fmla="*/ 0 h 91344"/>
                <a:gd name="connsiteX2" fmla="*/ 481489 w 500824"/>
                <a:gd name="connsiteY2" fmla="*/ 91345 h 91344"/>
                <a:gd name="connsiteX3" fmla="*/ 0 w 500824"/>
                <a:gd name="connsiteY3" fmla="*/ 91345 h 91344"/>
                <a:gd name="connsiteX4" fmla="*/ 19336 w 500824"/>
                <a:gd name="connsiteY4" fmla="*/ 0 h 91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824" h="91344">
                  <a:moveTo>
                    <a:pt x="19336" y="0"/>
                  </a:moveTo>
                  <a:lnTo>
                    <a:pt x="500824" y="0"/>
                  </a:lnTo>
                  <a:lnTo>
                    <a:pt x="481489" y="91345"/>
                  </a:lnTo>
                  <a:lnTo>
                    <a:pt x="0" y="91345"/>
                  </a:lnTo>
                  <a:lnTo>
                    <a:pt x="1933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2E943E22-2A71-3852-BDEE-F441D2DB8AE7}"/>
                </a:ext>
              </a:extLst>
            </p:cNvPr>
            <p:cNvSpPr/>
            <p:nvPr/>
          </p:nvSpPr>
          <p:spPr>
            <a:xfrm>
              <a:off x="8810260" y="2383489"/>
              <a:ext cx="500729" cy="90773"/>
            </a:xfrm>
            <a:custGeom>
              <a:avLst/>
              <a:gdLst>
                <a:gd name="connsiteX0" fmla="*/ 19241 w 500729"/>
                <a:gd name="connsiteY0" fmla="*/ 0 h 90773"/>
                <a:gd name="connsiteX1" fmla="*/ 500729 w 500729"/>
                <a:gd name="connsiteY1" fmla="*/ 0 h 90773"/>
                <a:gd name="connsiteX2" fmla="*/ 481489 w 500729"/>
                <a:gd name="connsiteY2" fmla="*/ 90773 h 90773"/>
                <a:gd name="connsiteX3" fmla="*/ 0 w 500729"/>
                <a:gd name="connsiteY3" fmla="*/ 90773 h 90773"/>
                <a:gd name="connsiteX4" fmla="*/ 19241 w 500729"/>
                <a:gd name="connsiteY4" fmla="*/ 0 h 90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729" h="90773">
                  <a:moveTo>
                    <a:pt x="19241" y="0"/>
                  </a:moveTo>
                  <a:lnTo>
                    <a:pt x="500729" y="0"/>
                  </a:lnTo>
                  <a:lnTo>
                    <a:pt x="481489" y="90773"/>
                  </a:lnTo>
                  <a:lnTo>
                    <a:pt x="0" y="90773"/>
                  </a:lnTo>
                  <a:lnTo>
                    <a:pt x="1924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E7B2BA35-AA56-9F94-87E4-4CB5361103AC}"/>
                </a:ext>
              </a:extLst>
            </p:cNvPr>
            <p:cNvSpPr/>
            <p:nvPr/>
          </p:nvSpPr>
          <p:spPr>
            <a:xfrm>
              <a:off x="8688340" y="2957560"/>
              <a:ext cx="501015" cy="91725"/>
            </a:xfrm>
            <a:custGeom>
              <a:avLst/>
              <a:gdLst>
                <a:gd name="connsiteX0" fmla="*/ 19431 w 501015"/>
                <a:gd name="connsiteY0" fmla="*/ 0 h 91725"/>
                <a:gd name="connsiteX1" fmla="*/ 501015 w 501015"/>
                <a:gd name="connsiteY1" fmla="*/ 0 h 91725"/>
                <a:gd name="connsiteX2" fmla="*/ 481489 w 501015"/>
                <a:gd name="connsiteY2" fmla="*/ 91726 h 91725"/>
                <a:gd name="connsiteX3" fmla="*/ 0 w 501015"/>
                <a:gd name="connsiteY3" fmla="*/ 91726 h 91725"/>
                <a:gd name="connsiteX4" fmla="*/ 19431 w 501015"/>
                <a:gd name="connsiteY4" fmla="*/ 0 h 91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015" h="91725">
                  <a:moveTo>
                    <a:pt x="19431" y="0"/>
                  </a:moveTo>
                  <a:lnTo>
                    <a:pt x="501015" y="0"/>
                  </a:lnTo>
                  <a:lnTo>
                    <a:pt x="481489" y="91726"/>
                  </a:lnTo>
                  <a:lnTo>
                    <a:pt x="0" y="91726"/>
                  </a:lnTo>
                  <a:lnTo>
                    <a:pt x="1943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0B5B088D-5595-FAAF-29E2-5F2E061AE7BF}"/>
                </a:ext>
              </a:extLst>
            </p:cNvPr>
            <p:cNvSpPr/>
            <p:nvPr/>
          </p:nvSpPr>
          <p:spPr>
            <a:xfrm>
              <a:off x="8501174" y="2527792"/>
              <a:ext cx="930402" cy="379571"/>
            </a:xfrm>
            <a:custGeom>
              <a:avLst/>
              <a:gdLst>
                <a:gd name="connsiteX0" fmla="*/ 80486 w 930402"/>
                <a:gd name="connsiteY0" fmla="*/ 0 h 379571"/>
                <a:gd name="connsiteX1" fmla="*/ 61055 w 930402"/>
                <a:gd name="connsiteY1" fmla="*/ 91726 h 379571"/>
                <a:gd name="connsiteX2" fmla="*/ 818769 w 930402"/>
                <a:gd name="connsiteY2" fmla="*/ 91345 h 379571"/>
                <a:gd name="connsiteX3" fmla="*/ 776954 w 930402"/>
                <a:gd name="connsiteY3" fmla="*/ 288322 h 379571"/>
                <a:gd name="connsiteX4" fmla="*/ 19336 w 930402"/>
                <a:gd name="connsiteY4" fmla="*/ 288322 h 379571"/>
                <a:gd name="connsiteX5" fmla="*/ 0 w 930402"/>
                <a:gd name="connsiteY5" fmla="*/ 379571 h 379571"/>
                <a:gd name="connsiteX6" fmla="*/ 849916 w 930402"/>
                <a:gd name="connsiteY6" fmla="*/ 379571 h 379571"/>
                <a:gd name="connsiteX7" fmla="*/ 930402 w 930402"/>
                <a:gd name="connsiteY7" fmla="*/ 0 h 379571"/>
                <a:gd name="connsiteX8" fmla="*/ 80486 w 930402"/>
                <a:gd name="connsiteY8" fmla="*/ 0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30402" h="379571">
                  <a:moveTo>
                    <a:pt x="80486" y="0"/>
                  </a:moveTo>
                  <a:lnTo>
                    <a:pt x="61055" y="91726"/>
                  </a:lnTo>
                  <a:lnTo>
                    <a:pt x="818769" y="91345"/>
                  </a:lnTo>
                  <a:lnTo>
                    <a:pt x="776954" y="288322"/>
                  </a:lnTo>
                  <a:lnTo>
                    <a:pt x="19336" y="288322"/>
                  </a:lnTo>
                  <a:lnTo>
                    <a:pt x="0" y="379571"/>
                  </a:lnTo>
                  <a:lnTo>
                    <a:pt x="849916" y="379571"/>
                  </a:lnTo>
                  <a:lnTo>
                    <a:pt x="930402" y="0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7619441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4">
    <p:bg>
      <p:bgPr>
        <a:gradFill>
          <a:gsLst>
            <a:gs pos="100000">
              <a:srgbClr val="232A30"/>
            </a:gs>
            <a:gs pos="38000">
              <a:srgbClr val="45556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8BA064-8075-E801-0D81-DD656C63E0E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1147468C-8EC9-9468-CE31-40123E99DD2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63801" y="1808163"/>
            <a:ext cx="4064400" cy="2675339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9A6466A6-0FAF-870B-6200-A61302FEC87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0" y="1808163"/>
            <a:ext cx="4064400" cy="2675339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7C601233-5814-87DC-2733-C2D3C033C89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127602" y="1808163"/>
            <a:ext cx="4064400" cy="2675339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D7737B59-4A39-0E2F-CA06-37DAB55A726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58812" y="5149184"/>
            <a:ext cx="10874376" cy="36666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Textplatzhalter 13">
            <a:extLst>
              <a:ext uri="{FF2B5EF4-FFF2-40B4-BE49-F238E27FC236}">
                <a16:creationId xmlns:a16="http://schemas.microsoft.com/office/drawing/2014/main" id="{A5C10635-5DA8-9B73-1F7D-90BF2712978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8812" y="5523520"/>
            <a:ext cx="10874376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>
              <a:lnSpc>
                <a:spcPct val="100000"/>
              </a:lnSpc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22AEBCD9-D962-FA29-7091-5F93345A68C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3" y="4873818"/>
            <a:ext cx="658814" cy="137683"/>
          </a:xfrm>
          <a:prstGeom prst="rect">
            <a:avLst/>
          </a:prstGeom>
        </p:spPr>
      </p:pic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3AEA80F1-A4D3-1275-A096-F773031E7C9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87226AB7-B37F-3EF8-D602-7FAC46CDC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extplatzhalter 17">
            <a:extLst>
              <a:ext uri="{FF2B5EF4-FFF2-40B4-BE49-F238E27FC236}">
                <a16:creationId xmlns:a16="http://schemas.microsoft.com/office/drawing/2014/main" id="{C43FEF22-1D5C-C433-012E-6AA8189A2F4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11987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5">
    <p:bg>
      <p:bgPr>
        <a:gradFill>
          <a:gsLst>
            <a:gs pos="100000">
              <a:srgbClr val="232A30"/>
            </a:gs>
            <a:gs pos="38000">
              <a:srgbClr val="45556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8BA064-8075-E801-0D81-DD656C63E0E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9A6466A6-0FAF-870B-6200-A61302FEC87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58812" y="1808163"/>
            <a:ext cx="11533187" cy="2675339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D7737B59-4A39-0E2F-CA06-37DAB55A726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58812" y="5149184"/>
            <a:ext cx="10874376" cy="36666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Textplatzhalter 13">
            <a:extLst>
              <a:ext uri="{FF2B5EF4-FFF2-40B4-BE49-F238E27FC236}">
                <a16:creationId xmlns:a16="http://schemas.microsoft.com/office/drawing/2014/main" id="{A5C10635-5DA8-9B73-1F7D-90BF2712978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8812" y="5523520"/>
            <a:ext cx="10874376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>
              <a:lnSpc>
                <a:spcPct val="100000"/>
              </a:lnSpc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22AEBCD9-D962-FA29-7091-5F93345A68C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3" y="4873818"/>
            <a:ext cx="658814" cy="137683"/>
          </a:xfrm>
          <a:prstGeom prst="rect">
            <a:avLst/>
          </a:prstGeom>
        </p:spPr>
      </p:pic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3AEA80F1-A4D3-1275-A096-F773031E7C9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87226AB7-B37F-3EF8-D602-7FAC46CDC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extplatzhalter 17">
            <a:extLst>
              <a:ext uri="{FF2B5EF4-FFF2-40B4-BE49-F238E27FC236}">
                <a16:creationId xmlns:a16="http://schemas.microsoft.com/office/drawing/2014/main" id="{C43FEF22-1D5C-C433-012E-6AA8189A2F4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50016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6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4">
            <a:extLst>
              <a:ext uri="{FF2B5EF4-FFF2-40B4-BE49-F238E27FC236}">
                <a16:creationId xmlns:a16="http://schemas.microsoft.com/office/drawing/2014/main" id="{1736C734-67A4-52D3-880C-D3399FB45A7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35919" y="1808162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3" name="Picture Placeholder 12">
            <a:extLst>
              <a:ext uri="{FF2B5EF4-FFF2-40B4-BE49-F238E27FC236}">
                <a16:creationId xmlns:a16="http://schemas.microsoft.com/office/drawing/2014/main" id="{D7B423B2-62D0-4D8F-3919-8FA2F9F27E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003704" y="1808162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4" name="Picture Placeholder 16">
            <a:extLst>
              <a:ext uri="{FF2B5EF4-FFF2-40B4-BE49-F238E27FC236}">
                <a16:creationId xmlns:a16="http://schemas.microsoft.com/office/drawing/2014/main" id="{BA7CF8FB-1BBA-4FD6-39B1-54748E2A701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371489" y="1808162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5" name="Picture Placeholder 21">
            <a:extLst>
              <a:ext uri="{FF2B5EF4-FFF2-40B4-BE49-F238E27FC236}">
                <a16:creationId xmlns:a16="http://schemas.microsoft.com/office/drawing/2014/main" id="{252B1A05-2DCC-1B1F-0A7D-BFB47B5D787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71489" y="4177951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6" name="Picture Placeholder 28">
            <a:extLst>
              <a:ext uri="{FF2B5EF4-FFF2-40B4-BE49-F238E27FC236}">
                <a16:creationId xmlns:a16="http://schemas.microsoft.com/office/drawing/2014/main" id="{0DCEBE79-3FCC-4FE4-CFBA-BFCBB87B7B6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003704" y="4177951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E8C401FD-1879-55DB-BD55-9FF542133F0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635919" y="4177951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8" name="Inhaltsplatzhalter 2">
            <a:extLst>
              <a:ext uri="{FF2B5EF4-FFF2-40B4-BE49-F238E27FC236}">
                <a16:creationId xmlns:a16="http://schemas.microsoft.com/office/drawing/2014/main" id="{3058D995-C3C8-CBF5-4186-BC7D565D55C0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58813" y="4177951"/>
            <a:ext cx="3661974" cy="5058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9" name="Textplatzhalter 13">
            <a:extLst>
              <a:ext uri="{FF2B5EF4-FFF2-40B4-BE49-F238E27FC236}">
                <a16:creationId xmlns:a16="http://schemas.microsoft.com/office/drawing/2014/main" id="{E4A96ABA-AC1E-A8F1-8BFB-66E52282276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8813" y="4776168"/>
            <a:ext cx="3661974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>
              <a:lnSpc>
                <a:spcPct val="100000"/>
              </a:lnSpc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pic>
        <p:nvPicPr>
          <p:cNvPr id="40" name="Grafik 39">
            <a:extLst>
              <a:ext uri="{FF2B5EF4-FFF2-40B4-BE49-F238E27FC236}">
                <a16:creationId xmlns:a16="http://schemas.microsoft.com/office/drawing/2014/main" id="{072179F4-998D-3732-42A9-758E6F4D285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3" y="3902585"/>
            <a:ext cx="658814" cy="137683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A4B3DA3-C296-4543-F374-9CBA170764FB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728E75A9-B42F-26D9-B2CF-AEE2E2AE4149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26ACFC4A-F2E4-63D4-0F00-65A0BC8F2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5" name="Textplatzhalter 17">
            <a:extLst>
              <a:ext uri="{FF2B5EF4-FFF2-40B4-BE49-F238E27FC236}">
                <a16:creationId xmlns:a16="http://schemas.microsoft.com/office/drawing/2014/main" id="{4F2338C1-2604-0F12-8309-7EB1BD19142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7404363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7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E82075BD-ED81-6B21-E55D-9AC8EF491E8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58813" y="2236335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extplatzhalter 13">
            <a:extLst>
              <a:ext uri="{FF2B5EF4-FFF2-40B4-BE49-F238E27FC236}">
                <a16:creationId xmlns:a16="http://schemas.microsoft.com/office/drawing/2014/main" id="{848989BD-0D24-29B2-012F-6F665E0695B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8813" y="2521047"/>
            <a:ext cx="3978275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Inhaltsplatzhalter 2">
            <a:extLst>
              <a:ext uri="{FF2B5EF4-FFF2-40B4-BE49-F238E27FC236}">
                <a16:creationId xmlns:a16="http://schemas.microsoft.com/office/drawing/2014/main" id="{54D7AE45-584B-9B45-4A1A-1016A264FF7E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658394" y="3848602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Textplatzhalter 13">
            <a:extLst>
              <a:ext uri="{FF2B5EF4-FFF2-40B4-BE49-F238E27FC236}">
                <a16:creationId xmlns:a16="http://schemas.microsoft.com/office/drawing/2014/main" id="{11DB5597-71E7-EA0C-ED5B-8A11F67856B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8394" y="4133314"/>
            <a:ext cx="3978275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Inhaltsplatzhalter 2">
            <a:extLst>
              <a:ext uri="{FF2B5EF4-FFF2-40B4-BE49-F238E27FC236}">
                <a16:creationId xmlns:a16="http://schemas.microsoft.com/office/drawing/2014/main" id="{3DFC8755-C4A6-5576-3793-F9CD5BBAD3FE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57975" y="5458146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2" name="Textplatzhalter 13">
            <a:extLst>
              <a:ext uri="{FF2B5EF4-FFF2-40B4-BE49-F238E27FC236}">
                <a16:creationId xmlns:a16="http://schemas.microsoft.com/office/drawing/2014/main" id="{74B7EF65-04B5-6B3B-11DF-5BC3A4C7794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7975" y="5742858"/>
            <a:ext cx="3978275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1BBF4DA1-0BA6-55F2-475E-458F8A59D245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7554912" y="2236335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4" name="Textplatzhalter 13">
            <a:extLst>
              <a:ext uri="{FF2B5EF4-FFF2-40B4-BE49-F238E27FC236}">
                <a16:creationId xmlns:a16="http://schemas.microsoft.com/office/drawing/2014/main" id="{C7EE6736-1822-EB18-CF56-CF3D2AC4BD7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54912" y="2521047"/>
            <a:ext cx="3978275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5" name="Inhaltsplatzhalter 2">
            <a:extLst>
              <a:ext uri="{FF2B5EF4-FFF2-40B4-BE49-F238E27FC236}">
                <a16:creationId xmlns:a16="http://schemas.microsoft.com/office/drawing/2014/main" id="{80C4A621-6B42-9A39-5A57-7EE05C20F64B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7554493" y="3848602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6" name="Textplatzhalter 13">
            <a:extLst>
              <a:ext uri="{FF2B5EF4-FFF2-40B4-BE49-F238E27FC236}">
                <a16:creationId xmlns:a16="http://schemas.microsoft.com/office/drawing/2014/main" id="{2594C389-A931-CDA3-6684-744F90F82F5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554493" y="4133314"/>
            <a:ext cx="3978275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7" name="Inhaltsplatzhalter 2">
            <a:extLst>
              <a:ext uri="{FF2B5EF4-FFF2-40B4-BE49-F238E27FC236}">
                <a16:creationId xmlns:a16="http://schemas.microsoft.com/office/drawing/2014/main" id="{C3873F2B-4173-ABA9-9283-CD4729A93DAF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7554074" y="5458146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8" name="Textplatzhalter 13">
            <a:extLst>
              <a:ext uri="{FF2B5EF4-FFF2-40B4-BE49-F238E27FC236}">
                <a16:creationId xmlns:a16="http://schemas.microsoft.com/office/drawing/2014/main" id="{A71CBFDB-73CA-6C60-E900-9EBBA8347E9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554074" y="5742858"/>
            <a:ext cx="3978275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9" name="Bildplatzhalter 17">
            <a:extLst>
              <a:ext uri="{FF2B5EF4-FFF2-40B4-BE49-F238E27FC236}">
                <a16:creationId xmlns:a16="http://schemas.microsoft.com/office/drawing/2014/main" id="{78480E12-58D3-B112-4890-1B178B237BC5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766210" y="1803127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0" name="Bildplatzhalter 17">
            <a:extLst>
              <a:ext uri="{FF2B5EF4-FFF2-40B4-BE49-F238E27FC236}">
                <a16:creationId xmlns:a16="http://schemas.microsoft.com/office/drawing/2014/main" id="{0A23C58F-2173-CDF1-75C4-8E73E3F7D084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433275" y="1805886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1" name="Bildplatzhalter 17">
            <a:extLst>
              <a:ext uri="{FF2B5EF4-FFF2-40B4-BE49-F238E27FC236}">
                <a16:creationId xmlns:a16="http://schemas.microsoft.com/office/drawing/2014/main" id="{B606F3C9-0F89-28E2-4897-42EEA9095424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767969" y="3340830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2" name="Bildplatzhalter 17">
            <a:extLst>
              <a:ext uri="{FF2B5EF4-FFF2-40B4-BE49-F238E27FC236}">
                <a16:creationId xmlns:a16="http://schemas.microsoft.com/office/drawing/2014/main" id="{3F627BC9-C0C9-5B9B-853C-7AF06312A115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433275" y="3341450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3" name="Bildplatzhalter 17">
            <a:extLst>
              <a:ext uri="{FF2B5EF4-FFF2-40B4-BE49-F238E27FC236}">
                <a16:creationId xmlns:a16="http://schemas.microsoft.com/office/drawing/2014/main" id="{83C28757-846D-C1EF-A38E-E5A5DD73A6C1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767589" y="5001061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4" name="Bildplatzhalter 17">
            <a:extLst>
              <a:ext uri="{FF2B5EF4-FFF2-40B4-BE49-F238E27FC236}">
                <a16:creationId xmlns:a16="http://schemas.microsoft.com/office/drawing/2014/main" id="{082E85B8-1757-B107-E8ED-E7FB2417E63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433275" y="5001682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9057E4-7A31-EAB6-C210-61ECE3606C40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BDB3D603-4901-68B3-3DD4-3EFE2D07F045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40B55D85-66F3-F842-526C-80AEB2043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47186DE5-36A5-8605-E2DA-B0C6CA1E303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5011460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References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81200" y="2274512"/>
            <a:ext cx="5346000" cy="40707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8E876408-258B-8945-376A-E1F3A9366761}"/>
              </a:ext>
            </a:extLst>
          </p:cNvPr>
          <p:cNvSpPr/>
          <p:nvPr userDrawn="1"/>
        </p:nvSpPr>
        <p:spPr>
          <a:xfrm>
            <a:off x="658813" y="1808076"/>
            <a:ext cx="5346000" cy="45360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Textplatzhalter 12">
            <a:extLst>
              <a:ext uri="{FF2B5EF4-FFF2-40B4-BE49-F238E27FC236}">
                <a16:creationId xmlns:a16="http://schemas.microsoft.com/office/drawing/2014/main" id="{8AF6A13F-C6F6-FDEA-A043-E8F2F4C4414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1200" y="1941977"/>
            <a:ext cx="5345999" cy="2408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ÜBERSCHRIFT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0" name="Bildplatzhalter 2">
            <a:extLst>
              <a:ext uri="{FF2B5EF4-FFF2-40B4-BE49-F238E27FC236}">
                <a16:creationId xmlns:a16="http://schemas.microsoft.com/office/drawing/2014/main" id="{CA61CF58-CF33-398B-76AB-959979AAB63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89607" y="1961027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2" name="Bildplatzhalter 2">
            <a:extLst>
              <a:ext uri="{FF2B5EF4-FFF2-40B4-BE49-F238E27FC236}">
                <a16:creationId xmlns:a16="http://schemas.microsoft.com/office/drawing/2014/main" id="{BCC7924C-216D-E54A-C0F1-F891A4560C1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89607" y="2829330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3" name="Bildplatzhalter 2">
            <a:extLst>
              <a:ext uri="{FF2B5EF4-FFF2-40B4-BE49-F238E27FC236}">
                <a16:creationId xmlns:a16="http://schemas.microsoft.com/office/drawing/2014/main" id="{1659DEBE-BE47-2CC5-04C4-7EFD87F31B0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89607" y="3697633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4" name="Bildplatzhalter 2">
            <a:extLst>
              <a:ext uri="{FF2B5EF4-FFF2-40B4-BE49-F238E27FC236}">
                <a16:creationId xmlns:a16="http://schemas.microsoft.com/office/drawing/2014/main" id="{272559C6-FEDB-8E9C-6884-84EB480C15A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89607" y="4565936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6" name="Bildplatzhalter 2">
            <a:extLst>
              <a:ext uri="{FF2B5EF4-FFF2-40B4-BE49-F238E27FC236}">
                <a16:creationId xmlns:a16="http://schemas.microsoft.com/office/drawing/2014/main" id="{EAF8125F-40B8-DF25-EB60-91B04EB46D2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89607" y="5434239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7" name="Bildplatzhalter 2">
            <a:extLst>
              <a:ext uri="{FF2B5EF4-FFF2-40B4-BE49-F238E27FC236}">
                <a16:creationId xmlns:a16="http://schemas.microsoft.com/office/drawing/2014/main" id="{CF09435C-4221-0976-6D8F-059EC850EA1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378160" y="1961027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8" name="Bildplatzhalter 2">
            <a:extLst>
              <a:ext uri="{FF2B5EF4-FFF2-40B4-BE49-F238E27FC236}">
                <a16:creationId xmlns:a16="http://schemas.microsoft.com/office/drawing/2014/main" id="{28D9C3BD-ED1B-B720-17FF-F2A828D0AC9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378160" y="2829330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5" name="Bildplatzhalter 2">
            <a:extLst>
              <a:ext uri="{FF2B5EF4-FFF2-40B4-BE49-F238E27FC236}">
                <a16:creationId xmlns:a16="http://schemas.microsoft.com/office/drawing/2014/main" id="{9E0D6E1E-4C21-F271-0404-54AE4FA498CD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3378160" y="3697633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6" name="Bildplatzhalter 2">
            <a:extLst>
              <a:ext uri="{FF2B5EF4-FFF2-40B4-BE49-F238E27FC236}">
                <a16:creationId xmlns:a16="http://schemas.microsoft.com/office/drawing/2014/main" id="{A7E07654-AA92-B39C-0DEA-8FC93904A057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3378160" y="4565936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7" name="Bildplatzhalter 2">
            <a:extLst>
              <a:ext uri="{FF2B5EF4-FFF2-40B4-BE49-F238E27FC236}">
                <a16:creationId xmlns:a16="http://schemas.microsoft.com/office/drawing/2014/main" id="{BA2FD97D-0C49-2704-81A2-D218E3FF216D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378160" y="5434239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F37B476-1AD5-C567-50EA-03EA53CE94D2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5A1D3582-B09A-108D-6F29-451FE2188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17">
            <a:extLst>
              <a:ext uri="{FF2B5EF4-FFF2-40B4-BE49-F238E27FC236}">
                <a16:creationId xmlns:a16="http://schemas.microsoft.com/office/drawing/2014/main" id="{69F72E7F-46C9-39FD-8410-0D9D5921CE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18443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References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B964F32-72AB-F1BA-4B4F-75EB1583FD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58813" y="1808163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9" name="Bildplatzhalter 2">
            <a:extLst>
              <a:ext uri="{FF2B5EF4-FFF2-40B4-BE49-F238E27FC236}">
                <a16:creationId xmlns:a16="http://schemas.microsoft.com/office/drawing/2014/main" id="{59A80FB0-FB51-83CC-B146-806E2C55F2B9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452758" y="1808163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0" name="Bildplatzhalter 2">
            <a:extLst>
              <a:ext uri="{FF2B5EF4-FFF2-40B4-BE49-F238E27FC236}">
                <a16:creationId xmlns:a16="http://schemas.microsoft.com/office/drawing/2014/main" id="{CCB8675E-0CD1-0C97-8A9A-D3026E6411ED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246703" y="1808163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7" name="Bildplatzhalter 2">
            <a:extLst>
              <a:ext uri="{FF2B5EF4-FFF2-40B4-BE49-F238E27FC236}">
                <a16:creationId xmlns:a16="http://schemas.microsoft.com/office/drawing/2014/main" id="{B2603B96-DF65-E976-FA83-02C6EFD0A0DA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9040648" y="1808163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8" name="Bildplatzhalter 2">
            <a:extLst>
              <a:ext uri="{FF2B5EF4-FFF2-40B4-BE49-F238E27FC236}">
                <a16:creationId xmlns:a16="http://schemas.microsoft.com/office/drawing/2014/main" id="{8754B366-AA2D-9354-420D-5F534E3E7A9F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665448" y="290993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9" name="Bildplatzhalter 2">
            <a:extLst>
              <a:ext uri="{FF2B5EF4-FFF2-40B4-BE49-F238E27FC236}">
                <a16:creationId xmlns:a16="http://schemas.microsoft.com/office/drawing/2014/main" id="{3D6C926A-DDCB-8A29-D174-8BC8653E32AD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459393" y="290993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0" name="Bildplatzhalter 2">
            <a:extLst>
              <a:ext uri="{FF2B5EF4-FFF2-40B4-BE49-F238E27FC236}">
                <a16:creationId xmlns:a16="http://schemas.microsoft.com/office/drawing/2014/main" id="{A4173441-12EE-66D5-768A-04EB3E1A564F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253338" y="290993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1" name="Bildplatzhalter 2">
            <a:extLst>
              <a:ext uri="{FF2B5EF4-FFF2-40B4-BE49-F238E27FC236}">
                <a16:creationId xmlns:a16="http://schemas.microsoft.com/office/drawing/2014/main" id="{CF13A422-3C24-4EB9-ADF6-500B60F18FFC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9047283" y="290993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2" name="Bildplatzhalter 2">
            <a:extLst>
              <a:ext uri="{FF2B5EF4-FFF2-40B4-BE49-F238E27FC236}">
                <a16:creationId xmlns:a16="http://schemas.microsoft.com/office/drawing/2014/main" id="{A0A0CA56-BA82-030D-F0E0-C5E84E569C3D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658812" y="4011715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3" name="Bildplatzhalter 2">
            <a:extLst>
              <a:ext uri="{FF2B5EF4-FFF2-40B4-BE49-F238E27FC236}">
                <a16:creationId xmlns:a16="http://schemas.microsoft.com/office/drawing/2014/main" id="{5EB07990-A9C3-3F42-07AE-2EE450E302DC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3452757" y="4011715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4" name="Bildplatzhalter 2">
            <a:extLst>
              <a:ext uri="{FF2B5EF4-FFF2-40B4-BE49-F238E27FC236}">
                <a16:creationId xmlns:a16="http://schemas.microsoft.com/office/drawing/2014/main" id="{D1A9E494-7C7C-A3CA-2B6A-9348E6C27BAB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6246702" y="4011715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5" name="Bildplatzhalter 2">
            <a:extLst>
              <a:ext uri="{FF2B5EF4-FFF2-40B4-BE49-F238E27FC236}">
                <a16:creationId xmlns:a16="http://schemas.microsoft.com/office/drawing/2014/main" id="{68E3CEDB-B4E5-F793-8CFF-105AD13F9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9040647" y="4011715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6" name="Bildplatzhalter 2">
            <a:extLst>
              <a:ext uri="{FF2B5EF4-FFF2-40B4-BE49-F238E27FC236}">
                <a16:creationId xmlns:a16="http://schemas.microsoft.com/office/drawing/2014/main" id="{70B7CB09-852E-3508-0D65-6E79559028B7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665448" y="511006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7" name="Bildplatzhalter 2">
            <a:extLst>
              <a:ext uri="{FF2B5EF4-FFF2-40B4-BE49-F238E27FC236}">
                <a16:creationId xmlns:a16="http://schemas.microsoft.com/office/drawing/2014/main" id="{65E447E8-464E-A5AD-5978-4E0AF5950A68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3459393" y="511006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8" name="Bildplatzhalter 2">
            <a:extLst>
              <a:ext uri="{FF2B5EF4-FFF2-40B4-BE49-F238E27FC236}">
                <a16:creationId xmlns:a16="http://schemas.microsoft.com/office/drawing/2014/main" id="{3384F8CF-9CEC-AC2F-1654-FA280A43CC60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253338" y="511006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9" name="Bildplatzhalter 2">
            <a:extLst>
              <a:ext uri="{FF2B5EF4-FFF2-40B4-BE49-F238E27FC236}">
                <a16:creationId xmlns:a16="http://schemas.microsoft.com/office/drawing/2014/main" id="{2A0B8796-A130-B7AF-9357-DD89770ED625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9047283" y="511006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B15C89E-30AC-B08F-2BD4-2C27C5FBB07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FDC1F39-AD31-E4F9-4625-778EF36503B0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4A88EC43-491A-4459-9951-F95FEB15E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17">
            <a:extLst>
              <a:ext uri="{FF2B5EF4-FFF2-40B4-BE49-F238E27FC236}">
                <a16:creationId xmlns:a16="http://schemas.microsoft.com/office/drawing/2014/main" id="{0030A14C-13EF-956E-7A34-2B9C7494D9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7602362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References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7E5C5D-D168-6106-CFAC-A7D26E8A5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467E333-4ECF-34A9-5DA3-B8116008A5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F8D90E2-C4DB-F868-0DF6-3E4491E3E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Textplatzhalter 17">
            <a:extLst>
              <a:ext uri="{FF2B5EF4-FFF2-40B4-BE49-F238E27FC236}">
                <a16:creationId xmlns:a16="http://schemas.microsoft.com/office/drawing/2014/main" id="{BD8758DB-9932-98A9-4376-3B54315AD8C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Bildplatzhalter 2">
            <a:extLst>
              <a:ext uri="{FF2B5EF4-FFF2-40B4-BE49-F238E27FC236}">
                <a16:creationId xmlns:a16="http://schemas.microsoft.com/office/drawing/2014/main" id="{C5721F21-1CAB-5707-E0F3-1E4F9DCF3DF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58813" y="1428241"/>
            <a:ext cx="2959768" cy="137232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125F3478-62A5-6572-17CD-EBE0266C0C1B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187188" y="3032701"/>
            <a:ext cx="5346000" cy="202516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extplatzhalter 19">
            <a:extLst>
              <a:ext uri="{FF2B5EF4-FFF2-40B4-BE49-F238E27FC236}">
                <a16:creationId xmlns:a16="http://schemas.microsoft.com/office/drawing/2014/main" id="{D20DC85B-A08F-2860-CAA4-C5492DBB5AA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87188" y="2697599"/>
            <a:ext cx="5346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baseline="0"/>
            </a:lvl1pPr>
          </a:lstStyle>
          <a:p>
            <a:pPr lvl="0"/>
            <a:r>
              <a:rPr lang="de-DE" err="1"/>
              <a:t>contents</a:t>
            </a:r>
            <a:endParaRPr lang="de-DE"/>
          </a:p>
        </p:txBody>
      </p:sp>
      <p:sp>
        <p:nvSpPr>
          <p:cNvPr id="23" name="Textplatzhalter 19">
            <a:extLst>
              <a:ext uri="{FF2B5EF4-FFF2-40B4-BE49-F238E27FC236}">
                <a16:creationId xmlns:a16="http://schemas.microsoft.com/office/drawing/2014/main" id="{8A8576D8-2DB5-1A32-9D81-0F5ADF4C6E1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187188" y="5620799"/>
            <a:ext cx="5346000" cy="72000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Textplatzhalter 19">
            <a:extLst>
              <a:ext uri="{FF2B5EF4-FFF2-40B4-BE49-F238E27FC236}">
                <a16:creationId xmlns:a16="http://schemas.microsoft.com/office/drawing/2014/main" id="{D6F86D6E-C7F6-547C-06AD-6375537EF7D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187188" y="5275199"/>
            <a:ext cx="5346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baseline="0"/>
            </a:lvl1pPr>
          </a:lstStyle>
          <a:p>
            <a:pPr lvl="0"/>
            <a:r>
              <a:rPr lang="de-DE" err="1"/>
              <a:t>tools</a:t>
            </a:r>
            <a:endParaRPr lang="de-DE"/>
          </a:p>
        </p:txBody>
      </p:sp>
      <p:sp>
        <p:nvSpPr>
          <p:cNvPr id="25" name="Textplatzhalter 19">
            <a:extLst>
              <a:ext uri="{FF2B5EF4-FFF2-40B4-BE49-F238E27FC236}">
                <a16:creationId xmlns:a16="http://schemas.microsoft.com/office/drawing/2014/main" id="{43E246A5-CEA2-3E5A-C1A2-98BE28128D4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187188" y="1808162"/>
            <a:ext cx="5346000" cy="721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none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Reference title</a:t>
            </a:r>
          </a:p>
        </p:txBody>
      </p:sp>
      <p:sp>
        <p:nvSpPr>
          <p:cNvPr id="26" name="Textplatzhalter 19">
            <a:extLst>
              <a:ext uri="{FF2B5EF4-FFF2-40B4-BE49-F238E27FC236}">
                <a16:creationId xmlns:a16="http://schemas.microsoft.com/office/drawing/2014/main" id="{233D4FE0-3960-65C8-EEA9-A9814B61655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58813" y="5276689"/>
            <a:ext cx="4140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baseline="0"/>
            </a:lvl1pPr>
          </a:lstStyle>
          <a:p>
            <a:pPr lvl="0"/>
            <a:r>
              <a:rPr lang="de-DE"/>
              <a:t>Project </a:t>
            </a:r>
            <a:r>
              <a:rPr lang="de-DE" err="1"/>
              <a:t>goals</a:t>
            </a:r>
            <a:endParaRPr lang="de-DE"/>
          </a:p>
        </p:txBody>
      </p:sp>
      <p:sp>
        <p:nvSpPr>
          <p:cNvPr id="27" name="Textplatzhalter 19">
            <a:extLst>
              <a:ext uri="{FF2B5EF4-FFF2-40B4-BE49-F238E27FC236}">
                <a16:creationId xmlns:a16="http://schemas.microsoft.com/office/drawing/2014/main" id="{3467C904-3325-B8AD-ED40-A0D69E47E325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58813" y="5620471"/>
            <a:ext cx="5346000" cy="72000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platzhalter 19">
            <a:extLst>
              <a:ext uri="{FF2B5EF4-FFF2-40B4-BE49-F238E27FC236}">
                <a16:creationId xmlns:a16="http://schemas.microsoft.com/office/drawing/2014/main" id="{3D63D933-A837-F1BB-4708-7B0E5F7970CF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617785" y="3034006"/>
            <a:ext cx="4384800" cy="61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Textplatzhalter 19">
            <a:extLst>
              <a:ext uri="{FF2B5EF4-FFF2-40B4-BE49-F238E27FC236}">
                <a16:creationId xmlns:a16="http://schemas.microsoft.com/office/drawing/2014/main" id="{696CA6F9-A5E0-22D0-0E64-5AE1422F545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8813" y="3034006"/>
            <a:ext cx="828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baseline="0"/>
            </a:lvl1pPr>
          </a:lstStyle>
          <a:p>
            <a:pPr lvl="0"/>
            <a:r>
              <a:rPr lang="de-DE" err="1"/>
              <a:t>customer</a:t>
            </a:r>
            <a:endParaRPr lang="de-DE"/>
          </a:p>
        </p:txBody>
      </p:sp>
      <p:sp>
        <p:nvSpPr>
          <p:cNvPr id="30" name="Textplatzhalter 19">
            <a:extLst>
              <a:ext uri="{FF2B5EF4-FFF2-40B4-BE49-F238E27FC236}">
                <a16:creationId xmlns:a16="http://schemas.microsoft.com/office/drawing/2014/main" id="{E86545CF-9F9C-845B-E3EA-B4AFBA34C0F9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617785" y="3854622"/>
            <a:ext cx="4385631" cy="61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Textplatzhalter 19">
            <a:extLst>
              <a:ext uri="{FF2B5EF4-FFF2-40B4-BE49-F238E27FC236}">
                <a16:creationId xmlns:a16="http://schemas.microsoft.com/office/drawing/2014/main" id="{CCD37D4A-5ADE-63A4-7FFF-55C67E150E6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58813" y="3854622"/>
            <a:ext cx="828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i="1" cap="none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err="1"/>
              <a:t>Scope</a:t>
            </a:r>
            <a:endParaRPr lang="de-DE"/>
          </a:p>
        </p:txBody>
      </p:sp>
      <p:sp>
        <p:nvSpPr>
          <p:cNvPr id="32" name="Textplatzhalter 19">
            <a:extLst>
              <a:ext uri="{FF2B5EF4-FFF2-40B4-BE49-F238E27FC236}">
                <a16:creationId xmlns:a16="http://schemas.microsoft.com/office/drawing/2014/main" id="{00D4EC64-C64F-9DE5-7CCE-916249E0BD1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617785" y="4663515"/>
            <a:ext cx="3168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3" name="Textplatzhalter 19">
            <a:extLst>
              <a:ext uri="{FF2B5EF4-FFF2-40B4-BE49-F238E27FC236}">
                <a16:creationId xmlns:a16="http://schemas.microsoft.com/office/drawing/2014/main" id="{4E02325E-0C3E-5B11-59A4-80959B3AC34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8813" y="4663515"/>
            <a:ext cx="828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i="1" cap="none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err="1"/>
              <a:t>Period</a:t>
            </a:r>
            <a:endParaRPr lang="de-DE"/>
          </a:p>
        </p:txBody>
      </p:sp>
      <p:grpSp>
        <p:nvGrpSpPr>
          <p:cNvPr id="67" name="Group 42">
            <a:extLst>
              <a:ext uri="{FF2B5EF4-FFF2-40B4-BE49-F238E27FC236}">
                <a16:creationId xmlns:a16="http://schemas.microsoft.com/office/drawing/2014/main" id="{9E00147C-019F-3752-8432-91C788FD8223}"/>
              </a:ext>
            </a:extLst>
          </p:cNvPr>
          <p:cNvGrpSpPr/>
          <p:nvPr userDrawn="1"/>
        </p:nvGrpSpPr>
        <p:grpSpPr>
          <a:xfrm>
            <a:off x="4907606" y="4879390"/>
            <a:ext cx="668215" cy="667907"/>
            <a:chOff x="1365101" y="1859505"/>
            <a:chExt cx="4340096" cy="4338095"/>
          </a:xfrm>
        </p:grpSpPr>
        <p:sp>
          <p:nvSpPr>
            <p:cNvPr id="68" name="Shape 8">
              <a:extLst>
                <a:ext uri="{FF2B5EF4-FFF2-40B4-BE49-F238E27FC236}">
                  <a16:creationId xmlns:a16="http://schemas.microsoft.com/office/drawing/2014/main" id="{1A6FB961-5969-88C9-52E7-33FD9026E148}"/>
                </a:ext>
              </a:extLst>
            </p:cNvPr>
            <p:cNvSpPr/>
            <p:nvPr/>
          </p:nvSpPr>
          <p:spPr>
            <a:xfrm>
              <a:off x="1365101" y="2725183"/>
              <a:ext cx="3472576" cy="34724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2"/>
                  </a:moveTo>
                  <a:cubicBezTo>
                    <a:pt x="21600" y="16765"/>
                    <a:pt x="16764" y="21600"/>
                    <a:pt x="10802" y="21600"/>
                  </a:cubicBezTo>
                  <a:cubicBezTo>
                    <a:pt x="4837" y="21600"/>
                    <a:pt x="0" y="16765"/>
                    <a:pt x="0" y="10802"/>
                  </a:cubicBezTo>
                  <a:cubicBezTo>
                    <a:pt x="0" y="4836"/>
                    <a:pt x="4837" y="0"/>
                    <a:pt x="10802" y="0"/>
                  </a:cubicBezTo>
                  <a:cubicBezTo>
                    <a:pt x="16764" y="0"/>
                    <a:pt x="21600" y="4836"/>
                    <a:pt x="21600" y="10802"/>
                  </a:cubicBezTo>
                  <a:close/>
                </a:path>
              </a:pathLst>
            </a:custGeom>
            <a:solidFill>
              <a:schemeClr val="tx1">
                <a:lumMod val="75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69" name="Shape 9">
              <a:extLst>
                <a:ext uri="{FF2B5EF4-FFF2-40B4-BE49-F238E27FC236}">
                  <a16:creationId xmlns:a16="http://schemas.microsoft.com/office/drawing/2014/main" id="{D96E7566-8B50-88A5-6ED0-B499499ACA24}"/>
                </a:ext>
              </a:extLst>
            </p:cNvPr>
            <p:cNvSpPr/>
            <p:nvPr/>
          </p:nvSpPr>
          <p:spPr>
            <a:xfrm>
              <a:off x="1677709" y="3109927"/>
              <a:ext cx="3049888" cy="30497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2"/>
                  </a:moveTo>
                  <a:cubicBezTo>
                    <a:pt x="21600" y="16765"/>
                    <a:pt x="16765" y="21600"/>
                    <a:pt x="10802" y="21600"/>
                  </a:cubicBezTo>
                  <a:cubicBezTo>
                    <a:pt x="4837" y="21600"/>
                    <a:pt x="0" y="16765"/>
                    <a:pt x="0" y="10802"/>
                  </a:cubicBezTo>
                  <a:cubicBezTo>
                    <a:pt x="0" y="4836"/>
                    <a:pt x="4837" y="0"/>
                    <a:pt x="10802" y="0"/>
                  </a:cubicBezTo>
                  <a:cubicBezTo>
                    <a:pt x="16765" y="0"/>
                    <a:pt x="21600" y="4836"/>
                    <a:pt x="21600" y="10802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0" name="Shape 10">
              <a:extLst>
                <a:ext uri="{FF2B5EF4-FFF2-40B4-BE49-F238E27FC236}">
                  <a16:creationId xmlns:a16="http://schemas.microsoft.com/office/drawing/2014/main" id="{2D71CD38-7C13-6E4A-271F-93D7F8CA309C}"/>
                </a:ext>
              </a:extLst>
            </p:cNvPr>
            <p:cNvSpPr/>
            <p:nvPr/>
          </p:nvSpPr>
          <p:spPr>
            <a:xfrm>
              <a:off x="1761871" y="3109927"/>
              <a:ext cx="2690325" cy="26901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2"/>
                  </a:moveTo>
                  <a:cubicBezTo>
                    <a:pt x="21600" y="16765"/>
                    <a:pt x="16765" y="21600"/>
                    <a:pt x="10802" y="21600"/>
                  </a:cubicBezTo>
                  <a:cubicBezTo>
                    <a:pt x="4837" y="21600"/>
                    <a:pt x="0" y="16765"/>
                    <a:pt x="0" y="10802"/>
                  </a:cubicBezTo>
                  <a:cubicBezTo>
                    <a:pt x="0" y="4836"/>
                    <a:pt x="4837" y="0"/>
                    <a:pt x="10802" y="0"/>
                  </a:cubicBezTo>
                  <a:cubicBezTo>
                    <a:pt x="16765" y="0"/>
                    <a:pt x="21600" y="4836"/>
                    <a:pt x="21600" y="10802"/>
                  </a:cubicBezTo>
                  <a:close/>
                </a:path>
              </a:pathLst>
            </a:custGeom>
            <a:solidFill>
              <a:schemeClr val="accent4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1" name="Shape 11">
              <a:extLst>
                <a:ext uri="{FF2B5EF4-FFF2-40B4-BE49-F238E27FC236}">
                  <a16:creationId xmlns:a16="http://schemas.microsoft.com/office/drawing/2014/main" id="{159CF461-38D0-3A97-C28F-8465D71430E5}"/>
                </a:ext>
              </a:extLst>
            </p:cNvPr>
            <p:cNvSpPr/>
            <p:nvPr/>
          </p:nvSpPr>
          <p:spPr>
            <a:xfrm>
              <a:off x="2110549" y="3458605"/>
              <a:ext cx="1989312" cy="19892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2"/>
                  </a:moveTo>
                  <a:cubicBezTo>
                    <a:pt x="21600" y="16764"/>
                    <a:pt x="16764" y="21600"/>
                    <a:pt x="10801" y="21600"/>
                  </a:cubicBezTo>
                  <a:cubicBezTo>
                    <a:pt x="4834" y="21600"/>
                    <a:pt x="0" y="16764"/>
                    <a:pt x="0" y="10802"/>
                  </a:cubicBezTo>
                  <a:cubicBezTo>
                    <a:pt x="0" y="4834"/>
                    <a:pt x="4834" y="0"/>
                    <a:pt x="10801" y="0"/>
                  </a:cubicBezTo>
                  <a:cubicBezTo>
                    <a:pt x="16764" y="0"/>
                    <a:pt x="21600" y="4834"/>
                    <a:pt x="21600" y="10802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2" name="Shape 12">
              <a:extLst>
                <a:ext uri="{FF2B5EF4-FFF2-40B4-BE49-F238E27FC236}">
                  <a16:creationId xmlns:a16="http://schemas.microsoft.com/office/drawing/2014/main" id="{42ED4F87-2AD0-ECBB-472F-ED959A966D7C}"/>
                </a:ext>
              </a:extLst>
            </p:cNvPr>
            <p:cNvSpPr/>
            <p:nvPr/>
          </p:nvSpPr>
          <p:spPr>
            <a:xfrm>
              <a:off x="2459223" y="3807280"/>
              <a:ext cx="1288234" cy="12881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4"/>
                  </a:moveTo>
                  <a:cubicBezTo>
                    <a:pt x="21600" y="16765"/>
                    <a:pt x="16764" y="21600"/>
                    <a:pt x="10804" y="21600"/>
                  </a:cubicBezTo>
                  <a:cubicBezTo>
                    <a:pt x="4837" y="21600"/>
                    <a:pt x="0" y="16765"/>
                    <a:pt x="0" y="10804"/>
                  </a:cubicBezTo>
                  <a:cubicBezTo>
                    <a:pt x="0" y="4837"/>
                    <a:pt x="4837" y="0"/>
                    <a:pt x="10804" y="0"/>
                  </a:cubicBezTo>
                  <a:cubicBezTo>
                    <a:pt x="16764" y="0"/>
                    <a:pt x="21600" y="4837"/>
                    <a:pt x="21600" y="10804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3" name="Shape 13">
              <a:extLst>
                <a:ext uri="{FF2B5EF4-FFF2-40B4-BE49-F238E27FC236}">
                  <a16:creationId xmlns:a16="http://schemas.microsoft.com/office/drawing/2014/main" id="{93997907-63E0-4118-C65C-504D298661FD}"/>
                </a:ext>
              </a:extLst>
            </p:cNvPr>
            <p:cNvSpPr/>
            <p:nvPr/>
          </p:nvSpPr>
          <p:spPr>
            <a:xfrm>
              <a:off x="2807901" y="4167980"/>
              <a:ext cx="587322" cy="5871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9"/>
                  </a:moveTo>
                  <a:cubicBezTo>
                    <a:pt x="21600" y="16771"/>
                    <a:pt x="16765" y="21600"/>
                    <a:pt x="10807" y="21600"/>
                  </a:cubicBezTo>
                  <a:cubicBezTo>
                    <a:pt x="4834" y="21600"/>
                    <a:pt x="0" y="16771"/>
                    <a:pt x="0" y="10809"/>
                  </a:cubicBezTo>
                  <a:cubicBezTo>
                    <a:pt x="0" y="4835"/>
                    <a:pt x="4834" y="0"/>
                    <a:pt x="10807" y="0"/>
                  </a:cubicBezTo>
                  <a:cubicBezTo>
                    <a:pt x="16765" y="0"/>
                    <a:pt x="21600" y="4835"/>
                    <a:pt x="21600" y="10809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4" name="Shape 14">
              <a:extLst>
                <a:ext uri="{FF2B5EF4-FFF2-40B4-BE49-F238E27FC236}">
                  <a16:creationId xmlns:a16="http://schemas.microsoft.com/office/drawing/2014/main" id="{4BD7D8B2-E705-240E-08F8-F51173721D5E}"/>
                </a:ext>
              </a:extLst>
            </p:cNvPr>
            <p:cNvSpPr/>
            <p:nvPr/>
          </p:nvSpPr>
          <p:spPr>
            <a:xfrm>
              <a:off x="3097983" y="1859505"/>
              <a:ext cx="2607214" cy="26077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372" y="7845"/>
                  </a:moveTo>
                  <a:lnTo>
                    <a:pt x="21600" y="4612"/>
                  </a:lnTo>
                  <a:lnTo>
                    <a:pt x="17962" y="3640"/>
                  </a:lnTo>
                  <a:lnTo>
                    <a:pt x="16992" y="0"/>
                  </a:lnTo>
                  <a:lnTo>
                    <a:pt x="13760" y="3233"/>
                  </a:lnTo>
                  <a:lnTo>
                    <a:pt x="14548" y="6180"/>
                  </a:lnTo>
                  <a:lnTo>
                    <a:pt x="3582" y="17152"/>
                  </a:lnTo>
                  <a:lnTo>
                    <a:pt x="2027" y="14044"/>
                  </a:lnTo>
                  <a:lnTo>
                    <a:pt x="1014" y="17822"/>
                  </a:lnTo>
                  <a:lnTo>
                    <a:pt x="0" y="21600"/>
                  </a:lnTo>
                  <a:lnTo>
                    <a:pt x="3779" y="20586"/>
                  </a:lnTo>
                  <a:lnTo>
                    <a:pt x="7556" y="19577"/>
                  </a:lnTo>
                  <a:lnTo>
                    <a:pt x="4452" y="18018"/>
                  </a:lnTo>
                  <a:lnTo>
                    <a:pt x="15420" y="7054"/>
                  </a:lnTo>
                  <a:cubicBezTo>
                    <a:pt x="15420" y="7054"/>
                    <a:pt x="18372" y="7845"/>
                    <a:pt x="18372" y="7845"/>
                  </a:cubicBezTo>
                  <a:close/>
                </a:path>
              </a:pathLst>
            </a:custGeom>
            <a:solidFill>
              <a:schemeClr val="tx1">
                <a:lumMod val="75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5" name="Shape 15">
              <a:extLst>
                <a:ext uri="{FF2B5EF4-FFF2-40B4-BE49-F238E27FC236}">
                  <a16:creationId xmlns:a16="http://schemas.microsoft.com/office/drawing/2014/main" id="{5D455C82-F1BC-C6D4-DCDB-00E9C58D16E4}"/>
                </a:ext>
              </a:extLst>
            </p:cNvPr>
            <p:cNvSpPr/>
            <p:nvPr/>
          </p:nvSpPr>
          <p:spPr>
            <a:xfrm>
              <a:off x="3060390" y="1859505"/>
              <a:ext cx="2168095" cy="26077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3640"/>
                  </a:moveTo>
                  <a:lnTo>
                    <a:pt x="20433" y="0"/>
                  </a:lnTo>
                  <a:lnTo>
                    <a:pt x="16546" y="3233"/>
                  </a:lnTo>
                  <a:lnTo>
                    <a:pt x="17500" y="6180"/>
                  </a:lnTo>
                  <a:lnTo>
                    <a:pt x="4302" y="17152"/>
                  </a:lnTo>
                  <a:lnTo>
                    <a:pt x="2438" y="14044"/>
                  </a:lnTo>
                  <a:lnTo>
                    <a:pt x="1219" y="17822"/>
                  </a:lnTo>
                  <a:lnTo>
                    <a:pt x="0" y="21600"/>
                  </a:lnTo>
                  <a:cubicBezTo>
                    <a:pt x="0" y="21600"/>
                    <a:pt x="21600" y="3640"/>
                    <a:pt x="21600" y="364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</p:grp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D5FB0438-F817-0529-5E5A-1AECD2242983}"/>
              </a:ext>
            </a:extLst>
          </p:cNvPr>
          <p:cNvCxnSpPr>
            <a:cxnSpLocks/>
          </p:cNvCxnSpPr>
          <p:nvPr userDrawn="1"/>
        </p:nvCxnSpPr>
        <p:spPr>
          <a:xfrm>
            <a:off x="0" y="5099326"/>
            <a:ext cx="4824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Bildplatzhalter 2">
            <a:extLst>
              <a:ext uri="{FF2B5EF4-FFF2-40B4-BE49-F238E27FC236}">
                <a16:creationId xmlns:a16="http://schemas.microsoft.com/office/drawing/2014/main" id="{D871A804-10B3-1361-AF68-82C849C10FCB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3791660" y="1428241"/>
            <a:ext cx="1872294" cy="137232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Logo / Reference </a:t>
            </a:r>
            <a:r>
              <a:rPr lang="de-DE" err="1"/>
              <a:t>project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20259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Agenda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platzhalter 33">
            <a:extLst>
              <a:ext uri="{FF2B5EF4-FFF2-40B4-BE49-F238E27FC236}">
                <a16:creationId xmlns:a16="http://schemas.microsoft.com/office/drawing/2014/main" id="{2FE495BE-7580-5817-D4FF-42F1E0B776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1646243"/>
            <a:ext cx="5437188" cy="138969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6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9600"/>
            </a:lvl2pPr>
            <a:lvl3pPr marL="914400" indent="0">
              <a:buNone/>
              <a:defRPr sz="9600"/>
            </a:lvl3pPr>
            <a:lvl4pPr marL="1371600" indent="0">
              <a:buNone/>
              <a:defRPr sz="9600"/>
            </a:lvl4pPr>
            <a:lvl5pPr marL="1828800" indent="0">
              <a:buNone/>
              <a:defRPr sz="9600"/>
            </a:lvl5pPr>
          </a:lstStyle>
          <a:p>
            <a:pPr lvl="0"/>
            <a:r>
              <a:rPr lang="de-DE"/>
              <a:t>AGENDA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0A45587-0843-1760-84F8-78B97BC9C1E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5BF0937-2FF1-1BFA-B50C-3A60F339F56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FFBC63EA-D151-E440-746C-459E4D0D4C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8813" y="1808163"/>
            <a:ext cx="4680000" cy="42259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spc="300" baseline="0">
                <a:solidFill>
                  <a:schemeClr val="bg1"/>
                </a:solidFill>
              </a:defRPr>
            </a:lvl1pPr>
          </a:lstStyle>
          <a:p>
            <a:r>
              <a:rPr lang="de-DE" err="1"/>
              <a:t>welcome</a:t>
            </a:r>
            <a:endParaRPr lang="de-DE"/>
          </a:p>
          <a:p>
            <a:endParaRPr lang="de-DE"/>
          </a:p>
          <a:p>
            <a:r>
              <a:rPr lang="de-DE"/>
              <a:t>DAS PROBLEM</a:t>
            </a:r>
          </a:p>
          <a:p>
            <a:endParaRPr lang="de-DE"/>
          </a:p>
          <a:p>
            <a:r>
              <a:rPr lang="de-DE"/>
              <a:t>DIE LÖSUNG</a:t>
            </a:r>
          </a:p>
          <a:p>
            <a:endParaRPr lang="de-DE"/>
          </a:p>
          <a:p>
            <a:r>
              <a:rPr lang="de-DE"/>
              <a:t>DAS PROJEKT</a:t>
            </a:r>
          </a:p>
          <a:p>
            <a:endParaRPr lang="de-DE"/>
          </a:p>
          <a:p>
            <a:r>
              <a:rPr lang="de-DE"/>
              <a:t>UNSER SERVICE</a:t>
            </a:r>
          </a:p>
          <a:p>
            <a:endParaRPr lang="de-DE"/>
          </a:p>
          <a:p>
            <a:r>
              <a:rPr lang="de-DE"/>
              <a:t>DAS IST EDAG</a:t>
            </a:r>
          </a:p>
          <a:p>
            <a:endParaRPr lang="de-DE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BB3A5DD-6FD4-9769-B9D7-FA993C2E548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AB263EC-F57D-0668-4259-C58CE7EC4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522000"/>
            <a:ext cx="5518264" cy="252000"/>
          </a:xfrm>
        </p:spPr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F6DB94CF-4AF4-D4C0-9EFB-60256315F3F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5518264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7687123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u Agenda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EEAE81CE-B8F9-9DB6-AEC9-BF256A67CCC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" name="Foliennummernplatzhalter 18">
            <a:extLst>
              <a:ext uri="{FF2B5EF4-FFF2-40B4-BE49-F238E27FC236}">
                <a16:creationId xmlns:a16="http://schemas.microsoft.com/office/drawing/2014/main" id="{D2734403-2D1F-E595-57DE-8502C4D4268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318005" y="6515100"/>
            <a:ext cx="214905" cy="142876"/>
          </a:xfr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9B4BD9E0-9FE9-8C79-471F-43A73A0857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8813" y="1808163"/>
            <a:ext cx="4680000" cy="42259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spc="300" baseline="0">
                <a:solidFill>
                  <a:schemeClr val="bg1"/>
                </a:solidFill>
              </a:defRPr>
            </a:lvl1pPr>
          </a:lstStyle>
          <a:p>
            <a:r>
              <a:rPr lang="de-DE" err="1"/>
              <a:t>welcome</a:t>
            </a:r>
            <a:endParaRPr lang="de-DE"/>
          </a:p>
          <a:p>
            <a:endParaRPr lang="de-DE"/>
          </a:p>
          <a:p>
            <a:r>
              <a:rPr lang="de-DE"/>
              <a:t>DAS PROBLEM</a:t>
            </a:r>
          </a:p>
          <a:p>
            <a:endParaRPr lang="de-DE"/>
          </a:p>
          <a:p>
            <a:r>
              <a:rPr lang="de-DE"/>
              <a:t>DIE LÖSUNG</a:t>
            </a:r>
          </a:p>
          <a:p>
            <a:endParaRPr lang="de-DE"/>
          </a:p>
          <a:p>
            <a:r>
              <a:rPr lang="de-DE"/>
              <a:t>DAS PROJEKT</a:t>
            </a:r>
          </a:p>
          <a:p>
            <a:endParaRPr lang="de-DE"/>
          </a:p>
          <a:p>
            <a:r>
              <a:rPr lang="de-DE"/>
              <a:t>UNSER SERVICE</a:t>
            </a:r>
          </a:p>
          <a:p>
            <a:endParaRPr lang="de-DE"/>
          </a:p>
          <a:p>
            <a:r>
              <a:rPr lang="de-DE"/>
              <a:t>DAS IST EDAG</a:t>
            </a:r>
          </a:p>
          <a:p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331BCCF-4D7A-9961-C097-7361B278301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008"/>
          <a:stretch/>
        </p:blipFill>
        <p:spPr>
          <a:xfrm>
            <a:off x="8780393" y="2803444"/>
            <a:ext cx="3411607" cy="2687150"/>
          </a:xfrm>
          <a:prstGeom prst="rect">
            <a:avLst/>
          </a:prstGeom>
        </p:spPr>
      </p:pic>
      <p:sp>
        <p:nvSpPr>
          <p:cNvPr id="4" name="Textplatzhalter 33">
            <a:extLst>
              <a:ext uri="{FF2B5EF4-FFF2-40B4-BE49-F238E27FC236}">
                <a16:creationId xmlns:a16="http://schemas.microsoft.com/office/drawing/2014/main" id="{AE32125A-3817-07CF-01D6-C0B07A9AFC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2356686"/>
            <a:ext cx="5437188" cy="1141341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6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9600"/>
            </a:lvl2pPr>
            <a:lvl3pPr marL="914400" indent="0">
              <a:buNone/>
              <a:defRPr sz="9600"/>
            </a:lvl3pPr>
            <a:lvl4pPr marL="1371600" indent="0">
              <a:buNone/>
              <a:defRPr sz="9600"/>
            </a:lvl4pPr>
            <a:lvl5pPr marL="1828800" indent="0">
              <a:buNone/>
              <a:defRPr sz="9600"/>
            </a:lvl5pPr>
          </a:lstStyle>
          <a:p>
            <a:pPr lvl="0"/>
            <a:r>
              <a:rPr lang="de-DE"/>
              <a:t>AGENDA</a:t>
            </a:r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9636FF18-8623-4549-D9A7-EA9E1F700BC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747C14AC-C56B-C64F-92FD-3E5E9FC97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93D384C9-0D83-8907-AA3B-25456A3731E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389566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  <p15:guide id="3" orient="horz" pos="1139" userDrawn="1">
          <p15:clr>
            <a:srgbClr val="FBAE4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Agenda 4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1B01745-88C1-A973-E216-635A67BD14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A439797-BCC9-8B2A-B2C0-9622A58A0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5" name="Textplatzhalter 16">
            <a:extLst>
              <a:ext uri="{FF2B5EF4-FFF2-40B4-BE49-F238E27FC236}">
                <a16:creationId xmlns:a16="http://schemas.microsoft.com/office/drawing/2014/main" id="{73137ED1-E1D9-EE7B-AAF8-F31982B0654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13" y="390735"/>
            <a:ext cx="6046788" cy="1188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600" b="1" i="0" cap="all" baseline="0"/>
            </a:lvl1pPr>
          </a:lstStyle>
          <a:p>
            <a:pPr lvl="0"/>
            <a:r>
              <a:rPr lang="de-DE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298637668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Strategy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454F6B8C-4F87-2244-4BC5-741A66267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800" y="3951996"/>
            <a:ext cx="2160000" cy="21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02944178-1B33-9C9F-48F1-E8747EB3533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288570" y="3951996"/>
            <a:ext cx="2160000" cy="21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B5E0DDDA-F6D9-C525-8DA4-680FDD3D29F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43073" y="3942471"/>
            <a:ext cx="2160000" cy="21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Inhaltsplatzhalter 2">
            <a:extLst>
              <a:ext uri="{FF2B5EF4-FFF2-40B4-BE49-F238E27FC236}">
                <a16:creationId xmlns:a16="http://schemas.microsoft.com/office/drawing/2014/main" id="{C8433303-D4FE-8765-2A60-F333FB0D2B4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371748" y="3951996"/>
            <a:ext cx="2160000" cy="21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97A1C65C-3BB1-E444-5734-09F75B7FF718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58800" y="2722111"/>
            <a:ext cx="2160000" cy="9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40DB7349-5402-2A18-65CD-A1CA9A53BA6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3288570" y="2722111"/>
            <a:ext cx="2160000" cy="9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4" name="Inhaltsplatzhalter 2">
            <a:extLst>
              <a:ext uri="{FF2B5EF4-FFF2-40B4-BE49-F238E27FC236}">
                <a16:creationId xmlns:a16="http://schemas.microsoft.com/office/drawing/2014/main" id="{2499BD55-C843-3B16-1FB9-9185A8737FE8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6343073" y="2712586"/>
            <a:ext cx="2160000" cy="9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5" name="Inhaltsplatzhalter 2">
            <a:extLst>
              <a:ext uri="{FF2B5EF4-FFF2-40B4-BE49-F238E27FC236}">
                <a16:creationId xmlns:a16="http://schemas.microsoft.com/office/drawing/2014/main" id="{11F7B4F5-6B3B-9C5F-D657-71257F47D990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9371748" y="2722111"/>
            <a:ext cx="2160000" cy="9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A3F9810-ADAF-49A0-3267-119189983BE5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0" y="2446745"/>
            <a:ext cx="658814" cy="137683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32A4D133-4582-E95A-1307-503D3BC12BE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89A68FB-4A6D-E66C-0CF4-447F6466DC4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DAB84FE1-0078-C2C8-1F1E-500893A96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A05E4391-ED7A-FF1B-F40C-00BC0C05E43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16" name="Grafik 2">
            <a:extLst>
              <a:ext uri="{FF2B5EF4-FFF2-40B4-BE49-F238E27FC236}">
                <a16:creationId xmlns:a16="http://schemas.microsoft.com/office/drawing/2014/main" id="{4F827DD4-6D9E-8B2A-12EB-447F2C26B4E8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148"/>
          <a:stretch/>
        </p:blipFill>
        <p:spPr>
          <a:xfrm>
            <a:off x="5330548" y="1"/>
            <a:ext cx="6861452" cy="1457999"/>
          </a:xfrm>
          <a:prstGeom prst="rect">
            <a:avLst/>
          </a:prstGeom>
        </p:spPr>
      </p:pic>
      <p:grpSp>
        <p:nvGrpSpPr>
          <p:cNvPr id="5" name="Grafik 13">
            <a:extLst>
              <a:ext uri="{FF2B5EF4-FFF2-40B4-BE49-F238E27FC236}">
                <a16:creationId xmlns:a16="http://schemas.microsoft.com/office/drawing/2014/main" id="{63A56D54-5B10-C70F-D515-BFA2375A682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21200" y="489600"/>
            <a:ext cx="1209600" cy="299018"/>
            <a:chOff x="8501174" y="2383489"/>
            <a:chExt cx="2699861" cy="667416"/>
          </a:xfrm>
          <a:solidFill>
            <a:schemeClr val="bg1"/>
          </a:solidFill>
        </p:grpSpPr>
        <p:grpSp>
          <p:nvGrpSpPr>
            <p:cNvPr id="6" name="Grafik 13">
              <a:extLst>
                <a:ext uri="{FF2B5EF4-FFF2-40B4-BE49-F238E27FC236}">
                  <a16:creationId xmlns:a16="http://schemas.microsoft.com/office/drawing/2014/main" id="{1297E35C-AC3A-9668-6F74-9DDF1CFBDA97}"/>
                </a:ext>
              </a:extLst>
            </p:cNvPr>
            <p:cNvGrpSpPr/>
            <p:nvPr/>
          </p:nvGrpSpPr>
          <p:grpSpPr>
            <a:xfrm>
              <a:off x="9461484" y="2955941"/>
              <a:ext cx="876871" cy="94964"/>
              <a:chOff x="9461484" y="2955941"/>
              <a:chExt cx="876871" cy="94964"/>
            </a:xfrm>
            <a:grpFill/>
          </p:grpSpPr>
          <p:sp>
            <p:nvSpPr>
              <p:cNvPr id="29" name="Freihandform: Form 28">
                <a:extLst>
                  <a:ext uri="{FF2B5EF4-FFF2-40B4-BE49-F238E27FC236}">
                    <a16:creationId xmlns:a16="http://schemas.microsoft.com/office/drawing/2014/main" id="{26AB86A1-F4CC-B1F9-66CC-3AED28495A3B}"/>
                  </a:ext>
                </a:extLst>
              </p:cNvPr>
              <p:cNvSpPr/>
              <p:nvPr/>
            </p:nvSpPr>
            <p:spPr>
              <a:xfrm>
                <a:off x="9461484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8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8 w 64198"/>
                  <a:gd name="connsiteY9" fmla="*/ 83820 h 91725"/>
                  <a:gd name="connsiteX10" fmla="*/ 48577 w 64198"/>
                  <a:gd name="connsiteY10" fmla="*/ 83820 h 91725"/>
                  <a:gd name="connsiteX11" fmla="*/ 47244 w 64198"/>
                  <a:gd name="connsiteY11" fmla="*/ 91726 h 91725"/>
                  <a:gd name="connsiteX12" fmla="*/ 190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8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8" y="83820"/>
                    </a:lnTo>
                    <a:lnTo>
                      <a:pt x="48577" y="83820"/>
                    </a:lnTo>
                    <a:lnTo>
                      <a:pt x="47244" y="91726"/>
                    </a:lnTo>
                    <a:lnTo>
                      <a:pt x="19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6" name="Freihandform: Form 35">
                <a:extLst>
                  <a:ext uri="{FF2B5EF4-FFF2-40B4-BE49-F238E27FC236}">
                    <a16:creationId xmlns:a16="http://schemas.microsoft.com/office/drawing/2014/main" id="{9C7F949A-0663-CD8E-E5DB-DE0AF2FB8E42}"/>
                  </a:ext>
                </a:extLst>
              </p:cNvPr>
              <p:cNvSpPr/>
              <p:nvPr/>
            </p:nvSpPr>
            <p:spPr>
              <a:xfrm>
                <a:off x="9534636" y="2957560"/>
                <a:ext cx="48387" cy="91725"/>
              </a:xfrm>
              <a:custGeom>
                <a:avLst/>
                <a:gdLst>
                  <a:gd name="connsiteX0" fmla="*/ 0 w 48387"/>
                  <a:gd name="connsiteY0" fmla="*/ 91726 h 91725"/>
                  <a:gd name="connsiteX1" fmla="*/ 19621 w 48387"/>
                  <a:gd name="connsiteY1" fmla="*/ 0 h 91725"/>
                  <a:gd name="connsiteX2" fmla="*/ 28956 w 48387"/>
                  <a:gd name="connsiteY2" fmla="*/ 0 h 91725"/>
                  <a:gd name="connsiteX3" fmla="*/ 10954 w 48387"/>
                  <a:gd name="connsiteY3" fmla="*/ 83820 h 91725"/>
                  <a:gd name="connsiteX4" fmla="*/ 48387 w 48387"/>
                  <a:gd name="connsiteY4" fmla="*/ 83820 h 91725"/>
                  <a:gd name="connsiteX5" fmla="*/ 46958 w 48387"/>
                  <a:gd name="connsiteY5" fmla="*/ 91726 h 91725"/>
                  <a:gd name="connsiteX6" fmla="*/ 95 w 48387"/>
                  <a:gd name="connsiteY6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8387" h="91725">
                    <a:moveTo>
                      <a:pt x="0" y="91726"/>
                    </a:moveTo>
                    <a:lnTo>
                      <a:pt x="19621" y="0"/>
                    </a:lnTo>
                    <a:lnTo>
                      <a:pt x="28956" y="0"/>
                    </a:lnTo>
                    <a:lnTo>
                      <a:pt x="10954" y="83820"/>
                    </a:lnTo>
                    <a:lnTo>
                      <a:pt x="48387" y="83820"/>
                    </a:lnTo>
                    <a:lnTo>
                      <a:pt x="46958" y="91726"/>
                    </a:lnTo>
                    <a:lnTo>
                      <a:pt x="95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7" name="Freihandform: Form 36">
                <a:extLst>
                  <a:ext uri="{FF2B5EF4-FFF2-40B4-BE49-F238E27FC236}">
                    <a16:creationId xmlns:a16="http://schemas.microsoft.com/office/drawing/2014/main" id="{3FD9EE1F-CE1B-5491-2A61-F0D6FE1FE942}"/>
                  </a:ext>
                </a:extLst>
              </p:cNvPr>
              <p:cNvSpPr/>
              <p:nvPr/>
            </p:nvSpPr>
            <p:spPr>
              <a:xfrm>
                <a:off x="9605216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9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9 w 64198"/>
                  <a:gd name="connsiteY9" fmla="*/ 83820 h 91725"/>
                  <a:gd name="connsiteX10" fmla="*/ 48578 w 64198"/>
                  <a:gd name="connsiteY10" fmla="*/ 83820 h 91725"/>
                  <a:gd name="connsiteX11" fmla="*/ 47244 w 64198"/>
                  <a:gd name="connsiteY11" fmla="*/ 91726 h 91725"/>
                  <a:gd name="connsiteX12" fmla="*/ 191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9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9" y="83820"/>
                    </a:lnTo>
                    <a:lnTo>
                      <a:pt x="48578" y="83820"/>
                    </a:lnTo>
                    <a:lnTo>
                      <a:pt x="47244" y="91726"/>
                    </a:lnTo>
                    <a:lnTo>
                      <a:pt x="19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8" name="Freihandform: Form 37">
                <a:extLst>
                  <a:ext uri="{FF2B5EF4-FFF2-40B4-BE49-F238E27FC236}">
                    <a16:creationId xmlns:a16="http://schemas.microsoft.com/office/drawing/2014/main" id="{3AF025B0-5652-EC9D-1B94-D6D1788AC020}"/>
                  </a:ext>
                </a:extLst>
              </p:cNvPr>
              <p:cNvSpPr/>
              <p:nvPr/>
            </p:nvSpPr>
            <p:spPr>
              <a:xfrm>
                <a:off x="9684179" y="2955941"/>
                <a:ext cx="79247" cy="94869"/>
              </a:xfrm>
              <a:custGeom>
                <a:avLst/>
                <a:gdLst>
                  <a:gd name="connsiteX0" fmla="*/ 60960 w 79247"/>
                  <a:gd name="connsiteY0" fmla="*/ 92012 h 94869"/>
                  <a:gd name="connsiteX1" fmla="*/ 43053 w 79247"/>
                  <a:gd name="connsiteY1" fmla="*/ 94869 h 94869"/>
                  <a:gd name="connsiteX2" fmla="*/ 0 w 79247"/>
                  <a:gd name="connsiteY2" fmla="*/ 54674 h 94869"/>
                  <a:gd name="connsiteX3" fmla="*/ 54673 w 79247"/>
                  <a:gd name="connsiteY3" fmla="*/ 0 h 94869"/>
                  <a:gd name="connsiteX4" fmla="*/ 79248 w 79247"/>
                  <a:gd name="connsiteY4" fmla="*/ 4763 h 94869"/>
                  <a:gd name="connsiteX5" fmla="*/ 76105 w 79247"/>
                  <a:gd name="connsiteY5" fmla="*/ 12382 h 94869"/>
                  <a:gd name="connsiteX6" fmla="*/ 54007 w 79247"/>
                  <a:gd name="connsiteY6" fmla="*/ 7906 h 94869"/>
                  <a:gd name="connsiteX7" fmla="*/ 9049 w 79247"/>
                  <a:gd name="connsiteY7" fmla="*/ 54769 h 94869"/>
                  <a:gd name="connsiteX8" fmla="*/ 42577 w 79247"/>
                  <a:gd name="connsiteY8" fmla="*/ 86963 h 94869"/>
                  <a:gd name="connsiteX9" fmla="*/ 62008 w 79247"/>
                  <a:gd name="connsiteY9" fmla="*/ 83915 h 94869"/>
                  <a:gd name="connsiteX10" fmla="*/ 60960 w 79247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7" h="94869">
                    <a:moveTo>
                      <a:pt x="60960" y="92012"/>
                    </a:moveTo>
                    <a:cubicBezTo>
                      <a:pt x="54293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9" y="0"/>
                      <a:pt x="54673" y="0"/>
                    </a:cubicBezTo>
                    <a:cubicBezTo>
                      <a:pt x="66199" y="0"/>
                      <a:pt x="72961" y="1810"/>
                      <a:pt x="79248" y="4763"/>
                    </a:cubicBezTo>
                    <a:lnTo>
                      <a:pt x="76105" y="12382"/>
                    </a:lnTo>
                    <a:cubicBezTo>
                      <a:pt x="69532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9" name="Freihandform: Form 38">
                <a:extLst>
                  <a:ext uri="{FF2B5EF4-FFF2-40B4-BE49-F238E27FC236}">
                    <a16:creationId xmlns:a16="http://schemas.microsoft.com/office/drawing/2014/main" id="{3A8C58AE-3F55-FA5C-0D40-657E829F3177}"/>
                  </a:ext>
                </a:extLst>
              </p:cNvPr>
              <p:cNvSpPr/>
              <p:nvPr/>
            </p:nvSpPr>
            <p:spPr>
              <a:xfrm>
                <a:off x="9781905" y="2957560"/>
                <a:ext cx="66484" cy="91725"/>
              </a:xfrm>
              <a:custGeom>
                <a:avLst/>
                <a:gdLst>
                  <a:gd name="connsiteX0" fmla="*/ 9906 w 66484"/>
                  <a:gd name="connsiteY0" fmla="*/ 91726 h 91725"/>
                  <a:gd name="connsiteX1" fmla="*/ 27813 w 66484"/>
                  <a:gd name="connsiteY1" fmla="*/ 7906 h 91725"/>
                  <a:gd name="connsiteX2" fmla="*/ 0 w 66484"/>
                  <a:gd name="connsiteY2" fmla="*/ 7906 h 91725"/>
                  <a:gd name="connsiteX3" fmla="*/ 1715 w 66484"/>
                  <a:gd name="connsiteY3" fmla="*/ 0 h 91725"/>
                  <a:gd name="connsiteX4" fmla="*/ 66484 w 66484"/>
                  <a:gd name="connsiteY4" fmla="*/ 0 h 91725"/>
                  <a:gd name="connsiteX5" fmla="*/ 64865 w 66484"/>
                  <a:gd name="connsiteY5" fmla="*/ 7906 h 91725"/>
                  <a:gd name="connsiteX6" fmla="*/ 37052 w 66484"/>
                  <a:gd name="connsiteY6" fmla="*/ 7906 h 91725"/>
                  <a:gd name="connsiteX7" fmla="*/ 19431 w 66484"/>
                  <a:gd name="connsiteY7" fmla="*/ 91726 h 91725"/>
                  <a:gd name="connsiteX8" fmla="*/ 10001 w 66484"/>
                  <a:gd name="connsiteY8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6484" h="91725">
                    <a:moveTo>
                      <a:pt x="9906" y="91726"/>
                    </a:moveTo>
                    <a:lnTo>
                      <a:pt x="27813" y="7906"/>
                    </a:lnTo>
                    <a:lnTo>
                      <a:pt x="0" y="7906"/>
                    </a:lnTo>
                    <a:lnTo>
                      <a:pt x="1715" y="0"/>
                    </a:lnTo>
                    <a:lnTo>
                      <a:pt x="66484" y="0"/>
                    </a:lnTo>
                    <a:lnTo>
                      <a:pt x="64865" y="7906"/>
                    </a:lnTo>
                    <a:lnTo>
                      <a:pt x="37052" y="7906"/>
                    </a:lnTo>
                    <a:lnTo>
                      <a:pt x="19431" y="91726"/>
                    </a:lnTo>
                    <a:lnTo>
                      <a:pt x="1000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0" name="Freihandform: Form 39">
                <a:extLst>
                  <a:ext uri="{FF2B5EF4-FFF2-40B4-BE49-F238E27FC236}">
                    <a16:creationId xmlns:a16="http://schemas.microsoft.com/office/drawing/2014/main" id="{83BE7260-5131-4390-2F83-3765057F5188}"/>
                  </a:ext>
                </a:extLst>
              </p:cNvPr>
              <p:cNvSpPr/>
              <p:nvPr/>
            </p:nvSpPr>
            <p:spPr>
              <a:xfrm>
                <a:off x="9852104" y="2957560"/>
                <a:ext cx="65912" cy="91725"/>
              </a:xfrm>
              <a:custGeom>
                <a:avLst/>
                <a:gdLst>
                  <a:gd name="connsiteX0" fmla="*/ 49625 w 65912"/>
                  <a:gd name="connsiteY0" fmla="*/ 91726 h 91725"/>
                  <a:gd name="connsiteX1" fmla="*/ 41910 w 65912"/>
                  <a:gd name="connsiteY1" fmla="*/ 58769 h 91725"/>
                  <a:gd name="connsiteX2" fmla="*/ 29051 w 65912"/>
                  <a:gd name="connsiteY2" fmla="*/ 48482 h 91725"/>
                  <a:gd name="connsiteX3" fmla="*/ 18383 w 65912"/>
                  <a:gd name="connsiteY3" fmla="*/ 48482 h 91725"/>
                  <a:gd name="connsiteX4" fmla="*/ 9144 w 65912"/>
                  <a:gd name="connsiteY4" fmla="*/ 91726 h 91725"/>
                  <a:gd name="connsiteX5" fmla="*/ 0 w 65912"/>
                  <a:gd name="connsiteY5" fmla="*/ 91726 h 91725"/>
                  <a:gd name="connsiteX6" fmla="*/ 20003 w 65912"/>
                  <a:gd name="connsiteY6" fmla="*/ 0 h 91725"/>
                  <a:gd name="connsiteX7" fmla="*/ 42291 w 65912"/>
                  <a:gd name="connsiteY7" fmla="*/ 0 h 91725"/>
                  <a:gd name="connsiteX8" fmla="*/ 65913 w 65912"/>
                  <a:gd name="connsiteY8" fmla="*/ 20479 h 91725"/>
                  <a:gd name="connsiteX9" fmla="*/ 40005 w 65912"/>
                  <a:gd name="connsiteY9" fmla="*/ 45053 h 91725"/>
                  <a:gd name="connsiteX10" fmla="*/ 40005 w 65912"/>
                  <a:gd name="connsiteY10" fmla="*/ 45339 h 91725"/>
                  <a:gd name="connsiteX11" fmla="*/ 49721 w 65912"/>
                  <a:gd name="connsiteY11" fmla="*/ 56007 h 91725"/>
                  <a:gd name="connsiteX12" fmla="*/ 58483 w 65912"/>
                  <a:gd name="connsiteY12" fmla="*/ 91726 h 91725"/>
                  <a:gd name="connsiteX13" fmla="*/ 49530 w 65912"/>
                  <a:gd name="connsiteY13" fmla="*/ 91726 h 91725"/>
                  <a:gd name="connsiteX14" fmla="*/ 29242 w 65912"/>
                  <a:gd name="connsiteY14" fmla="*/ 40672 h 91725"/>
                  <a:gd name="connsiteX15" fmla="*/ 56864 w 65912"/>
                  <a:gd name="connsiteY15" fmla="*/ 21717 h 91725"/>
                  <a:gd name="connsiteX16" fmla="*/ 40291 w 65912"/>
                  <a:gd name="connsiteY16" fmla="*/ 7906 h 91725"/>
                  <a:gd name="connsiteX17" fmla="*/ 27051 w 65912"/>
                  <a:gd name="connsiteY17" fmla="*/ 7906 h 91725"/>
                  <a:gd name="connsiteX18" fmla="*/ 20098 w 65912"/>
                  <a:gd name="connsiteY18" fmla="*/ 40576 h 91725"/>
                  <a:gd name="connsiteX19" fmla="*/ 29242 w 65912"/>
                  <a:gd name="connsiteY19" fmla="*/ 4057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5912" h="91725">
                    <a:moveTo>
                      <a:pt x="49625" y="91726"/>
                    </a:moveTo>
                    <a:lnTo>
                      <a:pt x="41910" y="58769"/>
                    </a:lnTo>
                    <a:cubicBezTo>
                      <a:pt x="39910" y="50578"/>
                      <a:pt x="36481" y="48482"/>
                      <a:pt x="29051" y="48482"/>
                    </a:cubicBezTo>
                    <a:lnTo>
                      <a:pt x="18383" y="48482"/>
                    </a:lnTo>
                    <a:lnTo>
                      <a:pt x="9144" y="91726"/>
                    </a:lnTo>
                    <a:lnTo>
                      <a:pt x="0" y="91726"/>
                    </a:lnTo>
                    <a:lnTo>
                      <a:pt x="20003" y="0"/>
                    </a:lnTo>
                    <a:lnTo>
                      <a:pt x="42291" y="0"/>
                    </a:lnTo>
                    <a:cubicBezTo>
                      <a:pt x="57245" y="0"/>
                      <a:pt x="65913" y="6286"/>
                      <a:pt x="65913" y="20479"/>
                    </a:cubicBezTo>
                    <a:cubicBezTo>
                      <a:pt x="65913" y="34671"/>
                      <a:pt x="55531" y="44291"/>
                      <a:pt x="40005" y="45053"/>
                    </a:cubicBezTo>
                    <a:lnTo>
                      <a:pt x="40005" y="45339"/>
                    </a:lnTo>
                    <a:cubicBezTo>
                      <a:pt x="46577" y="46482"/>
                      <a:pt x="48292" y="49911"/>
                      <a:pt x="49721" y="56007"/>
                    </a:cubicBezTo>
                    <a:lnTo>
                      <a:pt x="58483" y="91726"/>
                    </a:lnTo>
                    <a:lnTo>
                      <a:pt x="49530" y="91726"/>
                    </a:lnTo>
                    <a:close/>
                    <a:moveTo>
                      <a:pt x="29242" y="40672"/>
                    </a:moveTo>
                    <a:cubicBezTo>
                      <a:pt x="45149" y="40672"/>
                      <a:pt x="56864" y="34671"/>
                      <a:pt x="56864" y="21717"/>
                    </a:cubicBezTo>
                    <a:cubicBezTo>
                      <a:pt x="56864" y="11716"/>
                      <a:pt x="50197" y="7906"/>
                      <a:pt x="40291" y="7906"/>
                    </a:cubicBezTo>
                    <a:lnTo>
                      <a:pt x="27051" y="7906"/>
                    </a:lnTo>
                    <a:lnTo>
                      <a:pt x="20098" y="40576"/>
                    </a:lnTo>
                    <a:lnTo>
                      <a:pt x="29242" y="4057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1" name="Freihandform: Form 40">
                <a:extLst>
                  <a:ext uri="{FF2B5EF4-FFF2-40B4-BE49-F238E27FC236}">
                    <a16:creationId xmlns:a16="http://schemas.microsoft.com/office/drawing/2014/main" id="{A9625D09-F8A4-5780-656A-5197AD9B5038}"/>
                  </a:ext>
                </a:extLst>
              </p:cNvPr>
              <p:cNvSpPr/>
              <p:nvPr/>
            </p:nvSpPr>
            <p:spPr>
              <a:xfrm>
                <a:off x="9939068" y="2956036"/>
                <a:ext cx="83438" cy="94868"/>
              </a:xfrm>
              <a:custGeom>
                <a:avLst/>
                <a:gdLst>
                  <a:gd name="connsiteX0" fmla="*/ 0 w 83438"/>
                  <a:gd name="connsiteY0" fmla="*/ 57436 h 94868"/>
                  <a:gd name="connsiteX1" fmla="*/ 48768 w 83438"/>
                  <a:gd name="connsiteY1" fmla="*/ 0 h 94868"/>
                  <a:gd name="connsiteX2" fmla="*/ 83439 w 83438"/>
                  <a:gd name="connsiteY2" fmla="*/ 37433 h 94868"/>
                  <a:gd name="connsiteX3" fmla="*/ 34671 w 83438"/>
                  <a:gd name="connsiteY3" fmla="*/ 94869 h 94868"/>
                  <a:gd name="connsiteX4" fmla="*/ 0 w 83438"/>
                  <a:gd name="connsiteY4" fmla="*/ 57436 h 94868"/>
                  <a:gd name="connsiteX5" fmla="*/ 74390 w 83438"/>
                  <a:gd name="connsiteY5" fmla="*/ 38481 h 94868"/>
                  <a:gd name="connsiteX6" fmla="*/ 48387 w 83438"/>
                  <a:gd name="connsiteY6" fmla="*/ 7906 h 94868"/>
                  <a:gd name="connsiteX7" fmla="*/ 9144 w 83438"/>
                  <a:gd name="connsiteY7" fmla="*/ 56674 h 94868"/>
                  <a:gd name="connsiteX8" fmla="*/ 35433 w 83438"/>
                  <a:gd name="connsiteY8" fmla="*/ 87058 h 94868"/>
                  <a:gd name="connsiteX9" fmla="*/ 74486 w 83438"/>
                  <a:gd name="connsiteY9" fmla="*/ 38576 h 94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3438" h="94868">
                    <a:moveTo>
                      <a:pt x="0" y="57436"/>
                    </a:moveTo>
                    <a:cubicBezTo>
                      <a:pt x="0" y="28099"/>
                      <a:pt x="18574" y="0"/>
                      <a:pt x="48768" y="0"/>
                    </a:cubicBezTo>
                    <a:cubicBezTo>
                      <a:pt x="70961" y="0"/>
                      <a:pt x="83439" y="14573"/>
                      <a:pt x="83439" y="37433"/>
                    </a:cubicBezTo>
                    <a:cubicBezTo>
                      <a:pt x="83439" y="66866"/>
                      <a:pt x="64865" y="94869"/>
                      <a:pt x="34671" y="94869"/>
                    </a:cubicBezTo>
                    <a:cubicBezTo>
                      <a:pt x="12383" y="94869"/>
                      <a:pt x="0" y="80010"/>
                      <a:pt x="0" y="57436"/>
                    </a:cubicBezTo>
                    <a:close/>
                    <a:moveTo>
                      <a:pt x="74390" y="38481"/>
                    </a:moveTo>
                    <a:cubicBezTo>
                      <a:pt x="74390" y="19717"/>
                      <a:pt x="64961" y="7906"/>
                      <a:pt x="48387" y="7906"/>
                    </a:cubicBezTo>
                    <a:cubicBezTo>
                      <a:pt x="24384" y="7906"/>
                      <a:pt x="9144" y="33623"/>
                      <a:pt x="9144" y="56674"/>
                    </a:cubicBezTo>
                    <a:cubicBezTo>
                      <a:pt x="9144" y="72485"/>
                      <a:pt x="16383" y="87058"/>
                      <a:pt x="35433" y="87058"/>
                    </a:cubicBezTo>
                    <a:cubicBezTo>
                      <a:pt x="59246" y="87058"/>
                      <a:pt x="74486" y="61055"/>
                      <a:pt x="74486" y="38576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2" name="Freihandform: Form 41">
                <a:extLst>
                  <a:ext uri="{FF2B5EF4-FFF2-40B4-BE49-F238E27FC236}">
                    <a16:creationId xmlns:a16="http://schemas.microsoft.com/office/drawing/2014/main" id="{6C47F6FC-872C-1440-0E69-82C1D305BE65}"/>
                  </a:ext>
                </a:extLst>
              </p:cNvPr>
              <p:cNvSpPr/>
              <p:nvPr/>
            </p:nvSpPr>
            <p:spPr>
              <a:xfrm>
                <a:off x="10040890" y="2957560"/>
                <a:ext cx="86772" cy="91725"/>
              </a:xfrm>
              <a:custGeom>
                <a:avLst/>
                <a:gdLst>
                  <a:gd name="connsiteX0" fmla="*/ 56579 w 86772"/>
                  <a:gd name="connsiteY0" fmla="*/ 91726 h 91725"/>
                  <a:gd name="connsiteX1" fmla="*/ 26003 w 86772"/>
                  <a:gd name="connsiteY1" fmla="*/ 11049 h 91725"/>
                  <a:gd name="connsiteX2" fmla="*/ 25717 w 86772"/>
                  <a:gd name="connsiteY2" fmla="*/ 11049 h 91725"/>
                  <a:gd name="connsiteX3" fmla="*/ 8382 w 86772"/>
                  <a:gd name="connsiteY3" fmla="*/ 91726 h 91725"/>
                  <a:gd name="connsiteX4" fmla="*/ 0 w 86772"/>
                  <a:gd name="connsiteY4" fmla="*/ 91726 h 91725"/>
                  <a:gd name="connsiteX5" fmla="*/ 19812 w 86772"/>
                  <a:gd name="connsiteY5" fmla="*/ 0 h 91725"/>
                  <a:gd name="connsiteX6" fmla="*/ 30575 w 86772"/>
                  <a:gd name="connsiteY6" fmla="*/ 0 h 91725"/>
                  <a:gd name="connsiteX7" fmla="*/ 61150 w 86772"/>
                  <a:gd name="connsiteY7" fmla="*/ 80677 h 91725"/>
                  <a:gd name="connsiteX8" fmla="*/ 61436 w 86772"/>
                  <a:gd name="connsiteY8" fmla="*/ 80677 h 91725"/>
                  <a:gd name="connsiteX9" fmla="*/ 78486 w 86772"/>
                  <a:gd name="connsiteY9" fmla="*/ 0 h 91725"/>
                  <a:gd name="connsiteX10" fmla="*/ 86773 w 86772"/>
                  <a:gd name="connsiteY10" fmla="*/ 0 h 91725"/>
                  <a:gd name="connsiteX11" fmla="*/ 67342 w 86772"/>
                  <a:gd name="connsiteY11" fmla="*/ 91726 h 91725"/>
                  <a:gd name="connsiteX12" fmla="*/ 56579 w 86772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6772" h="91725">
                    <a:moveTo>
                      <a:pt x="56579" y="91726"/>
                    </a:moveTo>
                    <a:lnTo>
                      <a:pt x="26003" y="11049"/>
                    </a:lnTo>
                    <a:lnTo>
                      <a:pt x="25717" y="11049"/>
                    </a:lnTo>
                    <a:lnTo>
                      <a:pt x="8382" y="91726"/>
                    </a:lnTo>
                    <a:lnTo>
                      <a:pt x="0" y="91726"/>
                    </a:lnTo>
                    <a:lnTo>
                      <a:pt x="19812" y="0"/>
                    </a:lnTo>
                    <a:lnTo>
                      <a:pt x="30575" y="0"/>
                    </a:lnTo>
                    <a:lnTo>
                      <a:pt x="61150" y="80677"/>
                    </a:lnTo>
                    <a:lnTo>
                      <a:pt x="61436" y="80677"/>
                    </a:lnTo>
                    <a:lnTo>
                      <a:pt x="78486" y="0"/>
                    </a:lnTo>
                    <a:lnTo>
                      <a:pt x="86773" y="0"/>
                    </a:lnTo>
                    <a:lnTo>
                      <a:pt x="67342" y="91726"/>
                    </a:lnTo>
                    <a:lnTo>
                      <a:pt x="56579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3" name="Freihandform: Form 42">
                <a:extLst>
                  <a:ext uri="{FF2B5EF4-FFF2-40B4-BE49-F238E27FC236}">
                    <a16:creationId xmlns:a16="http://schemas.microsoft.com/office/drawing/2014/main" id="{3F5FD5C4-3551-F5E9-7334-721B1767DACB}"/>
                  </a:ext>
                </a:extLst>
              </p:cNvPr>
              <p:cNvSpPr/>
              <p:nvPr/>
            </p:nvSpPr>
            <p:spPr>
              <a:xfrm>
                <a:off x="10141379" y="2957560"/>
                <a:ext cx="28479" cy="91725"/>
              </a:xfrm>
              <a:custGeom>
                <a:avLst/>
                <a:gdLst>
                  <a:gd name="connsiteX0" fmla="*/ 0 w 28479"/>
                  <a:gd name="connsiteY0" fmla="*/ 91726 h 91725"/>
                  <a:gd name="connsiteX1" fmla="*/ 19431 w 28479"/>
                  <a:gd name="connsiteY1" fmla="*/ 0 h 91725"/>
                  <a:gd name="connsiteX2" fmla="*/ 28480 w 28479"/>
                  <a:gd name="connsiteY2" fmla="*/ 0 h 91725"/>
                  <a:gd name="connsiteX3" fmla="*/ 9049 w 28479"/>
                  <a:gd name="connsiteY3" fmla="*/ 91726 h 91725"/>
                  <a:gd name="connsiteX4" fmla="*/ 0 w 28479"/>
                  <a:gd name="connsiteY4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479" h="91725">
                    <a:moveTo>
                      <a:pt x="0" y="91726"/>
                    </a:moveTo>
                    <a:lnTo>
                      <a:pt x="19431" y="0"/>
                    </a:lnTo>
                    <a:lnTo>
                      <a:pt x="28480" y="0"/>
                    </a:lnTo>
                    <a:lnTo>
                      <a:pt x="9049" y="91726"/>
                    </a:lnTo>
                    <a:lnTo>
                      <a:pt x="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4" name="Freihandform: Form 43">
                <a:extLst>
                  <a:ext uri="{FF2B5EF4-FFF2-40B4-BE49-F238E27FC236}">
                    <a16:creationId xmlns:a16="http://schemas.microsoft.com/office/drawing/2014/main" id="{BEF1DA46-3A1E-39CC-3DB6-9DE1F2CA94AB}"/>
                  </a:ext>
                </a:extLst>
              </p:cNvPr>
              <p:cNvSpPr/>
              <p:nvPr/>
            </p:nvSpPr>
            <p:spPr>
              <a:xfrm>
                <a:off x="10187766" y="2955941"/>
                <a:ext cx="79248" cy="94869"/>
              </a:xfrm>
              <a:custGeom>
                <a:avLst/>
                <a:gdLst>
                  <a:gd name="connsiteX0" fmla="*/ 60960 w 79248"/>
                  <a:gd name="connsiteY0" fmla="*/ 92012 h 94869"/>
                  <a:gd name="connsiteX1" fmla="*/ 43053 w 79248"/>
                  <a:gd name="connsiteY1" fmla="*/ 94869 h 94869"/>
                  <a:gd name="connsiteX2" fmla="*/ 0 w 79248"/>
                  <a:gd name="connsiteY2" fmla="*/ 54674 h 94869"/>
                  <a:gd name="connsiteX3" fmla="*/ 54674 w 79248"/>
                  <a:gd name="connsiteY3" fmla="*/ 0 h 94869"/>
                  <a:gd name="connsiteX4" fmla="*/ 79248 w 79248"/>
                  <a:gd name="connsiteY4" fmla="*/ 4763 h 94869"/>
                  <a:gd name="connsiteX5" fmla="*/ 76105 w 79248"/>
                  <a:gd name="connsiteY5" fmla="*/ 12382 h 94869"/>
                  <a:gd name="connsiteX6" fmla="*/ 54007 w 79248"/>
                  <a:gd name="connsiteY6" fmla="*/ 7906 h 94869"/>
                  <a:gd name="connsiteX7" fmla="*/ 9049 w 79248"/>
                  <a:gd name="connsiteY7" fmla="*/ 54769 h 94869"/>
                  <a:gd name="connsiteX8" fmla="*/ 42577 w 79248"/>
                  <a:gd name="connsiteY8" fmla="*/ 86963 h 94869"/>
                  <a:gd name="connsiteX9" fmla="*/ 62008 w 79248"/>
                  <a:gd name="connsiteY9" fmla="*/ 83915 h 94869"/>
                  <a:gd name="connsiteX10" fmla="*/ 60960 w 79248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8" h="94869">
                    <a:moveTo>
                      <a:pt x="60960" y="92012"/>
                    </a:moveTo>
                    <a:cubicBezTo>
                      <a:pt x="54292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8" y="0"/>
                      <a:pt x="54674" y="0"/>
                    </a:cubicBezTo>
                    <a:cubicBezTo>
                      <a:pt x="66199" y="0"/>
                      <a:pt x="72962" y="1810"/>
                      <a:pt x="79248" y="4763"/>
                    </a:cubicBezTo>
                    <a:lnTo>
                      <a:pt x="76105" y="12382"/>
                    </a:lnTo>
                    <a:cubicBezTo>
                      <a:pt x="69533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5" name="Freihandform: Form 44">
                <a:extLst>
                  <a:ext uri="{FF2B5EF4-FFF2-40B4-BE49-F238E27FC236}">
                    <a16:creationId xmlns:a16="http://schemas.microsoft.com/office/drawing/2014/main" id="{263707BB-B7A6-339D-7CDE-3ACF8175E489}"/>
                  </a:ext>
                </a:extLst>
              </p:cNvPr>
              <p:cNvSpPr/>
              <p:nvPr/>
            </p:nvSpPr>
            <p:spPr>
              <a:xfrm>
                <a:off x="10272062" y="2955941"/>
                <a:ext cx="66293" cy="94869"/>
              </a:xfrm>
              <a:custGeom>
                <a:avLst/>
                <a:gdLst>
                  <a:gd name="connsiteX0" fmla="*/ 2572 w 66293"/>
                  <a:gd name="connsiteY0" fmla="*/ 81248 h 94869"/>
                  <a:gd name="connsiteX1" fmla="*/ 22193 w 66293"/>
                  <a:gd name="connsiteY1" fmla="*/ 87058 h 94869"/>
                  <a:gd name="connsiteX2" fmla="*/ 47720 w 66293"/>
                  <a:gd name="connsiteY2" fmla="*/ 67437 h 94869"/>
                  <a:gd name="connsiteX3" fmla="*/ 34099 w 66293"/>
                  <a:gd name="connsiteY3" fmla="*/ 49435 h 94869"/>
                  <a:gd name="connsiteX4" fmla="*/ 14002 w 66293"/>
                  <a:gd name="connsiteY4" fmla="*/ 25527 h 94869"/>
                  <a:gd name="connsiteX5" fmla="*/ 45053 w 66293"/>
                  <a:gd name="connsiteY5" fmla="*/ 0 h 94869"/>
                  <a:gd name="connsiteX6" fmla="*/ 66294 w 66293"/>
                  <a:gd name="connsiteY6" fmla="*/ 4096 h 94869"/>
                  <a:gd name="connsiteX7" fmla="*/ 63532 w 66293"/>
                  <a:gd name="connsiteY7" fmla="*/ 12382 h 94869"/>
                  <a:gd name="connsiteX8" fmla="*/ 44863 w 66293"/>
                  <a:gd name="connsiteY8" fmla="*/ 7906 h 94869"/>
                  <a:gd name="connsiteX9" fmla="*/ 23050 w 66293"/>
                  <a:gd name="connsiteY9" fmla="*/ 24860 h 94869"/>
                  <a:gd name="connsiteX10" fmla="*/ 36481 w 66293"/>
                  <a:gd name="connsiteY10" fmla="*/ 40481 h 94869"/>
                  <a:gd name="connsiteX11" fmla="*/ 56864 w 66293"/>
                  <a:gd name="connsiteY11" fmla="*/ 66199 h 94869"/>
                  <a:gd name="connsiteX12" fmla="*/ 22955 w 66293"/>
                  <a:gd name="connsiteY12" fmla="*/ 94869 h 94869"/>
                  <a:gd name="connsiteX13" fmla="*/ 0 w 66293"/>
                  <a:gd name="connsiteY13" fmla="*/ 89916 h 94869"/>
                  <a:gd name="connsiteX14" fmla="*/ 2762 w 66293"/>
                  <a:gd name="connsiteY14" fmla="*/ 81248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6293" h="94869">
                    <a:moveTo>
                      <a:pt x="2572" y="81248"/>
                    </a:moveTo>
                    <a:cubicBezTo>
                      <a:pt x="8096" y="84963"/>
                      <a:pt x="15430" y="87058"/>
                      <a:pt x="22193" y="87058"/>
                    </a:cubicBezTo>
                    <a:cubicBezTo>
                      <a:pt x="34576" y="87058"/>
                      <a:pt x="47720" y="81629"/>
                      <a:pt x="47720" y="67437"/>
                    </a:cubicBezTo>
                    <a:cubicBezTo>
                      <a:pt x="47720" y="59912"/>
                      <a:pt x="42767" y="54959"/>
                      <a:pt x="34099" y="49435"/>
                    </a:cubicBezTo>
                    <a:cubicBezTo>
                      <a:pt x="23241" y="42482"/>
                      <a:pt x="14002" y="36957"/>
                      <a:pt x="14002" y="25527"/>
                    </a:cubicBezTo>
                    <a:cubicBezTo>
                      <a:pt x="14002" y="8477"/>
                      <a:pt x="28099" y="0"/>
                      <a:pt x="45053" y="0"/>
                    </a:cubicBezTo>
                    <a:cubicBezTo>
                      <a:pt x="52768" y="0"/>
                      <a:pt x="59912" y="1333"/>
                      <a:pt x="66294" y="4096"/>
                    </a:cubicBezTo>
                    <a:lnTo>
                      <a:pt x="63532" y="12382"/>
                    </a:lnTo>
                    <a:cubicBezTo>
                      <a:pt x="57626" y="9334"/>
                      <a:pt x="51340" y="7906"/>
                      <a:pt x="44863" y="7906"/>
                    </a:cubicBezTo>
                    <a:cubicBezTo>
                      <a:pt x="34861" y="7906"/>
                      <a:pt x="23050" y="12764"/>
                      <a:pt x="23050" y="24860"/>
                    </a:cubicBezTo>
                    <a:cubicBezTo>
                      <a:pt x="23050" y="31051"/>
                      <a:pt x="27527" y="34957"/>
                      <a:pt x="36481" y="40481"/>
                    </a:cubicBezTo>
                    <a:cubicBezTo>
                      <a:pt x="48673" y="48006"/>
                      <a:pt x="56864" y="54293"/>
                      <a:pt x="56864" y="66199"/>
                    </a:cubicBezTo>
                    <a:cubicBezTo>
                      <a:pt x="56864" y="84868"/>
                      <a:pt x="39814" y="94869"/>
                      <a:pt x="22955" y="94869"/>
                    </a:cubicBezTo>
                    <a:cubicBezTo>
                      <a:pt x="14573" y="94869"/>
                      <a:pt x="6382" y="93440"/>
                      <a:pt x="0" y="89916"/>
                    </a:cubicBezTo>
                    <a:lnTo>
                      <a:pt x="2762" y="8124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  <p:sp>
          <p:nvSpPr>
            <p:cNvPr id="8" name="Freihandform: Form 7">
              <a:extLst>
                <a:ext uri="{FF2B5EF4-FFF2-40B4-BE49-F238E27FC236}">
                  <a16:creationId xmlns:a16="http://schemas.microsoft.com/office/drawing/2014/main" id="{B2B62480-D797-160B-D26D-36631A698C66}"/>
                </a:ext>
              </a:extLst>
            </p:cNvPr>
            <p:cNvSpPr/>
            <p:nvPr/>
          </p:nvSpPr>
          <p:spPr>
            <a:xfrm>
              <a:off x="9491583" y="2527792"/>
              <a:ext cx="408717" cy="379666"/>
            </a:xfrm>
            <a:custGeom>
              <a:avLst/>
              <a:gdLst>
                <a:gd name="connsiteX0" fmla="*/ 80486 w 408717"/>
                <a:gd name="connsiteY0" fmla="*/ 0 h 379666"/>
                <a:gd name="connsiteX1" fmla="*/ 80486 w 408717"/>
                <a:gd name="connsiteY1" fmla="*/ 0 h 379666"/>
                <a:gd name="connsiteX2" fmla="*/ 408718 w 408717"/>
                <a:gd name="connsiteY2" fmla="*/ 0 h 379666"/>
                <a:gd name="connsiteX3" fmla="*/ 389477 w 408717"/>
                <a:gd name="connsiteY3" fmla="*/ 91345 h 379666"/>
                <a:gd name="connsiteX4" fmla="*/ 203168 w 408717"/>
                <a:gd name="connsiteY4" fmla="*/ 91345 h 379666"/>
                <a:gd name="connsiteX5" fmla="*/ 191643 w 408717"/>
                <a:gd name="connsiteY5" fmla="*/ 145161 h 379666"/>
                <a:gd name="connsiteX6" fmla="*/ 369760 w 408717"/>
                <a:gd name="connsiteY6" fmla="*/ 145161 h 379666"/>
                <a:gd name="connsiteX7" fmla="*/ 350520 w 408717"/>
                <a:gd name="connsiteY7" fmla="*/ 236506 h 379666"/>
                <a:gd name="connsiteX8" fmla="*/ 172402 w 408717"/>
                <a:gd name="connsiteY8" fmla="*/ 236506 h 379666"/>
                <a:gd name="connsiteX9" fmla="*/ 161353 w 408717"/>
                <a:gd name="connsiteY9" fmla="*/ 287941 h 379666"/>
                <a:gd name="connsiteX10" fmla="*/ 351282 w 408717"/>
                <a:gd name="connsiteY10" fmla="*/ 287941 h 379666"/>
                <a:gd name="connsiteX11" fmla="*/ 331946 w 408717"/>
                <a:gd name="connsiteY11" fmla="*/ 379667 h 379666"/>
                <a:gd name="connsiteX12" fmla="*/ 0 w 408717"/>
                <a:gd name="connsiteY12" fmla="*/ 379667 h 379666"/>
                <a:gd name="connsiteX13" fmla="*/ 80486 w 408717"/>
                <a:gd name="connsiteY13" fmla="*/ 0 h 379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8717" h="379666">
                  <a:moveTo>
                    <a:pt x="80486" y="0"/>
                  </a:moveTo>
                  <a:lnTo>
                    <a:pt x="80486" y="0"/>
                  </a:lnTo>
                  <a:lnTo>
                    <a:pt x="408718" y="0"/>
                  </a:lnTo>
                  <a:lnTo>
                    <a:pt x="389477" y="91345"/>
                  </a:lnTo>
                  <a:lnTo>
                    <a:pt x="203168" y="91345"/>
                  </a:lnTo>
                  <a:lnTo>
                    <a:pt x="191643" y="145161"/>
                  </a:lnTo>
                  <a:lnTo>
                    <a:pt x="369760" y="145161"/>
                  </a:lnTo>
                  <a:lnTo>
                    <a:pt x="350520" y="236506"/>
                  </a:lnTo>
                  <a:lnTo>
                    <a:pt x="172402" y="236506"/>
                  </a:lnTo>
                  <a:lnTo>
                    <a:pt x="161353" y="287941"/>
                  </a:lnTo>
                  <a:lnTo>
                    <a:pt x="351282" y="287941"/>
                  </a:lnTo>
                  <a:lnTo>
                    <a:pt x="331946" y="379667"/>
                  </a:lnTo>
                  <a:lnTo>
                    <a:pt x="0" y="379667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127676E1-317D-E0ED-DF79-5010F2A66F2D}"/>
                </a:ext>
              </a:extLst>
            </p:cNvPr>
            <p:cNvSpPr/>
            <p:nvPr/>
          </p:nvSpPr>
          <p:spPr>
            <a:xfrm>
              <a:off x="9892110" y="2527792"/>
              <a:ext cx="446790" cy="379571"/>
            </a:xfrm>
            <a:custGeom>
              <a:avLst/>
              <a:gdLst>
                <a:gd name="connsiteX0" fmla="*/ 80486 w 446790"/>
                <a:gd name="connsiteY0" fmla="*/ 0 h 379571"/>
                <a:gd name="connsiteX1" fmla="*/ 293846 w 446790"/>
                <a:gd name="connsiteY1" fmla="*/ 0 h 379571"/>
                <a:gd name="connsiteX2" fmla="*/ 438721 w 446790"/>
                <a:gd name="connsiteY2" fmla="*/ 190786 h 379571"/>
                <a:gd name="connsiteX3" fmla="*/ 207264 w 446790"/>
                <a:gd name="connsiteY3" fmla="*/ 379571 h 379571"/>
                <a:gd name="connsiteX4" fmla="*/ 0 w 446790"/>
                <a:gd name="connsiteY4" fmla="*/ 379571 h 379571"/>
                <a:gd name="connsiteX5" fmla="*/ 80486 w 446790"/>
                <a:gd name="connsiteY5" fmla="*/ 0 h 379571"/>
                <a:gd name="connsiteX6" fmla="*/ 165830 w 446790"/>
                <a:gd name="connsiteY6" fmla="*/ 284988 h 379571"/>
                <a:gd name="connsiteX7" fmla="*/ 201930 w 446790"/>
                <a:gd name="connsiteY7" fmla="*/ 284988 h 379571"/>
                <a:gd name="connsiteX8" fmla="*/ 287274 w 446790"/>
                <a:gd name="connsiteY8" fmla="*/ 186690 h 379571"/>
                <a:gd name="connsiteX9" fmla="*/ 243364 w 446790"/>
                <a:gd name="connsiteY9" fmla="*/ 88011 h 379571"/>
                <a:gd name="connsiteX10" fmla="*/ 207264 w 446790"/>
                <a:gd name="connsiteY10" fmla="*/ 88011 h 379571"/>
                <a:gd name="connsiteX11" fmla="*/ 165830 w 446790"/>
                <a:gd name="connsiteY11" fmla="*/ 284988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6790" h="379571">
                  <a:moveTo>
                    <a:pt x="80486" y="0"/>
                  </a:moveTo>
                  <a:lnTo>
                    <a:pt x="293846" y="0"/>
                  </a:lnTo>
                  <a:cubicBezTo>
                    <a:pt x="402622" y="0"/>
                    <a:pt x="471106" y="36576"/>
                    <a:pt x="438721" y="190786"/>
                  </a:cubicBezTo>
                  <a:cubicBezTo>
                    <a:pt x="407956" y="334328"/>
                    <a:pt x="316039" y="379571"/>
                    <a:pt x="207264" y="379571"/>
                  </a:cubicBezTo>
                  <a:lnTo>
                    <a:pt x="0" y="379571"/>
                  </a:lnTo>
                  <a:lnTo>
                    <a:pt x="80486" y="0"/>
                  </a:lnTo>
                  <a:close/>
                  <a:moveTo>
                    <a:pt x="165830" y="284988"/>
                  </a:moveTo>
                  <a:lnTo>
                    <a:pt x="201930" y="284988"/>
                  </a:lnTo>
                  <a:cubicBezTo>
                    <a:pt x="254889" y="284988"/>
                    <a:pt x="274130" y="250031"/>
                    <a:pt x="287274" y="186690"/>
                  </a:cubicBezTo>
                  <a:cubicBezTo>
                    <a:pt x="301276" y="121730"/>
                    <a:pt x="295465" y="88011"/>
                    <a:pt x="243364" y="88011"/>
                  </a:cubicBezTo>
                  <a:lnTo>
                    <a:pt x="207264" y="88011"/>
                  </a:lnTo>
                  <a:lnTo>
                    <a:pt x="165830" y="2849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DBD23628-B869-AC5A-524E-20D439865698}"/>
                </a:ext>
              </a:extLst>
            </p:cNvPr>
            <p:cNvSpPr/>
            <p:nvPr/>
          </p:nvSpPr>
          <p:spPr>
            <a:xfrm>
              <a:off x="10291778" y="2527792"/>
              <a:ext cx="468344" cy="379571"/>
            </a:xfrm>
            <a:custGeom>
              <a:avLst/>
              <a:gdLst>
                <a:gd name="connsiteX0" fmla="*/ 213455 w 468344"/>
                <a:gd name="connsiteY0" fmla="*/ 0 h 379571"/>
                <a:gd name="connsiteX1" fmla="*/ 413766 w 468344"/>
                <a:gd name="connsiteY1" fmla="*/ 0 h 379571"/>
                <a:gd name="connsiteX2" fmla="*/ 468344 w 468344"/>
                <a:gd name="connsiteY2" fmla="*/ 379571 h 379571"/>
                <a:gd name="connsiteX3" fmla="*/ 315659 w 468344"/>
                <a:gd name="connsiteY3" fmla="*/ 379571 h 379571"/>
                <a:gd name="connsiteX4" fmla="*/ 308229 w 468344"/>
                <a:gd name="connsiteY4" fmla="*/ 297275 h 379571"/>
                <a:gd name="connsiteX5" fmla="*/ 185547 w 468344"/>
                <a:gd name="connsiteY5" fmla="*/ 297275 h 379571"/>
                <a:gd name="connsiteX6" fmla="*/ 144875 w 468344"/>
                <a:gd name="connsiteY6" fmla="*/ 379571 h 379571"/>
                <a:gd name="connsiteX7" fmla="*/ 0 w 468344"/>
                <a:gd name="connsiteY7" fmla="*/ 379571 h 379571"/>
                <a:gd name="connsiteX8" fmla="*/ 213360 w 468344"/>
                <a:gd name="connsiteY8" fmla="*/ 0 h 379571"/>
                <a:gd name="connsiteX9" fmla="*/ 224885 w 468344"/>
                <a:gd name="connsiteY9" fmla="*/ 206026 h 379571"/>
                <a:gd name="connsiteX10" fmla="*/ 308991 w 468344"/>
                <a:gd name="connsiteY10" fmla="*/ 206026 h 379571"/>
                <a:gd name="connsiteX11" fmla="*/ 294227 w 468344"/>
                <a:gd name="connsiteY11" fmla="*/ 81439 h 379571"/>
                <a:gd name="connsiteX12" fmla="*/ 292989 w 468344"/>
                <a:gd name="connsiteY12" fmla="*/ 81439 h 379571"/>
                <a:gd name="connsiteX13" fmla="*/ 224885 w 468344"/>
                <a:gd name="connsiteY13" fmla="*/ 206026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68344" h="379571">
                  <a:moveTo>
                    <a:pt x="213455" y="0"/>
                  </a:moveTo>
                  <a:lnTo>
                    <a:pt x="413766" y="0"/>
                  </a:lnTo>
                  <a:lnTo>
                    <a:pt x="468344" y="379571"/>
                  </a:lnTo>
                  <a:lnTo>
                    <a:pt x="315659" y="379571"/>
                  </a:lnTo>
                  <a:lnTo>
                    <a:pt x="308229" y="297275"/>
                  </a:lnTo>
                  <a:lnTo>
                    <a:pt x="185547" y="297275"/>
                  </a:lnTo>
                  <a:lnTo>
                    <a:pt x="144875" y="379571"/>
                  </a:lnTo>
                  <a:lnTo>
                    <a:pt x="0" y="379571"/>
                  </a:lnTo>
                  <a:lnTo>
                    <a:pt x="213360" y="0"/>
                  </a:lnTo>
                  <a:close/>
                  <a:moveTo>
                    <a:pt x="224885" y="206026"/>
                  </a:moveTo>
                  <a:lnTo>
                    <a:pt x="308991" y="206026"/>
                  </a:lnTo>
                  <a:lnTo>
                    <a:pt x="294227" y="81439"/>
                  </a:lnTo>
                  <a:lnTo>
                    <a:pt x="292989" y="81439"/>
                  </a:lnTo>
                  <a:lnTo>
                    <a:pt x="224885" y="2060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E7969943-7E1D-C3B5-CE00-956E9D09525B}"/>
                </a:ext>
              </a:extLst>
            </p:cNvPr>
            <p:cNvSpPr/>
            <p:nvPr/>
          </p:nvSpPr>
          <p:spPr>
            <a:xfrm>
              <a:off x="10789761" y="2521220"/>
              <a:ext cx="411274" cy="392715"/>
            </a:xfrm>
            <a:custGeom>
              <a:avLst/>
              <a:gdLst>
                <a:gd name="connsiteX0" fmla="*/ 350695 w 411274"/>
                <a:gd name="connsiteY0" fmla="*/ 371761 h 392715"/>
                <a:gd name="connsiteX1" fmla="*/ 350695 w 411274"/>
                <a:gd name="connsiteY1" fmla="*/ 371761 h 392715"/>
                <a:gd name="connsiteX2" fmla="*/ 189341 w 411274"/>
                <a:gd name="connsiteY2" fmla="*/ 392716 h 392715"/>
                <a:gd name="connsiteX3" fmla="*/ 5509 w 411274"/>
                <a:gd name="connsiteY3" fmla="*/ 190786 h 392715"/>
                <a:gd name="connsiteX4" fmla="*/ 272590 w 411274"/>
                <a:gd name="connsiteY4" fmla="*/ 0 h 392715"/>
                <a:gd name="connsiteX5" fmla="*/ 411274 w 411274"/>
                <a:gd name="connsiteY5" fmla="*/ 14002 h 392715"/>
                <a:gd name="connsiteX6" fmla="*/ 389462 w 411274"/>
                <a:gd name="connsiteY6" fmla="*/ 116396 h 392715"/>
                <a:gd name="connsiteX7" fmla="*/ 294307 w 411274"/>
                <a:gd name="connsiteY7" fmla="*/ 94583 h 392715"/>
                <a:gd name="connsiteX8" fmla="*/ 151908 w 411274"/>
                <a:gd name="connsiteY8" fmla="*/ 199835 h 392715"/>
                <a:gd name="connsiteX9" fmla="*/ 210582 w 411274"/>
                <a:gd name="connsiteY9" fmla="*/ 297752 h 392715"/>
                <a:gd name="connsiteX10" fmla="*/ 242110 w 411274"/>
                <a:gd name="connsiteY10" fmla="*/ 294418 h 392715"/>
                <a:gd name="connsiteX11" fmla="*/ 263446 w 411274"/>
                <a:gd name="connsiteY11" fmla="*/ 193262 h 392715"/>
                <a:gd name="connsiteX12" fmla="*/ 388224 w 411274"/>
                <a:gd name="connsiteY12" fmla="*/ 193262 h 392715"/>
                <a:gd name="connsiteX13" fmla="*/ 350505 w 411274"/>
                <a:gd name="connsiteY13" fmla="*/ 371761 h 392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11274" h="392715">
                  <a:moveTo>
                    <a:pt x="350695" y="371761"/>
                  </a:moveTo>
                  <a:lnTo>
                    <a:pt x="350695" y="371761"/>
                  </a:lnTo>
                  <a:cubicBezTo>
                    <a:pt x="297736" y="386525"/>
                    <a:pt x="249349" y="392716"/>
                    <a:pt x="189341" y="392716"/>
                  </a:cubicBezTo>
                  <a:cubicBezTo>
                    <a:pt x="63326" y="392716"/>
                    <a:pt x="-23161" y="326041"/>
                    <a:pt x="5509" y="190786"/>
                  </a:cubicBezTo>
                  <a:cubicBezTo>
                    <a:pt x="32179" y="63246"/>
                    <a:pt x="151146" y="0"/>
                    <a:pt x="272590" y="0"/>
                  </a:cubicBezTo>
                  <a:cubicBezTo>
                    <a:pt x="343551" y="0"/>
                    <a:pt x="376889" y="5334"/>
                    <a:pt x="411274" y="14002"/>
                  </a:cubicBezTo>
                  <a:lnTo>
                    <a:pt x="389462" y="116396"/>
                  </a:lnTo>
                  <a:cubicBezTo>
                    <a:pt x="371364" y="104489"/>
                    <a:pt x="334883" y="94583"/>
                    <a:pt x="294307" y="94583"/>
                  </a:cubicBezTo>
                  <a:cubicBezTo>
                    <a:pt x="222107" y="94583"/>
                    <a:pt x="166672" y="130778"/>
                    <a:pt x="151908" y="199835"/>
                  </a:cubicBezTo>
                  <a:cubicBezTo>
                    <a:pt x="140764" y="252032"/>
                    <a:pt x="152289" y="297752"/>
                    <a:pt x="210582" y="297752"/>
                  </a:cubicBezTo>
                  <a:cubicBezTo>
                    <a:pt x="220774" y="297752"/>
                    <a:pt x="232776" y="297752"/>
                    <a:pt x="242110" y="294418"/>
                  </a:cubicBezTo>
                  <a:lnTo>
                    <a:pt x="263446" y="193262"/>
                  </a:lnTo>
                  <a:lnTo>
                    <a:pt x="388224" y="193262"/>
                  </a:lnTo>
                  <a:lnTo>
                    <a:pt x="350505" y="3717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9D43ADFD-947A-01B5-BD7E-BF55C9773DC1}"/>
                </a:ext>
              </a:extLst>
            </p:cNvPr>
            <p:cNvSpPr/>
            <p:nvPr/>
          </p:nvSpPr>
          <p:spPr>
            <a:xfrm>
              <a:off x="8749300" y="2670477"/>
              <a:ext cx="500824" cy="91344"/>
            </a:xfrm>
            <a:custGeom>
              <a:avLst/>
              <a:gdLst>
                <a:gd name="connsiteX0" fmla="*/ 19336 w 500824"/>
                <a:gd name="connsiteY0" fmla="*/ 0 h 91344"/>
                <a:gd name="connsiteX1" fmla="*/ 500824 w 500824"/>
                <a:gd name="connsiteY1" fmla="*/ 0 h 91344"/>
                <a:gd name="connsiteX2" fmla="*/ 481489 w 500824"/>
                <a:gd name="connsiteY2" fmla="*/ 91345 h 91344"/>
                <a:gd name="connsiteX3" fmla="*/ 0 w 500824"/>
                <a:gd name="connsiteY3" fmla="*/ 91345 h 91344"/>
                <a:gd name="connsiteX4" fmla="*/ 19336 w 500824"/>
                <a:gd name="connsiteY4" fmla="*/ 0 h 91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824" h="91344">
                  <a:moveTo>
                    <a:pt x="19336" y="0"/>
                  </a:moveTo>
                  <a:lnTo>
                    <a:pt x="500824" y="0"/>
                  </a:lnTo>
                  <a:lnTo>
                    <a:pt x="481489" y="91345"/>
                  </a:lnTo>
                  <a:lnTo>
                    <a:pt x="0" y="91345"/>
                  </a:lnTo>
                  <a:lnTo>
                    <a:pt x="1933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78D8D479-C68C-73E1-6C55-125D4DB1A12B}"/>
                </a:ext>
              </a:extLst>
            </p:cNvPr>
            <p:cNvSpPr/>
            <p:nvPr/>
          </p:nvSpPr>
          <p:spPr>
            <a:xfrm>
              <a:off x="8810260" y="2383489"/>
              <a:ext cx="500729" cy="90773"/>
            </a:xfrm>
            <a:custGeom>
              <a:avLst/>
              <a:gdLst>
                <a:gd name="connsiteX0" fmla="*/ 19241 w 500729"/>
                <a:gd name="connsiteY0" fmla="*/ 0 h 90773"/>
                <a:gd name="connsiteX1" fmla="*/ 500729 w 500729"/>
                <a:gd name="connsiteY1" fmla="*/ 0 h 90773"/>
                <a:gd name="connsiteX2" fmla="*/ 481489 w 500729"/>
                <a:gd name="connsiteY2" fmla="*/ 90773 h 90773"/>
                <a:gd name="connsiteX3" fmla="*/ 0 w 500729"/>
                <a:gd name="connsiteY3" fmla="*/ 90773 h 90773"/>
                <a:gd name="connsiteX4" fmla="*/ 19241 w 500729"/>
                <a:gd name="connsiteY4" fmla="*/ 0 h 90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729" h="90773">
                  <a:moveTo>
                    <a:pt x="19241" y="0"/>
                  </a:moveTo>
                  <a:lnTo>
                    <a:pt x="500729" y="0"/>
                  </a:lnTo>
                  <a:lnTo>
                    <a:pt x="481489" y="90773"/>
                  </a:lnTo>
                  <a:lnTo>
                    <a:pt x="0" y="90773"/>
                  </a:lnTo>
                  <a:lnTo>
                    <a:pt x="1924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3BB3391B-827B-2FCA-898A-BED7109DF572}"/>
                </a:ext>
              </a:extLst>
            </p:cNvPr>
            <p:cNvSpPr/>
            <p:nvPr/>
          </p:nvSpPr>
          <p:spPr>
            <a:xfrm>
              <a:off x="8688340" y="2957560"/>
              <a:ext cx="501015" cy="91725"/>
            </a:xfrm>
            <a:custGeom>
              <a:avLst/>
              <a:gdLst>
                <a:gd name="connsiteX0" fmla="*/ 19431 w 501015"/>
                <a:gd name="connsiteY0" fmla="*/ 0 h 91725"/>
                <a:gd name="connsiteX1" fmla="*/ 501015 w 501015"/>
                <a:gd name="connsiteY1" fmla="*/ 0 h 91725"/>
                <a:gd name="connsiteX2" fmla="*/ 481489 w 501015"/>
                <a:gd name="connsiteY2" fmla="*/ 91726 h 91725"/>
                <a:gd name="connsiteX3" fmla="*/ 0 w 501015"/>
                <a:gd name="connsiteY3" fmla="*/ 91726 h 91725"/>
                <a:gd name="connsiteX4" fmla="*/ 19431 w 501015"/>
                <a:gd name="connsiteY4" fmla="*/ 0 h 91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015" h="91725">
                  <a:moveTo>
                    <a:pt x="19431" y="0"/>
                  </a:moveTo>
                  <a:lnTo>
                    <a:pt x="501015" y="0"/>
                  </a:lnTo>
                  <a:lnTo>
                    <a:pt x="481489" y="91726"/>
                  </a:lnTo>
                  <a:lnTo>
                    <a:pt x="0" y="91726"/>
                  </a:lnTo>
                  <a:lnTo>
                    <a:pt x="1943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B87C1834-0D15-AAA7-D6E0-E4292E734890}"/>
                </a:ext>
              </a:extLst>
            </p:cNvPr>
            <p:cNvSpPr/>
            <p:nvPr/>
          </p:nvSpPr>
          <p:spPr>
            <a:xfrm>
              <a:off x="8501174" y="2527792"/>
              <a:ext cx="930402" cy="379571"/>
            </a:xfrm>
            <a:custGeom>
              <a:avLst/>
              <a:gdLst>
                <a:gd name="connsiteX0" fmla="*/ 80486 w 930402"/>
                <a:gd name="connsiteY0" fmla="*/ 0 h 379571"/>
                <a:gd name="connsiteX1" fmla="*/ 61055 w 930402"/>
                <a:gd name="connsiteY1" fmla="*/ 91726 h 379571"/>
                <a:gd name="connsiteX2" fmla="*/ 818769 w 930402"/>
                <a:gd name="connsiteY2" fmla="*/ 91345 h 379571"/>
                <a:gd name="connsiteX3" fmla="*/ 776954 w 930402"/>
                <a:gd name="connsiteY3" fmla="*/ 288322 h 379571"/>
                <a:gd name="connsiteX4" fmla="*/ 19336 w 930402"/>
                <a:gd name="connsiteY4" fmla="*/ 288322 h 379571"/>
                <a:gd name="connsiteX5" fmla="*/ 0 w 930402"/>
                <a:gd name="connsiteY5" fmla="*/ 379571 h 379571"/>
                <a:gd name="connsiteX6" fmla="*/ 849916 w 930402"/>
                <a:gd name="connsiteY6" fmla="*/ 379571 h 379571"/>
                <a:gd name="connsiteX7" fmla="*/ 930402 w 930402"/>
                <a:gd name="connsiteY7" fmla="*/ 0 h 379571"/>
                <a:gd name="connsiteX8" fmla="*/ 80486 w 930402"/>
                <a:gd name="connsiteY8" fmla="*/ 0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30402" h="379571">
                  <a:moveTo>
                    <a:pt x="80486" y="0"/>
                  </a:moveTo>
                  <a:lnTo>
                    <a:pt x="61055" y="91726"/>
                  </a:lnTo>
                  <a:lnTo>
                    <a:pt x="818769" y="91345"/>
                  </a:lnTo>
                  <a:lnTo>
                    <a:pt x="776954" y="288322"/>
                  </a:lnTo>
                  <a:lnTo>
                    <a:pt x="19336" y="288322"/>
                  </a:lnTo>
                  <a:lnTo>
                    <a:pt x="0" y="379571"/>
                  </a:lnTo>
                  <a:lnTo>
                    <a:pt x="849916" y="379571"/>
                  </a:lnTo>
                  <a:lnTo>
                    <a:pt x="930402" y="0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77699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eam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platzhalter 12">
            <a:extLst>
              <a:ext uri="{FF2B5EF4-FFF2-40B4-BE49-F238E27FC236}">
                <a16:creationId xmlns:a16="http://schemas.microsoft.com/office/drawing/2014/main" id="{7A6F855B-803A-CF9E-741F-7091F5771F7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1831" y="4360371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r>
              <a:rPr lang="de-DE" sz="1200" b="1"/>
              <a:t>FIRST &amp; LAST NAMES</a:t>
            </a:r>
          </a:p>
        </p:txBody>
      </p:sp>
      <p:sp>
        <p:nvSpPr>
          <p:cNvPr id="37" name="Textplatzhalter 14">
            <a:extLst>
              <a:ext uri="{FF2B5EF4-FFF2-40B4-BE49-F238E27FC236}">
                <a16:creationId xmlns:a16="http://schemas.microsoft.com/office/drawing/2014/main" id="{13FE0606-F04B-424C-E3BE-BAF57B7DDDD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2476" y="4776853"/>
            <a:ext cx="216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38" name="Textplatzhalter 12">
            <a:extLst>
              <a:ext uri="{FF2B5EF4-FFF2-40B4-BE49-F238E27FC236}">
                <a16:creationId xmlns:a16="http://schemas.microsoft.com/office/drawing/2014/main" id="{412A0E97-5A9C-EA83-0D7E-7DD4059B493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63604" y="4360371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r>
              <a:rPr lang="de-DE" sz="1200" b="1"/>
              <a:t>FIRST &amp; LAST NAMES</a:t>
            </a:r>
          </a:p>
        </p:txBody>
      </p:sp>
      <p:sp>
        <p:nvSpPr>
          <p:cNvPr id="39" name="Textplatzhalter 14">
            <a:extLst>
              <a:ext uri="{FF2B5EF4-FFF2-40B4-BE49-F238E27FC236}">
                <a16:creationId xmlns:a16="http://schemas.microsoft.com/office/drawing/2014/main" id="{0AE4B025-9C59-8A19-CDE2-C05C9E84E60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64249" y="4776853"/>
            <a:ext cx="216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0" name="Textplatzhalter 12">
            <a:extLst>
              <a:ext uri="{FF2B5EF4-FFF2-40B4-BE49-F238E27FC236}">
                <a16:creationId xmlns:a16="http://schemas.microsoft.com/office/drawing/2014/main" id="{510C8E16-C601-F89F-8417-1E8C3679CC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68396" y="4360371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r>
              <a:rPr lang="de-DE" sz="1200" b="1"/>
              <a:t>FIRST &amp; LAST NAMES</a:t>
            </a:r>
          </a:p>
        </p:txBody>
      </p:sp>
      <p:sp>
        <p:nvSpPr>
          <p:cNvPr id="41" name="Textplatzhalter 14">
            <a:extLst>
              <a:ext uri="{FF2B5EF4-FFF2-40B4-BE49-F238E27FC236}">
                <a16:creationId xmlns:a16="http://schemas.microsoft.com/office/drawing/2014/main" id="{ABA7555F-CD43-F0F9-DE9C-0BD9AC50674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69041" y="4776853"/>
            <a:ext cx="216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2" name="Textplatzhalter 12">
            <a:extLst>
              <a:ext uri="{FF2B5EF4-FFF2-40B4-BE49-F238E27FC236}">
                <a16:creationId xmlns:a16="http://schemas.microsoft.com/office/drawing/2014/main" id="{352B8020-10C7-5661-FC4A-FBDDBB61735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369524" y="4360371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r>
              <a:rPr lang="de-DE" sz="1200" b="1"/>
              <a:t>FIRST &amp; LAST NAMES</a:t>
            </a:r>
          </a:p>
        </p:txBody>
      </p:sp>
      <p:sp>
        <p:nvSpPr>
          <p:cNvPr id="43" name="Textplatzhalter 14">
            <a:extLst>
              <a:ext uri="{FF2B5EF4-FFF2-40B4-BE49-F238E27FC236}">
                <a16:creationId xmlns:a16="http://schemas.microsoft.com/office/drawing/2014/main" id="{57ECB7D1-70E4-3AF9-7AF0-4812A43FBDC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370169" y="4776853"/>
            <a:ext cx="216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" name="Picture Placeholder 28">
            <a:extLst>
              <a:ext uri="{FF2B5EF4-FFF2-40B4-BE49-F238E27FC236}">
                <a16:creationId xmlns:a16="http://schemas.microsoft.com/office/drawing/2014/main" id="{578DE51F-4F0A-A697-1141-40F0C1E4C8A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1830" y="1807200"/>
            <a:ext cx="2160000" cy="2340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5" name="Picture Placeholder 28">
            <a:extLst>
              <a:ext uri="{FF2B5EF4-FFF2-40B4-BE49-F238E27FC236}">
                <a16:creationId xmlns:a16="http://schemas.microsoft.com/office/drawing/2014/main" id="{B4D65023-F505-2566-C97D-0058B83ECED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373188" y="1807200"/>
            <a:ext cx="2160000" cy="2340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Picture Placeholder 28">
            <a:extLst>
              <a:ext uri="{FF2B5EF4-FFF2-40B4-BE49-F238E27FC236}">
                <a16:creationId xmlns:a16="http://schemas.microsoft.com/office/drawing/2014/main" id="{18DB8962-6CCF-F774-C33C-DD6261F2B68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563604" y="1807200"/>
            <a:ext cx="2160000" cy="2340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7" name="Picture Placeholder 28">
            <a:extLst>
              <a:ext uri="{FF2B5EF4-FFF2-40B4-BE49-F238E27FC236}">
                <a16:creationId xmlns:a16="http://schemas.microsoft.com/office/drawing/2014/main" id="{0912C249-B344-BEA0-86A4-9D232AFE467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468396" y="1807200"/>
            <a:ext cx="2160000" cy="2340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9763CCF-297D-4154-E563-F9CF06BCDC4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4257C7AB-C0ED-A7D8-2A02-DF22F17E754B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7A0B266C-4413-EC40-781D-890F44ED7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C76604F2-9A18-B66B-13B2-3139455145E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9404667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eam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Bildplatzhalter 54">
            <a:extLst>
              <a:ext uri="{FF2B5EF4-FFF2-40B4-BE49-F238E27FC236}">
                <a16:creationId xmlns:a16="http://schemas.microsoft.com/office/drawing/2014/main" id="{06D66280-B296-A5A7-7EE8-6FCC7BE64D1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9055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56" name="Bildplatzhalter 54">
            <a:extLst>
              <a:ext uri="{FF2B5EF4-FFF2-40B4-BE49-F238E27FC236}">
                <a16:creationId xmlns:a16="http://schemas.microsoft.com/office/drawing/2014/main" id="{4C17BC00-A6E9-0373-F99B-F2E150A3436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69031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57" name="Bildplatzhalter 54">
            <a:extLst>
              <a:ext uri="{FF2B5EF4-FFF2-40B4-BE49-F238E27FC236}">
                <a16:creationId xmlns:a16="http://schemas.microsoft.com/office/drawing/2014/main" id="{34CCFF98-6651-2BAC-2E69-9209FC7C72D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079996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58" name="Bildplatzhalter 54">
            <a:extLst>
              <a:ext uri="{FF2B5EF4-FFF2-40B4-BE49-F238E27FC236}">
                <a16:creationId xmlns:a16="http://schemas.microsoft.com/office/drawing/2014/main" id="{258AED45-5EC2-4252-BC29-45525B64595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290593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59" name="Bildplatzhalter 54">
            <a:extLst>
              <a:ext uri="{FF2B5EF4-FFF2-40B4-BE49-F238E27FC236}">
                <a16:creationId xmlns:a16="http://schemas.microsoft.com/office/drawing/2014/main" id="{4EC8B57C-E8BC-D8CD-ED23-CA7F2AA9CBF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500688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687F2F3B-69F2-EDE6-50DE-7363CFEF30FC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DD034AAC-B883-933A-7586-47CE484F34C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72431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r>
              <a:rPr lang="de-DE" sz="1200" b="1"/>
              <a:t>FIRST &amp; LAST NAMES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CD07B6C7-BDF7-2DDD-436C-71A9528664A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72431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3" name="Textplatzhalter 14">
            <a:extLst>
              <a:ext uri="{FF2B5EF4-FFF2-40B4-BE49-F238E27FC236}">
                <a16:creationId xmlns:a16="http://schemas.microsoft.com/office/drawing/2014/main" id="{9937520E-2600-0A46-0B1C-2435F0C11FC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982649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r>
              <a:rPr lang="de-DE" sz="1200" b="1"/>
              <a:t>FIRST &amp; LAST NAMES</a:t>
            </a:r>
          </a:p>
        </p:txBody>
      </p:sp>
      <p:sp>
        <p:nvSpPr>
          <p:cNvPr id="24" name="Textplatzhalter 19">
            <a:extLst>
              <a:ext uri="{FF2B5EF4-FFF2-40B4-BE49-F238E27FC236}">
                <a16:creationId xmlns:a16="http://schemas.microsoft.com/office/drawing/2014/main" id="{884E9D5F-6474-19EB-7354-FD4725179EB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982649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5" name="Textplatzhalter 14">
            <a:extLst>
              <a:ext uri="{FF2B5EF4-FFF2-40B4-BE49-F238E27FC236}">
                <a16:creationId xmlns:a16="http://schemas.microsoft.com/office/drawing/2014/main" id="{8E7AEA96-7A70-9950-D28A-8BB7A83A7EC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3614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r>
              <a:rPr lang="de-DE" sz="1200" b="1"/>
              <a:t>FIRST &amp; LAST NAMES</a:t>
            </a:r>
          </a:p>
        </p:txBody>
      </p:sp>
      <p:sp>
        <p:nvSpPr>
          <p:cNvPr id="26" name="Textplatzhalter 19">
            <a:extLst>
              <a:ext uri="{FF2B5EF4-FFF2-40B4-BE49-F238E27FC236}">
                <a16:creationId xmlns:a16="http://schemas.microsoft.com/office/drawing/2014/main" id="{6E8810B9-205D-C13D-A18A-E28DDB1F0F2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193614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7" name="Textplatzhalter 14">
            <a:extLst>
              <a:ext uri="{FF2B5EF4-FFF2-40B4-BE49-F238E27FC236}">
                <a16:creationId xmlns:a16="http://schemas.microsoft.com/office/drawing/2014/main" id="{FA309CBB-3B89-83BC-051B-DAA43249CBE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404211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r>
              <a:rPr lang="de-DE" sz="1200" b="1"/>
              <a:t>FIRST &amp; LAST NAMES</a:t>
            </a:r>
          </a:p>
        </p:txBody>
      </p:sp>
      <p:sp>
        <p:nvSpPr>
          <p:cNvPr id="28" name="Textplatzhalter 19">
            <a:extLst>
              <a:ext uri="{FF2B5EF4-FFF2-40B4-BE49-F238E27FC236}">
                <a16:creationId xmlns:a16="http://schemas.microsoft.com/office/drawing/2014/main" id="{FFCCA22F-6C2D-E189-CD7A-D1B2D2F5294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404211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9" name="Textplatzhalter 14">
            <a:extLst>
              <a:ext uri="{FF2B5EF4-FFF2-40B4-BE49-F238E27FC236}">
                <a16:creationId xmlns:a16="http://schemas.microsoft.com/office/drawing/2014/main" id="{C3A10E6D-4CD7-27BC-1F26-9FFA9F17909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614306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r>
              <a:rPr lang="de-DE" sz="1200" b="1"/>
              <a:t>FIRST &amp; LAST NAMES</a:t>
            </a:r>
          </a:p>
        </p:txBody>
      </p:sp>
      <p:sp>
        <p:nvSpPr>
          <p:cNvPr id="30" name="Textplatzhalter 19">
            <a:extLst>
              <a:ext uri="{FF2B5EF4-FFF2-40B4-BE49-F238E27FC236}">
                <a16:creationId xmlns:a16="http://schemas.microsoft.com/office/drawing/2014/main" id="{8FF251DB-C36D-16AE-0A01-29968A043C5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614306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973C5E-B215-9256-2358-3254769DD17E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ED31B322-802E-EC9E-AEE2-8B0461F68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553A17DC-080D-FE7B-3DD4-4A5F1114DEE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3918520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eam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platzhalter 12">
            <a:extLst>
              <a:ext uri="{FF2B5EF4-FFF2-40B4-BE49-F238E27FC236}">
                <a16:creationId xmlns:a16="http://schemas.microsoft.com/office/drawing/2014/main" id="{7A6F855B-803A-CF9E-741F-7091F5771F7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09838" y="1992933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4" name="Picture Placeholder 28">
            <a:extLst>
              <a:ext uri="{FF2B5EF4-FFF2-40B4-BE49-F238E27FC236}">
                <a16:creationId xmlns:a16="http://schemas.microsoft.com/office/drawing/2014/main" id="{578DE51F-4F0A-A697-1141-40F0C1E4C8A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1830" y="1807200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9763CCF-297D-4154-E563-F9CF06BCDC4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1F7CB81D-FF0E-72CF-16B8-FBD7927C26B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2309813" y="2681734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A80F4203-0D8D-5C45-B7B1-2D94E84AFD1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309813" y="2299874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46" name="Textplatzhalter 12">
            <a:extLst>
              <a:ext uri="{FF2B5EF4-FFF2-40B4-BE49-F238E27FC236}">
                <a16:creationId xmlns:a16="http://schemas.microsoft.com/office/drawing/2014/main" id="{4559D798-9BBC-306E-4F18-56BE8596DB5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306821" y="3575034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47" name="Picture Placeholder 28">
            <a:extLst>
              <a:ext uri="{FF2B5EF4-FFF2-40B4-BE49-F238E27FC236}">
                <a16:creationId xmlns:a16="http://schemas.microsoft.com/office/drawing/2014/main" id="{F339FA9F-5469-4B74-7C57-7B399649FDEB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58813" y="3393266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48" name="Textplatzhalter 17">
            <a:extLst>
              <a:ext uri="{FF2B5EF4-FFF2-40B4-BE49-F238E27FC236}">
                <a16:creationId xmlns:a16="http://schemas.microsoft.com/office/drawing/2014/main" id="{16A5779D-18DC-0E64-6685-C606101F7D1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306796" y="4263835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9" name="Textplatzhalter 17">
            <a:extLst>
              <a:ext uri="{FF2B5EF4-FFF2-40B4-BE49-F238E27FC236}">
                <a16:creationId xmlns:a16="http://schemas.microsoft.com/office/drawing/2014/main" id="{2F4AB24B-6CC4-EBD6-39BE-A19BBBDDE09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306796" y="3881975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50" name="Textplatzhalter 12">
            <a:extLst>
              <a:ext uri="{FF2B5EF4-FFF2-40B4-BE49-F238E27FC236}">
                <a16:creationId xmlns:a16="http://schemas.microsoft.com/office/drawing/2014/main" id="{C43A415F-1672-5D89-ADAF-5599E2BEFB6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306821" y="5157135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51" name="Picture Placeholder 28">
            <a:extLst>
              <a:ext uri="{FF2B5EF4-FFF2-40B4-BE49-F238E27FC236}">
                <a16:creationId xmlns:a16="http://schemas.microsoft.com/office/drawing/2014/main" id="{A51D2DBA-7200-C46E-1814-32F092296AD7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658813" y="4975367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52" name="Textplatzhalter 17">
            <a:extLst>
              <a:ext uri="{FF2B5EF4-FFF2-40B4-BE49-F238E27FC236}">
                <a16:creationId xmlns:a16="http://schemas.microsoft.com/office/drawing/2014/main" id="{B992DCFB-0F51-3434-FDA2-DBB3AA12660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2306796" y="5845936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3" name="Textplatzhalter 17">
            <a:extLst>
              <a:ext uri="{FF2B5EF4-FFF2-40B4-BE49-F238E27FC236}">
                <a16:creationId xmlns:a16="http://schemas.microsoft.com/office/drawing/2014/main" id="{2563A2EA-958B-7F62-43D1-7126590687B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306796" y="5464076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64" name="Textplatzhalter 12">
            <a:extLst>
              <a:ext uri="{FF2B5EF4-FFF2-40B4-BE49-F238E27FC236}">
                <a16:creationId xmlns:a16="http://schemas.microsoft.com/office/drawing/2014/main" id="{96CF7D05-17EF-4864-5781-7A5253C3603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919366" y="1992933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65" name="Picture Placeholder 28">
            <a:extLst>
              <a:ext uri="{FF2B5EF4-FFF2-40B4-BE49-F238E27FC236}">
                <a16:creationId xmlns:a16="http://schemas.microsoft.com/office/drawing/2014/main" id="{078DBF17-73E1-5710-5D0B-6ACCC4AD4679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271358" y="1807200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66" name="Textplatzhalter 17">
            <a:extLst>
              <a:ext uri="{FF2B5EF4-FFF2-40B4-BE49-F238E27FC236}">
                <a16:creationId xmlns:a16="http://schemas.microsoft.com/office/drawing/2014/main" id="{F4123FBF-2926-D735-A91C-0A39185080D5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919341" y="2681734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7" name="Textplatzhalter 17">
            <a:extLst>
              <a:ext uri="{FF2B5EF4-FFF2-40B4-BE49-F238E27FC236}">
                <a16:creationId xmlns:a16="http://schemas.microsoft.com/office/drawing/2014/main" id="{E0C53560-583C-9E5D-4870-6C44B535B1E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919341" y="2299874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68" name="Textplatzhalter 12">
            <a:extLst>
              <a:ext uri="{FF2B5EF4-FFF2-40B4-BE49-F238E27FC236}">
                <a16:creationId xmlns:a16="http://schemas.microsoft.com/office/drawing/2014/main" id="{DC80F735-5C79-0CBE-C286-586DDEDBA75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916349" y="3575034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69" name="Picture Placeholder 28">
            <a:extLst>
              <a:ext uri="{FF2B5EF4-FFF2-40B4-BE49-F238E27FC236}">
                <a16:creationId xmlns:a16="http://schemas.microsoft.com/office/drawing/2014/main" id="{18920279-0EDB-E75D-F2F8-3BCD36489943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6268341" y="3393266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70" name="Textplatzhalter 17">
            <a:extLst>
              <a:ext uri="{FF2B5EF4-FFF2-40B4-BE49-F238E27FC236}">
                <a16:creationId xmlns:a16="http://schemas.microsoft.com/office/drawing/2014/main" id="{DAFCB565-B807-D6FD-5984-65D7B48C3BE1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916324" y="4263835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1" name="Textplatzhalter 17">
            <a:extLst>
              <a:ext uri="{FF2B5EF4-FFF2-40B4-BE49-F238E27FC236}">
                <a16:creationId xmlns:a16="http://schemas.microsoft.com/office/drawing/2014/main" id="{8DAB6162-9762-B1C9-4DA9-F2912BF197C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916324" y="3881975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72" name="Textplatzhalter 12">
            <a:extLst>
              <a:ext uri="{FF2B5EF4-FFF2-40B4-BE49-F238E27FC236}">
                <a16:creationId xmlns:a16="http://schemas.microsoft.com/office/drawing/2014/main" id="{8E12BD1E-03FC-2620-E464-BF143130527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916349" y="5157135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73" name="Picture Placeholder 28">
            <a:extLst>
              <a:ext uri="{FF2B5EF4-FFF2-40B4-BE49-F238E27FC236}">
                <a16:creationId xmlns:a16="http://schemas.microsoft.com/office/drawing/2014/main" id="{6104858C-36C3-8CE8-04EA-CC0AAC3B30F9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6268341" y="4975367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74" name="Textplatzhalter 17">
            <a:extLst>
              <a:ext uri="{FF2B5EF4-FFF2-40B4-BE49-F238E27FC236}">
                <a16:creationId xmlns:a16="http://schemas.microsoft.com/office/drawing/2014/main" id="{0A82F722-0A42-12F9-4063-F08180B1E6CB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916324" y="5845936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5" name="Textplatzhalter 17">
            <a:extLst>
              <a:ext uri="{FF2B5EF4-FFF2-40B4-BE49-F238E27FC236}">
                <a16:creationId xmlns:a16="http://schemas.microsoft.com/office/drawing/2014/main" id="{AC4EBC51-387B-8F39-BFFC-6C2DDA89679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916324" y="5464076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3B921FF-76E4-B5DF-8BA9-E6A5EB1EFA7D}"/>
              </a:ext>
            </a:extLst>
          </p:cNvPr>
          <p:cNvSpPr>
            <a:spLocks noGrp="1"/>
          </p:cNvSpPr>
          <p:nvPr>
            <p:ph type="ftr" sz="quarter" idx="5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D49567F-23A1-95CF-1A11-F4AF9E8DF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AEC44FA6-221A-7377-2B99-4CBE6B9038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15024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eam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oliennummernplatzhalter 31">
            <a:extLst>
              <a:ext uri="{FF2B5EF4-FFF2-40B4-BE49-F238E27FC236}">
                <a16:creationId xmlns:a16="http://schemas.microsoft.com/office/drawing/2014/main" id="{6A843F09-9BDF-BC43-95F6-ADC6B19B0580}"/>
              </a:ext>
            </a:extLst>
          </p:cNvPr>
          <p:cNvSpPr>
            <a:spLocks noGrp="1"/>
          </p:cNvSpPr>
          <p:nvPr>
            <p:ph type="sldNum" sz="quarter" idx="4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8E779A24-3462-AB82-3FCA-1CB5423AA266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9EDF1C65-8713-DE72-70C7-2749B1948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3B381240-5FC0-9E72-E2F7-0353226F05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2" name="Picture Placeholder 107">
            <a:extLst>
              <a:ext uri="{FF2B5EF4-FFF2-40B4-BE49-F238E27FC236}">
                <a16:creationId xmlns:a16="http://schemas.microsoft.com/office/drawing/2014/main" id="{23116499-0CFE-D892-2FA8-13D77406D91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16762" y="18072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13" name="Picture Placeholder 107">
            <a:extLst>
              <a:ext uri="{FF2B5EF4-FFF2-40B4-BE49-F238E27FC236}">
                <a16:creationId xmlns:a16="http://schemas.microsoft.com/office/drawing/2014/main" id="{D725714B-A010-1820-5474-83D5408D067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89562" y="18072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14" name="Picture Placeholder 107">
            <a:extLst>
              <a:ext uri="{FF2B5EF4-FFF2-40B4-BE49-F238E27FC236}">
                <a16:creationId xmlns:a16="http://schemas.microsoft.com/office/drawing/2014/main" id="{366C0021-DBD3-C47D-BE37-EAF8896BC94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263562" y="18072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15" name="Picture Placeholder 107">
            <a:extLst>
              <a:ext uri="{FF2B5EF4-FFF2-40B4-BE49-F238E27FC236}">
                <a16:creationId xmlns:a16="http://schemas.microsoft.com/office/drawing/2014/main" id="{5BDF1F6C-FBEA-4FF9-E76D-0E47497A819F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024762" y="18072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16" name="Textplatzhalter 66">
            <a:extLst>
              <a:ext uri="{FF2B5EF4-FFF2-40B4-BE49-F238E27FC236}">
                <a16:creationId xmlns:a16="http://schemas.microsoft.com/office/drawing/2014/main" id="{A0408540-F57D-87DE-4493-C5D09EC7B6A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93962" y="29196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17" name="Textplatzhalter 68">
            <a:extLst>
              <a:ext uri="{FF2B5EF4-FFF2-40B4-BE49-F238E27FC236}">
                <a16:creationId xmlns:a16="http://schemas.microsoft.com/office/drawing/2014/main" id="{330E073E-B2BE-5FA9-CC5B-670B0DA7841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93962" y="33120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18" name="Textplatzhalter 66">
            <a:extLst>
              <a:ext uri="{FF2B5EF4-FFF2-40B4-BE49-F238E27FC236}">
                <a16:creationId xmlns:a16="http://schemas.microsoft.com/office/drawing/2014/main" id="{42920F71-790F-4859-6449-EC7BA3BD9E88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640762" y="29196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19" name="Textplatzhalter 68">
            <a:extLst>
              <a:ext uri="{FF2B5EF4-FFF2-40B4-BE49-F238E27FC236}">
                <a16:creationId xmlns:a16="http://schemas.microsoft.com/office/drawing/2014/main" id="{E64FF371-E685-6853-BBBF-29894187ADF2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640762" y="33120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20" name="Textplatzhalter 66">
            <a:extLst>
              <a:ext uri="{FF2B5EF4-FFF2-40B4-BE49-F238E27FC236}">
                <a16:creationId xmlns:a16="http://schemas.microsoft.com/office/drawing/2014/main" id="{00BE71F8-A1D4-9B86-90D9-0C7E1EE9E544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401962" y="29196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21" name="Textplatzhalter 68">
            <a:extLst>
              <a:ext uri="{FF2B5EF4-FFF2-40B4-BE49-F238E27FC236}">
                <a16:creationId xmlns:a16="http://schemas.microsoft.com/office/drawing/2014/main" id="{769EE524-2AF1-6C92-AB50-37F41F6EBF81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401962" y="33120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22" name="Textplatzhalter 66">
            <a:extLst>
              <a:ext uri="{FF2B5EF4-FFF2-40B4-BE49-F238E27FC236}">
                <a16:creationId xmlns:a16="http://schemas.microsoft.com/office/drawing/2014/main" id="{9ADF8234-321D-FC68-65C0-78C9E302C17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166762" y="29196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23" name="Textplatzhalter 68">
            <a:extLst>
              <a:ext uri="{FF2B5EF4-FFF2-40B4-BE49-F238E27FC236}">
                <a16:creationId xmlns:a16="http://schemas.microsoft.com/office/drawing/2014/main" id="{7819F712-36D5-84F1-0BAF-865448B98A1E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9166762" y="33120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24" name="Picture Placeholder 107">
            <a:extLst>
              <a:ext uri="{FF2B5EF4-FFF2-40B4-BE49-F238E27FC236}">
                <a16:creationId xmlns:a16="http://schemas.microsoft.com/office/drawing/2014/main" id="{623D1FAA-F70D-A23F-BC3A-349853846EE2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1516762" y="41694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25" name="Picture Placeholder 107">
            <a:extLst>
              <a:ext uri="{FF2B5EF4-FFF2-40B4-BE49-F238E27FC236}">
                <a16:creationId xmlns:a16="http://schemas.microsoft.com/office/drawing/2014/main" id="{D10920A1-7D3E-93F3-B850-4C6B293E58CD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>
          <a:xfrm>
            <a:off x="9789562" y="41694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26" name="Picture Placeholder 107">
            <a:extLst>
              <a:ext uri="{FF2B5EF4-FFF2-40B4-BE49-F238E27FC236}">
                <a16:creationId xmlns:a16="http://schemas.microsoft.com/office/drawing/2014/main" id="{64D67CDF-6C14-0DD4-1834-90DDC489F305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4263562" y="41694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27" name="Picture Placeholder 107">
            <a:extLst>
              <a:ext uri="{FF2B5EF4-FFF2-40B4-BE49-F238E27FC236}">
                <a16:creationId xmlns:a16="http://schemas.microsoft.com/office/drawing/2014/main" id="{B3911E14-5E40-800D-D1DE-663EE7DEF00A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7024762" y="41694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28" name="Textplatzhalter 66">
            <a:extLst>
              <a:ext uri="{FF2B5EF4-FFF2-40B4-BE49-F238E27FC236}">
                <a16:creationId xmlns:a16="http://schemas.microsoft.com/office/drawing/2014/main" id="{699E8550-0312-7DF7-AB44-F57D284A7413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893962" y="52818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29" name="Textplatzhalter 68">
            <a:extLst>
              <a:ext uri="{FF2B5EF4-FFF2-40B4-BE49-F238E27FC236}">
                <a16:creationId xmlns:a16="http://schemas.microsoft.com/office/drawing/2014/main" id="{711E53DB-E5B2-40FA-7C3C-60AABAB4033C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893962" y="56742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30" name="Textplatzhalter 66">
            <a:extLst>
              <a:ext uri="{FF2B5EF4-FFF2-40B4-BE49-F238E27FC236}">
                <a16:creationId xmlns:a16="http://schemas.microsoft.com/office/drawing/2014/main" id="{6D5C5519-ECE1-0B15-4F05-6F2A71303B75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3640762" y="52818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31" name="Textplatzhalter 68">
            <a:extLst>
              <a:ext uri="{FF2B5EF4-FFF2-40B4-BE49-F238E27FC236}">
                <a16:creationId xmlns:a16="http://schemas.microsoft.com/office/drawing/2014/main" id="{710CE8D6-8438-19B2-6236-77B3750036BF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3640762" y="56742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32" name="Textplatzhalter 66">
            <a:extLst>
              <a:ext uri="{FF2B5EF4-FFF2-40B4-BE49-F238E27FC236}">
                <a16:creationId xmlns:a16="http://schemas.microsoft.com/office/drawing/2014/main" id="{387EB030-796E-9070-A7B2-7B2988BB7695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6401962" y="52818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33" name="Textplatzhalter 68">
            <a:extLst>
              <a:ext uri="{FF2B5EF4-FFF2-40B4-BE49-F238E27FC236}">
                <a16:creationId xmlns:a16="http://schemas.microsoft.com/office/drawing/2014/main" id="{35AD2A84-1E7D-AC68-DFFC-41E5562287B4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6401962" y="56742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34" name="Textplatzhalter 66">
            <a:extLst>
              <a:ext uri="{FF2B5EF4-FFF2-40B4-BE49-F238E27FC236}">
                <a16:creationId xmlns:a16="http://schemas.microsoft.com/office/drawing/2014/main" id="{E97A1406-D0E9-E0EE-0596-37C27C77F944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9166762" y="52818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35" name="Textplatzhalter 68">
            <a:extLst>
              <a:ext uri="{FF2B5EF4-FFF2-40B4-BE49-F238E27FC236}">
                <a16:creationId xmlns:a16="http://schemas.microsoft.com/office/drawing/2014/main" id="{6785C65B-7237-37D2-8384-C9A0073525C5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9166762" y="56742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</p:spTree>
    <p:extLst>
      <p:ext uri="{BB962C8B-B14F-4D97-AF65-F5344CB8AC3E}">
        <p14:creationId xmlns:p14="http://schemas.microsoft.com/office/powerpoint/2010/main" val="834466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eam 4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Bildplatzhalter 17">
            <a:extLst>
              <a:ext uri="{FF2B5EF4-FFF2-40B4-BE49-F238E27FC236}">
                <a16:creationId xmlns:a16="http://schemas.microsoft.com/office/drawing/2014/main" id="{772D037C-EC60-3D87-5A88-33D2C1FFCE76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1207171" y="1807200"/>
            <a:ext cx="1440000" cy="144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69" name="Bildplatzhalter 17">
            <a:extLst>
              <a:ext uri="{FF2B5EF4-FFF2-40B4-BE49-F238E27FC236}">
                <a16:creationId xmlns:a16="http://schemas.microsoft.com/office/drawing/2014/main" id="{A63C3A20-9C90-8D78-D0DD-3D6149F70BC5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771181" y="1807200"/>
            <a:ext cx="1440000" cy="14400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0" name="Textplatzhalter 12">
            <a:extLst>
              <a:ext uri="{FF2B5EF4-FFF2-40B4-BE49-F238E27FC236}">
                <a16:creationId xmlns:a16="http://schemas.microsoft.com/office/drawing/2014/main" id="{0FA721B5-C5F5-D3E4-B507-68EDA5F34F4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7171" y="3485247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TITEL / NAME / TOPIC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1" name="Textplatzhalter 9">
            <a:extLst>
              <a:ext uri="{FF2B5EF4-FFF2-40B4-BE49-F238E27FC236}">
                <a16:creationId xmlns:a16="http://schemas.microsoft.com/office/drawing/2014/main" id="{E1F6DA27-90BE-F221-4957-D72C1D9764C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7171" y="3878313"/>
            <a:ext cx="2160000" cy="16764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42" name="Textplatzhalter 12">
            <a:extLst>
              <a:ext uri="{FF2B5EF4-FFF2-40B4-BE49-F238E27FC236}">
                <a16:creationId xmlns:a16="http://schemas.microsoft.com/office/drawing/2014/main" id="{B421A404-7614-129A-1395-D5B8D4EB779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29176" y="3485247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TITEL / NAME / TOPIC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3" name="Textplatzhalter 9">
            <a:extLst>
              <a:ext uri="{FF2B5EF4-FFF2-40B4-BE49-F238E27FC236}">
                <a16:creationId xmlns:a16="http://schemas.microsoft.com/office/drawing/2014/main" id="{CB24C7CA-1C02-E10B-E47D-44C433A92A6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29176" y="3878313"/>
            <a:ext cx="2160000" cy="16764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63" name="Textplatzhalter 12">
            <a:extLst>
              <a:ext uri="{FF2B5EF4-FFF2-40B4-BE49-F238E27FC236}">
                <a16:creationId xmlns:a16="http://schemas.microsoft.com/office/drawing/2014/main" id="{657A52F1-3DA5-C11D-DEC0-68712FC19DB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11181" y="3485247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TITEL / NAME / TOPIC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64" name="Textplatzhalter 9">
            <a:extLst>
              <a:ext uri="{FF2B5EF4-FFF2-40B4-BE49-F238E27FC236}">
                <a16:creationId xmlns:a16="http://schemas.microsoft.com/office/drawing/2014/main" id="{0297597A-8259-C62E-D09A-EB510E03DE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11181" y="3878313"/>
            <a:ext cx="2160000" cy="16764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65" name="Textplatzhalter 12">
            <a:extLst>
              <a:ext uri="{FF2B5EF4-FFF2-40B4-BE49-F238E27FC236}">
                <a16:creationId xmlns:a16="http://schemas.microsoft.com/office/drawing/2014/main" id="{5DE71ECB-DD93-A5BB-3D87-3374FB8B79F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93187" y="3485247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TITEL / NAME / TOPIC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66" name="Textplatzhalter 9">
            <a:extLst>
              <a:ext uri="{FF2B5EF4-FFF2-40B4-BE49-F238E27FC236}">
                <a16:creationId xmlns:a16="http://schemas.microsoft.com/office/drawing/2014/main" id="{E945E4C6-1522-1937-CA45-8DE78312400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93187" y="3878313"/>
            <a:ext cx="2160000" cy="16764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Bildplatzhalter 17">
            <a:extLst>
              <a:ext uri="{FF2B5EF4-FFF2-40B4-BE49-F238E27FC236}">
                <a16:creationId xmlns:a16="http://schemas.microsoft.com/office/drawing/2014/main" id="{AB95BBF8-A2E9-CCAF-363B-609FBCD52AA2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989176" y="1807200"/>
            <a:ext cx="1440000" cy="144000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14" name="Bildplatzhalter 17">
            <a:extLst>
              <a:ext uri="{FF2B5EF4-FFF2-40B4-BE49-F238E27FC236}">
                <a16:creationId xmlns:a16="http://schemas.microsoft.com/office/drawing/2014/main" id="{83B8CFFB-FF68-9C25-DA36-496767D6BE79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9553187" y="1807200"/>
            <a:ext cx="1440000" cy="144000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96B5678A-CC30-17EC-6046-C3AB8B5CAEBB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81C64AC1-41FF-6EFD-BD2E-001BE8E76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599F5F5F-70C0-A783-86E8-A25D8BB7296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382877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eam 5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Bildplatzhalter 17">
            <a:extLst>
              <a:ext uri="{FF2B5EF4-FFF2-40B4-BE49-F238E27FC236}">
                <a16:creationId xmlns:a16="http://schemas.microsoft.com/office/drawing/2014/main" id="{772D037C-EC60-3D87-5A88-33D2C1FFCE76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59120" y="2141835"/>
            <a:ext cx="1620000" cy="162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3" name="Textplatzhalter 9">
            <a:extLst>
              <a:ext uri="{FF2B5EF4-FFF2-40B4-BE49-F238E27FC236}">
                <a16:creationId xmlns:a16="http://schemas.microsoft.com/office/drawing/2014/main" id="{CB24C7CA-1C02-E10B-E47D-44C433A92A6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33234" y="2790471"/>
            <a:ext cx="324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49899CC0-4887-5398-AC2D-3879832254B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533235" y="2477558"/>
            <a:ext cx="3240000" cy="3129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31" name="Bildplatzhalter 17">
            <a:extLst>
              <a:ext uri="{FF2B5EF4-FFF2-40B4-BE49-F238E27FC236}">
                <a16:creationId xmlns:a16="http://schemas.microsoft.com/office/drawing/2014/main" id="{87B01507-D539-D1D5-84F5-7BB853D625E2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59120" y="4159969"/>
            <a:ext cx="1620000" cy="162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2" name="Textplatzhalter 9">
            <a:extLst>
              <a:ext uri="{FF2B5EF4-FFF2-40B4-BE49-F238E27FC236}">
                <a16:creationId xmlns:a16="http://schemas.microsoft.com/office/drawing/2014/main" id="{E4E34D18-7C92-002E-3062-BC29D200A31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533234" y="4808605"/>
            <a:ext cx="324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33" name="Textplatzhalter 29">
            <a:extLst>
              <a:ext uri="{FF2B5EF4-FFF2-40B4-BE49-F238E27FC236}">
                <a16:creationId xmlns:a16="http://schemas.microsoft.com/office/drawing/2014/main" id="{A9390570-DE34-9C81-EEEA-7F734521000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533235" y="4495692"/>
            <a:ext cx="3240000" cy="3129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34" name="Bildplatzhalter 17">
            <a:extLst>
              <a:ext uri="{FF2B5EF4-FFF2-40B4-BE49-F238E27FC236}">
                <a16:creationId xmlns:a16="http://schemas.microsoft.com/office/drawing/2014/main" id="{98ACEAFE-80F6-186D-B801-C0FAAFAB13E6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6418767" y="2141835"/>
            <a:ext cx="1620000" cy="162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5" name="Textplatzhalter 9">
            <a:extLst>
              <a:ext uri="{FF2B5EF4-FFF2-40B4-BE49-F238E27FC236}">
                <a16:creationId xmlns:a16="http://schemas.microsoft.com/office/drawing/2014/main" id="{634B2B19-BE36-AD4B-9ED9-165B78B7716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292881" y="2790471"/>
            <a:ext cx="324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36" name="Textplatzhalter 29">
            <a:extLst>
              <a:ext uri="{FF2B5EF4-FFF2-40B4-BE49-F238E27FC236}">
                <a16:creationId xmlns:a16="http://schemas.microsoft.com/office/drawing/2014/main" id="{CD729948-1748-4F0F-5455-FE8C91C53E8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292882" y="2477558"/>
            <a:ext cx="3240000" cy="3129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37" name="Bildplatzhalter 17">
            <a:extLst>
              <a:ext uri="{FF2B5EF4-FFF2-40B4-BE49-F238E27FC236}">
                <a16:creationId xmlns:a16="http://schemas.microsoft.com/office/drawing/2014/main" id="{9F59711B-6747-8E5E-11FF-97DC1449F1E8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6418767" y="4159969"/>
            <a:ext cx="1620000" cy="162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8" name="Textplatzhalter 9">
            <a:extLst>
              <a:ext uri="{FF2B5EF4-FFF2-40B4-BE49-F238E27FC236}">
                <a16:creationId xmlns:a16="http://schemas.microsoft.com/office/drawing/2014/main" id="{61B007DB-67F4-D21A-1F1A-AA2D4E5EBE6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292881" y="4808605"/>
            <a:ext cx="324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39" name="Textplatzhalter 29">
            <a:extLst>
              <a:ext uri="{FF2B5EF4-FFF2-40B4-BE49-F238E27FC236}">
                <a16:creationId xmlns:a16="http://schemas.microsoft.com/office/drawing/2014/main" id="{E2D5A7CD-3472-54C6-6662-44452403506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292882" y="4495692"/>
            <a:ext cx="3240000" cy="3129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D4EFD47E-4C34-A113-0CC5-20C28AD7301E}"/>
              </a:ext>
            </a:extLst>
          </p:cNvPr>
          <p:cNvSpPr>
            <a:spLocks noGrp="1"/>
          </p:cNvSpPr>
          <p:nvPr>
            <p:ph type="ftr" sz="quarter" idx="43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5027E37E-9F12-A6AD-EC7B-01596119C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5" name="Textplatzhalter 17">
            <a:extLst>
              <a:ext uri="{FF2B5EF4-FFF2-40B4-BE49-F238E27FC236}">
                <a16:creationId xmlns:a16="http://schemas.microsoft.com/office/drawing/2014/main" id="{557245B5-2A7D-2C02-442C-51FF973469A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509018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round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Bildplatzhalter 17">
            <a:extLst>
              <a:ext uri="{FF2B5EF4-FFF2-40B4-BE49-F238E27FC236}">
                <a16:creationId xmlns:a16="http://schemas.microsoft.com/office/drawing/2014/main" id="{772D037C-EC60-3D87-5A88-33D2C1FFCE76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5603966" y="774642"/>
            <a:ext cx="3803466" cy="3803466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70023C3F-F50B-69C3-8315-077076595BB6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22C42462-6E49-11FC-7E0A-4ECFDC8D33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540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3D834707-8148-4480-52CF-6B4CFEC67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522000"/>
            <a:ext cx="5400000" cy="252000"/>
          </a:xfrm>
        </p:spPr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36265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Graphic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ildplatzhalter 17">
            <a:extLst>
              <a:ext uri="{FF2B5EF4-FFF2-40B4-BE49-F238E27FC236}">
                <a16:creationId xmlns:a16="http://schemas.microsoft.com/office/drawing/2014/main" id="{22C0D2B2-1E2A-A4F9-8F9E-FE9D767FF549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500952" y="2517821"/>
            <a:ext cx="853200" cy="853200"/>
          </a:xfrm>
          <a:prstGeom prst="ellipse">
            <a:avLst/>
          </a:prstGeom>
          <a:pattFill prst="pct5">
            <a:fgClr>
              <a:schemeClr val="tx2"/>
            </a:fgClr>
            <a:bgClr>
              <a:schemeClr val="tx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24" name="Bildplatzhalter 17">
            <a:extLst>
              <a:ext uri="{FF2B5EF4-FFF2-40B4-BE49-F238E27FC236}">
                <a16:creationId xmlns:a16="http://schemas.microsoft.com/office/drawing/2014/main" id="{8A430A93-19D5-EA40-544A-224FA798BCE2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5667183" y="2019699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accent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25" name="Bildplatzhalter 17">
            <a:extLst>
              <a:ext uri="{FF2B5EF4-FFF2-40B4-BE49-F238E27FC236}">
                <a16:creationId xmlns:a16="http://schemas.microsoft.com/office/drawing/2014/main" id="{5BC59A19-4BA7-E66C-BBEC-29C203087D28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815420" y="2517821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rgbClr val="772D5D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26" name="Bildplatzhalter 17">
            <a:extLst>
              <a:ext uri="{FF2B5EF4-FFF2-40B4-BE49-F238E27FC236}">
                <a16:creationId xmlns:a16="http://schemas.microsoft.com/office/drawing/2014/main" id="{6A8575FE-B396-2035-95D8-E8BABF6D8C96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7346165" y="3722421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rgbClr val="64966C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29" name="Bildplatzhalter 17">
            <a:extLst>
              <a:ext uri="{FF2B5EF4-FFF2-40B4-BE49-F238E27FC236}">
                <a16:creationId xmlns:a16="http://schemas.microsoft.com/office/drawing/2014/main" id="{7CEE9865-02A0-F603-DBF2-5D04BC2BDA33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3994325" y="3722421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accent4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0" name="Bildplatzhalter 17">
            <a:extLst>
              <a:ext uri="{FF2B5EF4-FFF2-40B4-BE49-F238E27FC236}">
                <a16:creationId xmlns:a16="http://schemas.microsoft.com/office/drawing/2014/main" id="{470BED20-491D-A0CD-D9B1-1CB33D07F7C7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5667183" y="5305882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rgbClr val="4BACB9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1" name="Bildplatzhalter 17">
            <a:extLst>
              <a:ext uri="{FF2B5EF4-FFF2-40B4-BE49-F238E27FC236}">
                <a16:creationId xmlns:a16="http://schemas.microsoft.com/office/drawing/2014/main" id="{3D9172F5-8A83-20A5-CF10-C518ADD8B040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6831295" y="4914079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rgbClr val="A1D3C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64" name="Bildplatzhalter 17">
            <a:extLst>
              <a:ext uri="{FF2B5EF4-FFF2-40B4-BE49-F238E27FC236}">
                <a16:creationId xmlns:a16="http://schemas.microsoft.com/office/drawing/2014/main" id="{E3D12321-A5E9-4824-4807-006BF811B89D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4477348" y="4885663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accent3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65" name="Bildplatzhalter 17">
            <a:extLst>
              <a:ext uri="{FF2B5EF4-FFF2-40B4-BE49-F238E27FC236}">
                <a16:creationId xmlns:a16="http://schemas.microsoft.com/office/drawing/2014/main" id="{5B7E1FEA-3193-E534-D0FF-A8360D57CA59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440725" y="3429000"/>
            <a:ext cx="1314000" cy="1314000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48C5A3A3-6D0A-9511-C42F-D92FF6E770DF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166BA448-4548-5F15-2597-19000926C5C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144FCA99-46B5-D8ED-F7FC-FA9C07A44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963578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Graphic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Inhaltsplatzhalter 21">
            <a:extLst>
              <a:ext uri="{FF2B5EF4-FFF2-40B4-BE49-F238E27FC236}">
                <a16:creationId xmlns:a16="http://schemas.microsoft.com/office/drawing/2014/main" id="{D7BB12CC-7D14-8A3C-4285-AFB78BE3C958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112645" y="3380345"/>
            <a:ext cx="2735595" cy="1845469"/>
          </a:xfrm>
          <a:custGeom>
            <a:avLst/>
            <a:gdLst>
              <a:gd name="connsiteX0" fmla="*/ 0 w 2867025"/>
              <a:gd name="connsiteY0" fmla="*/ 1884362 h 1884362"/>
              <a:gd name="connsiteX1" fmla="*/ 1433513 w 2867025"/>
              <a:gd name="connsiteY1" fmla="*/ 0 h 1884362"/>
              <a:gd name="connsiteX2" fmla="*/ 2867025 w 2867025"/>
              <a:gd name="connsiteY2" fmla="*/ 1884362 h 1884362"/>
              <a:gd name="connsiteX3" fmla="*/ 0 w 2867025"/>
              <a:gd name="connsiteY3" fmla="*/ 1884362 h 1884362"/>
              <a:gd name="connsiteX0" fmla="*/ 0 w 2867025"/>
              <a:gd name="connsiteY0" fmla="*/ 1887380 h 1887380"/>
              <a:gd name="connsiteX1" fmla="*/ 1403335 w 2867025"/>
              <a:gd name="connsiteY1" fmla="*/ 0 h 1887380"/>
              <a:gd name="connsiteX2" fmla="*/ 2867025 w 2867025"/>
              <a:gd name="connsiteY2" fmla="*/ 1887380 h 1887380"/>
              <a:gd name="connsiteX3" fmla="*/ 0 w 2867025"/>
              <a:gd name="connsiteY3" fmla="*/ 1887380 h 1887380"/>
              <a:gd name="connsiteX0" fmla="*/ 0 w 2806669"/>
              <a:gd name="connsiteY0" fmla="*/ 1887380 h 1893416"/>
              <a:gd name="connsiteX1" fmla="*/ 1403335 w 2806669"/>
              <a:gd name="connsiteY1" fmla="*/ 0 h 1893416"/>
              <a:gd name="connsiteX2" fmla="*/ 2806669 w 2806669"/>
              <a:gd name="connsiteY2" fmla="*/ 1893416 h 1893416"/>
              <a:gd name="connsiteX3" fmla="*/ 0 w 2806669"/>
              <a:gd name="connsiteY3" fmla="*/ 1887380 h 1893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6669" h="1893416">
                <a:moveTo>
                  <a:pt x="0" y="1887380"/>
                </a:moveTo>
                <a:lnTo>
                  <a:pt x="1403335" y="0"/>
                </a:lnTo>
                <a:lnTo>
                  <a:pt x="2806669" y="1893416"/>
                </a:lnTo>
                <a:lnTo>
                  <a:pt x="0" y="1887380"/>
                </a:lnTo>
                <a:close/>
              </a:path>
            </a:pathLst>
          </a:custGeom>
          <a:pattFill prst="pct5">
            <a:fgClr>
              <a:schemeClr val="bg2"/>
            </a:fgClr>
            <a:bgClr>
              <a:schemeClr val="tx1"/>
            </a:bgClr>
          </a:pattFill>
        </p:spPr>
        <p:txBody>
          <a:bodyPr anchor="ctr" anchorCtr="0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8" name="Inhaltsplatzhalter 21">
            <a:extLst>
              <a:ext uri="{FF2B5EF4-FFF2-40B4-BE49-F238E27FC236}">
                <a16:creationId xmlns:a16="http://schemas.microsoft.com/office/drawing/2014/main" id="{33A6613D-50B2-BB25-8D72-88FED21374F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095195" y="3379935"/>
            <a:ext cx="2735595" cy="1845469"/>
          </a:xfrm>
          <a:custGeom>
            <a:avLst/>
            <a:gdLst>
              <a:gd name="connsiteX0" fmla="*/ 0 w 2867025"/>
              <a:gd name="connsiteY0" fmla="*/ 1884362 h 1884362"/>
              <a:gd name="connsiteX1" fmla="*/ 1433513 w 2867025"/>
              <a:gd name="connsiteY1" fmla="*/ 0 h 1884362"/>
              <a:gd name="connsiteX2" fmla="*/ 2867025 w 2867025"/>
              <a:gd name="connsiteY2" fmla="*/ 1884362 h 1884362"/>
              <a:gd name="connsiteX3" fmla="*/ 0 w 2867025"/>
              <a:gd name="connsiteY3" fmla="*/ 1884362 h 1884362"/>
              <a:gd name="connsiteX0" fmla="*/ 0 w 2867025"/>
              <a:gd name="connsiteY0" fmla="*/ 1887380 h 1887380"/>
              <a:gd name="connsiteX1" fmla="*/ 1403335 w 2867025"/>
              <a:gd name="connsiteY1" fmla="*/ 0 h 1887380"/>
              <a:gd name="connsiteX2" fmla="*/ 2867025 w 2867025"/>
              <a:gd name="connsiteY2" fmla="*/ 1887380 h 1887380"/>
              <a:gd name="connsiteX3" fmla="*/ 0 w 2867025"/>
              <a:gd name="connsiteY3" fmla="*/ 1887380 h 1887380"/>
              <a:gd name="connsiteX0" fmla="*/ 0 w 2806669"/>
              <a:gd name="connsiteY0" fmla="*/ 1887380 h 1893416"/>
              <a:gd name="connsiteX1" fmla="*/ 1403335 w 2806669"/>
              <a:gd name="connsiteY1" fmla="*/ 0 h 1893416"/>
              <a:gd name="connsiteX2" fmla="*/ 2806669 w 2806669"/>
              <a:gd name="connsiteY2" fmla="*/ 1893416 h 1893416"/>
              <a:gd name="connsiteX3" fmla="*/ 0 w 2806669"/>
              <a:gd name="connsiteY3" fmla="*/ 1887380 h 1893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6669" h="1893416">
                <a:moveTo>
                  <a:pt x="0" y="1887380"/>
                </a:moveTo>
                <a:lnTo>
                  <a:pt x="1403335" y="0"/>
                </a:lnTo>
                <a:lnTo>
                  <a:pt x="2806669" y="1893416"/>
                </a:lnTo>
                <a:lnTo>
                  <a:pt x="0" y="1887380"/>
                </a:lnTo>
                <a:close/>
              </a:path>
            </a:pathLst>
          </a:custGeom>
          <a:pattFill prst="pct5">
            <a:fgClr>
              <a:schemeClr val="bg2"/>
            </a:fgClr>
            <a:bgClr>
              <a:schemeClr val="tx1"/>
            </a:bgClr>
          </a:pattFill>
        </p:spPr>
        <p:txBody>
          <a:bodyPr anchor="ctr" anchorCtr="0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Inhaltsplatzhalter 21">
            <a:extLst>
              <a:ext uri="{FF2B5EF4-FFF2-40B4-BE49-F238E27FC236}">
                <a16:creationId xmlns:a16="http://schemas.microsoft.com/office/drawing/2014/main" id="{2BEFC549-E378-FA1A-53D8-D386EC884337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6605493" y="1363281"/>
            <a:ext cx="2735595" cy="1845469"/>
          </a:xfrm>
          <a:custGeom>
            <a:avLst/>
            <a:gdLst>
              <a:gd name="connsiteX0" fmla="*/ 0 w 2867025"/>
              <a:gd name="connsiteY0" fmla="*/ 1884362 h 1884362"/>
              <a:gd name="connsiteX1" fmla="*/ 1433513 w 2867025"/>
              <a:gd name="connsiteY1" fmla="*/ 0 h 1884362"/>
              <a:gd name="connsiteX2" fmla="*/ 2867025 w 2867025"/>
              <a:gd name="connsiteY2" fmla="*/ 1884362 h 1884362"/>
              <a:gd name="connsiteX3" fmla="*/ 0 w 2867025"/>
              <a:gd name="connsiteY3" fmla="*/ 1884362 h 1884362"/>
              <a:gd name="connsiteX0" fmla="*/ 0 w 2867025"/>
              <a:gd name="connsiteY0" fmla="*/ 1887380 h 1887380"/>
              <a:gd name="connsiteX1" fmla="*/ 1403335 w 2867025"/>
              <a:gd name="connsiteY1" fmla="*/ 0 h 1887380"/>
              <a:gd name="connsiteX2" fmla="*/ 2867025 w 2867025"/>
              <a:gd name="connsiteY2" fmla="*/ 1887380 h 1887380"/>
              <a:gd name="connsiteX3" fmla="*/ 0 w 2867025"/>
              <a:gd name="connsiteY3" fmla="*/ 1887380 h 1887380"/>
              <a:gd name="connsiteX0" fmla="*/ 0 w 2806669"/>
              <a:gd name="connsiteY0" fmla="*/ 1887380 h 1893416"/>
              <a:gd name="connsiteX1" fmla="*/ 1403335 w 2806669"/>
              <a:gd name="connsiteY1" fmla="*/ 0 h 1893416"/>
              <a:gd name="connsiteX2" fmla="*/ 2806669 w 2806669"/>
              <a:gd name="connsiteY2" fmla="*/ 1893416 h 1893416"/>
              <a:gd name="connsiteX3" fmla="*/ 0 w 2806669"/>
              <a:gd name="connsiteY3" fmla="*/ 1887380 h 1893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6669" h="1893416">
                <a:moveTo>
                  <a:pt x="0" y="1887380"/>
                </a:moveTo>
                <a:lnTo>
                  <a:pt x="1403335" y="0"/>
                </a:lnTo>
                <a:lnTo>
                  <a:pt x="2806669" y="1893416"/>
                </a:lnTo>
                <a:lnTo>
                  <a:pt x="0" y="1887380"/>
                </a:lnTo>
                <a:close/>
              </a:path>
            </a:pathLst>
          </a:custGeom>
          <a:pattFill prst="pct5">
            <a:fgClr>
              <a:schemeClr val="bg2"/>
            </a:fgClr>
            <a:bgClr>
              <a:schemeClr val="accent1"/>
            </a:bgClr>
          </a:pattFill>
        </p:spPr>
        <p:txBody>
          <a:bodyPr anchor="ctr" anchorCtr="0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0" name="Inhaltsplatzhalter 69">
            <a:extLst>
              <a:ext uri="{FF2B5EF4-FFF2-40B4-BE49-F238E27FC236}">
                <a16:creationId xmlns:a16="http://schemas.microsoft.com/office/drawing/2014/main" id="{D2EF5D6C-C81A-42ED-C67F-9BFF02C054F2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6603905" y="3329350"/>
            <a:ext cx="2735625" cy="1845927"/>
          </a:xfrm>
          <a:prstGeom prst="flowChartMerge">
            <a:avLst/>
          </a:prstGeom>
          <a:pattFill prst="pct5">
            <a:fgClr>
              <a:schemeClr val="tx1"/>
            </a:fgClr>
            <a:bgClr>
              <a:schemeClr val="tx2"/>
            </a:bgClr>
          </a:pattFill>
        </p:spPr>
        <p:txBody>
          <a:bodyPr anchor="ctr" anchorCtr="0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2" name="Inhaltsplatzhalter 71">
            <a:extLst>
              <a:ext uri="{FF2B5EF4-FFF2-40B4-BE49-F238E27FC236}">
                <a16:creationId xmlns:a16="http://schemas.microsoft.com/office/drawing/2014/main" id="{8006F549-64F8-3BCC-308A-28F09F10E9CF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4447554" y="5344554"/>
            <a:ext cx="7032155" cy="860272"/>
          </a:xfrm>
          <a:prstGeom prst="trapezoid">
            <a:avLst>
              <a:gd name="adj" fmla="val 69019"/>
            </a:avLst>
          </a:prstGeom>
          <a:pattFill prst="pct5">
            <a:fgClr>
              <a:schemeClr val="tx1"/>
            </a:fgClr>
            <a:bgClr>
              <a:schemeClr val="bg2"/>
            </a:bgClr>
          </a:pattFill>
        </p:spPr>
        <p:txBody>
          <a:bodyPr/>
          <a:lstStyle>
            <a:lvl1pPr marL="0" indent="0" algn="ctr">
              <a:buNone/>
              <a:defRPr sz="800"/>
            </a:lvl1pPr>
            <a:lvl2pPr marL="457200" indent="0" algn="ctr">
              <a:buNone/>
              <a:defRPr sz="800"/>
            </a:lvl2pPr>
            <a:lvl3pPr marL="914400" indent="0" algn="ctr">
              <a:buNone/>
              <a:defRPr sz="800"/>
            </a:lvl3pPr>
            <a:lvl4pPr marL="1371600" indent="0" algn="ctr">
              <a:buNone/>
              <a:defRPr sz="800"/>
            </a:lvl4pPr>
            <a:lvl5pPr marL="1828800" indent="0" algn="ctr">
              <a:buNone/>
              <a:defRPr sz="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3" name="Inhaltsplatzhalter 2">
            <a:extLst>
              <a:ext uri="{FF2B5EF4-FFF2-40B4-BE49-F238E27FC236}">
                <a16:creationId xmlns:a16="http://schemas.microsoft.com/office/drawing/2014/main" id="{F7150A6D-248E-CBE7-0CD1-33F8A7C716C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8163"/>
            <a:ext cx="35136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pic>
        <p:nvPicPr>
          <p:cNvPr id="74" name="Grafik 73">
            <a:extLst>
              <a:ext uri="{FF2B5EF4-FFF2-40B4-BE49-F238E27FC236}">
                <a16:creationId xmlns:a16="http://schemas.microsoft.com/office/drawing/2014/main" id="{65355B37-BA23-335C-CE2F-CEE495EFA21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5158791C-C67E-7588-D1BC-B3C41772755A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6085BFAF-1A15-A977-76A3-4F09E955CBD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1294FB6B-67DE-26B9-75F7-00E1B0944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689353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Graphic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17">
            <a:extLst>
              <a:ext uri="{FF2B5EF4-FFF2-40B4-BE49-F238E27FC236}">
                <a16:creationId xmlns:a16="http://schemas.microsoft.com/office/drawing/2014/main" id="{E11FE89E-568B-4322-C82A-99798E9D30E0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7005963" y="2937589"/>
            <a:ext cx="853200" cy="853200"/>
          </a:xfrm>
          <a:prstGeom prst="ellipse">
            <a:avLst/>
          </a:prstGeom>
          <a:solidFill>
            <a:schemeClr val="accent4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" name="Bildplatzhalter 17">
            <a:extLst>
              <a:ext uri="{FF2B5EF4-FFF2-40B4-BE49-F238E27FC236}">
                <a16:creationId xmlns:a16="http://schemas.microsoft.com/office/drawing/2014/main" id="{41371A3A-CB8E-FAD1-6EB4-D91D9A6B1C2A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9027985" y="3438542"/>
            <a:ext cx="853200" cy="8532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18" name="Bildplatzhalter 17">
            <a:extLst>
              <a:ext uri="{FF2B5EF4-FFF2-40B4-BE49-F238E27FC236}">
                <a16:creationId xmlns:a16="http://schemas.microsoft.com/office/drawing/2014/main" id="{17D2C574-0B7B-A00E-10DB-D6293120685D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489736" y="4760611"/>
            <a:ext cx="853200" cy="8532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1" name="Bildplatzhalter 17">
            <a:extLst>
              <a:ext uri="{FF2B5EF4-FFF2-40B4-BE49-F238E27FC236}">
                <a16:creationId xmlns:a16="http://schemas.microsoft.com/office/drawing/2014/main" id="{16101017-0C4A-2979-D34B-FED2227CD8BF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8003391" y="4290671"/>
            <a:ext cx="853200" cy="85320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63" name="Inhaltsplatzhalter 2">
            <a:extLst>
              <a:ext uri="{FF2B5EF4-FFF2-40B4-BE49-F238E27FC236}">
                <a16:creationId xmlns:a16="http://schemas.microsoft.com/office/drawing/2014/main" id="{B71A738C-B934-81D9-A636-A9E923B27B26}"/>
              </a:ext>
            </a:extLst>
          </p:cNvPr>
          <p:cNvSpPr>
            <a:spLocks noGrp="1"/>
          </p:cNvSpPr>
          <p:nvPr>
            <p:ph idx="37" hasCustomPrompt="1"/>
          </p:nvPr>
        </p:nvSpPr>
        <p:spPr>
          <a:xfrm>
            <a:off x="5843665" y="4027105"/>
            <a:ext cx="402443" cy="13236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64" name="Inhaltsplatzhalter 2">
            <a:extLst>
              <a:ext uri="{FF2B5EF4-FFF2-40B4-BE49-F238E27FC236}">
                <a16:creationId xmlns:a16="http://schemas.microsoft.com/office/drawing/2014/main" id="{0FF61268-9D01-EE23-5711-074721C042E0}"/>
              </a:ext>
            </a:extLst>
          </p:cNvPr>
          <p:cNvSpPr>
            <a:spLocks noGrp="1"/>
          </p:cNvSpPr>
          <p:nvPr>
            <p:ph idx="38" hasCustomPrompt="1"/>
          </p:nvPr>
        </p:nvSpPr>
        <p:spPr>
          <a:xfrm>
            <a:off x="11116783" y="4027105"/>
            <a:ext cx="402443" cy="13236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65" name="Inhaltsplatzhalter 2">
            <a:extLst>
              <a:ext uri="{FF2B5EF4-FFF2-40B4-BE49-F238E27FC236}">
                <a16:creationId xmlns:a16="http://schemas.microsoft.com/office/drawing/2014/main" id="{A304610D-9559-3EDB-8D91-B321EF03A435}"/>
              </a:ext>
            </a:extLst>
          </p:cNvPr>
          <p:cNvSpPr>
            <a:spLocks noGrp="1"/>
          </p:cNvSpPr>
          <p:nvPr>
            <p:ph idx="39" hasCustomPrompt="1"/>
          </p:nvPr>
        </p:nvSpPr>
        <p:spPr>
          <a:xfrm>
            <a:off x="8486066" y="5758506"/>
            <a:ext cx="402443" cy="13236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66" name="Inhaltsplatzhalter 2">
            <a:extLst>
              <a:ext uri="{FF2B5EF4-FFF2-40B4-BE49-F238E27FC236}">
                <a16:creationId xmlns:a16="http://schemas.microsoft.com/office/drawing/2014/main" id="{DB22E2E7-D9C0-CB9D-24F9-F4CEDFB2304D}"/>
              </a:ext>
            </a:extLst>
          </p:cNvPr>
          <p:cNvSpPr>
            <a:spLocks noGrp="1"/>
          </p:cNvSpPr>
          <p:nvPr>
            <p:ph idx="40" hasCustomPrompt="1"/>
          </p:nvPr>
        </p:nvSpPr>
        <p:spPr>
          <a:xfrm>
            <a:off x="8485655" y="2297686"/>
            <a:ext cx="402443" cy="13236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68" name="Inhaltsplatzhalter 2">
            <a:extLst>
              <a:ext uri="{FF2B5EF4-FFF2-40B4-BE49-F238E27FC236}">
                <a16:creationId xmlns:a16="http://schemas.microsoft.com/office/drawing/2014/main" id="{B8321047-6B7B-3C5F-7A70-C0DED8AB101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F4F3818-5FEC-91B6-5D85-B43900C53A66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87FD774B-FDF1-4DE8-0680-B9E3BA034DBD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CDA6C52-DF22-D6A8-85F1-316506D522AB}"/>
              </a:ext>
            </a:extLst>
          </p:cNvPr>
          <p:cNvSpPr>
            <a:spLocks noGrp="1"/>
          </p:cNvSpPr>
          <p:nvPr>
            <p:ph type="ftr" sz="quarter" idx="42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8EE3EA5-32A3-A545-6D9E-E7AB9A4EB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E0B7C146-198E-A8E4-D2D7-CABB96CDB90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95874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Graphic 4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Bildplatzhalter 75">
            <a:extLst>
              <a:ext uri="{FF2B5EF4-FFF2-40B4-BE49-F238E27FC236}">
                <a16:creationId xmlns:a16="http://schemas.microsoft.com/office/drawing/2014/main" id="{E7CDD4E0-24E9-A2A3-13F5-3C8E2C0FF0D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177514" y="1807200"/>
            <a:ext cx="720725" cy="71913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tx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77" name="Bildplatzhalter 75">
            <a:extLst>
              <a:ext uri="{FF2B5EF4-FFF2-40B4-BE49-F238E27FC236}">
                <a16:creationId xmlns:a16="http://schemas.microsoft.com/office/drawing/2014/main" id="{B204E437-6989-182B-D017-758C3283950B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60189" y="1807200"/>
            <a:ext cx="720725" cy="71913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78" name="Bildplatzhalter 75">
            <a:extLst>
              <a:ext uri="{FF2B5EF4-FFF2-40B4-BE49-F238E27FC236}">
                <a16:creationId xmlns:a16="http://schemas.microsoft.com/office/drawing/2014/main" id="{217F7511-C6AB-4087-E532-017F0D7BBC03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3199546" y="3910868"/>
            <a:ext cx="720725" cy="719137"/>
          </a:xfrm>
          <a:prstGeom prst="rect">
            <a:avLst/>
          </a:prstGeom>
          <a:pattFill prst="pct5">
            <a:fgClr>
              <a:schemeClr val="tx2"/>
            </a:fgClr>
            <a:bgClr>
              <a:schemeClr val="tx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79" name="Bildplatzhalter 75">
            <a:extLst>
              <a:ext uri="{FF2B5EF4-FFF2-40B4-BE49-F238E27FC236}">
                <a16:creationId xmlns:a16="http://schemas.microsoft.com/office/drawing/2014/main" id="{813DC06C-1763-5233-A589-728BCB3A15B6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682221" y="3910868"/>
            <a:ext cx="720725" cy="71913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accent4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0" name="Bildplatzhalter 75">
            <a:extLst>
              <a:ext uri="{FF2B5EF4-FFF2-40B4-BE49-F238E27FC236}">
                <a16:creationId xmlns:a16="http://schemas.microsoft.com/office/drawing/2014/main" id="{8F91579E-A843-95B5-5C98-8ABA01282093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6488163" y="1824462"/>
            <a:ext cx="2016000" cy="20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1" name="Bildplatzhalter 75">
            <a:extLst>
              <a:ext uri="{FF2B5EF4-FFF2-40B4-BE49-F238E27FC236}">
                <a16:creationId xmlns:a16="http://schemas.microsoft.com/office/drawing/2014/main" id="{8EF699EA-92D3-AFA2-AF99-C6EFCA7E782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504163" y="1824462"/>
            <a:ext cx="2016000" cy="20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tx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2" name="Bildplatzhalter 75">
            <a:extLst>
              <a:ext uri="{FF2B5EF4-FFF2-40B4-BE49-F238E27FC236}">
                <a16:creationId xmlns:a16="http://schemas.microsoft.com/office/drawing/2014/main" id="{B3D1EB28-9044-FA77-EF2C-CD1779377B68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488163" y="3840462"/>
            <a:ext cx="2016000" cy="20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accent4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3" name="Bildplatzhalter 75">
            <a:extLst>
              <a:ext uri="{FF2B5EF4-FFF2-40B4-BE49-F238E27FC236}">
                <a16:creationId xmlns:a16="http://schemas.microsoft.com/office/drawing/2014/main" id="{9FBFD2AE-A89D-29CF-4CE0-3E4F240BBAC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8504163" y="3840462"/>
            <a:ext cx="2016000" cy="2016000"/>
          </a:xfrm>
          <a:prstGeom prst="rect">
            <a:avLst/>
          </a:prstGeom>
          <a:pattFill prst="pct5">
            <a:fgClr>
              <a:schemeClr val="bg2"/>
            </a:fgClr>
            <a:bgClr>
              <a:schemeClr val="tx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4" name="Textplatzhalter 9">
            <a:extLst>
              <a:ext uri="{FF2B5EF4-FFF2-40B4-BE49-F238E27FC236}">
                <a16:creationId xmlns:a16="http://schemas.microsoft.com/office/drawing/2014/main" id="{CDA609C0-647C-B1BD-93EC-A78509D9832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8813" y="2896348"/>
            <a:ext cx="2151057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endParaRPr lang="de-DE"/>
          </a:p>
        </p:txBody>
      </p:sp>
      <p:sp>
        <p:nvSpPr>
          <p:cNvPr id="85" name="Textplatzhalter 29">
            <a:extLst>
              <a:ext uri="{FF2B5EF4-FFF2-40B4-BE49-F238E27FC236}">
                <a16:creationId xmlns:a16="http://schemas.microsoft.com/office/drawing/2014/main" id="{C112F0A2-A070-327C-8023-F5E35CAFF63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8814" y="2666297"/>
            <a:ext cx="2151057" cy="2036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Heading</a:t>
            </a:r>
            <a:endParaRPr lang="de-DE"/>
          </a:p>
        </p:txBody>
      </p:sp>
      <p:sp>
        <p:nvSpPr>
          <p:cNvPr id="86" name="Textplatzhalter 9">
            <a:extLst>
              <a:ext uri="{FF2B5EF4-FFF2-40B4-BE49-F238E27FC236}">
                <a16:creationId xmlns:a16="http://schemas.microsoft.com/office/drawing/2014/main" id="{254547D5-8F71-F03C-36AB-1B91C150CC1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176789" y="2896348"/>
            <a:ext cx="2151057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endParaRPr lang="de-DE"/>
          </a:p>
        </p:txBody>
      </p:sp>
      <p:sp>
        <p:nvSpPr>
          <p:cNvPr id="87" name="Textplatzhalter 29">
            <a:extLst>
              <a:ext uri="{FF2B5EF4-FFF2-40B4-BE49-F238E27FC236}">
                <a16:creationId xmlns:a16="http://schemas.microsoft.com/office/drawing/2014/main" id="{05042D0D-FDDB-CCD7-326B-E6A0483D70C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176790" y="2666297"/>
            <a:ext cx="2151057" cy="2036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Heading</a:t>
            </a:r>
            <a:endParaRPr lang="de-DE"/>
          </a:p>
        </p:txBody>
      </p:sp>
      <p:sp>
        <p:nvSpPr>
          <p:cNvPr id="88" name="Textplatzhalter 9">
            <a:extLst>
              <a:ext uri="{FF2B5EF4-FFF2-40B4-BE49-F238E27FC236}">
                <a16:creationId xmlns:a16="http://schemas.microsoft.com/office/drawing/2014/main" id="{0EF15943-3A9E-1793-7627-E1655D446F3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81570" y="5016884"/>
            <a:ext cx="2151057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endParaRPr lang="de-DE"/>
          </a:p>
        </p:txBody>
      </p:sp>
      <p:sp>
        <p:nvSpPr>
          <p:cNvPr id="89" name="Textplatzhalter 29">
            <a:extLst>
              <a:ext uri="{FF2B5EF4-FFF2-40B4-BE49-F238E27FC236}">
                <a16:creationId xmlns:a16="http://schemas.microsoft.com/office/drawing/2014/main" id="{6B860575-782D-1C92-7C8F-D1EFBD3549D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81571" y="4786833"/>
            <a:ext cx="2151057" cy="2036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Heading</a:t>
            </a:r>
            <a:endParaRPr lang="de-DE"/>
          </a:p>
        </p:txBody>
      </p:sp>
      <p:sp>
        <p:nvSpPr>
          <p:cNvPr id="90" name="Textplatzhalter 9">
            <a:extLst>
              <a:ext uri="{FF2B5EF4-FFF2-40B4-BE49-F238E27FC236}">
                <a16:creationId xmlns:a16="http://schemas.microsoft.com/office/drawing/2014/main" id="{6D4B7B9E-8681-3FE6-2C1C-3D017FE2314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199546" y="5016884"/>
            <a:ext cx="2151057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endParaRPr lang="de-DE"/>
          </a:p>
        </p:txBody>
      </p:sp>
      <p:sp>
        <p:nvSpPr>
          <p:cNvPr id="91" name="Textplatzhalter 29">
            <a:extLst>
              <a:ext uri="{FF2B5EF4-FFF2-40B4-BE49-F238E27FC236}">
                <a16:creationId xmlns:a16="http://schemas.microsoft.com/office/drawing/2014/main" id="{81A9C47E-BBD0-D717-A4B3-202CF0F24A9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199547" y="4786833"/>
            <a:ext cx="2151057" cy="2036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Heading</a:t>
            </a:r>
            <a:endParaRPr lang="de-DE"/>
          </a:p>
        </p:txBody>
      </p:sp>
      <p:sp>
        <p:nvSpPr>
          <p:cNvPr id="92" name="Textplatzhalter 29">
            <a:extLst>
              <a:ext uri="{FF2B5EF4-FFF2-40B4-BE49-F238E27FC236}">
                <a16:creationId xmlns:a16="http://schemas.microsoft.com/office/drawing/2014/main" id="{311152C1-EE48-B023-11D2-BA0FEDD80F1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730427" y="3840462"/>
            <a:ext cx="610083" cy="2190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93" name="Textplatzhalter 29">
            <a:extLst>
              <a:ext uri="{FF2B5EF4-FFF2-40B4-BE49-F238E27FC236}">
                <a16:creationId xmlns:a16="http://schemas.microsoft.com/office/drawing/2014/main" id="{11F56A58-56BB-6693-7AEF-C847D2834F4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504163" y="6126166"/>
            <a:ext cx="610083" cy="2190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5FC7BB2F-2DD9-A110-F3B7-5A8AA6E24CFA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0D555817-D5BB-91AC-6D7E-2FD0D1988B9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1FDDD65E-5178-9197-63FD-4C9528DDE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9685353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Devices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2BC4B996-22FD-F47B-2286-9FC5EE9427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78B49EC-1E7E-CBA5-20E5-32DACA007E30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1E281D-AA97-31A9-EA27-7D3C3ADF18B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A20BA9F0-F524-7BAC-5100-45348B57BCC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BD634087-95FD-2B8B-B83E-2F68D176D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5E4739C2-4E2B-545F-7B88-2890E13B020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4DEF047E-CCDE-A334-1780-5E750FCC7BD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882260" y="2764852"/>
            <a:ext cx="4163476" cy="2783988"/>
          </a:xfrm>
          <a:custGeom>
            <a:avLst/>
            <a:gdLst>
              <a:gd name="connsiteX0" fmla="*/ 130223 w 5121354"/>
              <a:gd name="connsiteY0" fmla="*/ 0 h 3353148"/>
              <a:gd name="connsiteX1" fmla="*/ 4991131 w 5121354"/>
              <a:gd name="connsiteY1" fmla="*/ 0 h 3353148"/>
              <a:gd name="connsiteX2" fmla="*/ 5121354 w 5121354"/>
              <a:gd name="connsiteY2" fmla="*/ 130253 h 3353148"/>
              <a:gd name="connsiteX3" fmla="*/ 5121354 w 5121354"/>
              <a:gd name="connsiteY3" fmla="*/ 3353148 h 3353148"/>
              <a:gd name="connsiteX4" fmla="*/ 0 w 5121354"/>
              <a:gd name="connsiteY4" fmla="*/ 3353148 h 3353148"/>
              <a:gd name="connsiteX5" fmla="*/ 0 w 5121354"/>
              <a:gd name="connsiteY5" fmla="*/ 130253 h 3353148"/>
              <a:gd name="connsiteX6" fmla="*/ 130223 w 5121354"/>
              <a:gd name="connsiteY6" fmla="*/ 0 h 335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21354" h="3353148">
                <a:moveTo>
                  <a:pt x="130223" y="0"/>
                </a:moveTo>
                <a:cubicBezTo>
                  <a:pt x="130223" y="0"/>
                  <a:pt x="130223" y="0"/>
                  <a:pt x="4991131" y="0"/>
                </a:cubicBezTo>
                <a:cubicBezTo>
                  <a:pt x="5062581" y="0"/>
                  <a:pt x="5121354" y="58788"/>
                  <a:pt x="5121354" y="130253"/>
                </a:cubicBezTo>
                <a:lnTo>
                  <a:pt x="5121354" y="3353148"/>
                </a:lnTo>
                <a:cubicBezTo>
                  <a:pt x="5121354" y="3353148"/>
                  <a:pt x="5121354" y="3353148"/>
                  <a:pt x="0" y="3353148"/>
                </a:cubicBezTo>
                <a:cubicBezTo>
                  <a:pt x="0" y="3353148"/>
                  <a:pt x="0" y="3353148"/>
                  <a:pt x="0" y="130253"/>
                </a:cubicBezTo>
                <a:cubicBezTo>
                  <a:pt x="0" y="58788"/>
                  <a:pt x="58775" y="0"/>
                  <a:pt x="130223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/>
            </a:lvl1pPr>
          </a:lstStyle>
          <a:p>
            <a:endParaRPr lang="de-DE"/>
          </a:p>
        </p:txBody>
      </p:sp>
      <p:sp>
        <p:nvSpPr>
          <p:cNvPr id="8" name="Bildplatzhalter 36">
            <a:extLst>
              <a:ext uri="{FF2B5EF4-FFF2-40B4-BE49-F238E27FC236}">
                <a16:creationId xmlns:a16="http://schemas.microsoft.com/office/drawing/2014/main" id="{5AC90475-976D-B9FE-1567-B02B4D99993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882260" y="2764852"/>
            <a:ext cx="4163476" cy="2783988"/>
          </a:xfrm>
          <a:custGeom>
            <a:avLst/>
            <a:gdLst>
              <a:gd name="connsiteX0" fmla="*/ 130223 w 5121354"/>
              <a:gd name="connsiteY0" fmla="*/ 0 h 3353148"/>
              <a:gd name="connsiteX1" fmla="*/ 4991131 w 5121354"/>
              <a:gd name="connsiteY1" fmla="*/ 0 h 3353148"/>
              <a:gd name="connsiteX2" fmla="*/ 5121354 w 5121354"/>
              <a:gd name="connsiteY2" fmla="*/ 130253 h 3353148"/>
              <a:gd name="connsiteX3" fmla="*/ 5121354 w 5121354"/>
              <a:gd name="connsiteY3" fmla="*/ 3353148 h 3353148"/>
              <a:gd name="connsiteX4" fmla="*/ 0 w 5121354"/>
              <a:gd name="connsiteY4" fmla="*/ 3353148 h 3353148"/>
              <a:gd name="connsiteX5" fmla="*/ 0 w 5121354"/>
              <a:gd name="connsiteY5" fmla="*/ 130253 h 3353148"/>
              <a:gd name="connsiteX6" fmla="*/ 130223 w 5121354"/>
              <a:gd name="connsiteY6" fmla="*/ 0 h 335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21354" h="3353148">
                <a:moveTo>
                  <a:pt x="130223" y="0"/>
                </a:moveTo>
                <a:cubicBezTo>
                  <a:pt x="130223" y="0"/>
                  <a:pt x="130223" y="0"/>
                  <a:pt x="4991131" y="0"/>
                </a:cubicBezTo>
                <a:cubicBezTo>
                  <a:pt x="5062581" y="0"/>
                  <a:pt x="5121354" y="58788"/>
                  <a:pt x="5121354" y="130253"/>
                </a:cubicBezTo>
                <a:lnTo>
                  <a:pt x="5121354" y="3353148"/>
                </a:lnTo>
                <a:cubicBezTo>
                  <a:pt x="5121354" y="3353148"/>
                  <a:pt x="5121354" y="3353148"/>
                  <a:pt x="0" y="3353148"/>
                </a:cubicBezTo>
                <a:cubicBezTo>
                  <a:pt x="0" y="3353148"/>
                  <a:pt x="0" y="3353148"/>
                  <a:pt x="0" y="130253"/>
                </a:cubicBezTo>
                <a:cubicBezTo>
                  <a:pt x="0" y="58788"/>
                  <a:pt x="58775" y="0"/>
                  <a:pt x="130223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endParaRPr lang="de-DE"/>
          </a:p>
        </p:txBody>
      </p:sp>
      <p:grpSp>
        <p:nvGrpSpPr>
          <p:cNvPr id="9" name="Group 22">
            <a:extLst>
              <a:ext uri="{FF2B5EF4-FFF2-40B4-BE49-F238E27FC236}">
                <a16:creationId xmlns:a16="http://schemas.microsoft.com/office/drawing/2014/main" id="{13E741BB-C68C-241A-D2E5-2DBDB30BABF6}"/>
              </a:ext>
            </a:extLst>
          </p:cNvPr>
          <p:cNvGrpSpPr/>
          <p:nvPr userDrawn="1"/>
        </p:nvGrpSpPr>
        <p:grpSpPr>
          <a:xfrm>
            <a:off x="6351402" y="2718513"/>
            <a:ext cx="5221915" cy="3015681"/>
            <a:chOff x="6144186" y="2371271"/>
            <a:chExt cx="6403598" cy="3665723"/>
          </a:xfrm>
          <a:solidFill>
            <a:srgbClr val="2F3941"/>
          </a:solidFill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9BB0C125-D7BA-364B-4B81-1CC679044F03}"/>
                </a:ext>
              </a:extLst>
            </p:cNvPr>
            <p:cNvSpPr>
              <a:spLocks/>
            </p:cNvSpPr>
            <p:nvPr/>
          </p:nvSpPr>
          <p:spPr bwMode="auto">
            <a:xfrm>
              <a:off x="6164141" y="5953183"/>
              <a:ext cx="6363688" cy="83811"/>
            </a:xfrm>
            <a:custGeom>
              <a:avLst/>
              <a:gdLst>
                <a:gd name="T0" fmla="*/ 1596 w 1596"/>
                <a:gd name="T1" fmla="*/ 0 h 21"/>
                <a:gd name="T2" fmla="*/ 0 w 1596"/>
                <a:gd name="T3" fmla="*/ 0 h 21"/>
                <a:gd name="T4" fmla="*/ 229 w 1596"/>
                <a:gd name="T5" fmla="*/ 21 h 21"/>
                <a:gd name="T6" fmla="*/ 1391 w 1596"/>
                <a:gd name="T7" fmla="*/ 21 h 21"/>
                <a:gd name="T8" fmla="*/ 1596 w 1596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96" h="21">
                  <a:moveTo>
                    <a:pt x="159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5" y="12"/>
                    <a:pt x="133" y="21"/>
                    <a:pt x="229" y="21"/>
                  </a:cubicBezTo>
                  <a:cubicBezTo>
                    <a:pt x="1391" y="21"/>
                    <a:pt x="1391" y="21"/>
                    <a:pt x="1391" y="21"/>
                  </a:cubicBezTo>
                  <a:cubicBezTo>
                    <a:pt x="1530" y="21"/>
                    <a:pt x="1582" y="11"/>
                    <a:pt x="159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2937090C-740A-8A68-68DE-43E1D75EBDC4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0843" y="2371271"/>
              <a:ext cx="5214273" cy="3542004"/>
            </a:xfrm>
            <a:custGeom>
              <a:avLst/>
              <a:gdLst>
                <a:gd name="T0" fmla="*/ 1260 w 1307"/>
                <a:gd name="T1" fmla="*/ 0 h 888"/>
                <a:gd name="T2" fmla="*/ 47 w 1307"/>
                <a:gd name="T3" fmla="*/ 0 h 888"/>
                <a:gd name="T4" fmla="*/ 0 w 1307"/>
                <a:gd name="T5" fmla="*/ 47 h 888"/>
                <a:gd name="T6" fmla="*/ 0 w 1307"/>
                <a:gd name="T7" fmla="*/ 876 h 888"/>
                <a:gd name="T8" fmla="*/ 12 w 1307"/>
                <a:gd name="T9" fmla="*/ 888 h 888"/>
                <a:gd name="T10" fmla="*/ 14 w 1307"/>
                <a:gd name="T11" fmla="*/ 888 h 888"/>
                <a:gd name="T12" fmla="*/ 14 w 1307"/>
                <a:gd name="T13" fmla="*/ 46 h 888"/>
                <a:gd name="T14" fmla="*/ 46 w 1307"/>
                <a:gd name="T15" fmla="*/ 14 h 888"/>
                <a:gd name="T16" fmla="*/ 1261 w 1307"/>
                <a:gd name="T17" fmla="*/ 14 h 888"/>
                <a:gd name="T18" fmla="*/ 1294 w 1307"/>
                <a:gd name="T19" fmla="*/ 46 h 888"/>
                <a:gd name="T20" fmla="*/ 1294 w 1307"/>
                <a:gd name="T21" fmla="*/ 888 h 888"/>
                <a:gd name="T22" fmla="*/ 1296 w 1307"/>
                <a:gd name="T23" fmla="*/ 888 h 888"/>
                <a:gd name="T24" fmla="*/ 1307 w 1307"/>
                <a:gd name="T25" fmla="*/ 876 h 888"/>
                <a:gd name="T26" fmla="*/ 1307 w 1307"/>
                <a:gd name="T27" fmla="*/ 47 h 888"/>
                <a:gd name="T28" fmla="*/ 1260 w 1307"/>
                <a:gd name="T29" fmla="*/ 0 h 8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07" h="888">
                  <a:moveTo>
                    <a:pt x="1260" y="0"/>
                  </a:moveTo>
                  <a:cubicBezTo>
                    <a:pt x="47" y="0"/>
                    <a:pt x="47" y="0"/>
                    <a:pt x="47" y="0"/>
                  </a:cubicBezTo>
                  <a:cubicBezTo>
                    <a:pt x="21" y="0"/>
                    <a:pt x="0" y="21"/>
                    <a:pt x="0" y="47"/>
                  </a:cubicBezTo>
                  <a:cubicBezTo>
                    <a:pt x="0" y="876"/>
                    <a:pt x="0" y="876"/>
                    <a:pt x="0" y="876"/>
                  </a:cubicBezTo>
                  <a:cubicBezTo>
                    <a:pt x="0" y="883"/>
                    <a:pt x="6" y="888"/>
                    <a:pt x="12" y="888"/>
                  </a:cubicBezTo>
                  <a:cubicBezTo>
                    <a:pt x="14" y="888"/>
                    <a:pt x="14" y="888"/>
                    <a:pt x="14" y="888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28"/>
                    <a:pt x="29" y="14"/>
                    <a:pt x="46" y="14"/>
                  </a:cubicBezTo>
                  <a:cubicBezTo>
                    <a:pt x="1261" y="14"/>
                    <a:pt x="1261" y="14"/>
                    <a:pt x="1261" y="14"/>
                  </a:cubicBezTo>
                  <a:cubicBezTo>
                    <a:pt x="1279" y="14"/>
                    <a:pt x="1294" y="28"/>
                    <a:pt x="1294" y="46"/>
                  </a:cubicBezTo>
                  <a:cubicBezTo>
                    <a:pt x="1294" y="888"/>
                    <a:pt x="1294" y="888"/>
                    <a:pt x="1294" y="888"/>
                  </a:cubicBezTo>
                  <a:cubicBezTo>
                    <a:pt x="1296" y="888"/>
                    <a:pt x="1296" y="888"/>
                    <a:pt x="1296" y="888"/>
                  </a:cubicBezTo>
                  <a:cubicBezTo>
                    <a:pt x="1302" y="888"/>
                    <a:pt x="1307" y="883"/>
                    <a:pt x="1307" y="876"/>
                  </a:cubicBezTo>
                  <a:cubicBezTo>
                    <a:pt x="1307" y="47"/>
                    <a:pt x="1307" y="47"/>
                    <a:pt x="1307" y="47"/>
                  </a:cubicBezTo>
                  <a:cubicBezTo>
                    <a:pt x="1307" y="21"/>
                    <a:pt x="1286" y="0"/>
                    <a:pt x="126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CE203D60-6982-07D2-3A37-AC6F25EE363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0843" y="5765622"/>
              <a:ext cx="5214273" cy="147666"/>
            </a:xfrm>
            <a:custGeom>
              <a:avLst/>
              <a:gdLst>
                <a:gd name="T0" fmla="*/ 0 w 1307"/>
                <a:gd name="T1" fmla="*/ 0 h 37"/>
                <a:gd name="T2" fmla="*/ 0 w 1307"/>
                <a:gd name="T3" fmla="*/ 25 h 37"/>
                <a:gd name="T4" fmla="*/ 12 w 1307"/>
                <a:gd name="T5" fmla="*/ 37 h 37"/>
                <a:gd name="T6" fmla="*/ 1296 w 1307"/>
                <a:gd name="T7" fmla="*/ 37 h 37"/>
                <a:gd name="T8" fmla="*/ 1307 w 1307"/>
                <a:gd name="T9" fmla="*/ 25 h 37"/>
                <a:gd name="T10" fmla="*/ 1307 w 1307"/>
                <a:gd name="T11" fmla="*/ 0 h 37"/>
                <a:gd name="T12" fmla="*/ 0 w 1307"/>
                <a:gd name="T13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7" h="37">
                  <a:moveTo>
                    <a:pt x="0" y="0"/>
                  </a:moveTo>
                  <a:cubicBezTo>
                    <a:pt x="0" y="25"/>
                    <a:pt x="0" y="25"/>
                    <a:pt x="0" y="25"/>
                  </a:cubicBezTo>
                  <a:cubicBezTo>
                    <a:pt x="0" y="32"/>
                    <a:pt x="6" y="37"/>
                    <a:pt x="12" y="37"/>
                  </a:cubicBezTo>
                  <a:cubicBezTo>
                    <a:pt x="1296" y="37"/>
                    <a:pt x="1296" y="37"/>
                    <a:pt x="1296" y="37"/>
                  </a:cubicBezTo>
                  <a:cubicBezTo>
                    <a:pt x="1302" y="37"/>
                    <a:pt x="1307" y="32"/>
                    <a:pt x="1307" y="25"/>
                  </a:cubicBezTo>
                  <a:cubicBezTo>
                    <a:pt x="1307" y="0"/>
                    <a:pt x="1307" y="0"/>
                    <a:pt x="130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02A383BE-D35C-8DDA-A533-DBF0D9BA0633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4186" y="5909336"/>
              <a:ext cx="6403598" cy="43901"/>
            </a:xfrm>
            <a:custGeom>
              <a:avLst/>
              <a:gdLst>
                <a:gd name="T0" fmla="*/ 1601 w 1606"/>
                <a:gd name="T1" fmla="*/ 11 h 11"/>
                <a:gd name="T2" fmla="*/ 5 w 1606"/>
                <a:gd name="T3" fmla="*/ 11 h 11"/>
                <a:gd name="T4" fmla="*/ 0 w 1606"/>
                <a:gd name="T5" fmla="*/ 5 h 11"/>
                <a:gd name="T6" fmla="*/ 5 w 1606"/>
                <a:gd name="T7" fmla="*/ 0 h 11"/>
                <a:gd name="T8" fmla="*/ 1601 w 1606"/>
                <a:gd name="T9" fmla="*/ 0 h 11"/>
                <a:gd name="T10" fmla="*/ 1606 w 1606"/>
                <a:gd name="T11" fmla="*/ 5 h 11"/>
                <a:gd name="T12" fmla="*/ 1601 w 1606"/>
                <a:gd name="T13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06" h="11">
                  <a:moveTo>
                    <a:pt x="1601" y="11"/>
                  </a:moveTo>
                  <a:cubicBezTo>
                    <a:pt x="5" y="11"/>
                    <a:pt x="5" y="11"/>
                    <a:pt x="5" y="11"/>
                  </a:cubicBezTo>
                  <a:cubicBezTo>
                    <a:pt x="2" y="11"/>
                    <a:pt x="0" y="8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1601" y="0"/>
                    <a:pt x="1601" y="0"/>
                    <a:pt x="1601" y="0"/>
                  </a:cubicBezTo>
                  <a:cubicBezTo>
                    <a:pt x="1604" y="0"/>
                    <a:pt x="1606" y="2"/>
                    <a:pt x="1606" y="5"/>
                  </a:cubicBezTo>
                  <a:cubicBezTo>
                    <a:pt x="1606" y="8"/>
                    <a:pt x="1604" y="11"/>
                    <a:pt x="1601" y="11"/>
                  </a:cubicBezTo>
                </a:path>
              </a:pathLst>
            </a:custGeom>
            <a:gradFill flip="none" rotWithShape="1">
              <a:gsLst>
                <a:gs pos="52000">
                  <a:schemeClr val="tx1"/>
                </a:gs>
                <a:gs pos="99000">
                  <a:srgbClr val="2F3941"/>
                </a:gs>
                <a:gs pos="0">
                  <a:schemeClr val="tx1">
                    <a:lumMod val="5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</p:grpSp>
      <p:sp>
        <p:nvSpPr>
          <p:cNvPr id="14" name="Bildplatzhalter 53">
            <a:extLst>
              <a:ext uri="{FF2B5EF4-FFF2-40B4-BE49-F238E27FC236}">
                <a16:creationId xmlns:a16="http://schemas.microsoft.com/office/drawing/2014/main" id="{D5225B57-4A71-4AAF-EA75-D3FC6E220EC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087155" y="2431904"/>
            <a:ext cx="2510152" cy="3276014"/>
          </a:xfrm>
          <a:custGeom>
            <a:avLst/>
            <a:gdLst>
              <a:gd name="connsiteX0" fmla="*/ 106268 w 2517211"/>
              <a:gd name="connsiteY0" fmla="*/ 0 h 3285589"/>
              <a:gd name="connsiteX1" fmla="*/ 2410944 w 2517211"/>
              <a:gd name="connsiteY1" fmla="*/ 0 h 3285589"/>
              <a:gd name="connsiteX2" fmla="*/ 2517211 w 2517211"/>
              <a:gd name="connsiteY2" fmla="*/ 105139 h 3285589"/>
              <a:gd name="connsiteX3" fmla="*/ 2517211 w 2517211"/>
              <a:gd name="connsiteY3" fmla="*/ 3180451 h 3285589"/>
              <a:gd name="connsiteX4" fmla="*/ 2410944 w 2517211"/>
              <a:gd name="connsiteY4" fmla="*/ 3285589 h 3285589"/>
              <a:gd name="connsiteX5" fmla="*/ 106268 w 2517211"/>
              <a:gd name="connsiteY5" fmla="*/ 3285589 h 3285589"/>
              <a:gd name="connsiteX6" fmla="*/ 0 w 2517211"/>
              <a:gd name="connsiteY6" fmla="*/ 3180451 h 3285589"/>
              <a:gd name="connsiteX7" fmla="*/ 0 w 2517211"/>
              <a:gd name="connsiteY7" fmla="*/ 105139 h 3285589"/>
              <a:gd name="connsiteX8" fmla="*/ 106268 w 2517211"/>
              <a:gd name="connsiteY8" fmla="*/ 0 h 3285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17211" h="3285589">
                <a:moveTo>
                  <a:pt x="106268" y="0"/>
                </a:moveTo>
                <a:cubicBezTo>
                  <a:pt x="2410944" y="0"/>
                  <a:pt x="2410944" y="0"/>
                  <a:pt x="2410944" y="0"/>
                </a:cubicBezTo>
                <a:cubicBezTo>
                  <a:pt x="2467399" y="0"/>
                  <a:pt x="2517211" y="49284"/>
                  <a:pt x="2517211" y="105139"/>
                </a:cubicBezTo>
                <a:cubicBezTo>
                  <a:pt x="2517211" y="3180451"/>
                  <a:pt x="2517211" y="3180451"/>
                  <a:pt x="2517211" y="3180451"/>
                </a:cubicBezTo>
                <a:cubicBezTo>
                  <a:pt x="2517211" y="3239591"/>
                  <a:pt x="2467399" y="3285589"/>
                  <a:pt x="2410944" y="3285589"/>
                </a:cubicBezTo>
                <a:cubicBezTo>
                  <a:pt x="106268" y="3285589"/>
                  <a:pt x="106268" y="3285589"/>
                  <a:pt x="106268" y="3285589"/>
                </a:cubicBezTo>
                <a:cubicBezTo>
                  <a:pt x="46493" y="3285589"/>
                  <a:pt x="0" y="3239591"/>
                  <a:pt x="0" y="3180451"/>
                </a:cubicBezTo>
                <a:cubicBezTo>
                  <a:pt x="0" y="105139"/>
                  <a:pt x="0" y="105139"/>
                  <a:pt x="0" y="105139"/>
                </a:cubicBezTo>
                <a:cubicBezTo>
                  <a:pt x="0" y="49284"/>
                  <a:pt x="46493" y="0"/>
                  <a:pt x="106268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/>
            </a:lvl1pPr>
          </a:lstStyle>
          <a:p>
            <a:endParaRPr lang="de-DE"/>
          </a:p>
        </p:txBody>
      </p:sp>
      <p:grpSp>
        <p:nvGrpSpPr>
          <p:cNvPr id="15" name="Group 27">
            <a:extLst>
              <a:ext uri="{FF2B5EF4-FFF2-40B4-BE49-F238E27FC236}">
                <a16:creationId xmlns:a16="http://schemas.microsoft.com/office/drawing/2014/main" id="{0F630295-BEEE-EF79-78C3-116129E1DCF5}"/>
              </a:ext>
            </a:extLst>
          </p:cNvPr>
          <p:cNvGrpSpPr/>
          <p:nvPr userDrawn="1"/>
        </p:nvGrpSpPr>
        <p:grpSpPr>
          <a:xfrm>
            <a:off x="7105852" y="2461748"/>
            <a:ext cx="364509" cy="29294"/>
            <a:chOff x="7105852" y="2461748"/>
            <a:chExt cx="364509" cy="29294"/>
          </a:xfrm>
          <a:pattFill prst="pct5">
            <a:fgClr>
              <a:schemeClr val="tx1"/>
            </a:fgClr>
            <a:bgClr>
              <a:schemeClr val="bg1"/>
            </a:bgClr>
          </a:pattFill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EBD59F71-CE8D-83D5-BA45-943E64E6AB9F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8398" y="2465003"/>
              <a:ext cx="16273" cy="26036"/>
            </a:xfrm>
            <a:custGeom>
              <a:avLst/>
              <a:gdLst>
                <a:gd name="T0" fmla="*/ 3 w 5"/>
                <a:gd name="T1" fmla="*/ 4 h 8"/>
                <a:gd name="T2" fmla="*/ 3 w 5"/>
                <a:gd name="T3" fmla="*/ 4 h 8"/>
                <a:gd name="T4" fmla="*/ 4 w 5"/>
                <a:gd name="T5" fmla="*/ 3 h 8"/>
                <a:gd name="T6" fmla="*/ 4 w 5"/>
                <a:gd name="T7" fmla="*/ 2 h 8"/>
                <a:gd name="T8" fmla="*/ 4 w 5"/>
                <a:gd name="T9" fmla="*/ 1 h 8"/>
                <a:gd name="T10" fmla="*/ 4 w 5"/>
                <a:gd name="T11" fmla="*/ 1 h 8"/>
                <a:gd name="T12" fmla="*/ 3 w 5"/>
                <a:gd name="T13" fmla="*/ 0 h 8"/>
                <a:gd name="T14" fmla="*/ 2 w 5"/>
                <a:gd name="T15" fmla="*/ 0 h 8"/>
                <a:gd name="T16" fmla="*/ 1 w 5"/>
                <a:gd name="T17" fmla="*/ 0 h 8"/>
                <a:gd name="T18" fmla="*/ 0 w 5"/>
                <a:gd name="T19" fmla="*/ 1 h 8"/>
                <a:gd name="T20" fmla="*/ 0 w 5"/>
                <a:gd name="T21" fmla="*/ 2 h 8"/>
                <a:gd name="T22" fmla="*/ 0 w 5"/>
                <a:gd name="T23" fmla="*/ 3 h 8"/>
                <a:gd name="T24" fmla="*/ 1 w 5"/>
                <a:gd name="T25" fmla="*/ 3 h 8"/>
                <a:gd name="T26" fmla="*/ 1 w 5"/>
                <a:gd name="T27" fmla="*/ 2 h 8"/>
                <a:gd name="T28" fmla="*/ 1 w 5"/>
                <a:gd name="T29" fmla="*/ 2 h 8"/>
                <a:gd name="T30" fmla="*/ 1 w 5"/>
                <a:gd name="T31" fmla="*/ 1 h 8"/>
                <a:gd name="T32" fmla="*/ 2 w 5"/>
                <a:gd name="T33" fmla="*/ 1 h 8"/>
                <a:gd name="T34" fmla="*/ 3 w 5"/>
                <a:gd name="T35" fmla="*/ 1 h 8"/>
                <a:gd name="T36" fmla="*/ 3 w 5"/>
                <a:gd name="T37" fmla="*/ 2 h 8"/>
                <a:gd name="T38" fmla="*/ 3 w 5"/>
                <a:gd name="T39" fmla="*/ 3 h 8"/>
                <a:gd name="T40" fmla="*/ 3 w 5"/>
                <a:gd name="T41" fmla="*/ 3 h 8"/>
                <a:gd name="T42" fmla="*/ 2 w 5"/>
                <a:gd name="T43" fmla="*/ 3 h 8"/>
                <a:gd name="T44" fmla="*/ 2 w 5"/>
                <a:gd name="T45" fmla="*/ 4 h 8"/>
                <a:gd name="T46" fmla="*/ 2 w 5"/>
                <a:gd name="T47" fmla="*/ 4 h 8"/>
                <a:gd name="T48" fmla="*/ 2 w 5"/>
                <a:gd name="T49" fmla="*/ 4 h 8"/>
                <a:gd name="T50" fmla="*/ 2 w 5"/>
                <a:gd name="T51" fmla="*/ 4 h 8"/>
                <a:gd name="T52" fmla="*/ 2 w 5"/>
                <a:gd name="T53" fmla="*/ 4 h 8"/>
                <a:gd name="T54" fmla="*/ 3 w 5"/>
                <a:gd name="T55" fmla="*/ 4 h 8"/>
                <a:gd name="T56" fmla="*/ 3 w 5"/>
                <a:gd name="T57" fmla="*/ 5 h 8"/>
                <a:gd name="T58" fmla="*/ 4 w 5"/>
                <a:gd name="T59" fmla="*/ 5 h 8"/>
                <a:gd name="T60" fmla="*/ 4 w 5"/>
                <a:gd name="T61" fmla="*/ 6 h 8"/>
                <a:gd name="T62" fmla="*/ 4 w 5"/>
                <a:gd name="T63" fmla="*/ 6 h 8"/>
                <a:gd name="T64" fmla="*/ 3 w 5"/>
                <a:gd name="T65" fmla="*/ 7 h 8"/>
                <a:gd name="T66" fmla="*/ 3 w 5"/>
                <a:gd name="T67" fmla="*/ 7 h 8"/>
                <a:gd name="T68" fmla="*/ 2 w 5"/>
                <a:gd name="T69" fmla="*/ 7 h 8"/>
                <a:gd name="T70" fmla="*/ 1 w 5"/>
                <a:gd name="T71" fmla="*/ 7 h 8"/>
                <a:gd name="T72" fmla="*/ 0 w 5"/>
                <a:gd name="T73" fmla="*/ 5 h 8"/>
                <a:gd name="T74" fmla="*/ 0 w 5"/>
                <a:gd name="T75" fmla="*/ 5 h 8"/>
                <a:gd name="T76" fmla="*/ 0 w 5"/>
                <a:gd name="T77" fmla="*/ 6 h 8"/>
                <a:gd name="T78" fmla="*/ 0 w 5"/>
                <a:gd name="T79" fmla="*/ 7 h 8"/>
                <a:gd name="T80" fmla="*/ 1 w 5"/>
                <a:gd name="T81" fmla="*/ 8 h 8"/>
                <a:gd name="T82" fmla="*/ 2 w 5"/>
                <a:gd name="T83" fmla="*/ 8 h 8"/>
                <a:gd name="T84" fmla="*/ 3 w 5"/>
                <a:gd name="T85" fmla="*/ 8 h 8"/>
                <a:gd name="T86" fmla="*/ 4 w 5"/>
                <a:gd name="T87" fmla="*/ 7 h 8"/>
                <a:gd name="T88" fmla="*/ 4 w 5"/>
                <a:gd name="T89" fmla="*/ 7 h 8"/>
                <a:gd name="T90" fmla="*/ 5 w 5"/>
                <a:gd name="T91" fmla="*/ 6 h 8"/>
                <a:gd name="T92" fmla="*/ 4 w 5"/>
                <a:gd name="T93" fmla="*/ 4 h 8"/>
                <a:gd name="T94" fmla="*/ 3 w 5"/>
                <a:gd name="T95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" h="8">
                  <a:moveTo>
                    <a:pt x="3" y="4"/>
                  </a:moveTo>
                  <a:cubicBezTo>
                    <a:pt x="3" y="4"/>
                    <a:pt x="3" y="4"/>
                    <a:pt x="3" y="4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1" y="7"/>
                    <a:pt x="1" y="7"/>
                  </a:cubicBezTo>
                  <a:cubicBezTo>
                    <a:pt x="1" y="6"/>
                    <a:pt x="0" y="6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4" y="5"/>
                    <a:pt x="4" y="4"/>
                  </a:cubicBezTo>
                  <a:cubicBezTo>
                    <a:pt x="4" y="4"/>
                    <a:pt x="4" y="4"/>
                    <a:pt x="3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6" name="Freeform 17">
              <a:extLst>
                <a:ext uri="{FF2B5EF4-FFF2-40B4-BE49-F238E27FC236}">
                  <a16:creationId xmlns:a16="http://schemas.microsoft.com/office/drawing/2014/main" id="{123288FE-F61B-EFB2-5863-EA4538B1BA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87216" y="2465003"/>
              <a:ext cx="22782" cy="26036"/>
            </a:xfrm>
            <a:custGeom>
              <a:avLst/>
              <a:gdLst>
                <a:gd name="T0" fmla="*/ 6 w 14"/>
                <a:gd name="T1" fmla="*/ 2 h 16"/>
                <a:gd name="T2" fmla="*/ 8 w 14"/>
                <a:gd name="T3" fmla="*/ 2 h 16"/>
                <a:gd name="T4" fmla="*/ 10 w 14"/>
                <a:gd name="T5" fmla="*/ 10 h 16"/>
                <a:gd name="T6" fmla="*/ 4 w 14"/>
                <a:gd name="T7" fmla="*/ 10 h 16"/>
                <a:gd name="T8" fmla="*/ 6 w 14"/>
                <a:gd name="T9" fmla="*/ 2 h 16"/>
                <a:gd name="T10" fmla="*/ 6 w 14"/>
                <a:gd name="T11" fmla="*/ 0 h 16"/>
                <a:gd name="T12" fmla="*/ 0 w 14"/>
                <a:gd name="T13" fmla="*/ 16 h 16"/>
                <a:gd name="T14" fmla="*/ 2 w 14"/>
                <a:gd name="T15" fmla="*/ 16 h 16"/>
                <a:gd name="T16" fmla="*/ 4 w 14"/>
                <a:gd name="T17" fmla="*/ 10 h 16"/>
                <a:gd name="T18" fmla="*/ 10 w 14"/>
                <a:gd name="T19" fmla="*/ 10 h 16"/>
                <a:gd name="T20" fmla="*/ 12 w 14"/>
                <a:gd name="T21" fmla="*/ 16 h 16"/>
                <a:gd name="T22" fmla="*/ 14 w 14"/>
                <a:gd name="T23" fmla="*/ 16 h 16"/>
                <a:gd name="T24" fmla="*/ 8 w 14"/>
                <a:gd name="T25" fmla="*/ 0 h 16"/>
                <a:gd name="T26" fmla="*/ 6 w 14"/>
                <a:gd name="T2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" h="16">
                  <a:moveTo>
                    <a:pt x="6" y="2"/>
                  </a:moveTo>
                  <a:lnTo>
                    <a:pt x="8" y="2"/>
                  </a:lnTo>
                  <a:lnTo>
                    <a:pt x="10" y="10"/>
                  </a:lnTo>
                  <a:lnTo>
                    <a:pt x="4" y="10"/>
                  </a:lnTo>
                  <a:lnTo>
                    <a:pt x="6" y="2"/>
                  </a:lnTo>
                  <a:close/>
                  <a:moveTo>
                    <a:pt x="6" y="0"/>
                  </a:moveTo>
                  <a:lnTo>
                    <a:pt x="0" y="16"/>
                  </a:lnTo>
                  <a:lnTo>
                    <a:pt x="2" y="16"/>
                  </a:lnTo>
                  <a:lnTo>
                    <a:pt x="4" y="10"/>
                  </a:lnTo>
                  <a:lnTo>
                    <a:pt x="10" y="10"/>
                  </a:lnTo>
                  <a:lnTo>
                    <a:pt x="12" y="16"/>
                  </a:lnTo>
                  <a:lnTo>
                    <a:pt x="14" y="16"/>
                  </a:lnTo>
                  <a:lnTo>
                    <a:pt x="8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7" name="Freeform 18">
              <a:extLst>
                <a:ext uri="{FF2B5EF4-FFF2-40B4-BE49-F238E27FC236}">
                  <a16:creationId xmlns:a16="http://schemas.microsoft.com/office/drawing/2014/main" id="{AB643100-7AB0-1A93-D63A-C9DE41C5C0C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7106" y="2471512"/>
              <a:ext cx="3255" cy="13018"/>
            </a:xfrm>
            <a:custGeom>
              <a:avLst/>
              <a:gdLst>
                <a:gd name="T0" fmla="*/ 0 w 1"/>
                <a:gd name="T1" fmla="*/ 0 h 4"/>
                <a:gd name="T2" fmla="*/ 0 w 1"/>
                <a:gd name="T3" fmla="*/ 4 h 4"/>
                <a:gd name="T4" fmla="*/ 1 w 1"/>
                <a:gd name="T5" fmla="*/ 2 h 4"/>
                <a:gd name="T6" fmla="*/ 0 w 1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4">
                  <a:moveTo>
                    <a:pt x="0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1" y="3"/>
                    <a:pt x="1" y="2"/>
                  </a:cubicBezTo>
                  <a:cubicBezTo>
                    <a:pt x="1" y="1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8" name="Freeform 19">
              <a:extLst>
                <a:ext uri="{FF2B5EF4-FFF2-40B4-BE49-F238E27FC236}">
                  <a16:creationId xmlns:a16="http://schemas.microsoft.com/office/drawing/2014/main" id="{F2021470-9A4B-951C-E23B-F4278498A07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57925" y="2465003"/>
              <a:ext cx="16273" cy="26036"/>
            </a:xfrm>
            <a:custGeom>
              <a:avLst/>
              <a:gdLst>
                <a:gd name="T0" fmla="*/ 4 w 5"/>
                <a:gd name="T1" fmla="*/ 4 h 8"/>
                <a:gd name="T2" fmla="*/ 4 w 5"/>
                <a:gd name="T3" fmla="*/ 5 h 8"/>
                <a:gd name="T4" fmla="*/ 4 w 5"/>
                <a:gd name="T5" fmla="*/ 6 h 8"/>
                <a:gd name="T6" fmla="*/ 3 w 5"/>
                <a:gd name="T7" fmla="*/ 7 h 8"/>
                <a:gd name="T8" fmla="*/ 2 w 5"/>
                <a:gd name="T9" fmla="*/ 7 h 8"/>
                <a:gd name="T10" fmla="*/ 2 w 5"/>
                <a:gd name="T11" fmla="*/ 7 h 8"/>
                <a:gd name="T12" fmla="*/ 1 w 5"/>
                <a:gd name="T13" fmla="*/ 6 h 8"/>
                <a:gd name="T14" fmla="*/ 1 w 5"/>
                <a:gd name="T15" fmla="*/ 5 h 8"/>
                <a:gd name="T16" fmla="*/ 1 w 5"/>
                <a:gd name="T17" fmla="*/ 4 h 8"/>
                <a:gd name="T18" fmla="*/ 1 w 5"/>
                <a:gd name="T19" fmla="*/ 3 h 8"/>
                <a:gd name="T20" fmla="*/ 1 w 5"/>
                <a:gd name="T21" fmla="*/ 3 h 8"/>
                <a:gd name="T22" fmla="*/ 1 w 5"/>
                <a:gd name="T23" fmla="*/ 2 h 8"/>
                <a:gd name="T24" fmla="*/ 1 w 5"/>
                <a:gd name="T25" fmla="*/ 2 h 8"/>
                <a:gd name="T26" fmla="*/ 2 w 5"/>
                <a:gd name="T27" fmla="*/ 1 h 8"/>
                <a:gd name="T28" fmla="*/ 2 w 5"/>
                <a:gd name="T29" fmla="*/ 1 h 8"/>
                <a:gd name="T30" fmla="*/ 3 w 5"/>
                <a:gd name="T31" fmla="*/ 1 h 8"/>
                <a:gd name="T32" fmla="*/ 3 w 5"/>
                <a:gd name="T33" fmla="*/ 2 h 8"/>
                <a:gd name="T34" fmla="*/ 4 w 5"/>
                <a:gd name="T35" fmla="*/ 2 h 8"/>
                <a:gd name="T36" fmla="*/ 4 w 5"/>
                <a:gd name="T37" fmla="*/ 3 h 8"/>
                <a:gd name="T38" fmla="*/ 4 w 5"/>
                <a:gd name="T39" fmla="*/ 3 h 8"/>
                <a:gd name="T40" fmla="*/ 4 w 5"/>
                <a:gd name="T41" fmla="*/ 4 h 8"/>
                <a:gd name="T42" fmla="*/ 5 w 5"/>
                <a:gd name="T43" fmla="*/ 4 h 8"/>
                <a:gd name="T44" fmla="*/ 5 w 5"/>
                <a:gd name="T45" fmla="*/ 3 h 8"/>
                <a:gd name="T46" fmla="*/ 5 w 5"/>
                <a:gd name="T47" fmla="*/ 2 h 8"/>
                <a:gd name="T48" fmla="*/ 5 w 5"/>
                <a:gd name="T49" fmla="*/ 2 h 8"/>
                <a:gd name="T50" fmla="*/ 4 w 5"/>
                <a:gd name="T51" fmla="*/ 1 h 8"/>
                <a:gd name="T52" fmla="*/ 3 w 5"/>
                <a:gd name="T53" fmla="*/ 0 h 8"/>
                <a:gd name="T54" fmla="*/ 2 w 5"/>
                <a:gd name="T55" fmla="*/ 0 h 8"/>
                <a:gd name="T56" fmla="*/ 1 w 5"/>
                <a:gd name="T57" fmla="*/ 0 h 8"/>
                <a:gd name="T58" fmla="*/ 1 w 5"/>
                <a:gd name="T59" fmla="*/ 1 h 8"/>
                <a:gd name="T60" fmla="*/ 0 w 5"/>
                <a:gd name="T61" fmla="*/ 2 h 8"/>
                <a:gd name="T62" fmla="*/ 0 w 5"/>
                <a:gd name="T63" fmla="*/ 2 h 8"/>
                <a:gd name="T64" fmla="*/ 0 w 5"/>
                <a:gd name="T65" fmla="*/ 3 h 8"/>
                <a:gd name="T66" fmla="*/ 0 w 5"/>
                <a:gd name="T67" fmla="*/ 4 h 8"/>
                <a:gd name="T68" fmla="*/ 0 w 5"/>
                <a:gd name="T69" fmla="*/ 5 h 8"/>
                <a:gd name="T70" fmla="*/ 0 w 5"/>
                <a:gd name="T71" fmla="*/ 6 h 8"/>
                <a:gd name="T72" fmla="*/ 0 w 5"/>
                <a:gd name="T73" fmla="*/ 7 h 8"/>
                <a:gd name="T74" fmla="*/ 1 w 5"/>
                <a:gd name="T75" fmla="*/ 7 h 8"/>
                <a:gd name="T76" fmla="*/ 1 w 5"/>
                <a:gd name="T77" fmla="*/ 8 h 8"/>
                <a:gd name="T78" fmla="*/ 2 w 5"/>
                <a:gd name="T79" fmla="*/ 8 h 8"/>
                <a:gd name="T80" fmla="*/ 3 w 5"/>
                <a:gd name="T81" fmla="*/ 8 h 8"/>
                <a:gd name="T82" fmla="*/ 4 w 5"/>
                <a:gd name="T83" fmla="*/ 7 h 8"/>
                <a:gd name="T84" fmla="*/ 5 w 5"/>
                <a:gd name="T85" fmla="*/ 7 h 8"/>
                <a:gd name="T86" fmla="*/ 5 w 5"/>
                <a:gd name="T87" fmla="*/ 6 h 8"/>
                <a:gd name="T88" fmla="*/ 5 w 5"/>
                <a:gd name="T89" fmla="*/ 5 h 8"/>
                <a:gd name="T90" fmla="*/ 5 w 5"/>
                <a:gd name="T91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" h="8">
                  <a:moveTo>
                    <a:pt x="4" y="4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4"/>
                    <a:pt x="4" y="4"/>
                    <a:pt x="4" y="4"/>
                  </a:cubicBezTo>
                  <a:moveTo>
                    <a:pt x="5" y="4"/>
                  </a:moveTo>
                  <a:cubicBezTo>
                    <a:pt x="5" y="3"/>
                    <a:pt x="5" y="3"/>
                    <a:pt x="5" y="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4"/>
                    <a:pt x="5" y="4"/>
                    <a:pt x="5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9" name="Freeform 20">
              <a:extLst>
                <a:ext uri="{FF2B5EF4-FFF2-40B4-BE49-F238E27FC236}">
                  <a16:creationId xmlns:a16="http://schemas.microsoft.com/office/drawing/2014/main" id="{A9F19222-B48D-919C-B95B-E4F830A88B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05852" y="2465003"/>
              <a:ext cx="16273" cy="26036"/>
            </a:xfrm>
            <a:custGeom>
              <a:avLst/>
              <a:gdLst>
                <a:gd name="T0" fmla="*/ 4 w 5"/>
                <a:gd name="T1" fmla="*/ 3 h 8"/>
                <a:gd name="T2" fmla="*/ 4 w 5"/>
                <a:gd name="T3" fmla="*/ 3 h 8"/>
                <a:gd name="T4" fmla="*/ 3 w 5"/>
                <a:gd name="T5" fmla="*/ 4 h 8"/>
                <a:gd name="T6" fmla="*/ 3 w 5"/>
                <a:gd name="T7" fmla="*/ 4 h 8"/>
                <a:gd name="T8" fmla="*/ 2 w 5"/>
                <a:gd name="T9" fmla="*/ 4 h 8"/>
                <a:gd name="T10" fmla="*/ 2 w 5"/>
                <a:gd name="T11" fmla="*/ 4 h 8"/>
                <a:gd name="T12" fmla="*/ 1 w 5"/>
                <a:gd name="T13" fmla="*/ 4 h 8"/>
                <a:gd name="T14" fmla="*/ 1 w 5"/>
                <a:gd name="T15" fmla="*/ 3 h 8"/>
                <a:gd name="T16" fmla="*/ 1 w 5"/>
                <a:gd name="T17" fmla="*/ 3 h 8"/>
                <a:gd name="T18" fmla="*/ 1 w 5"/>
                <a:gd name="T19" fmla="*/ 2 h 8"/>
                <a:gd name="T20" fmla="*/ 1 w 5"/>
                <a:gd name="T21" fmla="*/ 2 h 8"/>
                <a:gd name="T22" fmla="*/ 2 w 5"/>
                <a:gd name="T23" fmla="*/ 1 h 8"/>
                <a:gd name="T24" fmla="*/ 2 w 5"/>
                <a:gd name="T25" fmla="*/ 1 h 8"/>
                <a:gd name="T26" fmla="*/ 3 w 5"/>
                <a:gd name="T27" fmla="*/ 1 h 8"/>
                <a:gd name="T28" fmla="*/ 4 w 5"/>
                <a:gd name="T29" fmla="*/ 2 h 8"/>
                <a:gd name="T30" fmla="*/ 4 w 5"/>
                <a:gd name="T31" fmla="*/ 2 h 8"/>
                <a:gd name="T32" fmla="*/ 4 w 5"/>
                <a:gd name="T33" fmla="*/ 3 h 8"/>
                <a:gd name="T34" fmla="*/ 5 w 5"/>
                <a:gd name="T35" fmla="*/ 4 h 8"/>
                <a:gd name="T36" fmla="*/ 5 w 5"/>
                <a:gd name="T37" fmla="*/ 2 h 8"/>
                <a:gd name="T38" fmla="*/ 4 w 5"/>
                <a:gd name="T39" fmla="*/ 1 h 8"/>
                <a:gd name="T40" fmla="*/ 3 w 5"/>
                <a:gd name="T41" fmla="*/ 0 h 8"/>
                <a:gd name="T42" fmla="*/ 2 w 5"/>
                <a:gd name="T43" fmla="*/ 0 h 8"/>
                <a:gd name="T44" fmla="*/ 1 w 5"/>
                <a:gd name="T45" fmla="*/ 0 h 8"/>
                <a:gd name="T46" fmla="*/ 1 w 5"/>
                <a:gd name="T47" fmla="*/ 1 h 8"/>
                <a:gd name="T48" fmla="*/ 0 w 5"/>
                <a:gd name="T49" fmla="*/ 2 h 8"/>
                <a:gd name="T50" fmla="*/ 0 w 5"/>
                <a:gd name="T51" fmla="*/ 3 h 8"/>
                <a:gd name="T52" fmla="*/ 0 w 5"/>
                <a:gd name="T53" fmla="*/ 4 h 8"/>
                <a:gd name="T54" fmla="*/ 1 w 5"/>
                <a:gd name="T55" fmla="*/ 5 h 8"/>
                <a:gd name="T56" fmla="*/ 1 w 5"/>
                <a:gd name="T57" fmla="*/ 5 h 8"/>
                <a:gd name="T58" fmla="*/ 2 w 5"/>
                <a:gd name="T59" fmla="*/ 5 h 8"/>
                <a:gd name="T60" fmla="*/ 3 w 5"/>
                <a:gd name="T61" fmla="*/ 5 h 8"/>
                <a:gd name="T62" fmla="*/ 4 w 5"/>
                <a:gd name="T63" fmla="*/ 4 h 8"/>
                <a:gd name="T64" fmla="*/ 4 w 5"/>
                <a:gd name="T65" fmla="*/ 4 h 8"/>
                <a:gd name="T66" fmla="*/ 4 w 5"/>
                <a:gd name="T67" fmla="*/ 6 h 8"/>
                <a:gd name="T68" fmla="*/ 2 w 5"/>
                <a:gd name="T69" fmla="*/ 7 h 8"/>
                <a:gd name="T70" fmla="*/ 1 w 5"/>
                <a:gd name="T71" fmla="*/ 7 h 8"/>
                <a:gd name="T72" fmla="*/ 1 w 5"/>
                <a:gd name="T73" fmla="*/ 6 h 8"/>
                <a:gd name="T74" fmla="*/ 0 w 5"/>
                <a:gd name="T75" fmla="*/ 6 h 8"/>
                <a:gd name="T76" fmla="*/ 1 w 5"/>
                <a:gd name="T77" fmla="*/ 7 h 8"/>
                <a:gd name="T78" fmla="*/ 2 w 5"/>
                <a:gd name="T79" fmla="*/ 8 h 8"/>
                <a:gd name="T80" fmla="*/ 4 w 5"/>
                <a:gd name="T81" fmla="*/ 7 h 8"/>
                <a:gd name="T82" fmla="*/ 5 w 5"/>
                <a:gd name="T83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" h="8">
                  <a:moveTo>
                    <a:pt x="4" y="3"/>
                  </a:moveTo>
                  <a:cubicBezTo>
                    <a:pt x="4" y="3"/>
                    <a:pt x="4" y="3"/>
                    <a:pt x="4" y="3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4" y="3"/>
                    <a:pt x="4" y="3"/>
                  </a:cubicBezTo>
                  <a:moveTo>
                    <a:pt x="5" y="4"/>
                  </a:moveTo>
                  <a:cubicBezTo>
                    <a:pt x="5" y="3"/>
                    <a:pt x="5" y="3"/>
                    <a:pt x="5" y="2"/>
                  </a:cubicBezTo>
                  <a:cubicBezTo>
                    <a:pt x="5" y="2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5"/>
                    <a:pt x="4" y="6"/>
                    <a:pt x="4" y="6"/>
                  </a:cubicBezTo>
                  <a:cubicBezTo>
                    <a:pt x="3" y="7"/>
                    <a:pt x="3" y="7"/>
                    <a:pt x="2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1" y="6"/>
                    <a:pt x="1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1" y="7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4" y="8"/>
                    <a:pt x="4" y="7"/>
                  </a:cubicBezTo>
                  <a:cubicBezTo>
                    <a:pt x="5" y="6"/>
                    <a:pt x="5" y="5"/>
                    <a:pt x="5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0" name="Rectangle 21">
              <a:extLst>
                <a:ext uri="{FF2B5EF4-FFF2-40B4-BE49-F238E27FC236}">
                  <a16:creationId xmlns:a16="http://schemas.microsoft.com/office/drawing/2014/main" id="{60A19A1C-30C3-68DF-DCFF-4619B16653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8634" y="2487787"/>
              <a:ext cx="3255" cy="325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1" name="Rectangle 22">
              <a:extLst>
                <a:ext uri="{FF2B5EF4-FFF2-40B4-BE49-F238E27FC236}">
                  <a16:creationId xmlns:a16="http://schemas.microsoft.com/office/drawing/2014/main" id="{CCE4A1A4-8C85-7FF0-ECF1-A93AD158BD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8634" y="2471514"/>
              <a:ext cx="3255" cy="325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2" name="Freeform 23">
              <a:extLst>
                <a:ext uri="{FF2B5EF4-FFF2-40B4-BE49-F238E27FC236}">
                  <a16:creationId xmlns:a16="http://schemas.microsoft.com/office/drawing/2014/main" id="{2F6EC48E-BAF5-BE97-A323-E758677EFC0D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6452" y="2461748"/>
              <a:ext cx="29291" cy="13018"/>
            </a:xfrm>
            <a:custGeom>
              <a:avLst/>
              <a:gdLst>
                <a:gd name="T0" fmla="*/ 0 w 9"/>
                <a:gd name="T1" fmla="*/ 3 h 4"/>
                <a:gd name="T2" fmla="*/ 1 w 9"/>
                <a:gd name="T3" fmla="*/ 4 h 4"/>
                <a:gd name="T4" fmla="*/ 4 w 9"/>
                <a:gd name="T5" fmla="*/ 3 h 4"/>
                <a:gd name="T6" fmla="*/ 8 w 9"/>
                <a:gd name="T7" fmla="*/ 4 h 4"/>
                <a:gd name="T8" fmla="*/ 9 w 9"/>
                <a:gd name="T9" fmla="*/ 3 h 4"/>
                <a:gd name="T10" fmla="*/ 0 w 9"/>
                <a:gd name="T11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4">
                  <a:moveTo>
                    <a:pt x="0" y="3"/>
                  </a:moveTo>
                  <a:cubicBezTo>
                    <a:pt x="0" y="3"/>
                    <a:pt x="0" y="4"/>
                    <a:pt x="1" y="4"/>
                  </a:cubicBezTo>
                  <a:cubicBezTo>
                    <a:pt x="2" y="3"/>
                    <a:pt x="3" y="3"/>
                    <a:pt x="4" y="3"/>
                  </a:cubicBezTo>
                  <a:cubicBezTo>
                    <a:pt x="6" y="3"/>
                    <a:pt x="7" y="3"/>
                    <a:pt x="8" y="4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6" y="0"/>
                    <a:pt x="2" y="0"/>
                    <a:pt x="0" y="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3" name="Freeform 24">
              <a:extLst>
                <a:ext uri="{FF2B5EF4-FFF2-40B4-BE49-F238E27FC236}">
                  <a16:creationId xmlns:a16="http://schemas.microsoft.com/office/drawing/2014/main" id="{A41E5D2C-27FD-A5F0-CC28-A047F85321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15034" y="2465003"/>
              <a:ext cx="48818" cy="26036"/>
            </a:xfrm>
            <a:custGeom>
              <a:avLst/>
              <a:gdLst>
                <a:gd name="T0" fmla="*/ 11 w 15"/>
                <a:gd name="T1" fmla="*/ 7 h 8"/>
                <a:gd name="T2" fmla="*/ 10 w 15"/>
                <a:gd name="T3" fmla="*/ 7 h 8"/>
                <a:gd name="T4" fmla="*/ 2 w 15"/>
                <a:gd name="T5" fmla="*/ 7 h 8"/>
                <a:gd name="T6" fmla="*/ 1 w 15"/>
                <a:gd name="T7" fmla="*/ 6 h 8"/>
                <a:gd name="T8" fmla="*/ 1 w 15"/>
                <a:gd name="T9" fmla="*/ 2 h 8"/>
                <a:gd name="T10" fmla="*/ 2 w 15"/>
                <a:gd name="T11" fmla="*/ 1 h 8"/>
                <a:gd name="T12" fmla="*/ 10 w 15"/>
                <a:gd name="T13" fmla="*/ 1 h 8"/>
                <a:gd name="T14" fmla="*/ 11 w 15"/>
                <a:gd name="T15" fmla="*/ 2 h 8"/>
                <a:gd name="T16" fmla="*/ 11 w 15"/>
                <a:gd name="T17" fmla="*/ 7 h 8"/>
                <a:gd name="T18" fmla="*/ 15 w 15"/>
                <a:gd name="T19" fmla="*/ 6 h 8"/>
                <a:gd name="T20" fmla="*/ 15 w 15"/>
                <a:gd name="T21" fmla="*/ 2 h 8"/>
                <a:gd name="T22" fmla="*/ 13 w 15"/>
                <a:gd name="T23" fmla="*/ 0 h 8"/>
                <a:gd name="T24" fmla="*/ 2 w 15"/>
                <a:gd name="T25" fmla="*/ 0 h 8"/>
                <a:gd name="T26" fmla="*/ 0 w 15"/>
                <a:gd name="T27" fmla="*/ 2 h 8"/>
                <a:gd name="T28" fmla="*/ 0 w 15"/>
                <a:gd name="T29" fmla="*/ 6 h 8"/>
                <a:gd name="T30" fmla="*/ 2 w 15"/>
                <a:gd name="T31" fmla="*/ 8 h 8"/>
                <a:gd name="T32" fmla="*/ 7 w 15"/>
                <a:gd name="T33" fmla="*/ 8 h 8"/>
                <a:gd name="T34" fmla="*/ 13 w 15"/>
                <a:gd name="T35" fmla="*/ 8 h 8"/>
                <a:gd name="T36" fmla="*/ 15 w 15"/>
                <a:gd name="T37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" h="8">
                  <a:moveTo>
                    <a:pt x="11" y="7"/>
                  </a:moveTo>
                  <a:cubicBezTo>
                    <a:pt x="10" y="7"/>
                    <a:pt x="10" y="7"/>
                    <a:pt x="10" y="7"/>
                  </a:cubicBezTo>
                  <a:cubicBezTo>
                    <a:pt x="8" y="7"/>
                    <a:pt x="5" y="7"/>
                    <a:pt x="2" y="7"/>
                  </a:cubicBezTo>
                  <a:cubicBezTo>
                    <a:pt x="2" y="7"/>
                    <a:pt x="1" y="6"/>
                    <a:pt x="1" y="6"/>
                  </a:cubicBezTo>
                  <a:cubicBezTo>
                    <a:pt x="1" y="5"/>
                    <a:pt x="1" y="3"/>
                    <a:pt x="1" y="2"/>
                  </a:cubicBezTo>
                  <a:cubicBezTo>
                    <a:pt x="1" y="2"/>
                    <a:pt x="2" y="1"/>
                    <a:pt x="2" y="1"/>
                  </a:cubicBezTo>
                  <a:cubicBezTo>
                    <a:pt x="5" y="1"/>
                    <a:pt x="8" y="1"/>
                    <a:pt x="10" y="1"/>
                  </a:cubicBezTo>
                  <a:cubicBezTo>
                    <a:pt x="11" y="2"/>
                    <a:pt x="11" y="2"/>
                    <a:pt x="11" y="2"/>
                  </a:cubicBezTo>
                  <a:lnTo>
                    <a:pt x="11" y="7"/>
                  </a:lnTo>
                  <a:close/>
                  <a:moveTo>
                    <a:pt x="15" y="6"/>
                  </a:moveTo>
                  <a:cubicBezTo>
                    <a:pt x="15" y="5"/>
                    <a:pt x="15" y="3"/>
                    <a:pt x="15" y="2"/>
                  </a:cubicBezTo>
                  <a:cubicBezTo>
                    <a:pt x="15" y="1"/>
                    <a:pt x="14" y="0"/>
                    <a:pt x="13" y="0"/>
                  </a:cubicBezTo>
                  <a:cubicBezTo>
                    <a:pt x="9" y="0"/>
                    <a:pt x="6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7"/>
                    <a:pt x="1" y="8"/>
                    <a:pt x="2" y="8"/>
                  </a:cubicBezTo>
                  <a:cubicBezTo>
                    <a:pt x="4" y="8"/>
                    <a:pt x="6" y="8"/>
                    <a:pt x="7" y="8"/>
                  </a:cubicBezTo>
                  <a:cubicBezTo>
                    <a:pt x="9" y="8"/>
                    <a:pt x="11" y="8"/>
                    <a:pt x="13" y="8"/>
                  </a:cubicBezTo>
                  <a:cubicBezTo>
                    <a:pt x="14" y="8"/>
                    <a:pt x="15" y="7"/>
                    <a:pt x="15" y="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4" name="Oval 25">
              <a:extLst>
                <a:ext uri="{FF2B5EF4-FFF2-40B4-BE49-F238E27FC236}">
                  <a16:creationId xmlns:a16="http://schemas.microsoft.com/office/drawing/2014/main" id="{DB068453-37C1-9454-E283-E6B704EB3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66215" y="2484530"/>
              <a:ext cx="9764" cy="650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5" name="Freeform 26">
              <a:extLst>
                <a:ext uri="{FF2B5EF4-FFF2-40B4-BE49-F238E27FC236}">
                  <a16:creationId xmlns:a16="http://schemas.microsoft.com/office/drawing/2014/main" id="{3914952F-86DC-552E-EA9C-3E2D290754F0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9704" y="2471514"/>
              <a:ext cx="19527" cy="9764"/>
            </a:xfrm>
            <a:custGeom>
              <a:avLst/>
              <a:gdLst>
                <a:gd name="T0" fmla="*/ 0 w 6"/>
                <a:gd name="T1" fmla="*/ 2 h 3"/>
                <a:gd name="T2" fmla="*/ 2 w 6"/>
                <a:gd name="T3" fmla="*/ 3 h 3"/>
                <a:gd name="T4" fmla="*/ 3 w 6"/>
                <a:gd name="T5" fmla="*/ 3 h 3"/>
                <a:gd name="T6" fmla="*/ 5 w 6"/>
                <a:gd name="T7" fmla="*/ 3 h 3"/>
                <a:gd name="T8" fmla="*/ 6 w 6"/>
                <a:gd name="T9" fmla="*/ 2 h 3"/>
                <a:gd name="T10" fmla="*/ 0 w 6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">
                  <a:moveTo>
                    <a:pt x="0" y="2"/>
                  </a:moveTo>
                  <a:cubicBezTo>
                    <a:pt x="1" y="3"/>
                    <a:pt x="1" y="3"/>
                    <a:pt x="2" y="3"/>
                  </a:cubicBezTo>
                  <a:cubicBezTo>
                    <a:pt x="2" y="3"/>
                    <a:pt x="3" y="3"/>
                    <a:pt x="3" y="3"/>
                  </a:cubicBezTo>
                  <a:cubicBezTo>
                    <a:pt x="4" y="3"/>
                    <a:pt x="4" y="3"/>
                    <a:pt x="5" y="3"/>
                  </a:cubicBezTo>
                  <a:cubicBezTo>
                    <a:pt x="5" y="3"/>
                    <a:pt x="6" y="3"/>
                    <a:pt x="6" y="2"/>
                  </a:cubicBezTo>
                  <a:cubicBezTo>
                    <a:pt x="5" y="0"/>
                    <a:pt x="2" y="0"/>
                    <a:pt x="0" y="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6" name="Freeform 27">
              <a:extLst>
                <a:ext uri="{FF2B5EF4-FFF2-40B4-BE49-F238E27FC236}">
                  <a16:creationId xmlns:a16="http://schemas.microsoft.com/office/drawing/2014/main" id="{0FA4592E-ABF7-BD8D-9921-5DB5131B4F46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1361" y="2481278"/>
              <a:ext cx="9764" cy="9764"/>
            </a:xfrm>
            <a:custGeom>
              <a:avLst/>
              <a:gdLst>
                <a:gd name="T0" fmla="*/ 2 w 3"/>
                <a:gd name="T1" fmla="*/ 0 h 3"/>
                <a:gd name="T2" fmla="*/ 2 w 3"/>
                <a:gd name="T3" fmla="*/ 0 h 3"/>
                <a:gd name="T4" fmla="*/ 0 w 3"/>
                <a:gd name="T5" fmla="*/ 1 h 3"/>
                <a:gd name="T6" fmla="*/ 0 w 3"/>
                <a:gd name="T7" fmla="*/ 2 h 3"/>
                <a:gd name="T8" fmla="*/ 2 w 3"/>
                <a:gd name="T9" fmla="*/ 3 h 3"/>
                <a:gd name="T10" fmla="*/ 2 w 3"/>
                <a:gd name="T11" fmla="*/ 3 h 3"/>
                <a:gd name="T12" fmla="*/ 3 w 3"/>
                <a:gd name="T13" fmla="*/ 2 h 3"/>
                <a:gd name="T14" fmla="*/ 3 w 3"/>
                <a:gd name="T15" fmla="*/ 1 h 3"/>
                <a:gd name="T16" fmla="*/ 2 w 3"/>
                <a:gd name="T1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3"/>
                    <a:pt x="3" y="3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0"/>
                    <a:pt x="3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7" name="Freeform 28">
              <a:extLst>
                <a:ext uri="{FF2B5EF4-FFF2-40B4-BE49-F238E27FC236}">
                  <a16:creationId xmlns:a16="http://schemas.microsoft.com/office/drawing/2014/main" id="{55E82977-FE54-29D2-41F2-1A47CF19E791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0650" y="2465003"/>
              <a:ext cx="6509" cy="26036"/>
            </a:xfrm>
            <a:custGeom>
              <a:avLst/>
              <a:gdLst>
                <a:gd name="T0" fmla="*/ 1 w 2"/>
                <a:gd name="T1" fmla="*/ 0 h 8"/>
                <a:gd name="T2" fmla="*/ 1 w 2"/>
                <a:gd name="T3" fmla="*/ 0 h 8"/>
                <a:gd name="T4" fmla="*/ 0 w 2"/>
                <a:gd name="T5" fmla="*/ 1 h 8"/>
                <a:gd name="T6" fmla="*/ 0 w 2"/>
                <a:gd name="T7" fmla="*/ 7 h 8"/>
                <a:gd name="T8" fmla="*/ 1 w 2"/>
                <a:gd name="T9" fmla="*/ 8 h 8"/>
                <a:gd name="T10" fmla="*/ 1 w 2"/>
                <a:gd name="T11" fmla="*/ 8 h 8"/>
                <a:gd name="T12" fmla="*/ 2 w 2"/>
                <a:gd name="T13" fmla="*/ 7 h 8"/>
                <a:gd name="T14" fmla="*/ 2 w 2"/>
                <a:gd name="T15" fmla="*/ 1 h 8"/>
                <a:gd name="T16" fmla="*/ 1 w 2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" h="8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8"/>
                    <a:pt x="0" y="8"/>
                    <a:pt x="1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7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0"/>
                    <a:pt x="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8" name="Freeform 29">
              <a:extLst>
                <a:ext uri="{FF2B5EF4-FFF2-40B4-BE49-F238E27FC236}">
                  <a16:creationId xmlns:a16="http://schemas.microsoft.com/office/drawing/2014/main" id="{F8490F4D-A3E7-1931-D73A-02C66D89878A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3250" y="2465003"/>
              <a:ext cx="26036" cy="26036"/>
            </a:xfrm>
            <a:custGeom>
              <a:avLst/>
              <a:gdLst>
                <a:gd name="T0" fmla="*/ 12 w 16"/>
                <a:gd name="T1" fmla="*/ 0 h 16"/>
                <a:gd name="T2" fmla="*/ 8 w 16"/>
                <a:gd name="T3" fmla="*/ 14 h 16"/>
                <a:gd name="T4" fmla="*/ 4 w 16"/>
                <a:gd name="T5" fmla="*/ 0 h 16"/>
                <a:gd name="T6" fmla="*/ 0 w 16"/>
                <a:gd name="T7" fmla="*/ 0 h 16"/>
                <a:gd name="T8" fmla="*/ 0 w 16"/>
                <a:gd name="T9" fmla="*/ 16 h 16"/>
                <a:gd name="T10" fmla="*/ 2 w 16"/>
                <a:gd name="T11" fmla="*/ 16 h 16"/>
                <a:gd name="T12" fmla="*/ 2 w 16"/>
                <a:gd name="T13" fmla="*/ 4 h 16"/>
                <a:gd name="T14" fmla="*/ 2 w 16"/>
                <a:gd name="T15" fmla="*/ 4 h 16"/>
                <a:gd name="T16" fmla="*/ 8 w 16"/>
                <a:gd name="T17" fmla="*/ 16 h 16"/>
                <a:gd name="T18" fmla="*/ 8 w 16"/>
                <a:gd name="T19" fmla="*/ 16 h 16"/>
                <a:gd name="T20" fmla="*/ 14 w 16"/>
                <a:gd name="T21" fmla="*/ 4 h 16"/>
                <a:gd name="T22" fmla="*/ 14 w 16"/>
                <a:gd name="T23" fmla="*/ 4 h 16"/>
                <a:gd name="T24" fmla="*/ 14 w 16"/>
                <a:gd name="T25" fmla="*/ 16 h 16"/>
                <a:gd name="T26" fmla="*/ 16 w 16"/>
                <a:gd name="T27" fmla="*/ 16 h 16"/>
                <a:gd name="T28" fmla="*/ 16 w 16"/>
                <a:gd name="T29" fmla="*/ 0 h 16"/>
                <a:gd name="T30" fmla="*/ 12 w 16"/>
                <a:gd name="T3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16">
                  <a:moveTo>
                    <a:pt x="12" y="0"/>
                  </a:moveTo>
                  <a:lnTo>
                    <a:pt x="8" y="14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2" y="4"/>
                  </a:lnTo>
                  <a:lnTo>
                    <a:pt x="2" y="4"/>
                  </a:lnTo>
                  <a:lnTo>
                    <a:pt x="8" y="16"/>
                  </a:lnTo>
                  <a:lnTo>
                    <a:pt x="8" y="16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4" y="16"/>
                  </a:lnTo>
                  <a:lnTo>
                    <a:pt x="16" y="16"/>
                  </a:lnTo>
                  <a:lnTo>
                    <a:pt x="16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9" name="Freeform 30">
              <a:extLst>
                <a:ext uri="{FF2B5EF4-FFF2-40B4-BE49-F238E27FC236}">
                  <a16:creationId xmlns:a16="http://schemas.microsoft.com/office/drawing/2014/main" id="{38265B12-C767-7733-0238-A69B2C7DE4DD}"/>
                </a:ext>
              </a:extLst>
            </p:cNvPr>
            <p:cNvSpPr>
              <a:spLocks/>
            </p:cNvSpPr>
            <p:nvPr/>
          </p:nvSpPr>
          <p:spPr bwMode="auto">
            <a:xfrm>
              <a:off x="7307632" y="2471512"/>
              <a:ext cx="6509" cy="19527"/>
            </a:xfrm>
            <a:custGeom>
              <a:avLst/>
              <a:gdLst>
                <a:gd name="T0" fmla="*/ 1 w 2"/>
                <a:gd name="T1" fmla="*/ 0 h 6"/>
                <a:gd name="T2" fmla="*/ 1 w 2"/>
                <a:gd name="T3" fmla="*/ 0 h 6"/>
                <a:gd name="T4" fmla="*/ 0 w 2"/>
                <a:gd name="T5" fmla="*/ 2 h 6"/>
                <a:gd name="T6" fmla="*/ 0 w 2"/>
                <a:gd name="T7" fmla="*/ 5 h 6"/>
                <a:gd name="T8" fmla="*/ 1 w 2"/>
                <a:gd name="T9" fmla="*/ 6 h 6"/>
                <a:gd name="T10" fmla="*/ 1 w 2"/>
                <a:gd name="T11" fmla="*/ 6 h 6"/>
                <a:gd name="T12" fmla="*/ 2 w 2"/>
                <a:gd name="T13" fmla="*/ 5 h 6"/>
                <a:gd name="T14" fmla="*/ 2 w 2"/>
                <a:gd name="T15" fmla="*/ 2 h 6"/>
                <a:gd name="T16" fmla="*/ 1 w 2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" h="6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6"/>
                    <a:pt x="2" y="6"/>
                    <a:pt x="2" y="5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1" name="Bildplatzhalter 37">
            <a:extLst>
              <a:ext uri="{FF2B5EF4-FFF2-40B4-BE49-F238E27FC236}">
                <a16:creationId xmlns:a16="http://schemas.microsoft.com/office/drawing/2014/main" id="{B2C23282-6E91-54EA-2FA1-F515B7D9D4A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087155" y="2431904"/>
            <a:ext cx="2510152" cy="3276014"/>
          </a:xfrm>
          <a:custGeom>
            <a:avLst/>
            <a:gdLst>
              <a:gd name="connsiteX0" fmla="*/ 106268 w 2517211"/>
              <a:gd name="connsiteY0" fmla="*/ 0 h 3285589"/>
              <a:gd name="connsiteX1" fmla="*/ 2410944 w 2517211"/>
              <a:gd name="connsiteY1" fmla="*/ 0 h 3285589"/>
              <a:gd name="connsiteX2" fmla="*/ 2517211 w 2517211"/>
              <a:gd name="connsiteY2" fmla="*/ 105139 h 3285589"/>
              <a:gd name="connsiteX3" fmla="*/ 2517211 w 2517211"/>
              <a:gd name="connsiteY3" fmla="*/ 3180451 h 3285589"/>
              <a:gd name="connsiteX4" fmla="*/ 2410944 w 2517211"/>
              <a:gd name="connsiteY4" fmla="*/ 3285589 h 3285589"/>
              <a:gd name="connsiteX5" fmla="*/ 106268 w 2517211"/>
              <a:gd name="connsiteY5" fmla="*/ 3285589 h 3285589"/>
              <a:gd name="connsiteX6" fmla="*/ 0 w 2517211"/>
              <a:gd name="connsiteY6" fmla="*/ 3180451 h 3285589"/>
              <a:gd name="connsiteX7" fmla="*/ 0 w 2517211"/>
              <a:gd name="connsiteY7" fmla="*/ 105139 h 3285589"/>
              <a:gd name="connsiteX8" fmla="*/ 106268 w 2517211"/>
              <a:gd name="connsiteY8" fmla="*/ 0 h 3285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17211" h="3285589">
                <a:moveTo>
                  <a:pt x="106268" y="0"/>
                </a:moveTo>
                <a:cubicBezTo>
                  <a:pt x="2410944" y="0"/>
                  <a:pt x="2410944" y="0"/>
                  <a:pt x="2410944" y="0"/>
                </a:cubicBezTo>
                <a:cubicBezTo>
                  <a:pt x="2467399" y="0"/>
                  <a:pt x="2517211" y="49284"/>
                  <a:pt x="2517211" y="105139"/>
                </a:cubicBezTo>
                <a:cubicBezTo>
                  <a:pt x="2517211" y="3180451"/>
                  <a:pt x="2517211" y="3180451"/>
                  <a:pt x="2517211" y="3180451"/>
                </a:cubicBezTo>
                <a:cubicBezTo>
                  <a:pt x="2517211" y="3239591"/>
                  <a:pt x="2467399" y="3285589"/>
                  <a:pt x="2410944" y="3285589"/>
                </a:cubicBezTo>
                <a:cubicBezTo>
                  <a:pt x="106268" y="3285589"/>
                  <a:pt x="106268" y="3285589"/>
                  <a:pt x="106268" y="3285589"/>
                </a:cubicBezTo>
                <a:cubicBezTo>
                  <a:pt x="46493" y="3285589"/>
                  <a:pt x="0" y="3239591"/>
                  <a:pt x="0" y="3180451"/>
                </a:cubicBezTo>
                <a:cubicBezTo>
                  <a:pt x="0" y="105139"/>
                  <a:pt x="0" y="105139"/>
                  <a:pt x="0" y="105139"/>
                </a:cubicBezTo>
                <a:cubicBezTo>
                  <a:pt x="0" y="49284"/>
                  <a:pt x="46493" y="0"/>
                  <a:pt x="106268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endParaRPr lang="de-DE"/>
          </a:p>
        </p:txBody>
      </p:sp>
      <p:sp>
        <p:nvSpPr>
          <p:cNvPr id="62" name="Freeform 11">
            <a:extLst>
              <a:ext uri="{FF2B5EF4-FFF2-40B4-BE49-F238E27FC236}">
                <a16:creationId xmlns:a16="http://schemas.microsoft.com/office/drawing/2014/main" id="{BD7C93A2-C231-BA31-2E64-8F02C62A16C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5073390" y="2380385"/>
            <a:ext cx="2559698" cy="3353808"/>
          </a:xfrm>
          <a:custGeom>
            <a:avLst/>
            <a:gdLst>
              <a:gd name="T0" fmla="*/ 44 w 787"/>
              <a:gd name="T1" fmla="*/ 1018 h 1031"/>
              <a:gd name="T2" fmla="*/ 12 w 787"/>
              <a:gd name="T3" fmla="*/ 986 h 1031"/>
              <a:gd name="T4" fmla="*/ 12 w 787"/>
              <a:gd name="T5" fmla="*/ 50 h 1031"/>
              <a:gd name="T6" fmla="*/ 44 w 787"/>
              <a:gd name="T7" fmla="*/ 18 h 1031"/>
              <a:gd name="T8" fmla="*/ 738 w 787"/>
              <a:gd name="T9" fmla="*/ 18 h 1031"/>
              <a:gd name="T10" fmla="*/ 770 w 787"/>
              <a:gd name="T11" fmla="*/ 50 h 1031"/>
              <a:gd name="T12" fmla="*/ 770 w 787"/>
              <a:gd name="T13" fmla="*/ 986 h 1031"/>
              <a:gd name="T14" fmla="*/ 738 w 787"/>
              <a:gd name="T15" fmla="*/ 1018 h 1031"/>
              <a:gd name="T16" fmla="*/ 44 w 787"/>
              <a:gd name="T17" fmla="*/ 1018 h 1031"/>
              <a:gd name="T18" fmla="*/ 782 w 787"/>
              <a:gd name="T19" fmla="*/ 986 h 1031"/>
              <a:gd name="T20" fmla="*/ 782 w 787"/>
              <a:gd name="T21" fmla="*/ 162 h 1031"/>
              <a:gd name="T22" fmla="*/ 786 w 787"/>
              <a:gd name="T23" fmla="*/ 162 h 1031"/>
              <a:gd name="T24" fmla="*/ 787 w 787"/>
              <a:gd name="T25" fmla="*/ 161 h 1031"/>
              <a:gd name="T26" fmla="*/ 787 w 787"/>
              <a:gd name="T27" fmla="*/ 125 h 1031"/>
              <a:gd name="T28" fmla="*/ 786 w 787"/>
              <a:gd name="T29" fmla="*/ 123 h 1031"/>
              <a:gd name="T30" fmla="*/ 782 w 787"/>
              <a:gd name="T31" fmla="*/ 123 h 1031"/>
              <a:gd name="T32" fmla="*/ 782 w 787"/>
              <a:gd name="T33" fmla="*/ 112 h 1031"/>
              <a:gd name="T34" fmla="*/ 786 w 787"/>
              <a:gd name="T35" fmla="*/ 112 h 1031"/>
              <a:gd name="T36" fmla="*/ 787 w 787"/>
              <a:gd name="T37" fmla="*/ 111 h 1031"/>
              <a:gd name="T38" fmla="*/ 787 w 787"/>
              <a:gd name="T39" fmla="*/ 74 h 1031"/>
              <a:gd name="T40" fmla="*/ 786 w 787"/>
              <a:gd name="T41" fmla="*/ 73 h 1031"/>
              <a:gd name="T42" fmla="*/ 782 w 787"/>
              <a:gd name="T43" fmla="*/ 73 h 1031"/>
              <a:gd name="T44" fmla="*/ 782 w 787"/>
              <a:gd name="T45" fmla="*/ 50 h 1031"/>
              <a:gd name="T46" fmla="*/ 738 w 787"/>
              <a:gd name="T47" fmla="*/ 6 h 1031"/>
              <a:gd name="T48" fmla="*/ 738 w 787"/>
              <a:gd name="T49" fmla="*/ 1 h 1031"/>
              <a:gd name="T50" fmla="*/ 737 w 787"/>
              <a:gd name="T51" fmla="*/ 0 h 1031"/>
              <a:gd name="T52" fmla="*/ 701 w 787"/>
              <a:gd name="T53" fmla="*/ 0 h 1031"/>
              <a:gd name="T54" fmla="*/ 699 w 787"/>
              <a:gd name="T55" fmla="*/ 1 h 1031"/>
              <a:gd name="T56" fmla="*/ 699 w 787"/>
              <a:gd name="T57" fmla="*/ 6 h 1031"/>
              <a:gd name="T58" fmla="*/ 44 w 787"/>
              <a:gd name="T59" fmla="*/ 6 h 1031"/>
              <a:gd name="T60" fmla="*/ 0 w 787"/>
              <a:gd name="T61" fmla="*/ 50 h 1031"/>
              <a:gd name="T62" fmla="*/ 0 w 787"/>
              <a:gd name="T63" fmla="*/ 986 h 1031"/>
              <a:gd name="T64" fmla="*/ 44 w 787"/>
              <a:gd name="T65" fmla="*/ 1031 h 1031"/>
              <a:gd name="T66" fmla="*/ 738 w 787"/>
              <a:gd name="T67" fmla="*/ 1031 h 1031"/>
              <a:gd name="T68" fmla="*/ 782 w 787"/>
              <a:gd name="T69" fmla="*/ 986 h 10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787" h="1031">
                <a:moveTo>
                  <a:pt x="44" y="1018"/>
                </a:moveTo>
                <a:cubicBezTo>
                  <a:pt x="26" y="1018"/>
                  <a:pt x="12" y="1004"/>
                  <a:pt x="12" y="986"/>
                </a:cubicBezTo>
                <a:cubicBezTo>
                  <a:pt x="12" y="50"/>
                  <a:pt x="12" y="50"/>
                  <a:pt x="12" y="50"/>
                </a:cubicBezTo>
                <a:cubicBezTo>
                  <a:pt x="12" y="33"/>
                  <a:pt x="26" y="18"/>
                  <a:pt x="44" y="18"/>
                </a:cubicBezTo>
                <a:cubicBezTo>
                  <a:pt x="738" y="18"/>
                  <a:pt x="738" y="18"/>
                  <a:pt x="738" y="18"/>
                </a:cubicBezTo>
                <a:cubicBezTo>
                  <a:pt x="755" y="18"/>
                  <a:pt x="770" y="33"/>
                  <a:pt x="770" y="50"/>
                </a:cubicBezTo>
                <a:cubicBezTo>
                  <a:pt x="770" y="986"/>
                  <a:pt x="770" y="986"/>
                  <a:pt x="770" y="986"/>
                </a:cubicBezTo>
                <a:cubicBezTo>
                  <a:pt x="770" y="1004"/>
                  <a:pt x="755" y="1018"/>
                  <a:pt x="738" y="1018"/>
                </a:cubicBezTo>
                <a:cubicBezTo>
                  <a:pt x="44" y="1018"/>
                  <a:pt x="44" y="1018"/>
                  <a:pt x="44" y="1018"/>
                </a:cubicBezTo>
                <a:moveTo>
                  <a:pt x="782" y="986"/>
                </a:moveTo>
                <a:cubicBezTo>
                  <a:pt x="782" y="162"/>
                  <a:pt x="782" y="162"/>
                  <a:pt x="782" y="162"/>
                </a:cubicBezTo>
                <a:cubicBezTo>
                  <a:pt x="786" y="162"/>
                  <a:pt x="786" y="162"/>
                  <a:pt x="786" y="162"/>
                </a:cubicBezTo>
                <a:cubicBezTo>
                  <a:pt x="787" y="162"/>
                  <a:pt x="787" y="161"/>
                  <a:pt x="787" y="161"/>
                </a:cubicBezTo>
                <a:cubicBezTo>
                  <a:pt x="787" y="125"/>
                  <a:pt x="787" y="125"/>
                  <a:pt x="787" y="125"/>
                </a:cubicBezTo>
                <a:cubicBezTo>
                  <a:pt x="787" y="124"/>
                  <a:pt x="787" y="123"/>
                  <a:pt x="786" y="123"/>
                </a:cubicBezTo>
                <a:cubicBezTo>
                  <a:pt x="782" y="123"/>
                  <a:pt x="782" y="123"/>
                  <a:pt x="782" y="123"/>
                </a:cubicBezTo>
                <a:cubicBezTo>
                  <a:pt x="782" y="112"/>
                  <a:pt x="782" y="112"/>
                  <a:pt x="782" y="112"/>
                </a:cubicBezTo>
                <a:cubicBezTo>
                  <a:pt x="786" y="112"/>
                  <a:pt x="786" y="112"/>
                  <a:pt x="786" y="112"/>
                </a:cubicBezTo>
                <a:cubicBezTo>
                  <a:pt x="787" y="112"/>
                  <a:pt x="787" y="111"/>
                  <a:pt x="787" y="111"/>
                </a:cubicBezTo>
                <a:cubicBezTo>
                  <a:pt x="787" y="74"/>
                  <a:pt x="787" y="74"/>
                  <a:pt x="787" y="74"/>
                </a:cubicBezTo>
                <a:cubicBezTo>
                  <a:pt x="787" y="74"/>
                  <a:pt x="787" y="73"/>
                  <a:pt x="786" y="73"/>
                </a:cubicBezTo>
                <a:cubicBezTo>
                  <a:pt x="782" y="73"/>
                  <a:pt x="782" y="73"/>
                  <a:pt x="782" y="73"/>
                </a:cubicBezTo>
                <a:cubicBezTo>
                  <a:pt x="782" y="50"/>
                  <a:pt x="782" y="50"/>
                  <a:pt x="782" y="50"/>
                </a:cubicBezTo>
                <a:cubicBezTo>
                  <a:pt x="782" y="26"/>
                  <a:pt x="763" y="6"/>
                  <a:pt x="738" y="6"/>
                </a:cubicBezTo>
                <a:cubicBezTo>
                  <a:pt x="738" y="1"/>
                  <a:pt x="738" y="1"/>
                  <a:pt x="738" y="1"/>
                </a:cubicBezTo>
                <a:cubicBezTo>
                  <a:pt x="738" y="0"/>
                  <a:pt x="738" y="0"/>
                  <a:pt x="737" y="0"/>
                </a:cubicBezTo>
                <a:cubicBezTo>
                  <a:pt x="701" y="0"/>
                  <a:pt x="701" y="0"/>
                  <a:pt x="701" y="0"/>
                </a:cubicBezTo>
                <a:cubicBezTo>
                  <a:pt x="700" y="0"/>
                  <a:pt x="699" y="0"/>
                  <a:pt x="699" y="1"/>
                </a:cubicBezTo>
                <a:cubicBezTo>
                  <a:pt x="699" y="6"/>
                  <a:pt x="699" y="6"/>
                  <a:pt x="699" y="6"/>
                </a:cubicBezTo>
                <a:cubicBezTo>
                  <a:pt x="44" y="6"/>
                  <a:pt x="44" y="6"/>
                  <a:pt x="44" y="6"/>
                </a:cubicBezTo>
                <a:cubicBezTo>
                  <a:pt x="19" y="6"/>
                  <a:pt x="0" y="26"/>
                  <a:pt x="0" y="50"/>
                </a:cubicBezTo>
                <a:cubicBezTo>
                  <a:pt x="0" y="986"/>
                  <a:pt x="0" y="986"/>
                  <a:pt x="0" y="986"/>
                </a:cubicBezTo>
                <a:cubicBezTo>
                  <a:pt x="0" y="1011"/>
                  <a:pt x="19" y="1031"/>
                  <a:pt x="44" y="1031"/>
                </a:cubicBezTo>
                <a:cubicBezTo>
                  <a:pt x="738" y="1031"/>
                  <a:pt x="738" y="1031"/>
                  <a:pt x="738" y="1031"/>
                </a:cubicBezTo>
                <a:cubicBezTo>
                  <a:pt x="762" y="1031"/>
                  <a:pt x="782" y="1011"/>
                  <a:pt x="782" y="986"/>
                </a:cubicBezTo>
              </a:path>
            </a:pathLst>
          </a:custGeom>
          <a:solidFill>
            <a:srgbClr val="2F3941"/>
          </a:solidFill>
          <a:ln>
            <a:noFill/>
          </a:ln>
        </p:spPr>
        <p:txBody>
          <a:bodyPr vert="horz" wrap="square" lIns="114942" tIns="57471" rIns="114942" bIns="57471" numCol="1" anchor="ctr" anchorCtr="1" compatLnSpc="1">
            <a:prstTxWarp prst="textNoShape">
              <a:avLst/>
            </a:prstTxWarp>
          </a:bodyPr>
          <a:lstStyle/>
          <a:p>
            <a:endParaRPr lang="en-US" sz="2263"/>
          </a:p>
        </p:txBody>
      </p:sp>
      <p:grpSp>
        <p:nvGrpSpPr>
          <p:cNvPr id="63" name="Group 27">
            <a:extLst>
              <a:ext uri="{FF2B5EF4-FFF2-40B4-BE49-F238E27FC236}">
                <a16:creationId xmlns:a16="http://schemas.microsoft.com/office/drawing/2014/main" id="{4557DAD6-94F9-57B1-B9B8-67E3F96326B0}"/>
              </a:ext>
            </a:extLst>
          </p:cNvPr>
          <p:cNvGrpSpPr/>
          <p:nvPr userDrawn="1"/>
        </p:nvGrpSpPr>
        <p:grpSpPr>
          <a:xfrm>
            <a:off x="7105852" y="2461748"/>
            <a:ext cx="364509" cy="29294"/>
            <a:chOff x="7105852" y="2461748"/>
            <a:chExt cx="364509" cy="29294"/>
          </a:xfrm>
        </p:grpSpPr>
        <p:sp>
          <p:nvSpPr>
            <p:cNvPr id="64" name="Freeform 16">
              <a:extLst>
                <a:ext uri="{FF2B5EF4-FFF2-40B4-BE49-F238E27FC236}">
                  <a16:creationId xmlns:a16="http://schemas.microsoft.com/office/drawing/2014/main" id="{00D6BCAA-854B-5C95-D722-048DA179BA81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8398" y="2465003"/>
              <a:ext cx="16273" cy="26036"/>
            </a:xfrm>
            <a:custGeom>
              <a:avLst/>
              <a:gdLst>
                <a:gd name="T0" fmla="*/ 3 w 5"/>
                <a:gd name="T1" fmla="*/ 4 h 8"/>
                <a:gd name="T2" fmla="*/ 3 w 5"/>
                <a:gd name="T3" fmla="*/ 4 h 8"/>
                <a:gd name="T4" fmla="*/ 4 w 5"/>
                <a:gd name="T5" fmla="*/ 3 h 8"/>
                <a:gd name="T6" fmla="*/ 4 w 5"/>
                <a:gd name="T7" fmla="*/ 2 h 8"/>
                <a:gd name="T8" fmla="*/ 4 w 5"/>
                <a:gd name="T9" fmla="*/ 1 h 8"/>
                <a:gd name="T10" fmla="*/ 4 w 5"/>
                <a:gd name="T11" fmla="*/ 1 h 8"/>
                <a:gd name="T12" fmla="*/ 3 w 5"/>
                <a:gd name="T13" fmla="*/ 0 h 8"/>
                <a:gd name="T14" fmla="*/ 2 w 5"/>
                <a:gd name="T15" fmla="*/ 0 h 8"/>
                <a:gd name="T16" fmla="*/ 1 w 5"/>
                <a:gd name="T17" fmla="*/ 0 h 8"/>
                <a:gd name="T18" fmla="*/ 0 w 5"/>
                <a:gd name="T19" fmla="*/ 1 h 8"/>
                <a:gd name="T20" fmla="*/ 0 w 5"/>
                <a:gd name="T21" fmla="*/ 2 h 8"/>
                <a:gd name="T22" fmla="*/ 0 w 5"/>
                <a:gd name="T23" fmla="*/ 3 h 8"/>
                <a:gd name="T24" fmla="*/ 1 w 5"/>
                <a:gd name="T25" fmla="*/ 3 h 8"/>
                <a:gd name="T26" fmla="*/ 1 w 5"/>
                <a:gd name="T27" fmla="*/ 2 h 8"/>
                <a:gd name="T28" fmla="*/ 1 w 5"/>
                <a:gd name="T29" fmla="*/ 2 h 8"/>
                <a:gd name="T30" fmla="*/ 1 w 5"/>
                <a:gd name="T31" fmla="*/ 1 h 8"/>
                <a:gd name="T32" fmla="*/ 2 w 5"/>
                <a:gd name="T33" fmla="*/ 1 h 8"/>
                <a:gd name="T34" fmla="*/ 3 w 5"/>
                <a:gd name="T35" fmla="*/ 1 h 8"/>
                <a:gd name="T36" fmla="*/ 3 w 5"/>
                <a:gd name="T37" fmla="*/ 2 h 8"/>
                <a:gd name="T38" fmla="*/ 3 w 5"/>
                <a:gd name="T39" fmla="*/ 3 h 8"/>
                <a:gd name="T40" fmla="*/ 3 w 5"/>
                <a:gd name="T41" fmla="*/ 3 h 8"/>
                <a:gd name="T42" fmla="*/ 2 w 5"/>
                <a:gd name="T43" fmla="*/ 3 h 8"/>
                <a:gd name="T44" fmla="*/ 2 w 5"/>
                <a:gd name="T45" fmla="*/ 4 h 8"/>
                <a:gd name="T46" fmla="*/ 2 w 5"/>
                <a:gd name="T47" fmla="*/ 4 h 8"/>
                <a:gd name="T48" fmla="*/ 2 w 5"/>
                <a:gd name="T49" fmla="*/ 4 h 8"/>
                <a:gd name="T50" fmla="*/ 2 w 5"/>
                <a:gd name="T51" fmla="*/ 4 h 8"/>
                <a:gd name="T52" fmla="*/ 2 w 5"/>
                <a:gd name="T53" fmla="*/ 4 h 8"/>
                <a:gd name="T54" fmla="*/ 3 w 5"/>
                <a:gd name="T55" fmla="*/ 4 h 8"/>
                <a:gd name="T56" fmla="*/ 3 w 5"/>
                <a:gd name="T57" fmla="*/ 5 h 8"/>
                <a:gd name="T58" fmla="*/ 4 w 5"/>
                <a:gd name="T59" fmla="*/ 5 h 8"/>
                <a:gd name="T60" fmla="*/ 4 w 5"/>
                <a:gd name="T61" fmla="*/ 6 h 8"/>
                <a:gd name="T62" fmla="*/ 4 w 5"/>
                <a:gd name="T63" fmla="*/ 6 h 8"/>
                <a:gd name="T64" fmla="*/ 3 w 5"/>
                <a:gd name="T65" fmla="*/ 7 h 8"/>
                <a:gd name="T66" fmla="*/ 3 w 5"/>
                <a:gd name="T67" fmla="*/ 7 h 8"/>
                <a:gd name="T68" fmla="*/ 2 w 5"/>
                <a:gd name="T69" fmla="*/ 7 h 8"/>
                <a:gd name="T70" fmla="*/ 1 w 5"/>
                <a:gd name="T71" fmla="*/ 7 h 8"/>
                <a:gd name="T72" fmla="*/ 0 w 5"/>
                <a:gd name="T73" fmla="*/ 5 h 8"/>
                <a:gd name="T74" fmla="*/ 0 w 5"/>
                <a:gd name="T75" fmla="*/ 5 h 8"/>
                <a:gd name="T76" fmla="*/ 0 w 5"/>
                <a:gd name="T77" fmla="*/ 6 h 8"/>
                <a:gd name="T78" fmla="*/ 0 w 5"/>
                <a:gd name="T79" fmla="*/ 7 h 8"/>
                <a:gd name="T80" fmla="*/ 1 w 5"/>
                <a:gd name="T81" fmla="*/ 8 h 8"/>
                <a:gd name="T82" fmla="*/ 2 w 5"/>
                <a:gd name="T83" fmla="*/ 8 h 8"/>
                <a:gd name="T84" fmla="*/ 3 w 5"/>
                <a:gd name="T85" fmla="*/ 8 h 8"/>
                <a:gd name="T86" fmla="*/ 4 w 5"/>
                <a:gd name="T87" fmla="*/ 7 h 8"/>
                <a:gd name="T88" fmla="*/ 4 w 5"/>
                <a:gd name="T89" fmla="*/ 7 h 8"/>
                <a:gd name="T90" fmla="*/ 5 w 5"/>
                <a:gd name="T91" fmla="*/ 6 h 8"/>
                <a:gd name="T92" fmla="*/ 4 w 5"/>
                <a:gd name="T93" fmla="*/ 4 h 8"/>
                <a:gd name="T94" fmla="*/ 3 w 5"/>
                <a:gd name="T95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" h="8">
                  <a:moveTo>
                    <a:pt x="3" y="4"/>
                  </a:moveTo>
                  <a:cubicBezTo>
                    <a:pt x="3" y="4"/>
                    <a:pt x="3" y="4"/>
                    <a:pt x="3" y="4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1" y="7"/>
                    <a:pt x="1" y="7"/>
                  </a:cubicBezTo>
                  <a:cubicBezTo>
                    <a:pt x="1" y="6"/>
                    <a:pt x="0" y="6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4" y="5"/>
                    <a:pt x="4" y="4"/>
                  </a:cubicBezTo>
                  <a:cubicBezTo>
                    <a:pt x="4" y="4"/>
                    <a:pt x="4" y="4"/>
                    <a:pt x="3" y="4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5" name="Freeform 17">
              <a:extLst>
                <a:ext uri="{FF2B5EF4-FFF2-40B4-BE49-F238E27FC236}">
                  <a16:creationId xmlns:a16="http://schemas.microsoft.com/office/drawing/2014/main" id="{14955A77-760C-1476-D066-58B73B5F461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87216" y="2465003"/>
              <a:ext cx="22782" cy="26036"/>
            </a:xfrm>
            <a:custGeom>
              <a:avLst/>
              <a:gdLst>
                <a:gd name="T0" fmla="*/ 6 w 14"/>
                <a:gd name="T1" fmla="*/ 2 h 16"/>
                <a:gd name="T2" fmla="*/ 8 w 14"/>
                <a:gd name="T3" fmla="*/ 2 h 16"/>
                <a:gd name="T4" fmla="*/ 10 w 14"/>
                <a:gd name="T5" fmla="*/ 10 h 16"/>
                <a:gd name="T6" fmla="*/ 4 w 14"/>
                <a:gd name="T7" fmla="*/ 10 h 16"/>
                <a:gd name="T8" fmla="*/ 6 w 14"/>
                <a:gd name="T9" fmla="*/ 2 h 16"/>
                <a:gd name="T10" fmla="*/ 6 w 14"/>
                <a:gd name="T11" fmla="*/ 0 h 16"/>
                <a:gd name="T12" fmla="*/ 0 w 14"/>
                <a:gd name="T13" fmla="*/ 16 h 16"/>
                <a:gd name="T14" fmla="*/ 2 w 14"/>
                <a:gd name="T15" fmla="*/ 16 h 16"/>
                <a:gd name="T16" fmla="*/ 4 w 14"/>
                <a:gd name="T17" fmla="*/ 10 h 16"/>
                <a:gd name="T18" fmla="*/ 10 w 14"/>
                <a:gd name="T19" fmla="*/ 10 h 16"/>
                <a:gd name="T20" fmla="*/ 12 w 14"/>
                <a:gd name="T21" fmla="*/ 16 h 16"/>
                <a:gd name="T22" fmla="*/ 14 w 14"/>
                <a:gd name="T23" fmla="*/ 16 h 16"/>
                <a:gd name="T24" fmla="*/ 8 w 14"/>
                <a:gd name="T25" fmla="*/ 0 h 16"/>
                <a:gd name="T26" fmla="*/ 6 w 14"/>
                <a:gd name="T2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" h="16">
                  <a:moveTo>
                    <a:pt x="6" y="2"/>
                  </a:moveTo>
                  <a:lnTo>
                    <a:pt x="8" y="2"/>
                  </a:lnTo>
                  <a:lnTo>
                    <a:pt x="10" y="10"/>
                  </a:lnTo>
                  <a:lnTo>
                    <a:pt x="4" y="10"/>
                  </a:lnTo>
                  <a:lnTo>
                    <a:pt x="6" y="2"/>
                  </a:lnTo>
                  <a:close/>
                  <a:moveTo>
                    <a:pt x="6" y="0"/>
                  </a:moveTo>
                  <a:lnTo>
                    <a:pt x="0" y="16"/>
                  </a:lnTo>
                  <a:lnTo>
                    <a:pt x="2" y="16"/>
                  </a:lnTo>
                  <a:lnTo>
                    <a:pt x="4" y="10"/>
                  </a:lnTo>
                  <a:lnTo>
                    <a:pt x="10" y="10"/>
                  </a:lnTo>
                  <a:lnTo>
                    <a:pt x="12" y="16"/>
                  </a:lnTo>
                  <a:lnTo>
                    <a:pt x="14" y="16"/>
                  </a:lnTo>
                  <a:lnTo>
                    <a:pt x="8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6" name="Freeform 18">
              <a:extLst>
                <a:ext uri="{FF2B5EF4-FFF2-40B4-BE49-F238E27FC236}">
                  <a16:creationId xmlns:a16="http://schemas.microsoft.com/office/drawing/2014/main" id="{756E5A97-91B9-F60F-43C7-8F0BE4F2683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7106" y="2471512"/>
              <a:ext cx="3255" cy="13018"/>
            </a:xfrm>
            <a:custGeom>
              <a:avLst/>
              <a:gdLst>
                <a:gd name="T0" fmla="*/ 0 w 1"/>
                <a:gd name="T1" fmla="*/ 0 h 4"/>
                <a:gd name="T2" fmla="*/ 0 w 1"/>
                <a:gd name="T3" fmla="*/ 4 h 4"/>
                <a:gd name="T4" fmla="*/ 1 w 1"/>
                <a:gd name="T5" fmla="*/ 2 h 4"/>
                <a:gd name="T6" fmla="*/ 0 w 1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4">
                  <a:moveTo>
                    <a:pt x="0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1" y="3"/>
                    <a:pt x="1" y="2"/>
                  </a:cubicBezTo>
                  <a:cubicBezTo>
                    <a:pt x="1" y="1"/>
                    <a:pt x="0" y="0"/>
                    <a:pt x="0" y="0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7" name="Freeform 19">
              <a:extLst>
                <a:ext uri="{FF2B5EF4-FFF2-40B4-BE49-F238E27FC236}">
                  <a16:creationId xmlns:a16="http://schemas.microsoft.com/office/drawing/2014/main" id="{510C5465-B787-9F89-2C86-036DF37E49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57925" y="2465003"/>
              <a:ext cx="16273" cy="26036"/>
            </a:xfrm>
            <a:custGeom>
              <a:avLst/>
              <a:gdLst>
                <a:gd name="T0" fmla="*/ 4 w 5"/>
                <a:gd name="T1" fmla="*/ 4 h 8"/>
                <a:gd name="T2" fmla="*/ 4 w 5"/>
                <a:gd name="T3" fmla="*/ 5 h 8"/>
                <a:gd name="T4" fmla="*/ 4 w 5"/>
                <a:gd name="T5" fmla="*/ 6 h 8"/>
                <a:gd name="T6" fmla="*/ 3 w 5"/>
                <a:gd name="T7" fmla="*/ 7 h 8"/>
                <a:gd name="T8" fmla="*/ 2 w 5"/>
                <a:gd name="T9" fmla="*/ 7 h 8"/>
                <a:gd name="T10" fmla="*/ 2 w 5"/>
                <a:gd name="T11" fmla="*/ 7 h 8"/>
                <a:gd name="T12" fmla="*/ 1 w 5"/>
                <a:gd name="T13" fmla="*/ 6 h 8"/>
                <a:gd name="T14" fmla="*/ 1 w 5"/>
                <a:gd name="T15" fmla="*/ 5 h 8"/>
                <a:gd name="T16" fmla="*/ 1 w 5"/>
                <a:gd name="T17" fmla="*/ 4 h 8"/>
                <a:gd name="T18" fmla="*/ 1 w 5"/>
                <a:gd name="T19" fmla="*/ 3 h 8"/>
                <a:gd name="T20" fmla="*/ 1 w 5"/>
                <a:gd name="T21" fmla="*/ 3 h 8"/>
                <a:gd name="T22" fmla="*/ 1 w 5"/>
                <a:gd name="T23" fmla="*/ 2 h 8"/>
                <a:gd name="T24" fmla="*/ 1 w 5"/>
                <a:gd name="T25" fmla="*/ 2 h 8"/>
                <a:gd name="T26" fmla="*/ 2 w 5"/>
                <a:gd name="T27" fmla="*/ 1 h 8"/>
                <a:gd name="T28" fmla="*/ 2 w 5"/>
                <a:gd name="T29" fmla="*/ 1 h 8"/>
                <a:gd name="T30" fmla="*/ 3 w 5"/>
                <a:gd name="T31" fmla="*/ 1 h 8"/>
                <a:gd name="T32" fmla="*/ 3 w 5"/>
                <a:gd name="T33" fmla="*/ 2 h 8"/>
                <a:gd name="T34" fmla="*/ 4 w 5"/>
                <a:gd name="T35" fmla="*/ 2 h 8"/>
                <a:gd name="T36" fmla="*/ 4 w 5"/>
                <a:gd name="T37" fmla="*/ 3 h 8"/>
                <a:gd name="T38" fmla="*/ 4 w 5"/>
                <a:gd name="T39" fmla="*/ 3 h 8"/>
                <a:gd name="T40" fmla="*/ 4 w 5"/>
                <a:gd name="T41" fmla="*/ 4 h 8"/>
                <a:gd name="T42" fmla="*/ 5 w 5"/>
                <a:gd name="T43" fmla="*/ 4 h 8"/>
                <a:gd name="T44" fmla="*/ 5 w 5"/>
                <a:gd name="T45" fmla="*/ 3 h 8"/>
                <a:gd name="T46" fmla="*/ 5 w 5"/>
                <a:gd name="T47" fmla="*/ 2 h 8"/>
                <a:gd name="T48" fmla="*/ 5 w 5"/>
                <a:gd name="T49" fmla="*/ 2 h 8"/>
                <a:gd name="T50" fmla="*/ 4 w 5"/>
                <a:gd name="T51" fmla="*/ 1 h 8"/>
                <a:gd name="T52" fmla="*/ 3 w 5"/>
                <a:gd name="T53" fmla="*/ 0 h 8"/>
                <a:gd name="T54" fmla="*/ 2 w 5"/>
                <a:gd name="T55" fmla="*/ 0 h 8"/>
                <a:gd name="T56" fmla="*/ 1 w 5"/>
                <a:gd name="T57" fmla="*/ 0 h 8"/>
                <a:gd name="T58" fmla="*/ 1 w 5"/>
                <a:gd name="T59" fmla="*/ 1 h 8"/>
                <a:gd name="T60" fmla="*/ 0 w 5"/>
                <a:gd name="T61" fmla="*/ 2 h 8"/>
                <a:gd name="T62" fmla="*/ 0 w 5"/>
                <a:gd name="T63" fmla="*/ 2 h 8"/>
                <a:gd name="T64" fmla="*/ 0 w 5"/>
                <a:gd name="T65" fmla="*/ 3 h 8"/>
                <a:gd name="T66" fmla="*/ 0 w 5"/>
                <a:gd name="T67" fmla="*/ 4 h 8"/>
                <a:gd name="T68" fmla="*/ 0 w 5"/>
                <a:gd name="T69" fmla="*/ 5 h 8"/>
                <a:gd name="T70" fmla="*/ 0 w 5"/>
                <a:gd name="T71" fmla="*/ 6 h 8"/>
                <a:gd name="T72" fmla="*/ 0 w 5"/>
                <a:gd name="T73" fmla="*/ 7 h 8"/>
                <a:gd name="T74" fmla="*/ 1 w 5"/>
                <a:gd name="T75" fmla="*/ 7 h 8"/>
                <a:gd name="T76" fmla="*/ 1 w 5"/>
                <a:gd name="T77" fmla="*/ 8 h 8"/>
                <a:gd name="T78" fmla="*/ 2 w 5"/>
                <a:gd name="T79" fmla="*/ 8 h 8"/>
                <a:gd name="T80" fmla="*/ 3 w 5"/>
                <a:gd name="T81" fmla="*/ 8 h 8"/>
                <a:gd name="T82" fmla="*/ 4 w 5"/>
                <a:gd name="T83" fmla="*/ 7 h 8"/>
                <a:gd name="T84" fmla="*/ 5 w 5"/>
                <a:gd name="T85" fmla="*/ 7 h 8"/>
                <a:gd name="T86" fmla="*/ 5 w 5"/>
                <a:gd name="T87" fmla="*/ 6 h 8"/>
                <a:gd name="T88" fmla="*/ 5 w 5"/>
                <a:gd name="T89" fmla="*/ 5 h 8"/>
                <a:gd name="T90" fmla="*/ 5 w 5"/>
                <a:gd name="T91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" h="8">
                  <a:moveTo>
                    <a:pt x="4" y="4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4"/>
                    <a:pt x="4" y="4"/>
                    <a:pt x="4" y="4"/>
                  </a:cubicBezTo>
                  <a:moveTo>
                    <a:pt x="5" y="4"/>
                  </a:moveTo>
                  <a:cubicBezTo>
                    <a:pt x="5" y="3"/>
                    <a:pt x="5" y="3"/>
                    <a:pt x="5" y="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4"/>
                    <a:pt x="5" y="4"/>
                    <a:pt x="5" y="4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8" name="Freeform 20">
              <a:extLst>
                <a:ext uri="{FF2B5EF4-FFF2-40B4-BE49-F238E27FC236}">
                  <a16:creationId xmlns:a16="http://schemas.microsoft.com/office/drawing/2014/main" id="{734A2C38-FDB2-2A4F-7229-16A4781C14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05852" y="2465003"/>
              <a:ext cx="16273" cy="26036"/>
            </a:xfrm>
            <a:custGeom>
              <a:avLst/>
              <a:gdLst>
                <a:gd name="T0" fmla="*/ 4 w 5"/>
                <a:gd name="T1" fmla="*/ 3 h 8"/>
                <a:gd name="T2" fmla="*/ 4 w 5"/>
                <a:gd name="T3" fmla="*/ 3 h 8"/>
                <a:gd name="T4" fmla="*/ 3 w 5"/>
                <a:gd name="T5" fmla="*/ 4 h 8"/>
                <a:gd name="T6" fmla="*/ 3 w 5"/>
                <a:gd name="T7" fmla="*/ 4 h 8"/>
                <a:gd name="T8" fmla="*/ 2 w 5"/>
                <a:gd name="T9" fmla="*/ 4 h 8"/>
                <a:gd name="T10" fmla="*/ 2 w 5"/>
                <a:gd name="T11" fmla="*/ 4 h 8"/>
                <a:gd name="T12" fmla="*/ 1 w 5"/>
                <a:gd name="T13" fmla="*/ 4 h 8"/>
                <a:gd name="T14" fmla="*/ 1 w 5"/>
                <a:gd name="T15" fmla="*/ 3 h 8"/>
                <a:gd name="T16" fmla="*/ 1 w 5"/>
                <a:gd name="T17" fmla="*/ 3 h 8"/>
                <a:gd name="T18" fmla="*/ 1 w 5"/>
                <a:gd name="T19" fmla="*/ 2 h 8"/>
                <a:gd name="T20" fmla="*/ 1 w 5"/>
                <a:gd name="T21" fmla="*/ 2 h 8"/>
                <a:gd name="T22" fmla="*/ 2 w 5"/>
                <a:gd name="T23" fmla="*/ 1 h 8"/>
                <a:gd name="T24" fmla="*/ 2 w 5"/>
                <a:gd name="T25" fmla="*/ 1 h 8"/>
                <a:gd name="T26" fmla="*/ 3 w 5"/>
                <a:gd name="T27" fmla="*/ 1 h 8"/>
                <a:gd name="T28" fmla="*/ 4 w 5"/>
                <a:gd name="T29" fmla="*/ 2 h 8"/>
                <a:gd name="T30" fmla="*/ 4 w 5"/>
                <a:gd name="T31" fmla="*/ 2 h 8"/>
                <a:gd name="T32" fmla="*/ 4 w 5"/>
                <a:gd name="T33" fmla="*/ 3 h 8"/>
                <a:gd name="T34" fmla="*/ 5 w 5"/>
                <a:gd name="T35" fmla="*/ 4 h 8"/>
                <a:gd name="T36" fmla="*/ 5 w 5"/>
                <a:gd name="T37" fmla="*/ 2 h 8"/>
                <a:gd name="T38" fmla="*/ 4 w 5"/>
                <a:gd name="T39" fmla="*/ 1 h 8"/>
                <a:gd name="T40" fmla="*/ 3 w 5"/>
                <a:gd name="T41" fmla="*/ 0 h 8"/>
                <a:gd name="T42" fmla="*/ 2 w 5"/>
                <a:gd name="T43" fmla="*/ 0 h 8"/>
                <a:gd name="T44" fmla="*/ 1 w 5"/>
                <a:gd name="T45" fmla="*/ 0 h 8"/>
                <a:gd name="T46" fmla="*/ 1 w 5"/>
                <a:gd name="T47" fmla="*/ 1 h 8"/>
                <a:gd name="T48" fmla="*/ 0 w 5"/>
                <a:gd name="T49" fmla="*/ 2 h 8"/>
                <a:gd name="T50" fmla="*/ 0 w 5"/>
                <a:gd name="T51" fmla="*/ 3 h 8"/>
                <a:gd name="T52" fmla="*/ 0 w 5"/>
                <a:gd name="T53" fmla="*/ 4 h 8"/>
                <a:gd name="T54" fmla="*/ 1 w 5"/>
                <a:gd name="T55" fmla="*/ 5 h 8"/>
                <a:gd name="T56" fmla="*/ 1 w 5"/>
                <a:gd name="T57" fmla="*/ 5 h 8"/>
                <a:gd name="T58" fmla="*/ 2 w 5"/>
                <a:gd name="T59" fmla="*/ 5 h 8"/>
                <a:gd name="T60" fmla="*/ 3 w 5"/>
                <a:gd name="T61" fmla="*/ 5 h 8"/>
                <a:gd name="T62" fmla="*/ 4 w 5"/>
                <a:gd name="T63" fmla="*/ 4 h 8"/>
                <a:gd name="T64" fmla="*/ 4 w 5"/>
                <a:gd name="T65" fmla="*/ 4 h 8"/>
                <a:gd name="T66" fmla="*/ 4 w 5"/>
                <a:gd name="T67" fmla="*/ 6 h 8"/>
                <a:gd name="T68" fmla="*/ 2 w 5"/>
                <a:gd name="T69" fmla="*/ 7 h 8"/>
                <a:gd name="T70" fmla="*/ 1 w 5"/>
                <a:gd name="T71" fmla="*/ 7 h 8"/>
                <a:gd name="T72" fmla="*/ 1 w 5"/>
                <a:gd name="T73" fmla="*/ 6 h 8"/>
                <a:gd name="T74" fmla="*/ 0 w 5"/>
                <a:gd name="T75" fmla="*/ 6 h 8"/>
                <a:gd name="T76" fmla="*/ 1 w 5"/>
                <a:gd name="T77" fmla="*/ 7 h 8"/>
                <a:gd name="T78" fmla="*/ 2 w 5"/>
                <a:gd name="T79" fmla="*/ 8 h 8"/>
                <a:gd name="T80" fmla="*/ 4 w 5"/>
                <a:gd name="T81" fmla="*/ 7 h 8"/>
                <a:gd name="T82" fmla="*/ 5 w 5"/>
                <a:gd name="T83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" h="8">
                  <a:moveTo>
                    <a:pt x="4" y="3"/>
                  </a:moveTo>
                  <a:cubicBezTo>
                    <a:pt x="4" y="3"/>
                    <a:pt x="4" y="3"/>
                    <a:pt x="4" y="3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4" y="3"/>
                    <a:pt x="4" y="3"/>
                  </a:cubicBezTo>
                  <a:moveTo>
                    <a:pt x="5" y="4"/>
                  </a:moveTo>
                  <a:cubicBezTo>
                    <a:pt x="5" y="3"/>
                    <a:pt x="5" y="3"/>
                    <a:pt x="5" y="2"/>
                  </a:cubicBezTo>
                  <a:cubicBezTo>
                    <a:pt x="5" y="2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5"/>
                    <a:pt x="4" y="6"/>
                    <a:pt x="4" y="6"/>
                  </a:cubicBezTo>
                  <a:cubicBezTo>
                    <a:pt x="3" y="7"/>
                    <a:pt x="3" y="7"/>
                    <a:pt x="2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1" y="6"/>
                    <a:pt x="1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1" y="7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4" y="8"/>
                    <a:pt x="4" y="7"/>
                  </a:cubicBezTo>
                  <a:cubicBezTo>
                    <a:pt x="5" y="6"/>
                    <a:pt x="5" y="5"/>
                    <a:pt x="5" y="4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9" name="Rectangle 21">
              <a:extLst>
                <a:ext uri="{FF2B5EF4-FFF2-40B4-BE49-F238E27FC236}">
                  <a16:creationId xmlns:a16="http://schemas.microsoft.com/office/drawing/2014/main" id="{F4BE43A2-8F89-6A38-CB32-9434AAB78D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8634" y="2487787"/>
              <a:ext cx="3255" cy="3255"/>
            </a:xfrm>
            <a:prstGeom prst="rect">
              <a:avLst/>
            </a:pr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0" name="Rectangle 22">
              <a:extLst>
                <a:ext uri="{FF2B5EF4-FFF2-40B4-BE49-F238E27FC236}">
                  <a16:creationId xmlns:a16="http://schemas.microsoft.com/office/drawing/2014/main" id="{5F3436A7-A64B-6EAE-E763-4BB127591B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8634" y="2471514"/>
              <a:ext cx="3255" cy="3255"/>
            </a:xfrm>
            <a:prstGeom prst="rect">
              <a:avLst/>
            </a:pr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1" name="Freeform 23">
              <a:extLst>
                <a:ext uri="{FF2B5EF4-FFF2-40B4-BE49-F238E27FC236}">
                  <a16:creationId xmlns:a16="http://schemas.microsoft.com/office/drawing/2014/main" id="{CC181881-7D50-941C-202E-E5AF8ECC6D3F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6452" y="2461748"/>
              <a:ext cx="29291" cy="13018"/>
            </a:xfrm>
            <a:custGeom>
              <a:avLst/>
              <a:gdLst>
                <a:gd name="T0" fmla="*/ 0 w 9"/>
                <a:gd name="T1" fmla="*/ 3 h 4"/>
                <a:gd name="T2" fmla="*/ 1 w 9"/>
                <a:gd name="T3" fmla="*/ 4 h 4"/>
                <a:gd name="T4" fmla="*/ 4 w 9"/>
                <a:gd name="T5" fmla="*/ 3 h 4"/>
                <a:gd name="T6" fmla="*/ 8 w 9"/>
                <a:gd name="T7" fmla="*/ 4 h 4"/>
                <a:gd name="T8" fmla="*/ 9 w 9"/>
                <a:gd name="T9" fmla="*/ 3 h 4"/>
                <a:gd name="T10" fmla="*/ 0 w 9"/>
                <a:gd name="T11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4">
                  <a:moveTo>
                    <a:pt x="0" y="3"/>
                  </a:moveTo>
                  <a:cubicBezTo>
                    <a:pt x="0" y="3"/>
                    <a:pt x="0" y="4"/>
                    <a:pt x="1" y="4"/>
                  </a:cubicBezTo>
                  <a:cubicBezTo>
                    <a:pt x="2" y="3"/>
                    <a:pt x="3" y="3"/>
                    <a:pt x="4" y="3"/>
                  </a:cubicBezTo>
                  <a:cubicBezTo>
                    <a:pt x="6" y="3"/>
                    <a:pt x="7" y="3"/>
                    <a:pt x="8" y="4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6" y="0"/>
                    <a:pt x="2" y="0"/>
                    <a:pt x="0" y="3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2" name="Freeform 24">
              <a:extLst>
                <a:ext uri="{FF2B5EF4-FFF2-40B4-BE49-F238E27FC236}">
                  <a16:creationId xmlns:a16="http://schemas.microsoft.com/office/drawing/2014/main" id="{C6747C82-C0B5-7628-EAAB-F3E2038FE1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15034" y="2465003"/>
              <a:ext cx="48818" cy="26036"/>
            </a:xfrm>
            <a:custGeom>
              <a:avLst/>
              <a:gdLst>
                <a:gd name="T0" fmla="*/ 11 w 15"/>
                <a:gd name="T1" fmla="*/ 7 h 8"/>
                <a:gd name="T2" fmla="*/ 10 w 15"/>
                <a:gd name="T3" fmla="*/ 7 h 8"/>
                <a:gd name="T4" fmla="*/ 2 w 15"/>
                <a:gd name="T5" fmla="*/ 7 h 8"/>
                <a:gd name="T6" fmla="*/ 1 w 15"/>
                <a:gd name="T7" fmla="*/ 6 h 8"/>
                <a:gd name="T8" fmla="*/ 1 w 15"/>
                <a:gd name="T9" fmla="*/ 2 h 8"/>
                <a:gd name="T10" fmla="*/ 2 w 15"/>
                <a:gd name="T11" fmla="*/ 1 h 8"/>
                <a:gd name="T12" fmla="*/ 10 w 15"/>
                <a:gd name="T13" fmla="*/ 1 h 8"/>
                <a:gd name="T14" fmla="*/ 11 w 15"/>
                <a:gd name="T15" fmla="*/ 2 h 8"/>
                <a:gd name="T16" fmla="*/ 11 w 15"/>
                <a:gd name="T17" fmla="*/ 7 h 8"/>
                <a:gd name="T18" fmla="*/ 15 w 15"/>
                <a:gd name="T19" fmla="*/ 6 h 8"/>
                <a:gd name="T20" fmla="*/ 15 w 15"/>
                <a:gd name="T21" fmla="*/ 2 h 8"/>
                <a:gd name="T22" fmla="*/ 13 w 15"/>
                <a:gd name="T23" fmla="*/ 0 h 8"/>
                <a:gd name="T24" fmla="*/ 2 w 15"/>
                <a:gd name="T25" fmla="*/ 0 h 8"/>
                <a:gd name="T26" fmla="*/ 0 w 15"/>
                <a:gd name="T27" fmla="*/ 2 h 8"/>
                <a:gd name="T28" fmla="*/ 0 w 15"/>
                <a:gd name="T29" fmla="*/ 6 h 8"/>
                <a:gd name="T30" fmla="*/ 2 w 15"/>
                <a:gd name="T31" fmla="*/ 8 h 8"/>
                <a:gd name="T32" fmla="*/ 7 w 15"/>
                <a:gd name="T33" fmla="*/ 8 h 8"/>
                <a:gd name="T34" fmla="*/ 13 w 15"/>
                <a:gd name="T35" fmla="*/ 8 h 8"/>
                <a:gd name="T36" fmla="*/ 15 w 15"/>
                <a:gd name="T37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" h="8">
                  <a:moveTo>
                    <a:pt x="11" y="7"/>
                  </a:moveTo>
                  <a:cubicBezTo>
                    <a:pt x="10" y="7"/>
                    <a:pt x="10" y="7"/>
                    <a:pt x="10" y="7"/>
                  </a:cubicBezTo>
                  <a:cubicBezTo>
                    <a:pt x="8" y="7"/>
                    <a:pt x="5" y="7"/>
                    <a:pt x="2" y="7"/>
                  </a:cubicBezTo>
                  <a:cubicBezTo>
                    <a:pt x="2" y="7"/>
                    <a:pt x="1" y="6"/>
                    <a:pt x="1" y="6"/>
                  </a:cubicBezTo>
                  <a:cubicBezTo>
                    <a:pt x="1" y="5"/>
                    <a:pt x="1" y="3"/>
                    <a:pt x="1" y="2"/>
                  </a:cubicBezTo>
                  <a:cubicBezTo>
                    <a:pt x="1" y="2"/>
                    <a:pt x="2" y="1"/>
                    <a:pt x="2" y="1"/>
                  </a:cubicBezTo>
                  <a:cubicBezTo>
                    <a:pt x="5" y="1"/>
                    <a:pt x="8" y="1"/>
                    <a:pt x="10" y="1"/>
                  </a:cubicBezTo>
                  <a:cubicBezTo>
                    <a:pt x="11" y="2"/>
                    <a:pt x="11" y="2"/>
                    <a:pt x="11" y="2"/>
                  </a:cubicBezTo>
                  <a:lnTo>
                    <a:pt x="11" y="7"/>
                  </a:lnTo>
                  <a:close/>
                  <a:moveTo>
                    <a:pt x="15" y="6"/>
                  </a:moveTo>
                  <a:cubicBezTo>
                    <a:pt x="15" y="5"/>
                    <a:pt x="15" y="3"/>
                    <a:pt x="15" y="2"/>
                  </a:cubicBezTo>
                  <a:cubicBezTo>
                    <a:pt x="15" y="1"/>
                    <a:pt x="14" y="0"/>
                    <a:pt x="13" y="0"/>
                  </a:cubicBezTo>
                  <a:cubicBezTo>
                    <a:pt x="9" y="0"/>
                    <a:pt x="6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7"/>
                    <a:pt x="1" y="8"/>
                    <a:pt x="2" y="8"/>
                  </a:cubicBezTo>
                  <a:cubicBezTo>
                    <a:pt x="4" y="8"/>
                    <a:pt x="6" y="8"/>
                    <a:pt x="7" y="8"/>
                  </a:cubicBezTo>
                  <a:cubicBezTo>
                    <a:pt x="9" y="8"/>
                    <a:pt x="11" y="8"/>
                    <a:pt x="13" y="8"/>
                  </a:cubicBezTo>
                  <a:cubicBezTo>
                    <a:pt x="14" y="8"/>
                    <a:pt x="15" y="7"/>
                    <a:pt x="15" y="6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3" name="Oval 25">
              <a:extLst>
                <a:ext uri="{FF2B5EF4-FFF2-40B4-BE49-F238E27FC236}">
                  <a16:creationId xmlns:a16="http://schemas.microsoft.com/office/drawing/2014/main" id="{066E09C0-5A19-C331-EFA6-6E5D632CC5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66215" y="2484530"/>
              <a:ext cx="9764" cy="6509"/>
            </a:xfrm>
            <a:prstGeom prst="ellipse">
              <a:avLst/>
            </a:pr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4" name="Freeform 26">
              <a:extLst>
                <a:ext uri="{FF2B5EF4-FFF2-40B4-BE49-F238E27FC236}">
                  <a16:creationId xmlns:a16="http://schemas.microsoft.com/office/drawing/2014/main" id="{F3E1DCE5-B663-31FC-623F-98190CCEB551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9704" y="2471514"/>
              <a:ext cx="19527" cy="9764"/>
            </a:xfrm>
            <a:custGeom>
              <a:avLst/>
              <a:gdLst>
                <a:gd name="T0" fmla="*/ 0 w 6"/>
                <a:gd name="T1" fmla="*/ 2 h 3"/>
                <a:gd name="T2" fmla="*/ 2 w 6"/>
                <a:gd name="T3" fmla="*/ 3 h 3"/>
                <a:gd name="T4" fmla="*/ 3 w 6"/>
                <a:gd name="T5" fmla="*/ 3 h 3"/>
                <a:gd name="T6" fmla="*/ 5 w 6"/>
                <a:gd name="T7" fmla="*/ 3 h 3"/>
                <a:gd name="T8" fmla="*/ 6 w 6"/>
                <a:gd name="T9" fmla="*/ 2 h 3"/>
                <a:gd name="T10" fmla="*/ 0 w 6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">
                  <a:moveTo>
                    <a:pt x="0" y="2"/>
                  </a:moveTo>
                  <a:cubicBezTo>
                    <a:pt x="1" y="3"/>
                    <a:pt x="1" y="3"/>
                    <a:pt x="2" y="3"/>
                  </a:cubicBezTo>
                  <a:cubicBezTo>
                    <a:pt x="2" y="3"/>
                    <a:pt x="3" y="3"/>
                    <a:pt x="3" y="3"/>
                  </a:cubicBezTo>
                  <a:cubicBezTo>
                    <a:pt x="4" y="3"/>
                    <a:pt x="4" y="3"/>
                    <a:pt x="5" y="3"/>
                  </a:cubicBezTo>
                  <a:cubicBezTo>
                    <a:pt x="5" y="3"/>
                    <a:pt x="6" y="3"/>
                    <a:pt x="6" y="2"/>
                  </a:cubicBezTo>
                  <a:cubicBezTo>
                    <a:pt x="5" y="0"/>
                    <a:pt x="2" y="0"/>
                    <a:pt x="0" y="2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5" name="Freeform 27">
              <a:extLst>
                <a:ext uri="{FF2B5EF4-FFF2-40B4-BE49-F238E27FC236}">
                  <a16:creationId xmlns:a16="http://schemas.microsoft.com/office/drawing/2014/main" id="{429A6151-D074-726F-AB16-B21838F71E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1361" y="2481278"/>
              <a:ext cx="9764" cy="9764"/>
            </a:xfrm>
            <a:custGeom>
              <a:avLst/>
              <a:gdLst>
                <a:gd name="T0" fmla="*/ 2 w 3"/>
                <a:gd name="T1" fmla="*/ 0 h 3"/>
                <a:gd name="T2" fmla="*/ 2 w 3"/>
                <a:gd name="T3" fmla="*/ 0 h 3"/>
                <a:gd name="T4" fmla="*/ 0 w 3"/>
                <a:gd name="T5" fmla="*/ 1 h 3"/>
                <a:gd name="T6" fmla="*/ 0 w 3"/>
                <a:gd name="T7" fmla="*/ 2 h 3"/>
                <a:gd name="T8" fmla="*/ 2 w 3"/>
                <a:gd name="T9" fmla="*/ 3 h 3"/>
                <a:gd name="T10" fmla="*/ 2 w 3"/>
                <a:gd name="T11" fmla="*/ 3 h 3"/>
                <a:gd name="T12" fmla="*/ 3 w 3"/>
                <a:gd name="T13" fmla="*/ 2 h 3"/>
                <a:gd name="T14" fmla="*/ 3 w 3"/>
                <a:gd name="T15" fmla="*/ 1 h 3"/>
                <a:gd name="T16" fmla="*/ 2 w 3"/>
                <a:gd name="T1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3"/>
                    <a:pt x="3" y="3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0"/>
                    <a:pt x="3" y="0"/>
                    <a:pt x="2" y="0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6" name="Freeform 28">
              <a:extLst>
                <a:ext uri="{FF2B5EF4-FFF2-40B4-BE49-F238E27FC236}">
                  <a16:creationId xmlns:a16="http://schemas.microsoft.com/office/drawing/2014/main" id="{E64313B8-F322-F45D-6A00-728792A54D82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0650" y="2465003"/>
              <a:ext cx="6509" cy="26036"/>
            </a:xfrm>
            <a:custGeom>
              <a:avLst/>
              <a:gdLst>
                <a:gd name="T0" fmla="*/ 1 w 2"/>
                <a:gd name="T1" fmla="*/ 0 h 8"/>
                <a:gd name="T2" fmla="*/ 1 w 2"/>
                <a:gd name="T3" fmla="*/ 0 h 8"/>
                <a:gd name="T4" fmla="*/ 0 w 2"/>
                <a:gd name="T5" fmla="*/ 1 h 8"/>
                <a:gd name="T6" fmla="*/ 0 w 2"/>
                <a:gd name="T7" fmla="*/ 7 h 8"/>
                <a:gd name="T8" fmla="*/ 1 w 2"/>
                <a:gd name="T9" fmla="*/ 8 h 8"/>
                <a:gd name="T10" fmla="*/ 1 w 2"/>
                <a:gd name="T11" fmla="*/ 8 h 8"/>
                <a:gd name="T12" fmla="*/ 2 w 2"/>
                <a:gd name="T13" fmla="*/ 7 h 8"/>
                <a:gd name="T14" fmla="*/ 2 w 2"/>
                <a:gd name="T15" fmla="*/ 1 h 8"/>
                <a:gd name="T16" fmla="*/ 1 w 2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" h="8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8"/>
                    <a:pt x="0" y="8"/>
                    <a:pt x="1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7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0"/>
                    <a:pt x="1" y="0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7" name="Freeform 29">
              <a:extLst>
                <a:ext uri="{FF2B5EF4-FFF2-40B4-BE49-F238E27FC236}">
                  <a16:creationId xmlns:a16="http://schemas.microsoft.com/office/drawing/2014/main" id="{D51CD1C8-A2A0-0D30-9B67-3F30D0DD578B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3250" y="2465003"/>
              <a:ext cx="26036" cy="26036"/>
            </a:xfrm>
            <a:custGeom>
              <a:avLst/>
              <a:gdLst>
                <a:gd name="T0" fmla="*/ 12 w 16"/>
                <a:gd name="T1" fmla="*/ 0 h 16"/>
                <a:gd name="T2" fmla="*/ 8 w 16"/>
                <a:gd name="T3" fmla="*/ 14 h 16"/>
                <a:gd name="T4" fmla="*/ 4 w 16"/>
                <a:gd name="T5" fmla="*/ 0 h 16"/>
                <a:gd name="T6" fmla="*/ 0 w 16"/>
                <a:gd name="T7" fmla="*/ 0 h 16"/>
                <a:gd name="T8" fmla="*/ 0 w 16"/>
                <a:gd name="T9" fmla="*/ 16 h 16"/>
                <a:gd name="T10" fmla="*/ 2 w 16"/>
                <a:gd name="T11" fmla="*/ 16 h 16"/>
                <a:gd name="T12" fmla="*/ 2 w 16"/>
                <a:gd name="T13" fmla="*/ 4 h 16"/>
                <a:gd name="T14" fmla="*/ 2 w 16"/>
                <a:gd name="T15" fmla="*/ 4 h 16"/>
                <a:gd name="T16" fmla="*/ 8 w 16"/>
                <a:gd name="T17" fmla="*/ 16 h 16"/>
                <a:gd name="T18" fmla="*/ 8 w 16"/>
                <a:gd name="T19" fmla="*/ 16 h 16"/>
                <a:gd name="T20" fmla="*/ 14 w 16"/>
                <a:gd name="T21" fmla="*/ 4 h 16"/>
                <a:gd name="T22" fmla="*/ 14 w 16"/>
                <a:gd name="T23" fmla="*/ 4 h 16"/>
                <a:gd name="T24" fmla="*/ 14 w 16"/>
                <a:gd name="T25" fmla="*/ 16 h 16"/>
                <a:gd name="T26" fmla="*/ 16 w 16"/>
                <a:gd name="T27" fmla="*/ 16 h 16"/>
                <a:gd name="T28" fmla="*/ 16 w 16"/>
                <a:gd name="T29" fmla="*/ 0 h 16"/>
                <a:gd name="T30" fmla="*/ 12 w 16"/>
                <a:gd name="T3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16">
                  <a:moveTo>
                    <a:pt x="12" y="0"/>
                  </a:moveTo>
                  <a:lnTo>
                    <a:pt x="8" y="14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2" y="4"/>
                  </a:lnTo>
                  <a:lnTo>
                    <a:pt x="2" y="4"/>
                  </a:lnTo>
                  <a:lnTo>
                    <a:pt x="8" y="16"/>
                  </a:lnTo>
                  <a:lnTo>
                    <a:pt x="8" y="16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4" y="16"/>
                  </a:lnTo>
                  <a:lnTo>
                    <a:pt x="16" y="16"/>
                  </a:lnTo>
                  <a:lnTo>
                    <a:pt x="16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8" name="Freeform 30">
              <a:extLst>
                <a:ext uri="{FF2B5EF4-FFF2-40B4-BE49-F238E27FC236}">
                  <a16:creationId xmlns:a16="http://schemas.microsoft.com/office/drawing/2014/main" id="{E3933D3F-F5FE-9D67-06CA-70F3EBE5A262}"/>
                </a:ext>
              </a:extLst>
            </p:cNvPr>
            <p:cNvSpPr>
              <a:spLocks/>
            </p:cNvSpPr>
            <p:nvPr/>
          </p:nvSpPr>
          <p:spPr bwMode="auto">
            <a:xfrm>
              <a:off x="7307632" y="2471512"/>
              <a:ext cx="6509" cy="19527"/>
            </a:xfrm>
            <a:custGeom>
              <a:avLst/>
              <a:gdLst>
                <a:gd name="T0" fmla="*/ 1 w 2"/>
                <a:gd name="T1" fmla="*/ 0 h 6"/>
                <a:gd name="T2" fmla="*/ 1 w 2"/>
                <a:gd name="T3" fmla="*/ 0 h 6"/>
                <a:gd name="T4" fmla="*/ 0 w 2"/>
                <a:gd name="T5" fmla="*/ 2 h 6"/>
                <a:gd name="T6" fmla="*/ 0 w 2"/>
                <a:gd name="T7" fmla="*/ 5 h 6"/>
                <a:gd name="T8" fmla="*/ 1 w 2"/>
                <a:gd name="T9" fmla="*/ 6 h 6"/>
                <a:gd name="T10" fmla="*/ 1 w 2"/>
                <a:gd name="T11" fmla="*/ 6 h 6"/>
                <a:gd name="T12" fmla="*/ 2 w 2"/>
                <a:gd name="T13" fmla="*/ 5 h 6"/>
                <a:gd name="T14" fmla="*/ 2 w 2"/>
                <a:gd name="T15" fmla="*/ 2 h 6"/>
                <a:gd name="T16" fmla="*/ 1 w 2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" h="6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6"/>
                    <a:pt x="2" y="6"/>
                    <a:pt x="2" y="5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</p:grpSp>
      <p:sp>
        <p:nvSpPr>
          <p:cNvPr id="79" name="Bildplatzhalter 52">
            <a:extLst>
              <a:ext uri="{FF2B5EF4-FFF2-40B4-BE49-F238E27FC236}">
                <a16:creationId xmlns:a16="http://schemas.microsoft.com/office/drawing/2014/main" id="{0D35BB93-E8D8-BD6E-9F8A-7224A6B57FA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855496" y="3605196"/>
            <a:ext cx="1140677" cy="2451240"/>
          </a:xfrm>
          <a:custGeom>
            <a:avLst/>
            <a:gdLst>
              <a:gd name="connsiteX0" fmla="*/ 140084 w 1140677"/>
              <a:gd name="connsiteY0" fmla="*/ 0 h 2451240"/>
              <a:gd name="connsiteX1" fmla="*/ 276831 w 1140677"/>
              <a:gd name="connsiteY1" fmla="*/ 0 h 2451240"/>
              <a:gd name="connsiteX2" fmla="*/ 276831 w 1140677"/>
              <a:gd name="connsiteY2" fmla="*/ 26287 h 2451240"/>
              <a:gd name="connsiteX3" fmla="*/ 330197 w 1140677"/>
              <a:gd name="connsiteY3" fmla="*/ 82146 h 2451240"/>
              <a:gd name="connsiteX4" fmla="*/ 810482 w 1140677"/>
              <a:gd name="connsiteY4" fmla="*/ 82146 h 2451240"/>
              <a:gd name="connsiteX5" fmla="*/ 863846 w 1140677"/>
              <a:gd name="connsiteY5" fmla="*/ 26287 h 2451240"/>
              <a:gd name="connsiteX6" fmla="*/ 863846 w 1140677"/>
              <a:gd name="connsiteY6" fmla="*/ 0 h 2451240"/>
              <a:gd name="connsiteX7" fmla="*/ 1000594 w 1140677"/>
              <a:gd name="connsiteY7" fmla="*/ 0 h 2451240"/>
              <a:gd name="connsiteX8" fmla="*/ 1140677 w 1140677"/>
              <a:gd name="connsiteY8" fmla="*/ 138006 h 2451240"/>
              <a:gd name="connsiteX9" fmla="*/ 1140677 w 1140677"/>
              <a:gd name="connsiteY9" fmla="*/ 2313235 h 2451240"/>
              <a:gd name="connsiteX10" fmla="*/ 1000594 w 1140677"/>
              <a:gd name="connsiteY10" fmla="*/ 2451240 h 2451240"/>
              <a:gd name="connsiteX11" fmla="*/ 140084 w 1140677"/>
              <a:gd name="connsiteY11" fmla="*/ 2451240 h 2451240"/>
              <a:gd name="connsiteX12" fmla="*/ 0 w 1140677"/>
              <a:gd name="connsiteY12" fmla="*/ 2313235 h 2451240"/>
              <a:gd name="connsiteX13" fmla="*/ 0 w 1140677"/>
              <a:gd name="connsiteY13" fmla="*/ 138006 h 2451240"/>
              <a:gd name="connsiteX14" fmla="*/ 140084 w 1140677"/>
              <a:gd name="connsiteY14" fmla="*/ 0 h 2451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40677" h="2451240">
                <a:moveTo>
                  <a:pt x="140084" y="0"/>
                </a:moveTo>
                <a:cubicBezTo>
                  <a:pt x="276831" y="0"/>
                  <a:pt x="276831" y="0"/>
                  <a:pt x="276831" y="0"/>
                </a:cubicBezTo>
                <a:cubicBezTo>
                  <a:pt x="276831" y="26287"/>
                  <a:pt x="276831" y="26287"/>
                  <a:pt x="276831" y="26287"/>
                </a:cubicBezTo>
                <a:cubicBezTo>
                  <a:pt x="276831" y="46002"/>
                  <a:pt x="293508" y="82146"/>
                  <a:pt x="330197" y="82146"/>
                </a:cubicBezTo>
                <a:cubicBezTo>
                  <a:pt x="810482" y="82146"/>
                  <a:pt x="810482" y="82146"/>
                  <a:pt x="810482" y="82146"/>
                </a:cubicBezTo>
                <a:cubicBezTo>
                  <a:pt x="847170" y="82146"/>
                  <a:pt x="863846" y="46002"/>
                  <a:pt x="863846" y="26287"/>
                </a:cubicBezTo>
                <a:cubicBezTo>
                  <a:pt x="863846" y="0"/>
                  <a:pt x="863846" y="0"/>
                  <a:pt x="863846" y="0"/>
                </a:cubicBezTo>
                <a:cubicBezTo>
                  <a:pt x="1000594" y="0"/>
                  <a:pt x="1000594" y="0"/>
                  <a:pt x="1000594" y="0"/>
                </a:cubicBezTo>
                <a:cubicBezTo>
                  <a:pt x="1077306" y="0"/>
                  <a:pt x="1140677" y="62432"/>
                  <a:pt x="1140677" y="138006"/>
                </a:cubicBezTo>
                <a:cubicBezTo>
                  <a:pt x="1140677" y="2313235"/>
                  <a:pt x="1140677" y="2313235"/>
                  <a:pt x="1140677" y="2313235"/>
                </a:cubicBezTo>
                <a:cubicBezTo>
                  <a:pt x="1140677" y="2388810"/>
                  <a:pt x="1077306" y="2451240"/>
                  <a:pt x="1000594" y="2451240"/>
                </a:cubicBezTo>
                <a:cubicBezTo>
                  <a:pt x="140084" y="2451240"/>
                  <a:pt x="140084" y="2451240"/>
                  <a:pt x="140084" y="2451240"/>
                </a:cubicBezTo>
                <a:cubicBezTo>
                  <a:pt x="63371" y="2451240"/>
                  <a:pt x="0" y="2388810"/>
                  <a:pt x="0" y="2313235"/>
                </a:cubicBezTo>
                <a:cubicBezTo>
                  <a:pt x="0" y="138006"/>
                  <a:pt x="0" y="138006"/>
                  <a:pt x="0" y="138006"/>
                </a:cubicBezTo>
                <a:cubicBezTo>
                  <a:pt x="0" y="62432"/>
                  <a:pt x="63371" y="0"/>
                  <a:pt x="140084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/>
            </a:lvl1pPr>
          </a:lstStyle>
          <a:p>
            <a:endParaRPr lang="de-DE"/>
          </a:p>
        </p:txBody>
      </p:sp>
      <p:sp>
        <p:nvSpPr>
          <p:cNvPr id="80" name="Bildplatzhalter 7">
            <a:extLst>
              <a:ext uri="{FF2B5EF4-FFF2-40B4-BE49-F238E27FC236}">
                <a16:creationId xmlns:a16="http://schemas.microsoft.com/office/drawing/2014/main" id="{9409DD67-89B2-C2B9-27EA-E559320E41C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855496" y="3605196"/>
            <a:ext cx="1140677" cy="2451240"/>
          </a:xfrm>
          <a:custGeom>
            <a:avLst/>
            <a:gdLst>
              <a:gd name="connsiteX0" fmla="*/ 140084 w 1140677"/>
              <a:gd name="connsiteY0" fmla="*/ 0 h 2451240"/>
              <a:gd name="connsiteX1" fmla="*/ 276831 w 1140677"/>
              <a:gd name="connsiteY1" fmla="*/ 0 h 2451240"/>
              <a:gd name="connsiteX2" fmla="*/ 276831 w 1140677"/>
              <a:gd name="connsiteY2" fmla="*/ 26287 h 2451240"/>
              <a:gd name="connsiteX3" fmla="*/ 330197 w 1140677"/>
              <a:gd name="connsiteY3" fmla="*/ 82146 h 2451240"/>
              <a:gd name="connsiteX4" fmla="*/ 810482 w 1140677"/>
              <a:gd name="connsiteY4" fmla="*/ 82146 h 2451240"/>
              <a:gd name="connsiteX5" fmla="*/ 863846 w 1140677"/>
              <a:gd name="connsiteY5" fmla="*/ 26287 h 2451240"/>
              <a:gd name="connsiteX6" fmla="*/ 863846 w 1140677"/>
              <a:gd name="connsiteY6" fmla="*/ 0 h 2451240"/>
              <a:gd name="connsiteX7" fmla="*/ 1000594 w 1140677"/>
              <a:gd name="connsiteY7" fmla="*/ 0 h 2451240"/>
              <a:gd name="connsiteX8" fmla="*/ 1140677 w 1140677"/>
              <a:gd name="connsiteY8" fmla="*/ 138006 h 2451240"/>
              <a:gd name="connsiteX9" fmla="*/ 1140677 w 1140677"/>
              <a:gd name="connsiteY9" fmla="*/ 2313235 h 2451240"/>
              <a:gd name="connsiteX10" fmla="*/ 1000594 w 1140677"/>
              <a:gd name="connsiteY10" fmla="*/ 2451240 h 2451240"/>
              <a:gd name="connsiteX11" fmla="*/ 140084 w 1140677"/>
              <a:gd name="connsiteY11" fmla="*/ 2451240 h 2451240"/>
              <a:gd name="connsiteX12" fmla="*/ 0 w 1140677"/>
              <a:gd name="connsiteY12" fmla="*/ 2313235 h 2451240"/>
              <a:gd name="connsiteX13" fmla="*/ 0 w 1140677"/>
              <a:gd name="connsiteY13" fmla="*/ 138006 h 2451240"/>
              <a:gd name="connsiteX14" fmla="*/ 140084 w 1140677"/>
              <a:gd name="connsiteY14" fmla="*/ 0 h 2451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40677" h="2451240">
                <a:moveTo>
                  <a:pt x="140084" y="0"/>
                </a:moveTo>
                <a:cubicBezTo>
                  <a:pt x="276831" y="0"/>
                  <a:pt x="276831" y="0"/>
                  <a:pt x="276831" y="0"/>
                </a:cubicBezTo>
                <a:cubicBezTo>
                  <a:pt x="276831" y="26287"/>
                  <a:pt x="276831" y="26287"/>
                  <a:pt x="276831" y="26287"/>
                </a:cubicBezTo>
                <a:cubicBezTo>
                  <a:pt x="276831" y="46002"/>
                  <a:pt x="293508" y="82146"/>
                  <a:pt x="330197" y="82146"/>
                </a:cubicBezTo>
                <a:cubicBezTo>
                  <a:pt x="810482" y="82146"/>
                  <a:pt x="810482" y="82146"/>
                  <a:pt x="810482" y="82146"/>
                </a:cubicBezTo>
                <a:cubicBezTo>
                  <a:pt x="847170" y="82146"/>
                  <a:pt x="863846" y="46002"/>
                  <a:pt x="863846" y="26287"/>
                </a:cubicBezTo>
                <a:cubicBezTo>
                  <a:pt x="863846" y="0"/>
                  <a:pt x="863846" y="0"/>
                  <a:pt x="863846" y="0"/>
                </a:cubicBezTo>
                <a:cubicBezTo>
                  <a:pt x="1000594" y="0"/>
                  <a:pt x="1000594" y="0"/>
                  <a:pt x="1000594" y="0"/>
                </a:cubicBezTo>
                <a:cubicBezTo>
                  <a:pt x="1077306" y="0"/>
                  <a:pt x="1140677" y="62432"/>
                  <a:pt x="1140677" y="138006"/>
                </a:cubicBezTo>
                <a:cubicBezTo>
                  <a:pt x="1140677" y="2313235"/>
                  <a:pt x="1140677" y="2313235"/>
                  <a:pt x="1140677" y="2313235"/>
                </a:cubicBezTo>
                <a:cubicBezTo>
                  <a:pt x="1140677" y="2388810"/>
                  <a:pt x="1077306" y="2451240"/>
                  <a:pt x="1000594" y="2451240"/>
                </a:cubicBezTo>
                <a:cubicBezTo>
                  <a:pt x="140084" y="2451240"/>
                  <a:pt x="140084" y="2451240"/>
                  <a:pt x="140084" y="2451240"/>
                </a:cubicBezTo>
                <a:cubicBezTo>
                  <a:pt x="63371" y="2451240"/>
                  <a:pt x="0" y="2388810"/>
                  <a:pt x="0" y="2313235"/>
                </a:cubicBezTo>
                <a:cubicBezTo>
                  <a:pt x="0" y="138006"/>
                  <a:pt x="0" y="138006"/>
                  <a:pt x="0" y="138006"/>
                </a:cubicBezTo>
                <a:cubicBezTo>
                  <a:pt x="0" y="62432"/>
                  <a:pt x="63371" y="0"/>
                  <a:pt x="140084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endParaRPr lang="de-DE"/>
          </a:p>
        </p:txBody>
      </p:sp>
      <p:grpSp>
        <p:nvGrpSpPr>
          <p:cNvPr id="81" name="Group 81">
            <a:extLst>
              <a:ext uri="{FF2B5EF4-FFF2-40B4-BE49-F238E27FC236}">
                <a16:creationId xmlns:a16="http://schemas.microsoft.com/office/drawing/2014/main" id="{D59AB2FA-9096-52A7-F811-6BB278AF20F5}"/>
              </a:ext>
            </a:extLst>
          </p:cNvPr>
          <p:cNvGrpSpPr/>
          <p:nvPr userDrawn="1"/>
        </p:nvGrpSpPr>
        <p:grpSpPr>
          <a:xfrm>
            <a:off x="6825309" y="3575061"/>
            <a:ext cx="1201825" cy="2516269"/>
            <a:chOff x="6837149" y="3580375"/>
            <a:chExt cx="1178145" cy="2491355"/>
          </a:xfrm>
          <a:solidFill>
            <a:srgbClr val="2F3941"/>
          </a:solidFill>
        </p:grpSpPr>
        <p:sp>
          <p:nvSpPr>
            <p:cNvPr id="82" name="Freeform 13">
              <a:extLst>
                <a:ext uri="{FF2B5EF4-FFF2-40B4-BE49-F238E27FC236}">
                  <a16:creationId xmlns:a16="http://schemas.microsoft.com/office/drawing/2014/main" id="{37D9139E-198A-FF9E-91A1-A448EA7558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37149" y="3580375"/>
              <a:ext cx="1178145" cy="2491355"/>
            </a:xfrm>
            <a:custGeom>
              <a:avLst/>
              <a:gdLst>
                <a:gd name="T0" fmla="*/ 352 w 362"/>
                <a:gd name="T1" fmla="*/ 714 h 766"/>
                <a:gd name="T2" fmla="*/ 310 w 362"/>
                <a:gd name="T3" fmla="*/ 756 h 766"/>
                <a:gd name="T4" fmla="*/ 52 w 362"/>
                <a:gd name="T5" fmla="*/ 756 h 766"/>
                <a:gd name="T6" fmla="*/ 10 w 362"/>
                <a:gd name="T7" fmla="*/ 714 h 766"/>
                <a:gd name="T8" fmla="*/ 10 w 362"/>
                <a:gd name="T9" fmla="*/ 52 h 766"/>
                <a:gd name="T10" fmla="*/ 52 w 362"/>
                <a:gd name="T11" fmla="*/ 10 h 766"/>
                <a:gd name="T12" fmla="*/ 93 w 362"/>
                <a:gd name="T13" fmla="*/ 10 h 766"/>
                <a:gd name="T14" fmla="*/ 93 w 362"/>
                <a:gd name="T15" fmla="*/ 18 h 766"/>
                <a:gd name="T16" fmla="*/ 109 w 362"/>
                <a:gd name="T17" fmla="*/ 35 h 766"/>
                <a:gd name="T18" fmla="*/ 253 w 362"/>
                <a:gd name="T19" fmla="*/ 35 h 766"/>
                <a:gd name="T20" fmla="*/ 269 w 362"/>
                <a:gd name="T21" fmla="*/ 18 h 766"/>
                <a:gd name="T22" fmla="*/ 269 w 362"/>
                <a:gd name="T23" fmla="*/ 10 h 766"/>
                <a:gd name="T24" fmla="*/ 310 w 362"/>
                <a:gd name="T25" fmla="*/ 10 h 766"/>
                <a:gd name="T26" fmla="*/ 352 w 362"/>
                <a:gd name="T27" fmla="*/ 52 h 766"/>
                <a:gd name="T28" fmla="*/ 352 w 362"/>
                <a:gd name="T29" fmla="*/ 714 h 766"/>
                <a:gd name="T30" fmla="*/ 309 w 362"/>
                <a:gd name="T31" fmla="*/ 0 h 766"/>
                <a:gd name="T32" fmla="*/ 53 w 362"/>
                <a:gd name="T33" fmla="*/ 0 h 766"/>
                <a:gd name="T34" fmla="*/ 0 w 362"/>
                <a:gd name="T35" fmla="*/ 54 h 766"/>
                <a:gd name="T36" fmla="*/ 0 w 362"/>
                <a:gd name="T37" fmla="*/ 712 h 766"/>
                <a:gd name="T38" fmla="*/ 53 w 362"/>
                <a:gd name="T39" fmla="*/ 766 h 766"/>
                <a:gd name="T40" fmla="*/ 309 w 362"/>
                <a:gd name="T41" fmla="*/ 766 h 766"/>
                <a:gd name="T42" fmla="*/ 362 w 362"/>
                <a:gd name="T43" fmla="*/ 712 h 766"/>
                <a:gd name="T44" fmla="*/ 362 w 362"/>
                <a:gd name="T45" fmla="*/ 54 h 766"/>
                <a:gd name="T46" fmla="*/ 309 w 362"/>
                <a:gd name="T47" fmla="*/ 0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2" h="766">
                  <a:moveTo>
                    <a:pt x="352" y="714"/>
                  </a:moveTo>
                  <a:cubicBezTo>
                    <a:pt x="352" y="737"/>
                    <a:pt x="333" y="756"/>
                    <a:pt x="310" y="756"/>
                  </a:cubicBezTo>
                  <a:cubicBezTo>
                    <a:pt x="52" y="756"/>
                    <a:pt x="52" y="756"/>
                    <a:pt x="52" y="756"/>
                  </a:cubicBezTo>
                  <a:cubicBezTo>
                    <a:pt x="29" y="756"/>
                    <a:pt x="10" y="737"/>
                    <a:pt x="10" y="714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10" y="29"/>
                    <a:pt x="29" y="10"/>
                    <a:pt x="52" y="10"/>
                  </a:cubicBezTo>
                  <a:cubicBezTo>
                    <a:pt x="93" y="10"/>
                    <a:pt x="93" y="10"/>
                    <a:pt x="93" y="10"/>
                  </a:cubicBezTo>
                  <a:cubicBezTo>
                    <a:pt x="93" y="18"/>
                    <a:pt x="93" y="18"/>
                    <a:pt x="93" y="18"/>
                  </a:cubicBezTo>
                  <a:cubicBezTo>
                    <a:pt x="93" y="24"/>
                    <a:pt x="98" y="35"/>
                    <a:pt x="109" y="35"/>
                  </a:cubicBezTo>
                  <a:cubicBezTo>
                    <a:pt x="253" y="35"/>
                    <a:pt x="253" y="35"/>
                    <a:pt x="253" y="35"/>
                  </a:cubicBezTo>
                  <a:cubicBezTo>
                    <a:pt x="264" y="35"/>
                    <a:pt x="269" y="24"/>
                    <a:pt x="269" y="18"/>
                  </a:cubicBezTo>
                  <a:cubicBezTo>
                    <a:pt x="269" y="10"/>
                    <a:pt x="269" y="10"/>
                    <a:pt x="269" y="10"/>
                  </a:cubicBezTo>
                  <a:cubicBezTo>
                    <a:pt x="310" y="10"/>
                    <a:pt x="310" y="10"/>
                    <a:pt x="310" y="10"/>
                  </a:cubicBezTo>
                  <a:cubicBezTo>
                    <a:pt x="333" y="10"/>
                    <a:pt x="352" y="29"/>
                    <a:pt x="352" y="52"/>
                  </a:cubicBezTo>
                  <a:cubicBezTo>
                    <a:pt x="352" y="714"/>
                    <a:pt x="352" y="714"/>
                    <a:pt x="352" y="714"/>
                  </a:cubicBezTo>
                  <a:moveTo>
                    <a:pt x="309" y="0"/>
                  </a:moveTo>
                  <a:cubicBezTo>
                    <a:pt x="53" y="0"/>
                    <a:pt x="53" y="0"/>
                    <a:pt x="53" y="0"/>
                  </a:cubicBezTo>
                  <a:cubicBezTo>
                    <a:pt x="22" y="0"/>
                    <a:pt x="0" y="22"/>
                    <a:pt x="0" y="54"/>
                  </a:cubicBezTo>
                  <a:cubicBezTo>
                    <a:pt x="0" y="712"/>
                    <a:pt x="0" y="712"/>
                    <a:pt x="0" y="712"/>
                  </a:cubicBezTo>
                  <a:cubicBezTo>
                    <a:pt x="0" y="744"/>
                    <a:pt x="22" y="766"/>
                    <a:pt x="53" y="766"/>
                  </a:cubicBezTo>
                  <a:cubicBezTo>
                    <a:pt x="309" y="766"/>
                    <a:pt x="309" y="766"/>
                    <a:pt x="309" y="766"/>
                  </a:cubicBezTo>
                  <a:cubicBezTo>
                    <a:pt x="340" y="766"/>
                    <a:pt x="362" y="744"/>
                    <a:pt x="362" y="712"/>
                  </a:cubicBezTo>
                  <a:cubicBezTo>
                    <a:pt x="362" y="54"/>
                    <a:pt x="362" y="54"/>
                    <a:pt x="362" y="54"/>
                  </a:cubicBezTo>
                  <a:cubicBezTo>
                    <a:pt x="362" y="22"/>
                    <a:pt x="340" y="0"/>
                    <a:pt x="309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grpSp>
          <p:nvGrpSpPr>
            <p:cNvPr id="83" name="Group 33">
              <a:extLst>
                <a:ext uri="{FF2B5EF4-FFF2-40B4-BE49-F238E27FC236}">
                  <a16:creationId xmlns:a16="http://schemas.microsoft.com/office/drawing/2014/main" id="{4BB3AEFB-BFF2-9207-2BA6-EB5A6B635965}"/>
                </a:ext>
              </a:extLst>
            </p:cNvPr>
            <p:cNvGrpSpPr/>
            <p:nvPr/>
          </p:nvGrpSpPr>
          <p:grpSpPr>
            <a:xfrm>
              <a:off x="7216110" y="3583933"/>
              <a:ext cx="397676" cy="75655"/>
              <a:chOff x="7218491" y="3591078"/>
              <a:chExt cx="397676" cy="75655"/>
            </a:xfrm>
            <a:grpFill/>
          </p:grpSpPr>
          <p:sp>
            <p:nvSpPr>
              <p:cNvPr id="84" name="Freeform 15">
                <a:extLst>
                  <a:ext uri="{FF2B5EF4-FFF2-40B4-BE49-F238E27FC236}">
                    <a16:creationId xmlns:a16="http://schemas.microsoft.com/office/drawing/2014/main" id="{6E020F23-3EBA-7234-35B4-1CC6758E5A5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49049" y="3591078"/>
                <a:ext cx="279891" cy="29291"/>
              </a:xfrm>
              <a:custGeom>
                <a:avLst/>
                <a:gdLst>
                  <a:gd name="T0" fmla="*/ 84 w 86"/>
                  <a:gd name="T1" fmla="*/ 2 h 9"/>
                  <a:gd name="T2" fmla="*/ 22 w 86"/>
                  <a:gd name="T3" fmla="*/ 2 h 9"/>
                  <a:gd name="T4" fmla="*/ 19 w 86"/>
                  <a:gd name="T5" fmla="*/ 4 h 9"/>
                  <a:gd name="T6" fmla="*/ 19 w 86"/>
                  <a:gd name="T7" fmla="*/ 5 h 9"/>
                  <a:gd name="T8" fmla="*/ 22 w 86"/>
                  <a:gd name="T9" fmla="*/ 7 h 9"/>
                  <a:gd name="T10" fmla="*/ 84 w 86"/>
                  <a:gd name="T11" fmla="*/ 7 h 9"/>
                  <a:gd name="T12" fmla="*/ 86 w 86"/>
                  <a:gd name="T13" fmla="*/ 5 h 9"/>
                  <a:gd name="T14" fmla="*/ 86 w 86"/>
                  <a:gd name="T15" fmla="*/ 4 h 9"/>
                  <a:gd name="T16" fmla="*/ 84 w 86"/>
                  <a:gd name="T17" fmla="*/ 2 h 9"/>
                  <a:gd name="T18" fmla="*/ 5 w 86"/>
                  <a:gd name="T19" fmla="*/ 0 h 9"/>
                  <a:gd name="T20" fmla="*/ 0 w 86"/>
                  <a:gd name="T21" fmla="*/ 4 h 9"/>
                  <a:gd name="T22" fmla="*/ 5 w 86"/>
                  <a:gd name="T23" fmla="*/ 9 h 9"/>
                  <a:gd name="T24" fmla="*/ 9 w 86"/>
                  <a:gd name="T25" fmla="*/ 4 h 9"/>
                  <a:gd name="T26" fmla="*/ 5 w 86"/>
                  <a:gd name="T27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6" h="9">
                    <a:moveTo>
                      <a:pt x="84" y="2"/>
                    </a:moveTo>
                    <a:cubicBezTo>
                      <a:pt x="22" y="2"/>
                      <a:pt x="22" y="2"/>
                      <a:pt x="22" y="2"/>
                    </a:cubicBezTo>
                    <a:cubicBezTo>
                      <a:pt x="21" y="2"/>
                      <a:pt x="19" y="3"/>
                      <a:pt x="19" y="4"/>
                    </a:cubicBezTo>
                    <a:cubicBezTo>
                      <a:pt x="19" y="5"/>
                      <a:pt x="19" y="5"/>
                      <a:pt x="19" y="5"/>
                    </a:cubicBezTo>
                    <a:cubicBezTo>
                      <a:pt x="19" y="6"/>
                      <a:pt x="21" y="7"/>
                      <a:pt x="22" y="7"/>
                    </a:cubicBezTo>
                    <a:cubicBezTo>
                      <a:pt x="84" y="7"/>
                      <a:pt x="84" y="7"/>
                      <a:pt x="84" y="7"/>
                    </a:cubicBezTo>
                    <a:cubicBezTo>
                      <a:pt x="85" y="7"/>
                      <a:pt x="86" y="6"/>
                      <a:pt x="86" y="5"/>
                    </a:cubicBezTo>
                    <a:cubicBezTo>
                      <a:pt x="86" y="4"/>
                      <a:pt x="86" y="4"/>
                      <a:pt x="86" y="4"/>
                    </a:cubicBezTo>
                    <a:cubicBezTo>
                      <a:pt x="86" y="3"/>
                      <a:pt x="85" y="2"/>
                      <a:pt x="84" y="2"/>
                    </a:cubicBezTo>
                    <a:moveTo>
                      <a:pt x="5" y="0"/>
                    </a:move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5" y="9"/>
                    </a:cubicBezTo>
                    <a:cubicBezTo>
                      <a:pt x="7" y="9"/>
                      <a:pt x="9" y="7"/>
                      <a:pt x="9" y="4"/>
                    </a:cubicBezTo>
                    <a:cubicBezTo>
                      <a:pt x="9" y="2"/>
                      <a:pt x="7" y="0"/>
                      <a:pt x="5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14942" tIns="57471" rIns="114942" bIns="57471" numCol="1" anchor="ctr" anchorCtr="1" compatLnSpc="1">
                <a:prstTxWarp prst="textNoShape">
                  <a:avLst/>
                </a:prstTxWarp>
              </a:bodyPr>
              <a:lstStyle/>
              <a:p>
                <a:endParaRPr lang="en-US" sz="2263"/>
              </a:p>
            </p:txBody>
          </p:sp>
          <p:sp>
            <p:nvSpPr>
              <p:cNvPr id="85" name="Freeform 12">
                <a:extLst>
                  <a:ext uri="{FF2B5EF4-FFF2-40B4-BE49-F238E27FC236}">
                    <a16:creationId xmlns:a16="http://schemas.microsoft.com/office/drawing/2014/main" id="{81C9FC1A-CD1B-A923-3CEF-AA3F1813CF2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18491" y="3625647"/>
                <a:ext cx="397676" cy="41086"/>
              </a:xfrm>
              <a:custGeom>
                <a:avLst/>
                <a:gdLst>
                  <a:gd name="T0" fmla="*/ 143 w 147"/>
                  <a:gd name="T1" fmla="*/ 3 h 16"/>
                  <a:gd name="T2" fmla="*/ 38 w 147"/>
                  <a:gd name="T3" fmla="*/ 3 h 16"/>
                  <a:gd name="T4" fmla="*/ 33 w 147"/>
                  <a:gd name="T5" fmla="*/ 8 h 16"/>
                  <a:gd name="T6" fmla="*/ 33 w 147"/>
                  <a:gd name="T7" fmla="*/ 8 h 16"/>
                  <a:gd name="T8" fmla="*/ 38 w 147"/>
                  <a:gd name="T9" fmla="*/ 13 h 16"/>
                  <a:gd name="T10" fmla="*/ 143 w 147"/>
                  <a:gd name="T11" fmla="*/ 13 h 16"/>
                  <a:gd name="T12" fmla="*/ 147 w 147"/>
                  <a:gd name="T13" fmla="*/ 8 h 16"/>
                  <a:gd name="T14" fmla="*/ 147 w 147"/>
                  <a:gd name="T15" fmla="*/ 8 h 16"/>
                  <a:gd name="T16" fmla="*/ 143 w 147"/>
                  <a:gd name="T17" fmla="*/ 3 h 16"/>
                  <a:gd name="T18" fmla="*/ 8 w 147"/>
                  <a:gd name="T19" fmla="*/ 0 h 16"/>
                  <a:gd name="T20" fmla="*/ 0 w 147"/>
                  <a:gd name="T21" fmla="*/ 8 h 16"/>
                  <a:gd name="T22" fmla="*/ 8 w 147"/>
                  <a:gd name="T23" fmla="*/ 16 h 16"/>
                  <a:gd name="T24" fmla="*/ 16 w 147"/>
                  <a:gd name="T25" fmla="*/ 8 h 16"/>
                  <a:gd name="T26" fmla="*/ 8 w 147"/>
                  <a:gd name="T27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7" h="16">
                    <a:moveTo>
                      <a:pt x="143" y="3"/>
                    </a:moveTo>
                    <a:cubicBezTo>
                      <a:pt x="38" y="3"/>
                      <a:pt x="38" y="3"/>
                      <a:pt x="38" y="3"/>
                    </a:cubicBezTo>
                    <a:cubicBezTo>
                      <a:pt x="35" y="3"/>
                      <a:pt x="33" y="5"/>
                      <a:pt x="33" y="8"/>
                    </a:cubicBezTo>
                    <a:cubicBezTo>
                      <a:pt x="33" y="8"/>
                      <a:pt x="33" y="8"/>
                      <a:pt x="33" y="8"/>
                    </a:cubicBezTo>
                    <a:cubicBezTo>
                      <a:pt x="33" y="11"/>
                      <a:pt x="35" y="13"/>
                      <a:pt x="38" y="13"/>
                    </a:cubicBezTo>
                    <a:cubicBezTo>
                      <a:pt x="143" y="13"/>
                      <a:pt x="143" y="13"/>
                      <a:pt x="143" y="13"/>
                    </a:cubicBezTo>
                    <a:cubicBezTo>
                      <a:pt x="145" y="13"/>
                      <a:pt x="147" y="11"/>
                      <a:pt x="147" y="8"/>
                    </a:cubicBezTo>
                    <a:cubicBezTo>
                      <a:pt x="147" y="8"/>
                      <a:pt x="147" y="8"/>
                      <a:pt x="147" y="8"/>
                    </a:cubicBezTo>
                    <a:cubicBezTo>
                      <a:pt x="147" y="5"/>
                      <a:pt x="145" y="3"/>
                      <a:pt x="143" y="3"/>
                    </a:cubicBezTo>
                    <a:moveTo>
                      <a:pt x="8" y="0"/>
                    </a:move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6"/>
                      <a:pt x="8" y="16"/>
                    </a:cubicBezTo>
                    <a:cubicBezTo>
                      <a:pt x="12" y="16"/>
                      <a:pt x="16" y="12"/>
                      <a:pt x="16" y="8"/>
                    </a:cubicBezTo>
                    <a:cubicBezTo>
                      <a:pt x="16" y="4"/>
                      <a:pt x="12" y="0"/>
                      <a:pt x="8" y="0"/>
                    </a:cubicBezTo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114942" tIns="57471" rIns="114942" bIns="57471" numCol="1" anchor="ctr" anchorCtr="1" compatLnSpc="1">
                <a:prstTxWarp prst="textNoShape">
                  <a:avLst/>
                </a:prstTxWarp>
              </a:bodyPr>
              <a:lstStyle/>
              <a:p>
                <a:endParaRPr lang="en-US" sz="2263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3005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Laptop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2BC4B996-22FD-F47B-2286-9FC5EE9427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78B49EC-1E7E-CBA5-20E5-32DACA007E30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1E281D-AA97-31A9-EA27-7D3C3ADF18B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7CD1CAE8-93ED-6018-E6CC-FE9B13E722E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D233101D-EDF1-46BD-61D3-A5BC5E9B84C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68F06D59-8F2D-23F2-B25F-4198E6AE5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AE844A5B-0163-C13D-B7F8-35C94BCE7FB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93116" y="2206611"/>
            <a:ext cx="5395136" cy="3532403"/>
          </a:xfrm>
          <a:custGeom>
            <a:avLst/>
            <a:gdLst>
              <a:gd name="connsiteX0" fmla="*/ 130223 w 5121354"/>
              <a:gd name="connsiteY0" fmla="*/ 0 h 3353148"/>
              <a:gd name="connsiteX1" fmla="*/ 4991131 w 5121354"/>
              <a:gd name="connsiteY1" fmla="*/ 0 h 3353148"/>
              <a:gd name="connsiteX2" fmla="*/ 5121354 w 5121354"/>
              <a:gd name="connsiteY2" fmla="*/ 130253 h 3353148"/>
              <a:gd name="connsiteX3" fmla="*/ 5121354 w 5121354"/>
              <a:gd name="connsiteY3" fmla="*/ 3353148 h 3353148"/>
              <a:gd name="connsiteX4" fmla="*/ 0 w 5121354"/>
              <a:gd name="connsiteY4" fmla="*/ 3353148 h 3353148"/>
              <a:gd name="connsiteX5" fmla="*/ 0 w 5121354"/>
              <a:gd name="connsiteY5" fmla="*/ 130253 h 3353148"/>
              <a:gd name="connsiteX6" fmla="*/ 130223 w 5121354"/>
              <a:gd name="connsiteY6" fmla="*/ 0 h 335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21354" h="3353148">
                <a:moveTo>
                  <a:pt x="130223" y="0"/>
                </a:moveTo>
                <a:cubicBezTo>
                  <a:pt x="130223" y="0"/>
                  <a:pt x="130223" y="0"/>
                  <a:pt x="4991131" y="0"/>
                </a:cubicBezTo>
                <a:cubicBezTo>
                  <a:pt x="5062581" y="0"/>
                  <a:pt x="5121354" y="58788"/>
                  <a:pt x="5121354" y="130253"/>
                </a:cubicBezTo>
                <a:lnTo>
                  <a:pt x="5121354" y="3353148"/>
                </a:lnTo>
                <a:cubicBezTo>
                  <a:pt x="5121354" y="3353148"/>
                  <a:pt x="5121354" y="3353148"/>
                  <a:pt x="0" y="3353148"/>
                </a:cubicBezTo>
                <a:cubicBezTo>
                  <a:pt x="0" y="3353148"/>
                  <a:pt x="0" y="3353148"/>
                  <a:pt x="0" y="130253"/>
                </a:cubicBezTo>
                <a:cubicBezTo>
                  <a:pt x="0" y="58788"/>
                  <a:pt x="58775" y="0"/>
                  <a:pt x="130223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/>
            </a:lvl1pPr>
          </a:lstStyle>
          <a:p>
            <a:endParaRPr lang="de-DE"/>
          </a:p>
        </p:txBody>
      </p:sp>
      <p:sp>
        <p:nvSpPr>
          <p:cNvPr id="8" name="Bildplatzhalter 6">
            <a:extLst>
              <a:ext uri="{FF2B5EF4-FFF2-40B4-BE49-F238E27FC236}">
                <a16:creationId xmlns:a16="http://schemas.microsoft.com/office/drawing/2014/main" id="{63F10EEB-BBD6-D3FD-5369-851FBD0AA37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493116" y="2206611"/>
            <a:ext cx="5395136" cy="3532403"/>
          </a:xfrm>
          <a:custGeom>
            <a:avLst/>
            <a:gdLst>
              <a:gd name="connsiteX0" fmla="*/ 130223 w 5121354"/>
              <a:gd name="connsiteY0" fmla="*/ 0 h 3353148"/>
              <a:gd name="connsiteX1" fmla="*/ 4991131 w 5121354"/>
              <a:gd name="connsiteY1" fmla="*/ 0 h 3353148"/>
              <a:gd name="connsiteX2" fmla="*/ 5121354 w 5121354"/>
              <a:gd name="connsiteY2" fmla="*/ 130253 h 3353148"/>
              <a:gd name="connsiteX3" fmla="*/ 5121354 w 5121354"/>
              <a:gd name="connsiteY3" fmla="*/ 3353148 h 3353148"/>
              <a:gd name="connsiteX4" fmla="*/ 0 w 5121354"/>
              <a:gd name="connsiteY4" fmla="*/ 3353148 h 3353148"/>
              <a:gd name="connsiteX5" fmla="*/ 0 w 5121354"/>
              <a:gd name="connsiteY5" fmla="*/ 130253 h 3353148"/>
              <a:gd name="connsiteX6" fmla="*/ 130223 w 5121354"/>
              <a:gd name="connsiteY6" fmla="*/ 0 h 335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21354" h="3353148">
                <a:moveTo>
                  <a:pt x="130223" y="0"/>
                </a:moveTo>
                <a:cubicBezTo>
                  <a:pt x="130223" y="0"/>
                  <a:pt x="130223" y="0"/>
                  <a:pt x="4991131" y="0"/>
                </a:cubicBezTo>
                <a:cubicBezTo>
                  <a:pt x="5062581" y="0"/>
                  <a:pt x="5121354" y="58788"/>
                  <a:pt x="5121354" y="130253"/>
                </a:cubicBezTo>
                <a:lnTo>
                  <a:pt x="5121354" y="3353148"/>
                </a:lnTo>
                <a:cubicBezTo>
                  <a:pt x="5121354" y="3353148"/>
                  <a:pt x="5121354" y="3353148"/>
                  <a:pt x="0" y="3353148"/>
                </a:cubicBezTo>
                <a:cubicBezTo>
                  <a:pt x="0" y="3353148"/>
                  <a:pt x="0" y="3353148"/>
                  <a:pt x="0" y="130253"/>
                </a:cubicBezTo>
                <a:cubicBezTo>
                  <a:pt x="0" y="58788"/>
                  <a:pt x="58775" y="0"/>
                  <a:pt x="130223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endParaRPr lang="de-DE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E1900E77-397C-23FB-EFA3-C799CEF62510}"/>
              </a:ext>
            </a:extLst>
          </p:cNvPr>
          <p:cNvGrpSpPr/>
          <p:nvPr userDrawn="1"/>
        </p:nvGrpSpPr>
        <p:grpSpPr>
          <a:xfrm>
            <a:off x="4880346" y="2148891"/>
            <a:ext cx="6620676" cy="3830916"/>
            <a:chOff x="4880346" y="2148891"/>
            <a:chExt cx="6620676" cy="3830916"/>
          </a:xfrm>
        </p:grpSpPr>
        <p:pic>
          <p:nvPicPr>
            <p:cNvPr id="10" name="Grafik 9">
              <a:extLst>
                <a:ext uri="{FF2B5EF4-FFF2-40B4-BE49-F238E27FC236}">
                  <a16:creationId xmlns:a16="http://schemas.microsoft.com/office/drawing/2014/main" id="{3FCA1C53-1C4A-E2D2-D38A-39FD80DEBE9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346" y="5891363"/>
              <a:ext cx="6620676" cy="88444"/>
            </a:xfrm>
            <a:prstGeom prst="rect">
              <a:avLst/>
            </a:prstGeom>
          </p:spPr>
        </p:pic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A0EC27D8-792E-491A-A0B6-1AF77E536D0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8672" y="2148891"/>
              <a:ext cx="5464024" cy="3711732"/>
            </a:xfrm>
            <a:custGeom>
              <a:avLst/>
              <a:gdLst>
                <a:gd name="T0" fmla="*/ 4375 w 4538"/>
                <a:gd name="T1" fmla="*/ 0 h 3082"/>
                <a:gd name="T2" fmla="*/ 163 w 4538"/>
                <a:gd name="T3" fmla="*/ 0 h 3082"/>
                <a:gd name="T4" fmla="*/ 0 w 4538"/>
                <a:gd name="T5" fmla="*/ 163 h 3082"/>
                <a:gd name="T6" fmla="*/ 0 w 4538"/>
                <a:gd name="T7" fmla="*/ 3042 h 3082"/>
                <a:gd name="T8" fmla="*/ 41 w 4538"/>
                <a:gd name="T9" fmla="*/ 3082 h 3082"/>
                <a:gd name="T10" fmla="*/ 48 w 4538"/>
                <a:gd name="T11" fmla="*/ 3082 h 3082"/>
                <a:gd name="T12" fmla="*/ 48 w 4538"/>
                <a:gd name="T13" fmla="*/ 160 h 3082"/>
                <a:gd name="T14" fmla="*/ 160 w 4538"/>
                <a:gd name="T15" fmla="*/ 47 h 3082"/>
                <a:gd name="T16" fmla="*/ 4379 w 4538"/>
                <a:gd name="T17" fmla="*/ 47 h 3082"/>
                <a:gd name="T18" fmla="*/ 4491 w 4538"/>
                <a:gd name="T19" fmla="*/ 160 h 3082"/>
                <a:gd name="T20" fmla="*/ 4491 w 4538"/>
                <a:gd name="T21" fmla="*/ 3082 h 3082"/>
                <a:gd name="T22" fmla="*/ 4498 w 4538"/>
                <a:gd name="T23" fmla="*/ 3082 h 3082"/>
                <a:gd name="T24" fmla="*/ 4538 w 4538"/>
                <a:gd name="T25" fmla="*/ 3042 h 3082"/>
                <a:gd name="T26" fmla="*/ 4538 w 4538"/>
                <a:gd name="T27" fmla="*/ 163 h 3082"/>
                <a:gd name="T28" fmla="*/ 4375 w 4538"/>
                <a:gd name="T29" fmla="*/ 0 h 30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38" h="3082">
                  <a:moveTo>
                    <a:pt x="4375" y="0"/>
                  </a:moveTo>
                  <a:cubicBezTo>
                    <a:pt x="163" y="0"/>
                    <a:pt x="163" y="0"/>
                    <a:pt x="163" y="0"/>
                  </a:cubicBezTo>
                  <a:cubicBezTo>
                    <a:pt x="74" y="0"/>
                    <a:pt x="0" y="73"/>
                    <a:pt x="0" y="163"/>
                  </a:cubicBezTo>
                  <a:cubicBezTo>
                    <a:pt x="0" y="3042"/>
                    <a:pt x="0" y="3042"/>
                    <a:pt x="0" y="3042"/>
                  </a:cubicBezTo>
                  <a:cubicBezTo>
                    <a:pt x="0" y="3064"/>
                    <a:pt x="19" y="3082"/>
                    <a:pt x="41" y="3082"/>
                  </a:cubicBezTo>
                  <a:cubicBezTo>
                    <a:pt x="48" y="3082"/>
                    <a:pt x="48" y="3082"/>
                    <a:pt x="48" y="3082"/>
                  </a:cubicBezTo>
                  <a:cubicBezTo>
                    <a:pt x="48" y="160"/>
                    <a:pt x="48" y="160"/>
                    <a:pt x="48" y="160"/>
                  </a:cubicBezTo>
                  <a:cubicBezTo>
                    <a:pt x="48" y="98"/>
                    <a:pt x="98" y="47"/>
                    <a:pt x="160" y="47"/>
                  </a:cubicBezTo>
                  <a:cubicBezTo>
                    <a:pt x="4379" y="47"/>
                    <a:pt x="4379" y="47"/>
                    <a:pt x="4379" y="47"/>
                  </a:cubicBezTo>
                  <a:cubicBezTo>
                    <a:pt x="4441" y="47"/>
                    <a:pt x="4491" y="98"/>
                    <a:pt x="4491" y="160"/>
                  </a:cubicBezTo>
                  <a:cubicBezTo>
                    <a:pt x="4491" y="3082"/>
                    <a:pt x="4491" y="3082"/>
                    <a:pt x="4491" y="3082"/>
                  </a:cubicBezTo>
                  <a:cubicBezTo>
                    <a:pt x="4498" y="3082"/>
                    <a:pt x="4498" y="3082"/>
                    <a:pt x="4498" y="3082"/>
                  </a:cubicBezTo>
                  <a:cubicBezTo>
                    <a:pt x="4520" y="3082"/>
                    <a:pt x="4538" y="3064"/>
                    <a:pt x="4538" y="3042"/>
                  </a:cubicBezTo>
                  <a:cubicBezTo>
                    <a:pt x="4538" y="163"/>
                    <a:pt x="4538" y="163"/>
                    <a:pt x="4538" y="163"/>
                  </a:cubicBezTo>
                  <a:cubicBezTo>
                    <a:pt x="4538" y="73"/>
                    <a:pt x="4465" y="0"/>
                    <a:pt x="4375" y="0"/>
                  </a:cubicBezTo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81B9A7A8-D610-22C2-2652-7957E5093C6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7566" y="2178228"/>
              <a:ext cx="5406237" cy="3682394"/>
            </a:xfrm>
            <a:custGeom>
              <a:avLst/>
              <a:gdLst>
                <a:gd name="T0" fmla="*/ 4491 w 4491"/>
                <a:gd name="T1" fmla="*/ 3042 h 3058"/>
                <a:gd name="T2" fmla="*/ 4491 w 4491"/>
                <a:gd name="T3" fmla="*/ 138 h 3058"/>
                <a:gd name="T4" fmla="*/ 4352 w 4491"/>
                <a:gd name="T5" fmla="*/ 0 h 3058"/>
                <a:gd name="T6" fmla="*/ 139 w 4491"/>
                <a:gd name="T7" fmla="*/ 0 h 3058"/>
                <a:gd name="T8" fmla="*/ 0 w 4491"/>
                <a:gd name="T9" fmla="*/ 138 h 3058"/>
                <a:gd name="T10" fmla="*/ 0 w 4491"/>
                <a:gd name="T11" fmla="*/ 3042 h 3058"/>
                <a:gd name="T12" fmla="*/ 15 w 4491"/>
                <a:gd name="T13" fmla="*/ 3058 h 3058"/>
                <a:gd name="T14" fmla="*/ 17 w 4491"/>
                <a:gd name="T15" fmla="*/ 3058 h 3058"/>
                <a:gd name="T16" fmla="*/ 24 w 4491"/>
                <a:gd name="T17" fmla="*/ 3058 h 3058"/>
                <a:gd name="T18" fmla="*/ 24 w 4491"/>
                <a:gd name="T19" fmla="*/ 136 h 3058"/>
                <a:gd name="T20" fmla="*/ 136 w 4491"/>
                <a:gd name="T21" fmla="*/ 23 h 3058"/>
                <a:gd name="T22" fmla="*/ 4355 w 4491"/>
                <a:gd name="T23" fmla="*/ 23 h 3058"/>
                <a:gd name="T24" fmla="*/ 4467 w 4491"/>
                <a:gd name="T25" fmla="*/ 136 h 3058"/>
                <a:gd name="T26" fmla="*/ 4467 w 4491"/>
                <a:gd name="T27" fmla="*/ 3058 h 3058"/>
                <a:gd name="T28" fmla="*/ 4474 w 4491"/>
                <a:gd name="T29" fmla="*/ 3058 h 3058"/>
                <a:gd name="T30" fmla="*/ 4476 w 4491"/>
                <a:gd name="T31" fmla="*/ 3058 h 3058"/>
                <a:gd name="T32" fmla="*/ 4491 w 4491"/>
                <a:gd name="T33" fmla="*/ 3042 h 30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491" h="3058">
                  <a:moveTo>
                    <a:pt x="4491" y="3042"/>
                  </a:moveTo>
                  <a:cubicBezTo>
                    <a:pt x="4491" y="138"/>
                    <a:pt x="4491" y="138"/>
                    <a:pt x="4491" y="138"/>
                  </a:cubicBezTo>
                  <a:cubicBezTo>
                    <a:pt x="4491" y="62"/>
                    <a:pt x="4429" y="0"/>
                    <a:pt x="4352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62" y="0"/>
                    <a:pt x="0" y="62"/>
                    <a:pt x="0" y="138"/>
                  </a:cubicBezTo>
                  <a:cubicBezTo>
                    <a:pt x="0" y="3042"/>
                    <a:pt x="0" y="3042"/>
                    <a:pt x="0" y="3042"/>
                  </a:cubicBezTo>
                  <a:cubicBezTo>
                    <a:pt x="0" y="3051"/>
                    <a:pt x="7" y="3058"/>
                    <a:pt x="15" y="3058"/>
                  </a:cubicBezTo>
                  <a:cubicBezTo>
                    <a:pt x="16" y="3058"/>
                    <a:pt x="17" y="3058"/>
                    <a:pt x="17" y="3058"/>
                  </a:cubicBezTo>
                  <a:cubicBezTo>
                    <a:pt x="24" y="3058"/>
                    <a:pt x="24" y="3058"/>
                    <a:pt x="24" y="3058"/>
                  </a:cubicBezTo>
                  <a:cubicBezTo>
                    <a:pt x="24" y="136"/>
                    <a:pt x="24" y="136"/>
                    <a:pt x="24" y="136"/>
                  </a:cubicBezTo>
                  <a:cubicBezTo>
                    <a:pt x="24" y="74"/>
                    <a:pt x="74" y="23"/>
                    <a:pt x="136" y="23"/>
                  </a:cubicBezTo>
                  <a:cubicBezTo>
                    <a:pt x="4355" y="23"/>
                    <a:pt x="4355" y="23"/>
                    <a:pt x="4355" y="23"/>
                  </a:cubicBezTo>
                  <a:cubicBezTo>
                    <a:pt x="4417" y="23"/>
                    <a:pt x="4467" y="74"/>
                    <a:pt x="4467" y="136"/>
                  </a:cubicBezTo>
                  <a:cubicBezTo>
                    <a:pt x="4467" y="3058"/>
                    <a:pt x="4467" y="3058"/>
                    <a:pt x="4467" y="3058"/>
                  </a:cubicBezTo>
                  <a:cubicBezTo>
                    <a:pt x="4474" y="3058"/>
                    <a:pt x="4474" y="3058"/>
                    <a:pt x="4474" y="3058"/>
                  </a:cubicBezTo>
                  <a:cubicBezTo>
                    <a:pt x="4474" y="3058"/>
                    <a:pt x="4475" y="3058"/>
                    <a:pt x="4476" y="3058"/>
                  </a:cubicBezTo>
                  <a:cubicBezTo>
                    <a:pt x="4484" y="3058"/>
                    <a:pt x="4491" y="3051"/>
                    <a:pt x="4491" y="3042"/>
                  </a:cubicBezTo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45753929-B93A-5B58-7C9F-8F7604C2E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8672" y="5700783"/>
              <a:ext cx="5464024" cy="152026"/>
            </a:xfrm>
            <a:custGeom>
              <a:avLst/>
              <a:gdLst>
                <a:gd name="T0" fmla="*/ 0 w 4538"/>
                <a:gd name="T1" fmla="*/ 0 h 126"/>
                <a:gd name="T2" fmla="*/ 0 w 4538"/>
                <a:gd name="T3" fmla="*/ 86 h 126"/>
                <a:gd name="T4" fmla="*/ 41 w 4538"/>
                <a:gd name="T5" fmla="*/ 126 h 126"/>
                <a:gd name="T6" fmla="*/ 4498 w 4538"/>
                <a:gd name="T7" fmla="*/ 126 h 126"/>
                <a:gd name="T8" fmla="*/ 4538 w 4538"/>
                <a:gd name="T9" fmla="*/ 86 h 126"/>
                <a:gd name="T10" fmla="*/ 4538 w 4538"/>
                <a:gd name="T11" fmla="*/ 0 h 126"/>
                <a:gd name="T12" fmla="*/ 0 w 4538"/>
                <a:gd name="T13" fmla="*/ 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38" h="126">
                  <a:moveTo>
                    <a:pt x="0" y="0"/>
                  </a:moveTo>
                  <a:cubicBezTo>
                    <a:pt x="0" y="86"/>
                    <a:pt x="0" y="86"/>
                    <a:pt x="0" y="86"/>
                  </a:cubicBezTo>
                  <a:cubicBezTo>
                    <a:pt x="0" y="108"/>
                    <a:pt x="19" y="126"/>
                    <a:pt x="41" y="126"/>
                  </a:cubicBezTo>
                  <a:cubicBezTo>
                    <a:pt x="4498" y="126"/>
                    <a:pt x="4498" y="126"/>
                    <a:pt x="4498" y="126"/>
                  </a:cubicBezTo>
                  <a:cubicBezTo>
                    <a:pt x="4520" y="126"/>
                    <a:pt x="4538" y="108"/>
                    <a:pt x="4538" y="86"/>
                  </a:cubicBezTo>
                  <a:cubicBezTo>
                    <a:pt x="4538" y="0"/>
                    <a:pt x="4538" y="0"/>
                    <a:pt x="453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cxnSp>
          <p:nvCxnSpPr>
            <p:cNvPr id="14" name="Gerader Verbinder 13">
              <a:extLst>
                <a:ext uri="{FF2B5EF4-FFF2-40B4-BE49-F238E27FC236}">
                  <a16:creationId xmlns:a16="http://schemas.microsoft.com/office/drawing/2014/main" id="{56486435-5A60-0C20-FD49-768FD2BA45F8}"/>
                </a:ext>
              </a:extLst>
            </p:cNvPr>
            <p:cNvCxnSpPr>
              <a:cxnSpLocks/>
            </p:cNvCxnSpPr>
            <p:nvPr/>
          </p:nvCxnSpPr>
          <p:spPr>
            <a:xfrm>
              <a:off x="4880346" y="5869704"/>
              <a:ext cx="6620676" cy="0"/>
            </a:xfrm>
            <a:prstGeom prst="line">
              <a:avLst/>
            </a:prstGeom>
            <a:ln w="50800" cap="rnd">
              <a:gradFill flip="none" rotWithShape="1">
                <a:gsLst>
                  <a:gs pos="0">
                    <a:schemeClr val="tx1">
                      <a:lumMod val="50000"/>
                    </a:schemeClr>
                  </a:gs>
                  <a:gs pos="46000">
                    <a:schemeClr val="tx1">
                      <a:lumMod val="75000"/>
                    </a:schemeClr>
                  </a:gs>
                  <a:gs pos="100000">
                    <a:schemeClr val="tx1">
                      <a:lumMod val="50000"/>
                    </a:schemeClr>
                  </a:gs>
                </a:gsLst>
                <a:path path="circle">
                  <a:fillToRect l="50000" t="130000" r="50000" b="-30000"/>
                </a:path>
                <a:tileRect/>
              </a:gra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293919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ablet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2BC4B996-22FD-F47B-2286-9FC5EE9427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6C3AEED-268C-A10F-FBBD-D515CE143E54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DD5176-8492-5BCB-53FE-585205A05F6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3E286BF0-7EB5-CA4C-B9E6-2AD5F27A362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7029A39E-DEF5-B200-35E5-1F463FF89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F575D7DA-2EEF-EC33-2BAB-5E1CEDB06E0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622D032B-2AEA-1A58-D508-B9C8361DAE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35296" y="2096497"/>
            <a:ext cx="5252195" cy="3981784"/>
          </a:xfrm>
          <a:custGeom>
            <a:avLst/>
            <a:gdLst>
              <a:gd name="connsiteX0" fmla="*/ 145098 w 4621113"/>
              <a:gd name="connsiteY0" fmla="*/ 0 h 3503349"/>
              <a:gd name="connsiteX1" fmla="*/ 4476016 w 4621113"/>
              <a:gd name="connsiteY1" fmla="*/ 0 h 3503349"/>
              <a:gd name="connsiteX2" fmla="*/ 4621113 w 4621113"/>
              <a:gd name="connsiteY2" fmla="*/ 146140 h 3503349"/>
              <a:gd name="connsiteX3" fmla="*/ 4621113 w 4621113"/>
              <a:gd name="connsiteY3" fmla="*/ 3358210 h 3503349"/>
              <a:gd name="connsiteX4" fmla="*/ 4476016 w 4621113"/>
              <a:gd name="connsiteY4" fmla="*/ 3503349 h 3503349"/>
              <a:gd name="connsiteX5" fmla="*/ 145098 w 4621113"/>
              <a:gd name="connsiteY5" fmla="*/ 3503349 h 3503349"/>
              <a:gd name="connsiteX6" fmla="*/ 0 w 4621113"/>
              <a:gd name="connsiteY6" fmla="*/ 3358210 h 3503349"/>
              <a:gd name="connsiteX7" fmla="*/ 0 w 4621113"/>
              <a:gd name="connsiteY7" fmla="*/ 146140 h 3503349"/>
              <a:gd name="connsiteX8" fmla="*/ 145098 w 4621113"/>
              <a:gd name="connsiteY8" fmla="*/ 0 h 3503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21113" h="3503349">
                <a:moveTo>
                  <a:pt x="145098" y="0"/>
                </a:moveTo>
                <a:cubicBezTo>
                  <a:pt x="4476016" y="0"/>
                  <a:pt x="4476016" y="0"/>
                  <a:pt x="4476016" y="0"/>
                </a:cubicBezTo>
                <a:cubicBezTo>
                  <a:pt x="4556070" y="0"/>
                  <a:pt x="4621113" y="65063"/>
                  <a:pt x="4621113" y="146140"/>
                </a:cubicBezTo>
                <a:lnTo>
                  <a:pt x="4621113" y="3358210"/>
                </a:lnTo>
                <a:cubicBezTo>
                  <a:pt x="4621113" y="3438288"/>
                  <a:pt x="4556070" y="3503349"/>
                  <a:pt x="4476016" y="3503349"/>
                </a:cubicBezTo>
                <a:cubicBezTo>
                  <a:pt x="145098" y="3503349"/>
                  <a:pt x="145098" y="3503349"/>
                  <a:pt x="145098" y="3503349"/>
                </a:cubicBezTo>
                <a:cubicBezTo>
                  <a:pt x="65044" y="3503349"/>
                  <a:pt x="0" y="3438288"/>
                  <a:pt x="0" y="3358210"/>
                </a:cubicBezTo>
                <a:cubicBezTo>
                  <a:pt x="0" y="146140"/>
                  <a:pt x="0" y="146140"/>
                  <a:pt x="0" y="146140"/>
                </a:cubicBezTo>
                <a:cubicBezTo>
                  <a:pt x="0" y="65063"/>
                  <a:pt x="65044" y="0"/>
                  <a:pt x="145098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8" name="Bildplatzhalter 9">
            <a:extLst>
              <a:ext uri="{FF2B5EF4-FFF2-40B4-BE49-F238E27FC236}">
                <a16:creationId xmlns:a16="http://schemas.microsoft.com/office/drawing/2014/main" id="{3B15B9A1-C400-AEF9-BECA-60A775C60BA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35296" y="2096497"/>
            <a:ext cx="5252195" cy="3981784"/>
          </a:xfrm>
          <a:custGeom>
            <a:avLst/>
            <a:gdLst>
              <a:gd name="connsiteX0" fmla="*/ 145098 w 4621113"/>
              <a:gd name="connsiteY0" fmla="*/ 0 h 3503349"/>
              <a:gd name="connsiteX1" fmla="*/ 4476016 w 4621113"/>
              <a:gd name="connsiteY1" fmla="*/ 0 h 3503349"/>
              <a:gd name="connsiteX2" fmla="*/ 4621113 w 4621113"/>
              <a:gd name="connsiteY2" fmla="*/ 146140 h 3503349"/>
              <a:gd name="connsiteX3" fmla="*/ 4621113 w 4621113"/>
              <a:gd name="connsiteY3" fmla="*/ 3358210 h 3503349"/>
              <a:gd name="connsiteX4" fmla="*/ 4476016 w 4621113"/>
              <a:gd name="connsiteY4" fmla="*/ 3503349 h 3503349"/>
              <a:gd name="connsiteX5" fmla="*/ 145098 w 4621113"/>
              <a:gd name="connsiteY5" fmla="*/ 3503349 h 3503349"/>
              <a:gd name="connsiteX6" fmla="*/ 0 w 4621113"/>
              <a:gd name="connsiteY6" fmla="*/ 3358210 h 3503349"/>
              <a:gd name="connsiteX7" fmla="*/ 0 w 4621113"/>
              <a:gd name="connsiteY7" fmla="*/ 146140 h 3503349"/>
              <a:gd name="connsiteX8" fmla="*/ 145098 w 4621113"/>
              <a:gd name="connsiteY8" fmla="*/ 0 h 3503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21113" h="3503349">
                <a:moveTo>
                  <a:pt x="145098" y="0"/>
                </a:moveTo>
                <a:cubicBezTo>
                  <a:pt x="4476016" y="0"/>
                  <a:pt x="4476016" y="0"/>
                  <a:pt x="4476016" y="0"/>
                </a:cubicBezTo>
                <a:cubicBezTo>
                  <a:pt x="4556070" y="0"/>
                  <a:pt x="4621113" y="65063"/>
                  <a:pt x="4621113" y="146140"/>
                </a:cubicBezTo>
                <a:lnTo>
                  <a:pt x="4621113" y="3358210"/>
                </a:lnTo>
                <a:cubicBezTo>
                  <a:pt x="4621113" y="3438288"/>
                  <a:pt x="4556070" y="3503349"/>
                  <a:pt x="4476016" y="3503349"/>
                </a:cubicBezTo>
                <a:cubicBezTo>
                  <a:pt x="145098" y="3503349"/>
                  <a:pt x="145098" y="3503349"/>
                  <a:pt x="145098" y="3503349"/>
                </a:cubicBezTo>
                <a:cubicBezTo>
                  <a:pt x="65044" y="3503349"/>
                  <a:pt x="0" y="3438288"/>
                  <a:pt x="0" y="3358210"/>
                </a:cubicBezTo>
                <a:cubicBezTo>
                  <a:pt x="0" y="146140"/>
                  <a:pt x="0" y="146140"/>
                  <a:pt x="0" y="146140"/>
                </a:cubicBezTo>
                <a:cubicBezTo>
                  <a:pt x="0" y="65063"/>
                  <a:pt x="65044" y="0"/>
                  <a:pt x="145098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endParaRPr lang="de-DE"/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227F8E89-3B5F-35D9-3597-9A719A188958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6162385" y="2019796"/>
            <a:ext cx="5376995" cy="4111035"/>
          </a:xfrm>
          <a:custGeom>
            <a:avLst/>
            <a:gdLst>
              <a:gd name="T0" fmla="*/ 576 w 4763"/>
              <a:gd name="T1" fmla="*/ 0 h 3641"/>
              <a:gd name="T2" fmla="*/ 511 w 4763"/>
              <a:gd name="T3" fmla="*/ 0 h 3641"/>
              <a:gd name="T4" fmla="*/ 27 w 4763"/>
              <a:gd name="T5" fmla="*/ 227 h 3641"/>
              <a:gd name="T6" fmla="*/ 27 w 4763"/>
              <a:gd name="T7" fmla="*/ 406 h 3641"/>
              <a:gd name="T8" fmla="*/ 4763 w 4763"/>
              <a:gd name="T9" fmla="*/ 228 h 3641"/>
              <a:gd name="T10" fmla="*/ 86 w 4763"/>
              <a:gd name="T11" fmla="*/ 3437 h 3641"/>
              <a:gd name="T12" fmla="*/ 4704 w 4763"/>
              <a:gd name="T13" fmla="*/ 3437 h 3641"/>
              <a:gd name="T14" fmla="*/ 4163 w 4763"/>
              <a:gd name="T15" fmla="*/ 138 h 3641"/>
              <a:gd name="T16" fmla="*/ 4145 w 4763"/>
              <a:gd name="T17" fmla="*/ 136 h 3641"/>
              <a:gd name="T18" fmla="*/ 4148 w 4763"/>
              <a:gd name="T19" fmla="*/ 139 h 3641"/>
              <a:gd name="T20" fmla="*/ 4159 w 4763"/>
              <a:gd name="T21" fmla="*/ 144 h 3641"/>
              <a:gd name="T22" fmla="*/ 4151 w 4763"/>
              <a:gd name="T23" fmla="*/ 147 h 3641"/>
              <a:gd name="T24" fmla="*/ 4160 w 4763"/>
              <a:gd name="T25" fmla="*/ 155 h 3641"/>
              <a:gd name="T26" fmla="*/ 4153 w 4763"/>
              <a:gd name="T27" fmla="*/ 164 h 3641"/>
              <a:gd name="T28" fmla="*/ 4145 w 4763"/>
              <a:gd name="T29" fmla="*/ 165 h 3641"/>
              <a:gd name="T30" fmla="*/ 4164 w 4763"/>
              <a:gd name="T31" fmla="*/ 162 h 3641"/>
              <a:gd name="T32" fmla="*/ 4213 w 4763"/>
              <a:gd name="T33" fmla="*/ 167 h 3641"/>
              <a:gd name="T34" fmla="*/ 4246 w 4763"/>
              <a:gd name="T35" fmla="*/ 167 h 3641"/>
              <a:gd name="T36" fmla="*/ 4229 w 4763"/>
              <a:gd name="T37" fmla="*/ 137 h 3641"/>
              <a:gd name="T38" fmla="*/ 4615 w 4763"/>
              <a:gd name="T39" fmla="*/ 151 h 3641"/>
              <a:gd name="T40" fmla="*/ 4187 w 4763"/>
              <a:gd name="T41" fmla="*/ 133 h 3641"/>
              <a:gd name="T42" fmla="*/ 4172 w 4763"/>
              <a:gd name="T43" fmla="*/ 142 h 3641"/>
              <a:gd name="T44" fmla="*/ 4173 w 4763"/>
              <a:gd name="T45" fmla="*/ 162 h 3641"/>
              <a:gd name="T46" fmla="*/ 4191 w 4763"/>
              <a:gd name="T47" fmla="*/ 165 h 3641"/>
              <a:gd name="T48" fmla="*/ 4194 w 4763"/>
              <a:gd name="T49" fmla="*/ 146 h 3641"/>
              <a:gd name="T50" fmla="*/ 4183 w 4763"/>
              <a:gd name="T51" fmla="*/ 164 h 3641"/>
              <a:gd name="T52" fmla="*/ 4176 w 4763"/>
              <a:gd name="T53" fmla="*/ 147 h 3641"/>
              <a:gd name="T54" fmla="*/ 4183 w 4763"/>
              <a:gd name="T55" fmla="*/ 136 h 3641"/>
              <a:gd name="T56" fmla="*/ 4190 w 4763"/>
              <a:gd name="T57" fmla="*/ 147 h 3641"/>
              <a:gd name="T58" fmla="*/ 4109 w 4763"/>
              <a:gd name="T59" fmla="*/ 133 h 3641"/>
              <a:gd name="T60" fmla="*/ 4098 w 4763"/>
              <a:gd name="T61" fmla="*/ 149 h 3641"/>
              <a:gd name="T62" fmla="*/ 4116 w 4763"/>
              <a:gd name="T63" fmla="*/ 151 h 3641"/>
              <a:gd name="T64" fmla="*/ 4102 w 4763"/>
              <a:gd name="T65" fmla="*/ 159 h 3641"/>
              <a:gd name="T66" fmla="*/ 4121 w 4763"/>
              <a:gd name="T67" fmla="*/ 149 h 3641"/>
              <a:gd name="T68" fmla="*/ 4112 w 4763"/>
              <a:gd name="T69" fmla="*/ 151 h 3641"/>
              <a:gd name="T70" fmla="*/ 4102 w 4763"/>
              <a:gd name="T71" fmla="*/ 145 h 3641"/>
              <a:gd name="T72" fmla="*/ 4112 w 4763"/>
              <a:gd name="T73" fmla="*/ 137 h 3641"/>
              <a:gd name="T74" fmla="*/ 4129 w 4763"/>
              <a:gd name="T75" fmla="*/ 167 h 3641"/>
              <a:gd name="T76" fmla="*/ 4129 w 4763"/>
              <a:gd name="T77" fmla="*/ 147 h 3641"/>
              <a:gd name="T78" fmla="*/ 4452 w 4763"/>
              <a:gd name="T79" fmla="*/ 141 h 3641"/>
              <a:gd name="T80" fmla="*/ 4452 w 4763"/>
              <a:gd name="T81" fmla="*/ 141 h 3641"/>
              <a:gd name="T82" fmla="*/ 4545 w 4763"/>
              <a:gd name="T83" fmla="*/ 169 h 3641"/>
              <a:gd name="T84" fmla="*/ 4597 w 4763"/>
              <a:gd name="T85" fmla="*/ 131 h 3641"/>
              <a:gd name="T86" fmla="*/ 4540 w 4763"/>
              <a:gd name="T87" fmla="*/ 140 h 3641"/>
              <a:gd name="T88" fmla="*/ 4602 w 4763"/>
              <a:gd name="T89" fmla="*/ 160 h 3641"/>
              <a:gd name="T90" fmla="*/ 4473 w 4763"/>
              <a:gd name="T91" fmla="*/ 157 h 3641"/>
              <a:gd name="T92" fmla="*/ 4487 w 4763"/>
              <a:gd name="T93" fmla="*/ 151 h 3641"/>
              <a:gd name="T94" fmla="*/ 4548 w 4763"/>
              <a:gd name="T95" fmla="*/ 162 h 3641"/>
              <a:gd name="T96" fmla="*/ 4547 w 4763"/>
              <a:gd name="T97" fmla="*/ 138 h 3641"/>
              <a:gd name="T98" fmla="*/ 4369 w 4763"/>
              <a:gd name="T99" fmla="*/ 170 h 3641"/>
              <a:gd name="T100" fmla="*/ 4408 w 4763"/>
              <a:gd name="T101" fmla="*/ 132 h 3641"/>
              <a:gd name="T102" fmla="*/ 4408 w 4763"/>
              <a:gd name="T103" fmla="*/ 170 h 3641"/>
              <a:gd name="T104" fmla="*/ 4257 w 4763"/>
              <a:gd name="T105" fmla="*/ 132 h 3641"/>
              <a:gd name="T106" fmla="*/ 4256 w 4763"/>
              <a:gd name="T107" fmla="*/ 138 h 3641"/>
              <a:gd name="T108" fmla="*/ 4281 w 4763"/>
              <a:gd name="T109" fmla="*/ 167 h 3641"/>
              <a:gd name="T110" fmla="*/ 4389 w 4763"/>
              <a:gd name="T111" fmla="*/ 143 h 3641"/>
              <a:gd name="T112" fmla="*/ 4389 w 4763"/>
              <a:gd name="T113" fmla="*/ 170 h 36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4763" h="3641">
                <a:moveTo>
                  <a:pt x="4559" y="24"/>
                </a:moveTo>
                <a:cubicBezTo>
                  <a:pt x="750" y="24"/>
                  <a:pt x="750" y="24"/>
                  <a:pt x="750" y="24"/>
                </a:cubicBezTo>
                <a:cubicBezTo>
                  <a:pt x="750" y="6"/>
                  <a:pt x="750" y="6"/>
                  <a:pt x="750" y="6"/>
                </a:cubicBezTo>
                <a:cubicBezTo>
                  <a:pt x="750" y="2"/>
                  <a:pt x="747" y="0"/>
                  <a:pt x="744" y="0"/>
                </a:cubicBezTo>
                <a:cubicBezTo>
                  <a:pt x="576" y="0"/>
                  <a:pt x="576" y="0"/>
                  <a:pt x="576" y="0"/>
                </a:cubicBezTo>
                <a:cubicBezTo>
                  <a:pt x="573" y="0"/>
                  <a:pt x="570" y="2"/>
                  <a:pt x="570" y="6"/>
                </a:cubicBezTo>
                <a:cubicBezTo>
                  <a:pt x="570" y="24"/>
                  <a:pt x="570" y="24"/>
                  <a:pt x="570" y="24"/>
                </a:cubicBezTo>
                <a:cubicBezTo>
                  <a:pt x="517" y="24"/>
                  <a:pt x="517" y="24"/>
                  <a:pt x="517" y="24"/>
                </a:cubicBezTo>
                <a:cubicBezTo>
                  <a:pt x="517" y="6"/>
                  <a:pt x="517" y="6"/>
                  <a:pt x="517" y="6"/>
                </a:cubicBezTo>
                <a:cubicBezTo>
                  <a:pt x="517" y="2"/>
                  <a:pt x="515" y="0"/>
                  <a:pt x="511" y="0"/>
                </a:cubicBezTo>
                <a:cubicBezTo>
                  <a:pt x="344" y="0"/>
                  <a:pt x="344" y="0"/>
                  <a:pt x="344" y="0"/>
                </a:cubicBezTo>
                <a:cubicBezTo>
                  <a:pt x="341" y="0"/>
                  <a:pt x="338" y="2"/>
                  <a:pt x="338" y="6"/>
                </a:cubicBezTo>
                <a:cubicBezTo>
                  <a:pt x="338" y="24"/>
                  <a:pt x="338" y="24"/>
                  <a:pt x="338" y="24"/>
                </a:cubicBezTo>
                <a:cubicBezTo>
                  <a:pt x="231" y="24"/>
                  <a:pt x="231" y="24"/>
                  <a:pt x="231" y="24"/>
                </a:cubicBezTo>
                <a:cubicBezTo>
                  <a:pt x="119" y="24"/>
                  <a:pt x="27" y="115"/>
                  <a:pt x="27" y="227"/>
                </a:cubicBezTo>
                <a:cubicBezTo>
                  <a:pt x="6" y="227"/>
                  <a:pt x="6" y="227"/>
                  <a:pt x="6" y="227"/>
                </a:cubicBezTo>
                <a:cubicBezTo>
                  <a:pt x="3" y="227"/>
                  <a:pt x="0" y="230"/>
                  <a:pt x="0" y="233"/>
                </a:cubicBezTo>
                <a:cubicBezTo>
                  <a:pt x="0" y="400"/>
                  <a:pt x="0" y="400"/>
                  <a:pt x="0" y="400"/>
                </a:cubicBezTo>
                <a:cubicBezTo>
                  <a:pt x="0" y="404"/>
                  <a:pt x="3" y="406"/>
                  <a:pt x="6" y="406"/>
                </a:cubicBezTo>
                <a:cubicBezTo>
                  <a:pt x="27" y="406"/>
                  <a:pt x="27" y="406"/>
                  <a:pt x="27" y="406"/>
                </a:cubicBezTo>
                <a:cubicBezTo>
                  <a:pt x="27" y="3437"/>
                  <a:pt x="27" y="3437"/>
                  <a:pt x="27" y="3437"/>
                </a:cubicBezTo>
                <a:cubicBezTo>
                  <a:pt x="27" y="3549"/>
                  <a:pt x="119" y="3641"/>
                  <a:pt x="231" y="3641"/>
                </a:cubicBezTo>
                <a:cubicBezTo>
                  <a:pt x="4559" y="3641"/>
                  <a:pt x="4559" y="3641"/>
                  <a:pt x="4559" y="3641"/>
                </a:cubicBezTo>
                <a:cubicBezTo>
                  <a:pt x="4671" y="3641"/>
                  <a:pt x="4763" y="3549"/>
                  <a:pt x="4763" y="3437"/>
                </a:cubicBezTo>
                <a:cubicBezTo>
                  <a:pt x="4763" y="228"/>
                  <a:pt x="4763" y="228"/>
                  <a:pt x="4763" y="228"/>
                </a:cubicBezTo>
                <a:cubicBezTo>
                  <a:pt x="4763" y="115"/>
                  <a:pt x="4671" y="24"/>
                  <a:pt x="4559" y="24"/>
                </a:cubicBezTo>
                <a:moveTo>
                  <a:pt x="4704" y="3437"/>
                </a:moveTo>
                <a:cubicBezTo>
                  <a:pt x="4704" y="3517"/>
                  <a:pt x="4639" y="3582"/>
                  <a:pt x="4559" y="3582"/>
                </a:cubicBezTo>
                <a:cubicBezTo>
                  <a:pt x="231" y="3582"/>
                  <a:pt x="231" y="3582"/>
                  <a:pt x="231" y="3582"/>
                </a:cubicBezTo>
                <a:cubicBezTo>
                  <a:pt x="151" y="3582"/>
                  <a:pt x="86" y="3517"/>
                  <a:pt x="86" y="3437"/>
                </a:cubicBezTo>
                <a:cubicBezTo>
                  <a:pt x="86" y="228"/>
                  <a:pt x="86" y="228"/>
                  <a:pt x="86" y="228"/>
                </a:cubicBezTo>
                <a:cubicBezTo>
                  <a:pt x="86" y="147"/>
                  <a:pt x="151" y="82"/>
                  <a:pt x="231" y="82"/>
                </a:cubicBezTo>
                <a:cubicBezTo>
                  <a:pt x="4559" y="82"/>
                  <a:pt x="4559" y="82"/>
                  <a:pt x="4559" y="82"/>
                </a:cubicBezTo>
                <a:cubicBezTo>
                  <a:pt x="4639" y="82"/>
                  <a:pt x="4704" y="147"/>
                  <a:pt x="4704" y="228"/>
                </a:cubicBezTo>
                <a:lnTo>
                  <a:pt x="4704" y="3437"/>
                </a:lnTo>
                <a:close/>
                <a:moveTo>
                  <a:pt x="4159" y="149"/>
                </a:moveTo>
                <a:cubicBezTo>
                  <a:pt x="4159" y="149"/>
                  <a:pt x="4159" y="149"/>
                  <a:pt x="4159" y="149"/>
                </a:cubicBezTo>
                <a:cubicBezTo>
                  <a:pt x="4160" y="148"/>
                  <a:pt x="4161" y="147"/>
                  <a:pt x="4162" y="146"/>
                </a:cubicBezTo>
                <a:cubicBezTo>
                  <a:pt x="4163" y="145"/>
                  <a:pt x="4164" y="144"/>
                  <a:pt x="4164" y="142"/>
                </a:cubicBezTo>
                <a:cubicBezTo>
                  <a:pt x="4164" y="140"/>
                  <a:pt x="4163" y="139"/>
                  <a:pt x="4163" y="138"/>
                </a:cubicBezTo>
                <a:cubicBezTo>
                  <a:pt x="4162" y="137"/>
                  <a:pt x="4162" y="136"/>
                  <a:pt x="4161" y="135"/>
                </a:cubicBezTo>
                <a:cubicBezTo>
                  <a:pt x="4160" y="134"/>
                  <a:pt x="4159" y="134"/>
                  <a:pt x="4157" y="133"/>
                </a:cubicBezTo>
                <a:cubicBezTo>
                  <a:pt x="4156" y="133"/>
                  <a:pt x="4155" y="133"/>
                  <a:pt x="4153" y="133"/>
                </a:cubicBezTo>
                <a:cubicBezTo>
                  <a:pt x="4151" y="133"/>
                  <a:pt x="4150" y="133"/>
                  <a:pt x="4149" y="134"/>
                </a:cubicBezTo>
                <a:cubicBezTo>
                  <a:pt x="4147" y="134"/>
                  <a:pt x="4146" y="135"/>
                  <a:pt x="4145" y="136"/>
                </a:cubicBezTo>
                <a:cubicBezTo>
                  <a:pt x="4144" y="137"/>
                  <a:pt x="4144" y="138"/>
                  <a:pt x="4143" y="139"/>
                </a:cubicBezTo>
                <a:cubicBezTo>
                  <a:pt x="4143" y="141"/>
                  <a:pt x="4143" y="142"/>
                  <a:pt x="4142" y="144"/>
                </a:cubicBezTo>
                <a:cubicBezTo>
                  <a:pt x="4147" y="144"/>
                  <a:pt x="4147" y="144"/>
                  <a:pt x="4147" y="144"/>
                </a:cubicBezTo>
                <a:cubicBezTo>
                  <a:pt x="4147" y="143"/>
                  <a:pt x="4147" y="142"/>
                  <a:pt x="4147" y="141"/>
                </a:cubicBezTo>
                <a:cubicBezTo>
                  <a:pt x="4147" y="140"/>
                  <a:pt x="4148" y="139"/>
                  <a:pt x="4148" y="139"/>
                </a:cubicBezTo>
                <a:cubicBezTo>
                  <a:pt x="4149" y="138"/>
                  <a:pt x="4149" y="137"/>
                  <a:pt x="4150" y="137"/>
                </a:cubicBezTo>
                <a:cubicBezTo>
                  <a:pt x="4151" y="137"/>
                  <a:pt x="4152" y="136"/>
                  <a:pt x="4153" y="136"/>
                </a:cubicBezTo>
                <a:cubicBezTo>
                  <a:pt x="4155" y="136"/>
                  <a:pt x="4156" y="137"/>
                  <a:pt x="4158" y="138"/>
                </a:cubicBezTo>
                <a:cubicBezTo>
                  <a:pt x="4159" y="139"/>
                  <a:pt x="4159" y="140"/>
                  <a:pt x="4159" y="142"/>
                </a:cubicBezTo>
                <a:cubicBezTo>
                  <a:pt x="4159" y="143"/>
                  <a:pt x="4159" y="144"/>
                  <a:pt x="4159" y="144"/>
                </a:cubicBezTo>
                <a:cubicBezTo>
                  <a:pt x="4158" y="145"/>
                  <a:pt x="4158" y="146"/>
                  <a:pt x="4157" y="146"/>
                </a:cubicBezTo>
                <a:cubicBezTo>
                  <a:pt x="4157" y="147"/>
                  <a:pt x="4156" y="147"/>
                  <a:pt x="4155" y="147"/>
                </a:cubicBezTo>
                <a:cubicBezTo>
                  <a:pt x="4154" y="147"/>
                  <a:pt x="4154" y="148"/>
                  <a:pt x="4153" y="148"/>
                </a:cubicBezTo>
                <a:cubicBezTo>
                  <a:pt x="4151" y="148"/>
                  <a:pt x="4151" y="148"/>
                  <a:pt x="4151" y="148"/>
                </a:cubicBezTo>
                <a:cubicBezTo>
                  <a:pt x="4151" y="148"/>
                  <a:pt x="4151" y="148"/>
                  <a:pt x="4151" y="147"/>
                </a:cubicBezTo>
                <a:cubicBezTo>
                  <a:pt x="4151" y="151"/>
                  <a:pt x="4151" y="151"/>
                  <a:pt x="4151" y="151"/>
                </a:cubicBezTo>
                <a:cubicBezTo>
                  <a:pt x="4152" y="151"/>
                  <a:pt x="4152" y="151"/>
                  <a:pt x="4153" y="151"/>
                </a:cubicBezTo>
                <a:cubicBezTo>
                  <a:pt x="4154" y="151"/>
                  <a:pt x="4155" y="151"/>
                  <a:pt x="4156" y="151"/>
                </a:cubicBezTo>
                <a:cubicBezTo>
                  <a:pt x="4157" y="152"/>
                  <a:pt x="4158" y="152"/>
                  <a:pt x="4159" y="153"/>
                </a:cubicBezTo>
                <a:cubicBezTo>
                  <a:pt x="4159" y="153"/>
                  <a:pt x="4160" y="154"/>
                  <a:pt x="4160" y="155"/>
                </a:cubicBezTo>
                <a:cubicBezTo>
                  <a:pt x="4161" y="155"/>
                  <a:pt x="4161" y="156"/>
                  <a:pt x="4161" y="157"/>
                </a:cubicBezTo>
                <a:cubicBezTo>
                  <a:pt x="4161" y="158"/>
                  <a:pt x="4161" y="159"/>
                  <a:pt x="4160" y="160"/>
                </a:cubicBezTo>
                <a:cubicBezTo>
                  <a:pt x="4160" y="161"/>
                  <a:pt x="4159" y="162"/>
                  <a:pt x="4158" y="162"/>
                </a:cubicBezTo>
                <a:cubicBezTo>
                  <a:pt x="4158" y="163"/>
                  <a:pt x="4157" y="163"/>
                  <a:pt x="4156" y="164"/>
                </a:cubicBezTo>
                <a:cubicBezTo>
                  <a:pt x="4155" y="164"/>
                  <a:pt x="4154" y="164"/>
                  <a:pt x="4153" y="164"/>
                </a:cubicBezTo>
                <a:cubicBezTo>
                  <a:pt x="4151" y="164"/>
                  <a:pt x="4149" y="163"/>
                  <a:pt x="4148" y="162"/>
                </a:cubicBezTo>
                <a:cubicBezTo>
                  <a:pt x="4147" y="161"/>
                  <a:pt x="4146" y="159"/>
                  <a:pt x="4146" y="157"/>
                </a:cubicBezTo>
                <a:cubicBezTo>
                  <a:pt x="4142" y="157"/>
                  <a:pt x="4142" y="157"/>
                  <a:pt x="4142" y="157"/>
                </a:cubicBezTo>
                <a:cubicBezTo>
                  <a:pt x="4142" y="158"/>
                  <a:pt x="4142" y="160"/>
                  <a:pt x="4143" y="161"/>
                </a:cubicBezTo>
                <a:cubicBezTo>
                  <a:pt x="4143" y="163"/>
                  <a:pt x="4144" y="164"/>
                  <a:pt x="4145" y="165"/>
                </a:cubicBezTo>
                <a:cubicBezTo>
                  <a:pt x="4146" y="166"/>
                  <a:pt x="4147" y="166"/>
                  <a:pt x="4148" y="167"/>
                </a:cubicBezTo>
                <a:cubicBezTo>
                  <a:pt x="4150" y="167"/>
                  <a:pt x="4151" y="168"/>
                  <a:pt x="4153" y="168"/>
                </a:cubicBezTo>
                <a:cubicBezTo>
                  <a:pt x="4155" y="168"/>
                  <a:pt x="4156" y="167"/>
                  <a:pt x="4158" y="167"/>
                </a:cubicBezTo>
                <a:cubicBezTo>
                  <a:pt x="4159" y="167"/>
                  <a:pt x="4161" y="166"/>
                  <a:pt x="4162" y="165"/>
                </a:cubicBezTo>
                <a:cubicBezTo>
                  <a:pt x="4163" y="164"/>
                  <a:pt x="4164" y="163"/>
                  <a:pt x="4164" y="162"/>
                </a:cubicBezTo>
                <a:cubicBezTo>
                  <a:pt x="4165" y="160"/>
                  <a:pt x="4165" y="159"/>
                  <a:pt x="4165" y="157"/>
                </a:cubicBezTo>
                <a:cubicBezTo>
                  <a:pt x="4165" y="155"/>
                  <a:pt x="4165" y="153"/>
                  <a:pt x="4164" y="152"/>
                </a:cubicBezTo>
                <a:cubicBezTo>
                  <a:pt x="4163" y="150"/>
                  <a:pt x="4161" y="149"/>
                  <a:pt x="4159" y="149"/>
                </a:cubicBezTo>
                <a:moveTo>
                  <a:pt x="4227" y="132"/>
                </a:moveTo>
                <a:cubicBezTo>
                  <a:pt x="4213" y="167"/>
                  <a:pt x="4213" y="167"/>
                  <a:pt x="4213" y="167"/>
                </a:cubicBezTo>
                <a:cubicBezTo>
                  <a:pt x="4218" y="167"/>
                  <a:pt x="4218" y="167"/>
                  <a:pt x="4218" y="167"/>
                </a:cubicBezTo>
                <a:cubicBezTo>
                  <a:pt x="4222" y="157"/>
                  <a:pt x="4222" y="157"/>
                  <a:pt x="4222" y="157"/>
                </a:cubicBezTo>
                <a:cubicBezTo>
                  <a:pt x="4237" y="157"/>
                  <a:pt x="4237" y="157"/>
                  <a:pt x="4237" y="157"/>
                </a:cubicBezTo>
                <a:cubicBezTo>
                  <a:pt x="4241" y="167"/>
                  <a:pt x="4241" y="167"/>
                  <a:pt x="4241" y="167"/>
                </a:cubicBezTo>
                <a:cubicBezTo>
                  <a:pt x="4246" y="167"/>
                  <a:pt x="4246" y="167"/>
                  <a:pt x="4246" y="167"/>
                </a:cubicBezTo>
                <a:cubicBezTo>
                  <a:pt x="4232" y="132"/>
                  <a:pt x="4232" y="132"/>
                  <a:pt x="4232" y="132"/>
                </a:cubicBezTo>
                <a:lnTo>
                  <a:pt x="4227" y="132"/>
                </a:lnTo>
                <a:close/>
                <a:moveTo>
                  <a:pt x="4223" y="153"/>
                </a:moveTo>
                <a:cubicBezTo>
                  <a:pt x="4229" y="137"/>
                  <a:pt x="4229" y="137"/>
                  <a:pt x="4229" y="137"/>
                </a:cubicBezTo>
                <a:cubicBezTo>
                  <a:pt x="4229" y="137"/>
                  <a:pt x="4229" y="137"/>
                  <a:pt x="4229" y="137"/>
                </a:cubicBezTo>
                <a:cubicBezTo>
                  <a:pt x="4235" y="153"/>
                  <a:pt x="4235" y="153"/>
                  <a:pt x="4235" y="153"/>
                </a:cubicBezTo>
                <a:lnTo>
                  <a:pt x="4223" y="153"/>
                </a:lnTo>
                <a:close/>
                <a:moveTo>
                  <a:pt x="4609" y="143"/>
                </a:moveTo>
                <a:cubicBezTo>
                  <a:pt x="4609" y="157"/>
                  <a:pt x="4609" y="157"/>
                  <a:pt x="4609" y="157"/>
                </a:cubicBezTo>
                <a:cubicBezTo>
                  <a:pt x="4612" y="157"/>
                  <a:pt x="4615" y="154"/>
                  <a:pt x="4615" y="151"/>
                </a:cubicBezTo>
                <a:cubicBezTo>
                  <a:pt x="4615" y="146"/>
                  <a:pt x="4612" y="143"/>
                  <a:pt x="4609" y="143"/>
                </a:cubicBezTo>
                <a:moveTo>
                  <a:pt x="4194" y="142"/>
                </a:moveTo>
                <a:cubicBezTo>
                  <a:pt x="4193" y="141"/>
                  <a:pt x="4193" y="140"/>
                  <a:pt x="4193" y="139"/>
                </a:cubicBezTo>
                <a:cubicBezTo>
                  <a:pt x="4192" y="137"/>
                  <a:pt x="4191" y="136"/>
                  <a:pt x="4191" y="136"/>
                </a:cubicBezTo>
                <a:cubicBezTo>
                  <a:pt x="4190" y="135"/>
                  <a:pt x="4189" y="134"/>
                  <a:pt x="4187" y="133"/>
                </a:cubicBezTo>
                <a:cubicBezTo>
                  <a:pt x="4186" y="133"/>
                  <a:pt x="4185" y="133"/>
                  <a:pt x="4183" y="133"/>
                </a:cubicBezTo>
                <a:cubicBezTo>
                  <a:pt x="4181" y="133"/>
                  <a:pt x="4179" y="133"/>
                  <a:pt x="4178" y="133"/>
                </a:cubicBezTo>
                <a:cubicBezTo>
                  <a:pt x="4177" y="134"/>
                  <a:pt x="4176" y="135"/>
                  <a:pt x="4175" y="136"/>
                </a:cubicBezTo>
                <a:cubicBezTo>
                  <a:pt x="4174" y="136"/>
                  <a:pt x="4174" y="137"/>
                  <a:pt x="4173" y="139"/>
                </a:cubicBezTo>
                <a:cubicBezTo>
                  <a:pt x="4173" y="140"/>
                  <a:pt x="4172" y="141"/>
                  <a:pt x="4172" y="142"/>
                </a:cubicBezTo>
                <a:cubicBezTo>
                  <a:pt x="4172" y="144"/>
                  <a:pt x="4171" y="145"/>
                  <a:pt x="4171" y="146"/>
                </a:cubicBezTo>
                <a:cubicBezTo>
                  <a:pt x="4171" y="148"/>
                  <a:pt x="4171" y="149"/>
                  <a:pt x="4171" y="150"/>
                </a:cubicBezTo>
                <a:cubicBezTo>
                  <a:pt x="4171" y="152"/>
                  <a:pt x="4171" y="153"/>
                  <a:pt x="4171" y="154"/>
                </a:cubicBezTo>
                <a:cubicBezTo>
                  <a:pt x="4171" y="156"/>
                  <a:pt x="4172" y="157"/>
                  <a:pt x="4172" y="158"/>
                </a:cubicBezTo>
                <a:cubicBezTo>
                  <a:pt x="4172" y="159"/>
                  <a:pt x="4173" y="161"/>
                  <a:pt x="4173" y="162"/>
                </a:cubicBezTo>
                <a:cubicBezTo>
                  <a:pt x="4174" y="163"/>
                  <a:pt x="4174" y="164"/>
                  <a:pt x="4175" y="165"/>
                </a:cubicBezTo>
                <a:cubicBezTo>
                  <a:pt x="4176" y="166"/>
                  <a:pt x="4177" y="166"/>
                  <a:pt x="4178" y="167"/>
                </a:cubicBezTo>
                <a:cubicBezTo>
                  <a:pt x="4179" y="167"/>
                  <a:pt x="4181" y="168"/>
                  <a:pt x="4183" y="168"/>
                </a:cubicBezTo>
                <a:cubicBezTo>
                  <a:pt x="4185" y="168"/>
                  <a:pt x="4186" y="167"/>
                  <a:pt x="4187" y="167"/>
                </a:cubicBezTo>
                <a:cubicBezTo>
                  <a:pt x="4189" y="166"/>
                  <a:pt x="4190" y="166"/>
                  <a:pt x="4191" y="165"/>
                </a:cubicBezTo>
                <a:cubicBezTo>
                  <a:pt x="4191" y="164"/>
                  <a:pt x="4192" y="163"/>
                  <a:pt x="4193" y="162"/>
                </a:cubicBezTo>
                <a:cubicBezTo>
                  <a:pt x="4193" y="161"/>
                  <a:pt x="4193" y="159"/>
                  <a:pt x="4194" y="158"/>
                </a:cubicBezTo>
                <a:cubicBezTo>
                  <a:pt x="4194" y="157"/>
                  <a:pt x="4194" y="156"/>
                  <a:pt x="4194" y="154"/>
                </a:cubicBezTo>
                <a:cubicBezTo>
                  <a:pt x="4194" y="153"/>
                  <a:pt x="4194" y="152"/>
                  <a:pt x="4194" y="150"/>
                </a:cubicBezTo>
                <a:cubicBezTo>
                  <a:pt x="4194" y="149"/>
                  <a:pt x="4194" y="148"/>
                  <a:pt x="4194" y="146"/>
                </a:cubicBezTo>
                <a:cubicBezTo>
                  <a:pt x="4194" y="145"/>
                  <a:pt x="4194" y="144"/>
                  <a:pt x="4194" y="142"/>
                </a:cubicBezTo>
                <a:moveTo>
                  <a:pt x="4190" y="155"/>
                </a:moveTo>
                <a:cubicBezTo>
                  <a:pt x="4190" y="156"/>
                  <a:pt x="4189" y="158"/>
                  <a:pt x="4189" y="159"/>
                </a:cubicBezTo>
                <a:cubicBezTo>
                  <a:pt x="4189" y="160"/>
                  <a:pt x="4188" y="162"/>
                  <a:pt x="4187" y="163"/>
                </a:cubicBezTo>
                <a:cubicBezTo>
                  <a:pt x="4186" y="164"/>
                  <a:pt x="4185" y="164"/>
                  <a:pt x="4183" y="164"/>
                </a:cubicBezTo>
                <a:cubicBezTo>
                  <a:pt x="4181" y="164"/>
                  <a:pt x="4180" y="164"/>
                  <a:pt x="4179" y="163"/>
                </a:cubicBezTo>
                <a:cubicBezTo>
                  <a:pt x="4178" y="162"/>
                  <a:pt x="4177" y="160"/>
                  <a:pt x="4177" y="159"/>
                </a:cubicBezTo>
                <a:cubicBezTo>
                  <a:pt x="4176" y="158"/>
                  <a:pt x="4176" y="156"/>
                  <a:pt x="4176" y="155"/>
                </a:cubicBezTo>
                <a:cubicBezTo>
                  <a:pt x="4176" y="153"/>
                  <a:pt x="4176" y="151"/>
                  <a:pt x="4176" y="150"/>
                </a:cubicBezTo>
                <a:cubicBezTo>
                  <a:pt x="4176" y="149"/>
                  <a:pt x="4176" y="148"/>
                  <a:pt x="4176" y="147"/>
                </a:cubicBezTo>
                <a:cubicBezTo>
                  <a:pt x="4176" y="146"/>
                  <a:pt x="4176" y="145"/>
                  <a:pt x="4176" y="144"/>
                </a:cubicBezTo>
                <a:cubicBezTo>
                  <a:pt x="4176" y="143"/>
                  <a:pt x="4176" y="142"/>
                  <a:pt x="4177" y="141"/>
                </a:cubicBezTo>
                <a:cubicBezTo>
                  <a:pt x="4177" y="140"/>
                  <a:pt x="4177" y="140"/>
                  <a:pt x="4178" y="139"/>
                </a:cubicBezTo>
                <a:cubicBezTo>
                  <a:pt x="4178" y="138"/>
                  <a:pt x="4179" y="137"/>
                  <a:pt x="4180" y="137"/>
                </a:cubicBezTo>
                <a:cubicBezTo>
                  <a:pt x="4181" y="137"/>
                  <a:pt x="4182" y="136"/>
                  <a:pt x="4183" y="136"/>
                </a:cubicBezTo>
                <a:cubicBezTo>
                  <a:pt x="4184" y="136"/>
                  <a:pt x="4185" y="137"/>
                  <a:pt x="4186" y="137"/>
                </a:cubicBezTo>
                <a:cubicBezTo>
                  <a:pt x="4187" y="137"/>
                  <a:pt x="4187" y="138"/>
                  <a:pt x="4188" y="139"/>
                </a:cubicBezTo>
                <a:cubicBezTo>
                  <a:pt x="4188" y="140"/>
                  <a:pt x="4189" y="140"/>
                  <a:pt x="4189" y="141"/>
                </a:cubicBezTo>
                <a:cubicBezTo>
                  <a:pt x="4189" y="142"/>
                  <a:pt x="4189" y="143"/>
                  <a:pt x="4190" y="144"/>
                </a:cubicBezTo>
                <a:cubicBezTo>
                  <a:pt x="4190" y="145"/>
                  <a:pt x="4190" y="146"/>
                  <a:pt x="4190" y="147"/>
                </a:cubicBezTo>
                <a:cubicBezTo>
                  <a:pt x="4190" y="148"/>
                  <a:pt x="4190" y="149"/>
                  <a:pt x="4190" y="150"/>
                </a:cubicBezTo>
                <a:cubicBezTo>
                  <a:pt x="4190" y="151"/>
                  <a:pt x="4190" y="153"/>
                  <a:pt x="4190" y="155"/>
                </a:cubicBezTo>
                <a:moveTo>
                  <a:pt x="4117" y="136"/>
                </a:moveTo>
                <a:cubicBezTo>
                  <a:pt x="4116" y="135"/>
                  <a:pt x="4115" y="134"/>
                  <a:pt x="4113" y="133"/>
                </a:cubicBezTo>
                <a:cubicBezTo>
                  <a:pt x="4112" y="133"/>
                  <a:pt x="4110" y="133"/>
                  <a:pt x="4109" y="133"/>
                </a:cubicBezTo>
                <a:cubicBezTo>
                  <a:pt x="4107" y="133"/>
                  <a:pt x="4106" y="133"/>
                  <a:pt x="4104" y="134"/>
                </a:cubicBezTo>
                <a:cubicBezTo>
                  <a:pt x="4103" y="134"/>
                  <a:pt x="4102" y="135"/>
                  <a:pt x="4101" y="136"/>
                </a:cubicBezTo>
                <a:cubicBezTo>
                  <a:pt x="4100" y="137"/>
                  <a:pt x="4099" y="138"/>
                  <a:pt x="4098" y="139"/>
                </a:cubicBezTo>
                <a:cubicBezTo>
                  <a:pt x="4098" y="141"/>
                  <a:pt x="4097" y="142"/>
                  <a:pt x="4097" y="144"/>
                </a:cubicBezTo>
                <a:cubicBezTo>
                  <a:pt x="4097" y="146"/>
                  <a:pt x="4098" y="147"/>
                  <a:pt x="4098" y="149"/>
                </a:cubicBezTo>
                <a:cubicBezTo>
                  <a:pt x="4099" y="150"/>
                  <a:pt x="4099" y="151"/>
                  <a:pt x="4100" y="152"/>
                </a:cubicBezTo>
                <a:cubicBezTo>
                  <a:pt x="4101" y="153"/>
                  <a:pt x="4102" y="154"/>
                  <a:pt x="4104" y="155"/>
                </a:cubicBezTo>
                <a:cubicBezTo>
                  <a:pt x="4105" y="155"/>
                  <a:pt x="4107" y="155"/>
                  <a:pt x="4108" y="155"/>
                </a:cubicBezTo>
                <a:cubicBezTo>
                  <a:pt x="4110" y="155"/>
                  <a:pt x="4112" y="155"/>
                  <a:pt x="4113" y="154"/>
                </a:cubicBezTo>
                <a:cubicBezTo>
                  <a:pt x="4114" y="153"/>
                  <a:pt x="4116" y="152"/>
                  <a:pt x="4116" y="151"/>
                </a:cubicBezTo>
                <a:cubicBezTo>
                  <a:pt x="4116" y="151"/>
                  <a:pt x="4116" y="151"/>
                  <a:pt x="4116" y="151"/>
                </a:cubicBezTo>
                <a:cubicBezTo>
                  <a:pt x="4116" y="155"/>
                  <a:pt x="4116" y="159"/>
                  <a:pt x="4114" y="161"/>
                </a:cubicBezTo>
                <a:cubicBezTo>
                  <a:pt x="4113" y="163"/>
                  <a:pt x="4111" y="164"/>
                  <a:pt x="4109" y="164"/>
                </a:cubicBezTo>
                <a:cubicBezTo>
                  <a:pt x="4107" y="164"/>
                  <a:pt x="4106" y="164"/>
                  <a:pt x="4104" y="163"/>
                </a:cubicBezTo>
                <a:cubicBezTo>
                  <a:pt x="4103" y="162"/>
                  <a:pt x="4103" y="161"/>
                  <a:pt x="4102" y="159"/>
                </a:cubicBezTo>
                <a:cubicBezTo>
                  <a:pt x="4098" y="159"/>
                  <a:pt x="4098" y="159"/>
                  <a:pt x="4098" y="159"/>
                </a:cubicBezTo>
                <a:cubicBezTo>
                  <a:pt x="4098" y="162"/>
                  <a:pt x="4100" y="164"/>
                  <a:pt x="4101" y="166"/>
                </a:cubicBezTo>
                <a:cubicBezTo>
                  <a:pt x="4103" y="167"/>
                  <a:pt x="4106" y="168"/>
                  <a:pt x="4109" y="168"/>
                </a:cubicBezTo>
                <a:cubicBezTo>
                  <a:pt x="4113" y="168"/>
                  <a:pt x="4116" y="166"/>
                  <a:pt x="4118" y="163"/>
                </a:cubicBezTo>
                <a:cubicBezTo>
                  <a:pt x="4120" y="160"/>
                  <a:pt x="4121" y="155"/>
                  <a:pt x="4121" y="149"/>
                </a:cubicBezTo>
                <a:cubicBezTo>
                  <a:pt x="4121" y="146"/>
                  <a:pt x="4120" y="143"/>
                  <a:pt x="4120" y="141"/>
                </a:cubicBezTo>
                <a:cubicBezTo>
                  <a:pt x="4119" y="139"/>
                  <a:pt x="4118" y="137"/>
                  <a:pt x="4117" y="136"/>
                </a:cubicBezTo>
                <a:moveTo>
                  <a:pt x="4115" y="147"/>
                </a:moveTo>
                <a:cubicBezTo>
                  <a:pt x="4115" y="148"/>
                  <a:pt x="4114" y="149"/>
                  <a:pt x="4114" y="150"/>
                </a:cubicBezTo>
                <a:cubicBezTo>
                  <a:pt x="4113" y="150"/>
                  <a:pt x="4112" y="151"/>
                  <a:pt x="4112" y="151"/>
                </a:cubicBezTo>
                <a:cubicBezTo>
                  <a:pt x="4111" y="152"/>
                  <a:pt x="4110" y="152"/>
                  <a:pt x="4109" y="152"/>
                </a:cubicBezTo>
                <a:cubicBezTo>
                  <a:pt x="4108" y="152"/>
                  <a:pt x="4107" y="152"/>
                  <a:pt x="4106" y="151"/>
                </a:cubicBezTo>
                <a:cubicBezTo>
                  <a:pt x="4105" y="151"/>
                  <a:pt x="4104" y="150"/>
                  <a:pt x="4104" y="150"/>
                </a:cubicBezTo>
                <a:cubicBezTo>
                  <a:pt x="4103" y="149"/>
                  <a:pt x="4103" y="148"/>
                  <a:pt x="4102" y="147"/>
                </a:cubicBezTo>
                <a:cubicBezTo>
                  <a:pt x="4102" y="146"/>
                  <a:pt x="4102" y="145"/>
                  <a:pt x="4102" y="145"/>
                </a:cubicBezTo>
                <a:cubicBezTo>
                  <a:pt x="4102" y="143"/>
                  <a:pt x="4102" y="142"/>
                  <a:pt x="4102" y="141"/>
                </a:cubicBezTo>
                <a:cubicBezTo>
                  <a:pt x="4102" y="140"/>
                  <a:pt x="4103" y="140"/>
                  <a:pt x="4103" y="139"/>
                </a:cubicBezTo>
                <a:cubicBezTo>
                  <a:pt x="4104" y="138"/>
                  <a:pt x="4105" y="137"/>
                  <a:pt x="4105" y="137"/>
                </a:cubicBezTo>
                <a:cubicBezTo>
                  <a:pt x="4106" y="137"/>
                  <a:pt x="4107" y="136"/>
                  <a:pt x="4109" y="136"/>
                </a:cubicBezTo>
                <a:cubicBezTo>
                  <a:pt x="4110" y="136"/>
                  <a:pt x="4111" y="137"/>
                  <a:pt x="4112" y="137"/>
                </a:cubicBezTo>
                <a:cubicBezTo>
                  <a:pt x="4113" y="137"/>
                  <a:pt x="4113" y="138"/>
                  <a:pt x="4114" y="139"/>
                </a:cubicBezTo>
                <a:cubicBezTo>
                  <a:pt x="4115" y="139"/>
                  <a:pt x="4115" y="140"/>
                  <a:pt x="4115" y="141"/>
                </a:cubicBezTo>
                <a:cubicBezTo>
                  <a:pt x="4116" y="142"/>
                  <a:pt x="4116" y="143"/>
                  <a:pt x="4116" y="144"/>
                </a:cubicBezTo>
                <a:cubicBezTo>
                  <a:pt x="4116" y="145"/>
                  <a:pt x="4116" y="146"/>
                  <a:pt x="4115" y="147"/>
                </a:cubicBezTo>
                <a:moveTo>
                  <a:pt x="4129" y="167"/>
                </a:moveTo>
                <a:cubicBezTo>
                  <a:pt x="4134" y="167"/>
                  <a:pt x="4134" y="167"/>
                  <a:pt x="4134" y="167"/>
                </a:cubicBezTo>
                <a:cubicBezTo>
                  <a:pt x="4134" y="162"/>
                  <a:pt x="4134" y="162"/>
                  <a:pt x="4134" y="162"/>
                </a:cubicBezTo>
                <a:cubicBezTo>
                  <a:pt x="4129" y="162"/>
                  <a:pt x="4129" y="162"/>
                  <a:pt x="4129" y="162"/>
                </a:cubicBezTo>
                <a:lnTo>
                  <a:pt x="4129" y="167"/>
                </a:lnTo>
                <a:close/>
                <a:moveTo>
                  <a:pt x="4129" y="147"/>
                </a:moveTo>
                <a:cubicBezTo>
                  <a:pt x="4134" y="147"/>
                  <a:pt x="4134" y="147"/>
                  <a:pt x="4134" y="147"/>
                </a:cubicBezTo>
                <a:cubicBezTo>
                  <a:pt x="4134" y="142"/>
                  <a:pt x="4134" y="142"/>
                  <a:pt x="4134" y="142"/>
                </a:cubicBezTo>
                <a:cubicBezTo>
                  <a:pt x="4129" y="142"/>
                  <a:pt x="4129" y="142"/>
                  <a:pt x="4129" y="142"/>
                </a:cubicBezTo>
                <a:lnTo>
                  <a:pt x="4129" y="147"/>
                </a:lnTo>
                <a:close/>
                <a:moveTo>
                  <a:pt x="4452" y="141"/>
                </a:moveTo>
                <a:cubicBezTo>
                  <a:pt x="4454" y="143"/>
                  <a:pt x="4455" y="145"/>
                  <a:pt x="4457" y="147"/>
                </a:cubicBezTo>
                <a:cubicBezTo>
                  <a:pt x="4462" y="142"/>
                  <a:pt x="4467" y="139"/>
                  <a:pt x="4473" y="139"/>
                </a:cubicBezTo>
                <a:cubicBezTo>
                  <a:pt x="4480" y="139"/>
                  <a:pt x="4485" y="142"/>
                  <a:pt x="4489" y="147"/>
                </a:cubicBezTo>
                <a:cubicBezTo>
                  <a:pt x="4491" y="145"/>
                  <a:pt x="4493" y="143"/>
                  <a:pt x="4495" y="141"/>
                </a:cubicBezTo>
                <a:cubicBezTo>
                  <a:pt x="4483" y="127"/>
                  <a:pt x="4462" y="129"/>
                  <a:pt x="4452" y="141"/>
                </a:cubicBezTo>
                <a:moveTo>
                  <a:pt x="4597" y="131"/>
                </a:moveTo>
                <a:cubicBezTo>
                  <a:pt x="4545" y="131"/>
                  <a:pt x="4545" y="131"/>
                  <a:pt x="4545" y="131"/>
                </a:cubicBezTo>
                <a:cubicBezTo>
                  <a:pt x="4540" y="131"/>
                  <a:pt x="4537" y="134"/>
                  <a:pt x="4537" y="140"/>
                </a:cubicBezTo>
                <a:cubicBezTo>
                  <a:pt x="4536" y="147"/>
                  <a:pt x="4536" y="153"/>
                  <a:pt x="4537" y="160"/>
                </a:cubicBezTo>
                <a:cubicBezTo>
                  <a:pt x="4537" y="166"/>
                  <a:pt x="4540" y="169"/>
                  <a:pt x="4545" y="169"/>
                </a:cubicBezTo>
                <a:cubicBezTo>
                  <a:pt x="4554" y="169"/>
                  <a:pt x="4562" y="169"/>
                  <a:pt x="4571" y="169"/>
                </a:cubicBezTo>
                <a:cubicBezTo>
                  <a:pt x="4580" y="169"/>
                  <a:pt x="4588" y="169"/>
                  <a:pt x="4597" y="169"/>
                </a:cubicBezTo>
                <a:cubicBezTo>
                  <a:pt x="4602" y="169"/>
                  <a:pt x="4605" y="166"/>
                  <a:pt x="4605" y="160"/>
                </a:cubicBezTo>
                <a:cubicBezTo>
                  <a:pt x="4606" y="153"/>
                  <a:pt x="4605" y="147"/>
                  <a:pt x="4605" y="140"/>
                </a:cubicBezTo>
                <a:cubicBezTo>
                  <a:pt x="4605" y="134"/>
                  <a:pt x="4602" y="131"/>
                  <a:pt x="4597" y="131"/>
                </a:cubicBezTo>
                <a:moveTo>
                  <a:pt x="4602" y="160"/>
                </a:moveTo>
                <a:cubicBezTo>
                  <a:pt x="4602" y="164"/>
                  <a:pt x="4601" y="166"/>
                  <a:pt x="4597" y="166"/>
                </a:cubicBezTo>
                <a:cubicBezTo>
                  <a:pt x="4545" y="166"/>
                  <a:pt x="4545" y="166"/>
                  <a:pt x="4545" y="166"/>
                </a:cubicBezTo>
                <a:cubicBezTo>
                  <a:pt x="4541" y="166"/>
                  <a:pt x="4540" y="164"/>
                  <a:pt x="4540" y="160"/>
                </a:cubicBezTo>
                <a:cubicBezTo>
                  <a:pt x="4540" y="153"/>
                  <a:pt x="4540" y="147"/>
                  <a:pt x="4540" y="140"/>
                </a:cubicBezTo>
                <a:cubicBezTo>
                  <a:pt x="4540" y="136"/>
                  <a:pt x="4541" y="134"/>
                  <a:pt x="4545" y="134"/>
                </a:cubicBezTo>
                <a:cubicBezTo>
                  <a:pt x="4554" y="134"/>
                  <a:pt x="4562" y="134"/>
                  <a:pt x="4571" y="134"/>
                </a:cubicBezTo>
                <a:cubicBezTo>
                  <a:pt x="4580" y="134"/>
                  <a:pt x="4588" y="134"/>
                  <a:pt x="4597" y="134"/>
                </a:cubicBezTo>
                <a:cubicBezTo>
                  <a:pt x="4601" y="134"/>
                  <a:pt x="4602" y="136"/>
                  <a:pt x="4602" y="140"/>
                </a:cubicBezTo>
                <a:cubicBezTo>
                  <a:pt x="4602" y="147"/>
                  <a:pt x="4602" y="153"/>
                  <a:pt x="4602" y="160"/>
                </a:cubicBezTo>
                <a:moveTo>
                  <a:pt x="4473" y="157"/>
                </a:moveTo>
                <a:cubicBezTo>
                  <a:pt x="4470" y="157"/>
                  <a:pt x="4467" y="159"/>
                  <a:pt x="4467" y="163"/>
                </a:cubicBezTo>
                <a:cubicBezTo>
                  <a:pt x="4467" y="166"/>
                  <a:pt x="4470" y="169"/>
                  <a:pt x="4473" y="169"/>
                </a:cubicBezTo>
                <a:cubicBezTo>
                  <a:pt x="4477" y="169"/>
                  <a:pt x="4479" y="166"/>
                  <a:pt x="4479" y="163"/>
                </a:cubicBezTo>
                <a:cubicBezTo>
                  <a:pt x="4479" y="159"/>
                  <a:pt x="4477" y="157"/>
                  <a:pt x="4473" y="157"/>
                </a:cubicBezTo>
                <a:moveTo>
                  <a:pt x="4460" y="151"/>
                </a:moveTo>
                <a:cubicBezTo>
                  <a:pt x="4462" y="152"/>
                  <a:pt x="4464" y="154"/>
                  <a:pt x="4466" y="156"/>
                </a:cubicBezTo>
                <a:cubicBezTo>
                  <a:pt x="4468" y="154"/>
                  <a:pt x="4470" y="153"/>
                  <a:pt x="4473" y="153"/>
                </a:cubicBezTo>
                <a:cubicBezTo>
                  <a:pt x="4476" y="153"/>
                  <a:pt x="4479" y="154"/>
                  <a:pt x="4481" y="156"/>
                </a:cubicBezTo>
                <a:cubicBezTo>
                  <a:pt x="4483" y="154"/>
                  <a:pt x="4485" y="152"/>
                  <a:pt x="4487" y="151"/>
                </a:cubicBezTo>
                <a:cubicBezTo>
                  <a:pt x="4480" y="142"/>
                  <a:pt x="4467" y="142"/>
                  <a:pt x="4460" y="151"/>
                </a:cubicBezTo>
                <a:moveTo>
                  <a:pt x="4547" y="138"/>
                </a:moveTo>
                <a:cubicBezTo>
                  <a:pt x="4545" y="138"/>
                  <a:pt x="4543" y="139"/>
                  <a:pt x="4543" y="142"/>
                </a:cubicBezTo>
                <a:cubicBezTo>
                  <a:pt x="4543" y="147"/>
                  <a:pt x="4543" y="152"/>
                  <a:pt x="4543" y="158"/>
                </a:cubicBezTo>
                <a:cubicBezTo>
                  <a:pt x="4543" y="161"/>
                  <a:pt x="4544" y="162"/>
                  <a:pt x="4548" y="162"/>
                </a:cubicBezTo>
                <a:cubicBezTo>
                  <a:pt x="4560" y="162"/>
                  <a:pt x="4572" y="162"/>
                  <a:pt x="4584" y="162"/>
                </a:cubicBezTo>
                <a:cubicBezTo>
                  <a:pt x="4585" y="162"/>
                  <a:pt x="4585" y="162"/>
                  <a:pt x="4586" y="162"/>
                </a:cubicBezTo>
                <a:cubicBezTo>
                  <a:pt x="4586" y="138"/>
                  <a:pt x="4586" y="138"/>
                  <a:pt x="4586" y="138"/>
                </a:cubicBezTo>
                <a:cubicBezTo>
                  <a:pt x="4586" y="138"/>
                  <a:pt x="4585" y="138"/>
                  <a:pt x="4585" y="138"/>
                </a:cubicBezTo>
                <a:cubicBezTo>
                  <a:pt x="4572" y="138"/>
                  <a:pt x="4560" y="138"/>
                  <a:pt x="4547" y="138"/>
                </a:cubicBezTo>
                <a:moveTo>
                  <a:pt x="4369" y="153"/>
                </a:moveTo>
                <a:cubicBezTo>
                  <a:pt x="4369" y="153"/>
                  <a:pt x="4369" y="153"/>
                  <a:pt x="4369" y="153"/>
                </a:cubicBezTo>
                <a:cubicBezTo>
                  <a:pt x="4366" y="153"/>
                  <a:pt x="4363" y="156"/>
                  <a:pt x="4363" y="159"/>
                </a:cubicBezTo>
                <a:cubicBezTo>
                  <a:pt x="4363" y="164"/>
                  <a:pt x="4363" y="164"/>
                  <a:pt x="4363" y="164"/>
                </a:cubicBezTo>
                <a:cubicBezTo>
                  <a:pt x="4363" y="167"/>
                  <a:pt x="4366" y="170"/>
                  <a:pt x="4369" y="170"/>
                </a:cubicBezTo>
                <a:cubicBezTo>
                  <a:pt x="4369" y="170"/>
                  <a:pt x="4369" y="170"/>
                  <a:pt x="4369" y="170"/>
                </a:cubicBezTo>
                <a:cubicBezTo>
                  <a:pt x="4373" y="170"/>
                  <a:pt x="4375" y="167"/>
                  <a:pt x="4375" y="164"/>
                </a:cubicBezTo>
                <a:cubicBezTo>
                  <a:pt x="4375" y="159"/>
                  <a:pt x="4375" y="159"/>
                  <a:pt x="4375" y="159"/>
                </a:cubicBezTo>
                <a:cubicBezTo>
                  <a:pt x="4375" y="156"/>
                  <a:pt x="4373" y="153"/>
                  <a:pt x="4369" y="153"/>
                </a:cubicBezTo>
                <a:moveTo>
                  <a:pt x="4408" y="132"/>
                </a:moveTo>
                <a:cubicBezTo>
                  <a:pt x="4407" y="132"/>
                  <a:pt x="4407" y="132"/>
                  <a:pt x="4407" y="132"/>
                </a:cubicBezTo>
                <a:cubicBezTo>
                  <a:pt x="4404" y="132"/>
                  <a:pt x="4402" y="135"/>
                  <a:pt x="4402" y="138"/>
                </a:cubicBezTo>
                <a:cubicBezTo>
                  <a:pt x="4402" y="164"/>
                  <a:pt x="4402" y="164"/>
                  <a:pt x="4402" y="164"/>
                </a:cubicBezTo>
                <a:cubicBezTo>
                  <a:pt x="4402" y="167"/>
                  <a:pt x="4404" y="170"/>
                  <a:pt x="4407" y="170"/>
                </a:cubicBezTo>
                <a:cubicBezTo>
                  <a:pt x="4408" y="170"/>
                  <a:pt x="4408" y="170"/>
                  <a:pt x="4408" y="170"/>
                </a:cubicBezTo>
                <a:cubicBezTo>
                  <a:pt x="4411" y="170"/>
                  <a:pt x="4414" y="167"/>
                  <a:pt x="4414" y="164"/>
                </a:cubicBezTo>
                <a:cubicBezTo>
                  <a:pt x="4414" y="138"/>
                  <a:pt x="4414" y="138"/>
                  <a:pt x="4414" y="138"/>
                </a:cubicBezTo>
                <a:cubicBezTo>
                  <a:pt x="4414" y="135"/>
                  <a:pt x="4411" y="132"/>
                  <a:pt x="4408" y="132"/>
                </a:cubicBezTo>
                <a:moveTo>
                  <a:pt x="4268" y="162"/>
                </a:moveTo>
                <a:cubicBezTo>
                  <a:pt x="4257" y="132"/>
                  <a:pt x="4257" y="132"/>
                  <a:pt x="4257" y="132"/>
                </a:cubicBezTo>
                <a:cubicBezTo>
                  <a:pt x="4251" y="132"/>
                  <a:pt x="4251" y="132"/>
                  <a:pt x="4251" y="132"/>
                </a:cubicBezTo>
                <a:cubicBezTo>
                  <a:pt x="4251" y="167"/>
                  <a:pt x="4251" y="167"/>
                  <a:pt x="4251" y="167"/>
                </a:cubicBezTo>
                <a:cubicBezTo>
                  <a:pt x="4255" y="167"/>
                  <a:pt x="4255" y="167"/>
                  <a:pt x="4255" y="167"/>
                </a:cubicBezTo>
                <a:cubicBezTo>
                  <a:pt x="4255" y="138"/>
                  <a:pt x="4255" y="138"/>
                  <a:pt x="4255" y="138"/>
                </a:cubicBezTo>
                <a:cubicBezTo>
                  <a:pt x="4256" y="138"/>
                  <a:pt x="4256" y="138"/>
                  <a:pt x="4256" y="138"/>
                </a:cubicBezTo>
                <a:cubicBezTo>
                  <a:pt x="4266" y="167"/>
                  <a:pt x="4266" y="167"/>
                  <a:pt x="4266" y="167"/>
                </a:cubicBezTo>
                <a:cubicBezTo>
                  <a:pt x="4270" y="167"/>
                  <a:pt x="4270" y="167"/>
                  <a:pt x="4270" y="167"/>
                </a:cubicBezTo>
                <a:cubicBezTo>
                  <a:pt x="4281" y="138"/>
                  <a:pt x="4281" y="138"/>
                  <a:pt x="4281" y="138"/>
                </a:cubicBezTo>
                <a:cubicBezTo>
                  <a:pt x="4281" y="138"/>
                  <a:pt x="4281" y="138"/>
                  <a:pt x="4281" y="138"/>
                </a:cubicBezTo>
                <a:cubicBezTo>
                  <a:pt x="4281" y="167"/>
                  <a:pt x="4281" y="167"/>
                  <a:pt x="4281" y="167"/>
                </a:cubicBezTo>
                <a:cubicBezTo>
                  <a:pt x="4286" y="167"/>
                  <a:pt x="4286" y="167"/>
                  <a:pt x="4286" y="167"/>
                </a:cubicBezTo>
                <a:cubicBezTo>
                  <a:pt x="4286" y="132"/>
                  <a:pt x="4286" y="132"/>
                  <a:pt x="4286" y="132"/>
                </a:cubicBezTo>
                <a:cubicBezTo>
                  <a:pt x="4279" y="132"/>
                  <a:pt x="4279" y="132"/>
                  <a:pt x="4279" y="132"/>
                </a:cubicBezTo>
                <a:lnTo>
                  <a:pt x="4268" y="162"/>
                </a:lnTo>
                <a:close/>
                <a:moveTo>
                  <a:pt x="4389" y="143"/>
                </a:moveTo>
                <a:cubicBezTo>
                  <a:pt x="4388" y="143"/>
                  <a:pt x="4388" y="143"/>
                  <a:pt x="4388" y="143"/>
                </a:cubicBezTo>
                <a:cubicBezTo>
                  <a:pt x="4385" y="143"/>
                  <a:pt x="4382" y="145"/>
                  <a:pt x="4382" y="149"/>
                </a:cubicBezTo>
                <a:cubicBezTo>
                  <a:pt x="4382" y="164"/>
                  <a:pt x="4382" y="164"/>
                  <a:pt x="4382" y="164"/>
                </a:cubicBezTo>
                <a:cubicBezTo>
                  <a:pt x="4382" y="167"/>
                  <a:pt x="4385" y="170"/>
                  <a:pt x="4388" y="170"/>
                </a:cubicBezTo>
                <a:cubicBezTo>
                  <a:pt x="4389" y="170"/>
                  <a:pt x="4389" y="170"/>
                  <a:pt x="4389" y="170"/>
                </a:cubicBezTo>
                <a:cubicBezTo>
                  <a:pt x="4392" y="170"/>
                  <a:pt x="4395" y="167"/>
                  <a:pt x="4395" y="164"/>
                </a:cubicBezTo>
                <a:cubicBezTo>
                  <a:pt x="4395" y="149"/>
                  <a:pt x="4395" y="149"/>
                  <a:pt x="4395" y="149"/>
                </a:cubicBezTo>
                <a:cubicBezTo>
                  <a:pt x="4395" y="145"/>
                  <a:pt x="4392" y="143"/>
                  <a:pt x="4389" y="143"/>
                </a:cubicBezTo>
              </a:path>
            </a:pathLst>
          </a:custGeom>
          <a:solidFill>
            <a:srgbClr val="2F3941"/>
          </a:solidFill>
          <a:ln>
            <a:noFill/>
          </a:ln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1948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Phone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7F783002-8F8A-FBB7-9005-A3E9DA77F3E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E3472D1-4B64-879E-FC55-008D4C09C50F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E2319061-5E8A-C1BC-FF0A-0BE78113563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85B7C98-996D-42AA-ADBA-070B74562D6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016CC601-9393-25C4-6674-7B88BF8DC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extplatzhalter 17">
            <a:extLst>
              <a:ext uri="{FF2B5EF4-FFF2-40B4-BE49-F238E27FC236}">
                <a16:creationId xmlns:a16="http://schemas.microsoft.com/office/drawing/2014/main" id="{B30282F7-085A-DDAD-EA25-162290BDA0D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Bildplatzhalter 29">
            <a:extLst>
              <a:ext uri="{FF2B5EF4-FFF2-40B4-BE49-F238E27FC236}">
                <a16:creationId xmlns:a16="http://schemas.microsoft.com/office/drawing/2014/main" id="{B6B3BD59-95A5-1A44-F687-92631827811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98614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/>
            </a:lvl1pPr>
          </a:lstStyle>
          <a:p>
            <a:endParaRPr lang="de-DE"/>
          </a:p>
        </p:txBody>
      </p:sp>
      <p:sp>
        <p:nvSpPr>
          <p:cNvPr id="10" name="Bildplatzhalter 3">
            <a:extLst>
              <a:ext uri="{FF2B5EF4-FFF2-40B4-BE49-F238E27FC236}">
                <a16:creationId xmlns:a16="http://schemas.microsoft.com/office/drawing/2014/main" id="{3F751006-F50B-E597-8EFA-731124DF330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498614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endParaRPr lang="de-DE"/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A8575249-EE1E-8FEF-CCEC-54DD9C77094C}"/>
              </a:ext>
            </a:extLst>
          </p:cNvPr>
          <p:cNvGrpSpPr/>
          <p:nvPr userDrawn="1"/>
        </p:nvGrpSpPr>
        <p:grpSpPr>
          <a:xfrm>
            <a:off x="7452799" y="1458000"/>
            <a:ext cx="2311134" cy="4894165"/>
            <a:chOff x="7452799" y="1458000"/>
            <a:chExt cx="2311134" cy="4894165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F8D7B5CB-CB90-61F4-E6DC-64F6F87DB4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52799" y="1458000"/>
              <a:ext cx="2311134" cy="4894165"/>
            </a:xfrm>
            <a:custGeom>
              <a:avLst/>
              <a:gdLst>
                <a:gd name="T0" fmla="*/ 1381 w 1617"/>
                <a:gd name="T1" fmla="*/ 0 h 3426"/>
                <a:gd name="T2" fmla="*/ 237 w 1617"/>
                <a:gd name="T3" fmla="*/ 0 h 3426"/>
                <a:gd name="T4" fmla="*/ 0 w 1617"/>
                <a:gd name="T5" fmla="*/ 239 h 3426"/>
                <a:gd name="T6" fmla="*/ 0 w 1617"/>
                <a:gd name="T7" fmla="*/ 3187 h 3426"/>
                <a:gd name="T8" fmla="*/ 237 w 1617"/>
                <a:gd name="T9" fmla="*/ 3426 h 3426"/>
                <a:gd name="T10" fmla="*/ 1381 w 1617"/>
                <a:gd name="T11" fmla="*/ 3426 h 3426"/>
                <a:gd name="T12" fmla="*/ 1617 w 1617"/>
                <a:gd name="T13" fmla="*/ 3187 h 3426"/>
                <a:gd name="T14" fmla="*/ 1617 w 1617"/>
                <a:gd name="T15" fmla="*/ 239 h 3426"/>
                <a:gd name="T16" fmla="*/ 1381 w 1617"/>
                <a:gd name="T17" fmla="*/ 0 h 3426"/>
                <a:gd name="T18" fmla="*/ 1575 w 1617"/>
                <a:gd name="T19" fmla="*/ 3193 h 3426"/>
                <a:gd name="T20" fmla="*/ 1385 w 1617"/>
                <a:gd name="T21" fmla="*/ 3383 h 3426"/>
                <a:gd name="T22" fmla="*/ 233 w 1617"/>
                <a:gd name="T23" fmla="*/ 3383 h 3426"/>
                <a:gd name="T24" fmla="*/ 43 w 1617"/>
                <a:gd name="T25" fmla="*/ 3193 h 3426"/>
                <a:gd name="T26" fmla="*/ 43 w 1617"/>
                <a:gd name="T27" fmla="*/ 233 h 3426"/>
                <a:gd name="T28" fmla="*/ 233 w 1617"/>
                <a:gd name="T29" fmla="*/ 43 h 3426"/>
                <a:gd name="T30" fmla="*/ 417 w 1617"/>
                <a:gd name="T31" fmla="*/ 43 h 3426"/>
                <a:gd name="T32" fmla="*/ 417 w 1617"/>
                <a:gd name="T33" fmla="*/ 77 h 3426"/>
                <a:gd name="T34" fmla="*/ 487 w 1617"/>
                <a:gd name="T35" fmla="*/ 153 h 3426"/>
                <a:gd name="T36" fmla="*/ 1130 w 1617"/>
                <a:gd name="T37" fmla="*/ 153 h 3426"/>
                <a:gd name="T38" fmla="*/ 1201 w 1617"/>
                <a:gd name="T39" fmla="*/ 77 h 3426"/>
                <a:gd name="T40" fmla="*/ 1201 w 1617"/>
                <a:gd name="T41" fmla="*/ 43 h 3426"/>
                <a:gd name="T42" fmla="*/ 1385 w 1617"/>
                <a:gd name="T43" fmla="*/ 43 h 3426"/>
                <a:gd name="T44" fmla="*/ 1575 w 1617"/>
                <a:gd name="T45" fmla="*/ 233 h 3426"/>
                <a:gd name="T46" fmla="*/ 1575 w 1617"/>
                <a:gd name="T47" fmla="*/ 3193 h 3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17" h="3426">
                  <a:moveTo>
                    <a:pt x="1381" y="0"/>
                  </a:moveTo>
                  <a:cubicBezTo>
                    <a:pt x="237" y="0"/>
                    <a:pt x="237" y="0"/>
                    <a:pt x="237" y="0"/>
                  </a:cubicBezTo>
                  <a:cubicBezTo>
                    <a:pt x="98" y="0"/>
                    <a:pt x="0" y="99"/>
                    <a:pt x="0" y="239"/>
                  </a:cubicBezTo>
                  <a:cubicBezTo>
                    <a:pt x="0" y="3187"/>
                    <a:pt x="0" y="3187"/>
                    <a:pt x="0" y="3187"/>
                  </a:cubicBezTo>
                  <a:cubicBezTo>
                    <a:pt x="0" y="3328"/>
                    <a:pt x="98" y="3426"/>
                    <a:pt x="237" y="3426"/>
                  </a:cubicBezTo>
                  <a:cubicBezTo>
                    <a:pt x="1381" y="3426"/>
                    <a:pt x="1381" y="3426"/>
                    <a:pt x="1381" y="3426"/>
                  </a:cubicBezTo>
                  <a:cubicBezTo>
                    <a:pt x="1520" y="3426"/>
                    <a:pt x="1617" y="3328"/>
                    <a:pt x="1617" y="3187"/>
                  </a:cubicBezTo>
                  <a:cubicBezTo>
                    <a:pt x="1617" y="239"/>
                    <a:pt x="1617" y="239"/>
                    <a:pt x="1617" y="239"/>
                  </a:cubicBezTo>
                  <a:cubicBezTo>
                    <a:pt x="1617" y="99"/>
                    <a:pt x="1520" y="0"/>
                    <a:pt x="1381" y="0"/>
                  </a:cubicBezTo>
                  <a:moveTo>
                    <a:pt x="1575" y="3193"/>
                  </a:moveTo>
                  <a:cubicBezTo>
                    <a:pt x="1575" y="3298"/>
                    <a:pt x="1490" y="3383"/>
                    <a:pt x="1385" y="3383"/>
                  </a:cubicBezTo>
                  <a:cubicBezTo>
                    <a:pt x="233" y="3383"/>
                    <a:pt x="233" y="3383"/>
                    <a:pt x="233" y="3383"/>
                  </a:cubicBezTo>
                  <a:cubicBezTo>
                    <a:pt x="128" y="3383"/>
                    <a:pt x="43" y="3298"/>
                    <a:pt x="43" y="3193"/>
                  </a:cubicBezTo>
                  <a:cubicBezTo>
                    <a:pt x="43" y="233"/>
                    <a:pt x="43" y="233"/>
                    <a:pt x="43" y="233"/>
                  </a:cubicBezTo>
                  <a:cubicBezTo>
                    <a:pt x="43" y="128"/>
                    <a:pt x="128" y="43"/>
                    <a:pt x="233" y="43"/>
                  </a:cubicBezTo>
                  <a:cubicBezTo>
                    <a:pt x="417" y="43"/>
                    <a:pt x="417" y="43"/>
                    <a:pt x="417" y="43"/>
                  </a:cubicBezTo>
                  <a:cubicBezTo>
                    <a:pt x="417" y="77"/>
                    <a:pt x="417" y="77"/>
                    <a:pt x="417" y="77"/>
                  </a:cubicBezTo>
                  <a:cubicBezTo>
                    <a:pt x="417" y="108"/>
                    <a:pt x="436" y="153"/>
                    <a:pt x="487" y="153"/>
                  </a:cubicBezTo>
                  <a:cubicBezTo>
                    <a:pt x="1130" y="153"/>
                    <a:pt x="1130" y="153"/>
                    <a:pt x="1130" y="153"/>
                  </a:cubicBezTo>
                  <a:cubicBezTo>
                    <a:pt x="1181" y="153"/>
                    <a:pt x="1201" y="108"/>
                    <a:pt x="1201" y="77"/>
                  </a:cubicBezTo>
                  <a:cubicBezTo>
                    <a:pt x="1201" y="43"/>
                    <a:pt x="1201" y="43"/>
                    <a:pt x="1201" y="43"/>
                  </a:cubicBezTo>
                  <a:cubicBezTo>
                    <a:pt x="1385" y="43"/>
                    <a:pt x="1385" y="43"/>
                    <a:pt x="1385" y="43"/>
                  </a:cubicBezTo>
                  <a:cubicBezTo>
                    <a:pt x="1490" y="43"/>
                    <a:pt x="1575" y="128"/>
                    <a:pt x="1575" y="233"/>
                  </a:cubicBezTo>
                  <a:lnTo>
                    <a:pt x="1575" y="3193"/>
                  </a:lnTo>
                  <a:close/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4949CEA8-C080-009E-48FA-A53F8B33F2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31937" y="1530506"/>
              <a:ext cx="552859" cy="60044"/>
            </a:xfrm>
            <a:custGeom>
              <a:avLst/>
              <a:gdLst>
                <a:gd name="T0" fmla="*/ 22 w 387"/>
                <a:gd name="T1" fmla="*/ 0 h 42"/>
                <a:gd name="T2" fmla="*/ 0 w 387"/>
                <a:gd name="T3" fmla="*/ 21 h 42"/>
                <a:gd name="T4" fmla="*/ 22 w 387"/>
                <a:gd name="T5" fmla="*/ 42 h 42"/>
                <a:gd name="T6" fmla="*/ 43 w 387"/>
                <a:gd name="T7" fmla="*/ 21 h 42"/>
                <a:gd name="T8" fmla="*/ 22 w 387"/>
                <a:gd name="T9" fmla="*/ 0 h 42"/>
                <a:gd name="T10" fmla="*/ 376 w 387"/>
                <a:gd name="T11" fmla="*/ 9 h 42"/>
                <a:gd name="T12" fmla="*/ 99 w 387"/>
                <a:gd name="T13" fmla="*/ 9 h 42"/>
                <a:gd name="T14" fmla="*/ 88 w 387"/>
                <a:gd name="T15" fmla="*/ 21 h 42"/>
                <a:gd name="T16" fmla="*/ 88 w 387"/>
                <a:gd name="T17" fmla="*/ 22 h 42"/>
                <a:gd name="T18" fmla="*/ 99 w 387"/>
                <a:gd name="T19" fmla="*/ 33 h 42"/>
                <a:gd name="T20" fmla="*/ 376 w 387"/>
                <a:gd name="T21" fmla="*/ 33 h 42"/>
                <a:gd name="T22" fmla="*/ 387 w 387"/>
                <a:gd name="T23" fmla="*/ 22 h 42"/>
                <a:gd name="T24" fmla="*/ 387 w 387"/>
                <a:gd name="T25" fmla="*/ 21 h 42"/>
                <a:gd name="T26" fmla="*/ 376 w 387"/>
                <a:gd name="T27" fmla="*/ 9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87" h="42">
                  <a:moveTo>
                    <a:pt x="22" y="0"/>
                  </a:moveTo>
                  <a:cubicBezTo>
                    <a:pt x="10" y="0"/>
                    <a:pt x="0" y="9"/>
                    <a:pt x="0" y="21"/>
                  </a:cubicBezTo>
                  <a:cubicBezTo>
                    <a:pt x="0" y="33"/>
                    <a:pt x="10" y="42"/>
                    <a:pt x="22" y="42"/>
                  </a:cubicBezTo>
                  <a:cubicBezTo>
                    <a:pt x="33" y="42"/>
                    <a:pt x="43" y="33"/>
                    <a:pt x="43" y="21"/>
                  </a:cubicBezTo>
                  <a:cubicBezTo>
                    <a:pt x="43" y="9"/>
                    <a:pt x="33" y="0"/>
                    <a:pt x="22" y="0"/>
                  </a:cubicBezTo>
                  <a:moveTo>
                    <a:pt x="376" y="9"/>
                  </a:moveTo>
                  <a:cubicBezTo>
                    <a:pt x="99" y="9"/>
                    <a:pt x="99" y="9"/>
                    <a:pt x="99" y="9"/>
                  </a:cubicBezTo>
                  <a:cubicBezTo>
                    <a:pt x="93" y="9"/>
                    <a:pt x="88" y="14"/>
                    <a:pt x="88" y="21"/>
                  </a:cubicBezTo>
                  <a:cubicBezTo>
                    <a:pt x="88" y="22"/>
                    <a:pt x="88" y="22"/>
                    <a:pt x="88" y="22"/>
                  </a:cubicBezTo>
                  <a:cubicBezTo>
                    <a:pt x="88" y="28"/>
                    <a:pt x="93" y="33"/>
                    <a:pt x="99" y="33"/>
                  </a:cubicBezTo>
                  <a:cubicBezTo>
                    <a:pt x="376" y="33"/>
                    <a:pt x="376" y="33"/>
                    <a:pt x="376" y="33"/>
                  </a:cubicBezTo>
                  <a:cubicBezTo>
                    <a:pt x="382" y="33"/>
                    <a:pt x="387" y="28"/>
                    <a:pt x="387" y="22"/>
                  </a:cubicBezTo>
                  <a:cubicBezTo>
                    <a:pt x="387" y="21"/>
                    <a:pt x="387" y="21"/>
                    <a:pt x="387" y="21"/>
                  </a:cubicBezTo>
                  <a:cubicBezTo>
                    <a:pt x="387" y="14"/>
                    <a:pt x="382" y="9"/>
                    <a:pt x="376" y="9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84263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Phone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7F783002-8F8A-FBB7-9005-A3E9DA77F3E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E3472D1-4B64-879E-FC55-008D4C09C50F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E2319061-5E8A-C1BC-FF0A-0BE78113563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AFABE2B-6943-41E0-4A57-CC1A8CC35CB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5AAFD30-D8B1-0E99-35A8-78543FBD1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5F93C807-CE44-DEF3-7C4D-DCAE4A2ACA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Bildplatzhalter 29">
            <a:extLst>
              <a:ext uri="{FF2B5EF4-FFF2-40B4-BE49-F238E27FC236}">
                <a16:creationId xmlns:a16="http://schemas.microsoft.com/office/drawing/2014/main" id="{6B23FA43-9CD7-FBD5-8BF5-90AB61D9E55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0" name="Bildplatzhalter 29">
            <a:extLst>
              <a:ext uri="{FF2B5EF4-FFF2-40B4-BE49-F238E27FC236}">
                <a16:creationId xmlns:a16="http://schemas.microsoft.com/office/drawing/2014/main" id="{5F207E88-16C8-EE82-5CE7-1217CF3BC84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731181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6FA4865B-B951-FF6D-98B5-E83ABE55E4F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96000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endParaRPr lang="de-DE"/>
          </a:p>
        </p:txBody>
      </p:sp>
      <p:sp>
        <p:nvSpPr>
          <p:cNvPr id="12" name="Bildplatzhalter 16">
            <a:extLst>
              <a:ext uri="{FF2B5EF4-FFF2-40B4-BE49-F238E27FC236}">
                <a16:creationId xmlns:a16="http://schemas.microsoft.com/office/drawing/2014/main" id="{91D0CD86-47D4-70A9-2DC2-94554493727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731181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endParaRPr lang="de-DE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9E1495CF-CC72-ECC2-2CBE-627EDC7C36A4}"/>
              </a:ext>
            </a:extLst>
          </p:cNvPr>
          <p:cNvGrpSpPr/>
          <p:nvPr userDrawn="1"/>
        </p:nvGrpSpPr>
        <p:grpSpPr>
          <a:xfrm>
            <a:off x="6048375" y="1458000"/>
            <a:ext cx="2311134" cy="4894165"/>
            <a:chOff x="6048375" y="1458000"/>
            <a:chExt cx="2311134" cy="489416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4B9BEB30-3F19-0BF0-59F1-57DF66E081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48375" y="1458000"/>
              <a:ext cx="2311134" cy="4894165"/>
            </a:xfrm>
            <a:custGeom>
              <a:avLst/>
              <a:gdLst>
                <a:gd name="T0" fmla="*/ 1381 w 1617"/>
                <a:gd name="T1" fmla="*/ 0 h 3426"/>
                <a:gd name="T2" fmla="*/ 237 w 1617"/>
                <a:gd name="T3" fmla="*/ 0 h 3426"/>
                <a:gd name="T4" fmla="*/ 0 w 1617"/>
                <a:gd name="T5" fmla="*/ 239 h 3426"/>
                <a:gd name="T6" fmla="*/ 0 w 1617"/>
                <a:gd name="T7" fmla="*/ 3187 h 3426"/>
                <a:gd name="T8" fmla="*/ 237 w 1617"/>
                <a:gd name="T9" fmla="*/ 3426 h 3426"/>
                <a:gd name="T10" fmla="*/ 1381 w 1617"/>
                <a:gd name="T11" fmla="*/ 3426 h 3426"/>
                <a:gd name="T12" fmla="*/ 1617 w 1617"/>
                <a:gd name="T13" fmla="*/ 3187 h 3426"/>
                <a:gd name="T14" fmla="*/ 1617 w 1617"/>
                <a:gd name="T15" fmla="*/ 239 h 3426"/>
                <a:gd name="T16" fmla="*/ 1381 w 1617"/>
                <a:gd name="T17" fmla="*/ 0 h 3426"/>
                <a:gd name="T18" fmla="*/ 1575 w 1617"/>
                <a:gd name="T19" fmla="*/ 3193 h 3426"/>
                <a:gd name="T20" fmla="*/ 1385 w 1617"/>
                <a:gd name="T21" fmla="*/ 3383 h 3426"/>
                <a:gd name="T22" fmla="*/ 233 w 1617"/>
                <a:gd name="T23" fmla="*/ 3383 h 3426"/>
                <a:gd name="T24" fmla="*/ 43 w 1617"/>
                <a:gd name="T25" fmla="*/ 3193 h 3426"/>
                <a:gd name="T26" fmla="*/ 43 w 1617"/>
                <a:gd name="T27" fmla="*/ 233 h 3426"/>
                <a:gd name="T28" fmla="*/ 233 w 1617"/>
                <a:gd name="T29" fmla="*/ 43 h 3426"/>
                <a:gd name="T30" fmla="*/ 417 w 1617"/>
                <a:gd name="T31" fmla="*/ 43 h 3426"/>
                <a:gd name="T32" fmla="*/ 417 w 1617"/>
                <a:gd name="T33" fmla="*/ 77 h 3426"/>
                <a:gd name="T34" fmla="*/ 487 w 1617"/>
                <a:gd name="T35" fmla="*/ 153 h 3426"/>
                <a:gd name="T36" fmla="*/ 1130 w 1617"/>
                <a:gd name="T37" fmla="*/ 153 h 3426"/>
                <a:gd name="T38" fmla="*/ 1201 w 1617"/>
                <a:gd name="T39" fmla="*/ 77 h 3426"/>
                <a:gd name="T40" fmla="*/ 1201 w 1617"/>
                <a:gd name="T41" fmla="*/ 43 h 3426"/>
                <a:gd name="T42" fmla="*/ 1385 w 1617"/>
                <a:gd name="T43" fmla="*/ 43 h 3426"/>
                <a:gd name="T44" fmla="*/ 1575 w 1617"/>
                <a:gd name="T45" fmla="*/ 233 h 3426"/>
                <a:gd name="T46" fmla="*/ 1575 w 1617"/>
                <a:gd name="T47" fmla="*/ 3193 h 3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17" h="3426">
                  <a:moveTo>
                    <a:pt x="1381" y="0"/>
                  </a:moveTo>
                  <a:cubicBezTo>
                    <a:pt x="237" y="0"/>
                    <a:pt x="237" y="0"/>
                    <a:pt x="237" y="0"/>
                  </a:cubicBezTo>
                  <a:cubicBezTo>
                    <a:pt x="98" y="0"/>
                    <a:pt x="0" y="99"/>
                    <a:pt x="0" y="239"/>
                  </a:cubicBezTo>
                  <a:cubicBezTo>
                    <a:pt x="0" y="3187"/>
                    <a:pt x="0" y="3187"/>
                    <a:pt x="0" y="3187"/>
                  </a:cubicBezTo>
                  <a:cubicBezTo>
                    <a:pt x="0" y="3328"/>
                    <a:pt x="98" y="3426"/>
                    <a:pt x="237" y="3426"/>
                  </a:cubicBezTo>
                  <a:cubicBezTo>
                    <a:pt x="1381" y="3426"/>
                    <a:pt x="1381" y="3426"/>
                    <a:pt x="1381" y="3426"/>
                  </a:cubicBezTo>
                  <a:cubicBezTo>
                    <a:pt x="1520" y="3426"/>
                    <a:pt x="1617" y="3328"/>
                    <a:pt x="1617" y="3187"/>
                  </a:cubicBezTo>
                  <a:cubicBezTo>
                    <a:pt x="1617" y="239"/>
                    <a:pt x="1617" y="239"/>
                    <a:pt x="1617" y="239"/>
                  </a:cubicBezTo>
                  <a:cubicBezTo>
                    <a:pt x="1617" y="99"/>
                    <a:pt x="1520" y="0"/>
                    <a:pt x="1381" y="0"/>
                  </a:cubicBezTo>
                  <a:moveTo>
                    <a:pt x="1575" y="3193"/>
                  </a:moveTo>
                  <a:cubicBezTo>
                    <a:pt x="1575" y="3298"/>
                    <a:pt x="1490" y="3383"/>
                    <a:pt x="1385" y="3383"/>
                  </a:cubicBezTo>
                  <a:cubicBezTo>
                    <a:pt x="233" y="3383"/>
                    <a:pt x="233" y="3383"/>
                    <a:pt x="233" y="3383"/>
                  </a:cubicBezTo>
                  <a:cubicBezTo>
                    <a:pt x="128" y="3383"/>
                    <a:pt x="43" y="3298"/>
                    <a:pt x="43" y="3193"/>
                  </a:cubicBezTo>
                  <a:cubicBezTo>
                    <a:pt x="43" y="233"/>
                    <a:pt x="43" y="233"/>
                    <a:pt x="43" y="233"/>
                  </a:cubicBezTo>
                  <a:cubicBezTo>
                    <a:pt x="43" y="128"/>
                    <a:pt x="128" y="43"/>
                    <a:pt x="233" y="43"/>
                  </a:cubicBezTo>
                  <a:cubicBezTo>
                    <a:pt x="417" y="43"/>
                    <a:pt x="417" y="43"/>
                    <a:pt x="417" y="43"/>
                  </a:cubicBezTo>
                  <a:cubicBezTo>
                    <a:pt x="417" y="77"/>
                    <a:pt x="417" y="77"/>
                    <a:pt x="417" y="77"/>
                  </a:cubicBezTo>
                  <a:cubicBezTo>
                    <a:pt x="417" y="108"/>
                    <a:pt x="436" y="153"/>
                    <a:pt x="487" y="153"/>
                  </a:cubicBezTo>
                  <a:cubicBezTo>
                    <a:pt x="1130" y="153"/>
                    <a:pt x="1130" y="153"/>
                    <a:pt x="1130" y="153"/>
                  </a:cubicBezTo>
                  <a:cubicBezTo>
                    <a:pt x="1181" y="153"/>
                    <a:pt x="1201" y="108"/>
                    <a:pt x="1201" y="77"/>
                  </a:cubicBezTo>
                  <a:cubicBezTo>
                    <a:pt x="1201" y="43"/>
                    <a:pt x="1201" y="43"/>
                    <a:pt x="1201" y="43"/>
                  </a:cubicBezTo>
                  <a:cubicBezTo>
                    <a:pt x="1385" y="43"/>
                    <a:pt x="1385" y="43"/>
                    <a:pt x="1385" y="43"/>
                  </a:cubicBezTo>
                  <a:cubicBezTo>
                    <a:pt x="1490" y="43"/>
                    <a:pt x="1575" y="128"/>
                    <a:pt x="1575" y="233"/>
                  </a:cubicBezTo>
                  <a:lnTo>
                    <a:pt x="1575" y="3193"/>
                  </a:lnTo>
                  <a:close/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30A36B79-43DD-2331-94C3-09BA2319D6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27513" y="1530506"/>
              <a:ext cx="552859" cy="60044"/>
            </a:xfrm>
            <a:custGeom>
              <a:avLst/>
              <a:gdLst>
                <a:gd name="T0" fmla="*/ 22 w 387"/>
                <a:gd name="T1" fmla="*/ 0 h 42"/>
                <a:gd name="T2" fmla="*/ 0 w 387"/>
                <a:gd name="T3" fmla="*/ 21 h 42"/>
                <a:gd name="T4" fmla="*/ 22 w 387"/>
                <a:gd name="T5" fmla="*/ 42 h 42"/>
                <a:gd name="T6" fmla="*/ 43 w 387"/>
                <a:gd name="T7" fmla="*/ 21 h 42"/>
                <a:gd name="T8" fmla="*/ 22 w 387"/>
                <a:gd name="T9" fmla="*/ 0 h 42"/>
                <a:gd name="T10" fmla="*/ 376 w 387"/>
                <a:gd name="T11" fmla="*/ 9 h 42"/>
                <a:gd name="T12" fmla="*/ 99 w 387"/>
                <a:gd name="T13" fmla="*/ 9 h 42"/>
                <a:gd name="T14" fmla="*/ 88 w 387"/>
                <a:gd name="T15" fmla="*/ 21 h 42"/>
                <a:gd name="T16" fmla="*/ 88 w 387"/>
                <a:gd name="T17" fmla="*/ 22 h 42"/>
                <a:gd name="T18" fmla="*/ 99 w 387"/>
                <a:gd name="T19" fmla="*/ 33 h 42"/>
                <a:gd name="T20" fmla="*/ 376 w 387"/>
                <a:gd name="T21" fmla="*/ 33 h 42"/>
                <a:gd name="T22" fmla="*/ 387 w 387"/>
                <a:gd name="T23" fmla="*/ 22 h 42"/>
                <a:gd name="T24" fmla="*/ 387 w 387"/>
                <a:gd name="T25" fmla="*/ 21 h 42"/>
                <a:gd name="T26" fmla="*/ 376 w 387"/>
                <a:gd name="T27" fmla="*/ 9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87" h="42">
                  <a:moveTo>
                    <a:pt x="22" y="0"/>
                  </a:moveTo>
                  <a:cubicBezTo>
                    <a:pt x="10" y="0"/>
                    <a:pt x="0" y="9"/>
                    <a:pt x="0" y="21"/>
                  </a:cubicBezTo>
                  <a:cubicBezTo>
                    <a:pt x="0" y="33"/>
                    <a:pt x="10" y="42"/>
                    <a:pt x="22" y="42"/>
                  </a:cubicBezTo>
                  <a:cubicBezTo>
                    <a:pt x="33" y="42"/>
                    <a:pt x="43" y="33"/>
                    <a:pt x="43" y="21"/>
                  </a:cubicBezTo>
                  <a:cubicBezTo>
                    <a:pt x="43" y="9"/>
                    <a:pt x="33" y="0"/>
                    <a:pt x="22" y="0"/>
                  </a:cubicBezTo>
                  <a:moveTo>
                    <a:pt x="376" y="9"/>
                  </a:moveTo>
                  <a:cubicBezTo>
                    <a:pt x="99" y="9"/>
                    <a:pt x="99" y="9"/>
                    <a:pt x="99" y="9"/>
                  </a:cubicBezTo>
                  <a:cubicBezTo>
                    <a:pt x="93" y="9"/>
                    <a:pt x="88" y="14"/>
                    <a:pt x="88" y="21"/>
                  </a:cubicBezTo>
                  <a:cubicBezTo>
                    <a:pt x="88" y="22"/>
                    <a:pt x="88" y="22"/>
                    <a:pt x="88" y="22"/>
                  </a:cubicBezTo>
                  <a:cubicBezTo>
                    <a:pt x="88" y="28"/>
                    <a:pt x="93" y="33"/>
                    <a:pt x="99" y="33"/>
                  </a:cubicBezTo>
                  <a:cubicBezTo>
                    <a:pt x="376" y="33"/>
                    <a:pt x="376" y="33"/>
                    <a:pt x="376" y="33"/>
                  </a:cubicBezTo>
                  <a:cubicBezTo>
                    <a:pt x="382" y="33"/>
                    <a:pt x="387" y="28"/>
                    <a:pt x="387" y="22"/>
                  </a:cubicBezTo>
                  <a:cubicBezTo>
                    <a:pt x="387" y="21"/>
                    <a:pt x="387" y="21"/>
                    <a:pt x="387" y="21"/>
                  </a:cubicBezTo>
                  <a:cubicBezTo>
                    <a:pt x="387" y="14"/>
                    <a:pt x="382" y="9"/>
                    <a:pt x="376" y="9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3DB80630-4BD9-FAC5-056E-1CBB11A051C9}"/>
              </a:ext>
            </a:extLst>
          </p:cNvPr>
          <p:cNvGrpSpPr/>
          <p:nvPr userDrawn="1"/>
        </p:nvGrpSpPr>
        <p:grpSpPr>
          <a:xfrm>
            <a:off x="8682614" y="1455063"/>
            <a:ext cx="2311134" cy="4894165"/>
            <a:chOff x="6048375" y="1458000"/>
            <a:chExt cx="2311134" cy="4894165"/>
          </a:xfrm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038035B6-E642-3AFF-FA35-18F5C29AA5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48375" y="1458000"/>
              <a:ext cx="2311134" cy="4894165"/>
            </a:xfrm>
            <a:custGeom>
              <a:avLst/>
              <a:gdLst>
                <a:gd name="T0" fmla="*/ 1381 w 1617"/>
                <a:gd name="T1" fmla="*/ 0 h 3426"/>
                <a:gd name="T2" fmla="*/ 237 w 1617"/>
                <a:gd name="T3" fmla="*/ 0 h 3426"/>
                <a:gd name="T4" fmla="*/ 0 w 1617"/>
                <a:gd name="T5" fmla="*/ 239 h 3426"/>
                <a:gd name="T6" fmla="*/ 0 w 1617"/>
                <a:gd name="T7" fmla="*/ 3187 h 3426"/>
                <a:gd name="T8" fmla="*/ 237 w 1617"/>
                <a:gd name="T9" fmla="*/ 3426 h 3426"/>
                <a:gd name="T10" fmla="*/ 1381 w 1617"/>
                <a:gd name="T11" fmla="*/ 3426 h 3426"/>
                <a:gd name="T12" fmla="*/ 1617 w 1617"/>
                <a:gd name="T13" fmla="*/ 3187 h 3426"/>
                <a:gd name="T14" fmla="*/ 1617 w 1617"/>
                <a:gd name="T15" fmla="*/ 239 h 3426"/>
                <a:gd name="T16" fmla="*/ 1381 w 1617"/>
                <a:gd name="T17" fmla="*/ 0 h 3426"/>
                <a:gd name="T18" fmla="*/ 1575 w 1617"/>
                <a:gd name="T19" fmla="*/ 3193 h 3426"/>
                <a:gd name="T20" fmla="*/ 1385 w 1617"/>
                <a:gd name="T21" fmla="*/ 3383 h 3426"/>
                <a:gd name="T22" fmla="*/ 233 w 1617"/>
                <a:gd name="T23" fmla="*/ 3383 h 3426"/>
                <a:gd name="T24" fmla="*/ 43 w 1617"/>
                <a:gd name="T25" fmla="*/ 3193 h 3426"/>
                <a:gd name="T26" fmla="*/ 43 w 1617"/>
                <a:gd name="T27" fmla="*/ 233 h 3426"/>
                <a:gd name="T28" fmla="*/ 233 w 1617"/>
                <a:gd name="T29" fmla="*/ 43 h 3426"/>
                <a:gd name="T30" fmla="*/ 417 w 1617"/>
                <a:gd name="T31" fmla="*/ 43 h 3426"/>
                <a:gd name="T32" fmla="*/ 417 w 1617"/>
                <a:gd name="T33" fmla="*/ 77 h 3426"/>
                <a:gd name="T34" fmla="*/ 487 w 1617"/>
                <a:gd name="T35" fmla="*/ 153 h 3426"/>
                <a:gd name="T36" fmla="*/ 1130 w 1617"/>
                <a:gd name="T37" fmla="*/ 153 h 3426"/>
                <a:gd name="T38" fmla="*/ 1201 w 1617"/>
                <a:gd name="T39" fmla="*/ 77 h 3426"/>
                <a:gd name="T40" fmla="*/ 1201 w 1617"/>
                <a:gd name="T41" fmla="*/ 43 h 3426"/>
                <a:gd name="T42" fmla="*/ 1385 w 1617"/>
                <a:gd name="T43" fmla="*/ 43 h 3426"/>
                <a:gd name="T44" fmla="*/ 1575 w 1617"/>
                <a:gd name="T45" fmla="*/ 233 h 3426"/>
                <a:gd name="T46" fmla="*/ 1575 w 1617"/>
                <a:gd name="T47" fmla="*/ 3193 h 3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17" h="3426">
                  <a:moveTo>
                    <a:pt x="1381" y="0"/>
                  </a:moveTo>
                  <a:cubicBezTo>
                    <a:pt x="237" y="0"/>
                    <a:pt x="237" y="0"/>
                    <a:pt x="237" y="0"/>
                  </a:cubicBezTo>
                  <a:cubicBezTo>
                    <a:pt x="98" y="0"/>
                    <a:pt x="0" y="99"/>
                    <a:pt x="0" y="239"/>
                  </a:cubicBezTo>
                  <a:cubicBezTo>
                    <a:pt x="0" y="3187"/>
                    <a:pt x="0" y="3187"/>
                    <a:pt x="0" y="3187"/>
                  </a:cubicBezTo>
                  <a:cubicBezTo>
                    <a:pt x="0" y="3328"/>
                    <a:pt x="98" y="3426"/>
                    <a:pt x="237" y="3426"/>
                  </a:cubicBezTo>
                  <a:cubicBezTo>
                    <a:pt x="1381" y="3426"/>
                    <a:pt x="1381" y="3426"/>
                    <a:pt x="1381" y="3426"/>
                  </a:cubicBezTo>
                  <a:cubicBezTo>
                    <a:pt x="1520" y="3426"/>
                    <a:pt x="1617" y="3328"/>
                    <a:pt x="1617" y="3187"/>
                  </a:cubicBezTo>
                  <a:cubicBezTo>
                    <a:pt x="1617" y="239"/>
                    <a:pt x="1617" y="239"/>
                    <a:pt x="1617" y="239"/>
                  </a:cubicBezTo>
                  <a:cubicBezTo>
                    <a:pt x="1617" y="99"/>
                    <a:pt x="1520" y="0"/>
                    <a:pt x="1381" y="0"/>
                  </a:cubicBezTo>
                  <a:moveTo>
                    <a:pt x="1575" y="3193"/>
                  </a:moveTo>
                  <a:cubicBezTo>
                    <a:pt x="1575" y="3298"/>
                    <a:pt x="1490" y="3383"/>
                    <a:pt x="1385" y="3383"/>
                  </a:cubicBezTo>
                  <a:cubicBezTo>
                    <a:pt x="233" y="3383"/>
                    <a:pt x="233" y="3383"/>
                    <a:pt x="233" y="3383"/>
                  </a:cubicBezTo>
                  <a:cubicBezTo>
                    <a:pt x="128" y="3383"/>
                    <a:pt x="43" y="3298"/>
                    <a:pt x="43" y="3193"/>
                  </a:cubicBezTo>
                  <a:cubicBezTo>
                    <a:pt x="43" y="233"/>
                    <a:pt x="43" y="233"/>
                    <a:pt x="43" y="233"/>
                  </a:cubicBezTo>
                  <a:cubicBezTo>
                    <a:pt x="43" y="128"/>
                    <a:pt x="128" y="43"/>
                    <a:pt x="233" y="43"/>
                  </a:cubicBezTo>
                  <a:cubicBezTo>
                    <a:pt x="417" y="43"/>
                    <a:pt x="417" y="43"/>
                    <a:pt x="417" y="43"/>
                  </a:cubicBezTo>
                  <a:cubicBezTo>
                    <a:pt x="417" y="77"/>
                    <a:pt x="417" y="77"/>
                    <a:pt x="417" y="77"/>
                  </a:cubicBezTo>
                  <a:cubicBezTo>
                    <a:pt x="417" y="108"/>
                    <a:pt x="436" y="153"/>
                    <a:pt x="487" y="153"/>
                  </a:cubicBezTo>
                  <a:cubicBezTo>
                    <a:pt x="1130" y="153"/>
                    <a:pt x="1130" y="153"/>
                    <a:pt x="1130" y="153"/>
                  </a:cubicBezTo>
                  <a:cubicBezTo>
                    <a:pt x="1181" y="153"/>
                    <a:pt x="1201" y="108"/>
                    <a:pt x="1201" y="77"/>
                  </a:cubicBezTo>
                  <a:cubicBezTo>
                    <a:pt x="1201" y="43"/>
                    <a:pt x="1201" y="43"/>
                    <a:pt x="1201" y="43"/>
                  </a:cubicBezTo>
                  <a:cubicBezTo>
                    <a:pt x="1385" y="43"/>
                    <a:pt x="1385" y="43"/>
                    <a:pt x="1385" y="43"/>
                  </a:cubicBezTo>
                  <a:cubicBezTo>
                    <a:pt x="1490" y="43"/>
                    <a:pt x="1575" y="128"/>
                    <a:pt x="1575" y="233"/>
                  </a:cubicBezTo>
                  <a:lnTo>
                    <a:pt x="1575" y="3193"/>
                  </a:lnTo>
                  <a:close/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EDBDEC47-B5A5-6E6D-CB25-C44239D28E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27513" y="1530506"/>
              <a:ext cx="552859" cy="60044"/>
            </a:xfrm>
            <a:custGeom>
              <a:avLst/>
              <a:gdLst>
                <a:gd name="T0" fmla="*/ 22 w 387"/>
                <a:gd name="T1" fmla="*/ 0 h 42"/>
                <a:gd name="T2" fmla="*/ 0 w 387"/>
                <a:gd name="T3" fmla="*/ 21 h 42"/>
                <a:gd name="T4" fmla="*/ 22 w 387"/>
                <a:gd name="T5" fmla="*/ 42 h 42"/>
                <a:gd name="T6" fmla="*/ 43 w 387"/>
                <a:gd name="T7" fmla="*/ 21 h 42"/>
                <a:gd name="T8" fmla="*/ 22 w 387"/>
                <a:gd name="T9" fmla="*/ 0 h 42"/>
                <a:gd name="T10" fmla="*/ 376 w 387"/>
                <a:gd name="T11" fmla="*/ 9 h 42"/>
                <a:gd name="T12" fmla="*/ 99 w 387"/>
                <a:gd name="T13" fmla="*/ 9 h 42"/>
                <a:gd name="T14" fmla="*/ 88 w 387"/>
                <a:gd name="T15" fmla="*/ 21 h 42"/>
                <a:gd name="T16" fmla="*/ 88 w 387"/>
                <a:gd name="T17" fmla="*/ 22 h 42"/>
                <a:gd name="T18" fmla="*/ 99 w 387"/>
                <a:gd name="T19" fmla="*/ 33 h 42"/>
                <a:gd name="T20" fmla="*/ 376 w 387"/>
                <a:gd name="T21" fmla="*/ 33 h 42"/>
                <a:gd name="T22" fmla="*/ 387 w 387"/>
                <a:gd name="T23" fmla="*/ 22 h 42"/>
                <a:gd name="T24" fmla="*/ 387 w 387"/>
                <a:gd name="T25" fmla="*/ 21 h 42"/>
                <a:gd name="T26" fmla="*/ 376 w 387"/>
                <a:gd name="T27" fmla="*/ 9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87" h="42">
                  <a:moveTo>
                    <a:pt x="22" y="0"/>
                  </a:moveTo>
                  <a:cubicBezTo>
                    <a:pt x="10" y="0"/>
                    <a:pt x="0" y="9"/>
                    <a:pt x="0" y="21"/>
                  </a:cubicBezTo>
                  <a:cubicBezTo>
                    <a:pt x="0" y="33"/>
                    <a:pt x="10" y="42"/>
                    <a:pt x="22" y="42"/>
                  </a:cubicBezTo>
                  <a:cubicBezTo>
                    <a:pt x="33" y="42"/>
                    <a:pt x="43" y="33"/>
                    <a:pt x="43" y="21"/>
                  </a:cubicBezTo>
                  <a:cubicBezTo>
                    <a:pt x="43" y="9"/>
                    <a:pt x="33" y="0"/>
                    <a:pt x="22" y="0"/>
                  </a:cubicBezTo>
                  <a:moveTo>
                    <a:pt x="376" y="9"/>
                  </a:moveTo>
                  <a:cubicBezTo>
                    <a:pt x="99" y="9"/>
                    <a:pt x="99" y="9"/>
                    <a:pt x="99" y="9"/>
                  </a:cubicBezTo>
                  <a:cubicBezTo>
                    <a:pt x="93" y="9"/>
                    <a:pt x="88" y="14"/>
                    <a:pt x="88" y="21"/>
                  </a:cubicBezTo>
                  <a:cubicBezTo>
                    <a:pt x="88" y="22"/>
                    <a:pt x="88" y="22"/>
                    <a:pt x="88" y="22"/>
                  </a:cubicBezTo>
                  <a:cubicBezTo>
                    <a:pt x="88" y="28"/>
                    <a:pt x="93" y="33"/>
                    <a:pt x="99" y="33"/>
                  </a:cubicBezTo>
                  <a:cubicBezTo>
                    <a:pt x="376" y="33"/>
                    <a:pt x="376" y="33"/>
                    <a:pt x="376" y="33"/>
                  </a:cubicBezTo>
                  <a:cubicBezTo>
                    <a:pt x="382" y="33"/>
                    <a:pt x="387" y="28"/>
                    <a:pt x="387" y="22"/>
                  </a:cubicBezTo>
                  <a:cubicBezTo>
                    <a:pt x="387" y="21"/>
                    <a:pt x="387" y="21"/>
                    <a:pt x="387" y="21"/>
                  </a:cubicBezTo>
                  <a:cubicBezTo>
                    <a:pt x="387" y="14"/>
                    <a:pt x="382" y="9"/>
                    <a:pt x="376" y="9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856632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Numb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D2C738C5-CE17-8F75-ADAC-39B90FA84D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64121" y="1295861"/>
            <a:ext cx="2110924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781407F7-B6AC-4E72-B6AC-77BC56A3AE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93435" y="1808163"/>
            <a:ext cx="2039475" cy="44631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26" name="Textplatzhalter 17">
            <a:extLst>
              <a:ext uri="{FF2B5EF4-FFF2-40B4-BE49-F238E27FC236}">
                <a16:creationId xmlns:a16="http://schemas.microsoft.com/office/drawing/2014/main" id="{A091C3CC-3F3F-23FE-602C-3411500BF0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7190" y="2617150"/>
            <a:ext cx="1422872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29" name="Textplatzhalter 24">
            <a:extLst>
              <a:ext uri="{FF2B5EF4-FFF2-40B4-BE49-F238E27FC236}">
                <a16:creationId xmlns:a16="http://schemas.microsoft.com/office/drawing/2014/main" id="{E1B4253D-A3DF-0CF2-D8A6-BD53847BB4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716839" y="3079886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30" name="Textplatzhalter 17">
            <a:extLst>
              <a:ext uri="{FF2B5EF4-FFF2-40B4-BE49-F238E27FC236}">
                <a16:creationId xmlns:a16="http://schemas.microsoft.com/office/drawing/2014/main" id="{96B47188-9DE9-83A5-4351-EF7BE32A85C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08364" y="3942865"/>
            <a:ext cx="2651320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00%</a:t>
            </a:r>
          </a:p>
        </p:txBody>
      </p:sp>
      <p:sp>
        <p:nvSpPr>
          <p:cNvPr id="31" name="Textplatzhalter 24">
            <a:extLst>
              <a:ext uri="{FF2B5EF4-FFF2-40B4-BE49-F238E27FC236}">
                <a16:creationId xmlns:a16="http://schemas.microsoft.com/office/drawing/2014/main" id="{52FB245C-0815-D83A-0EAA-EA17BEF16B1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66461" y="4405601"/>
            <a:ext cx="1656998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32" name="Textplatzhalter 17">
            <a:extLst>
              <a:ext uri="{FF2B5EF4-FFF2-40B4-BE49-F238E27FC236}">
                <a16:creationId xmlns:a16="http://schemas.microsoft.com/office/drawing/2014/main" id="{007CD200-62FF-17FA-0BA7-16E6A6F1EB2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6323" y="5268287"/>
            <a:ext cx="2110924" cy="106966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&gt;00</a:t>
            </a:r>
          </a:p>
        </p:txBody>
      </p:sp>
      <p:sp>
        <p:nvSpPr>
          <p:cNvPr id="33" name="Textplatzhalter 24">
            <a:extLst>
              <a:ext uri="{FF2B5EF4-FFF2-40B4-BE49-F238E27FC236}">
                <a16:creationId xmlns:a16="http://schemas.microsoft.com/office/drawing/2014/main" id="{CC6694AC-DF0F-CE8B-5A82-C6C614FF44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34024" y="5731023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33906E0-6D46-195B-33C1-D09180C9E89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8E9054D-2B23-A000-5E11-8D12948E29A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5F0F97F8-B6AF-0A50-6FE0-FEC64B2BB12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58812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FCEA20B0-21B2-D36B-5E43-43A9246AE6A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1BDD9D7E-C4A9-0B76-5A01-A25FD8BDB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D52585E2-29D8-9C9F-5360-87974B4BE9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9685607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Numbers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8E9054D-2B23-A000-5E11-8D12948E29A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platzhalter 17">
            <a:extLst>
              <a:ext uri="{FF2B5EF4-FFF2-40B4-BE49-F238E27FC236}">
                <a16:creationId xmlns:a16="http://schemas.microsoft.com/office/drawing/2014/main" id="{464BD83E-8778-CC97-4712-99AFB58E50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64121" y="1295861"/>
            <a:ext cx="2110924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16" name="Textplatzhalter 24">
            <a:extLst>
              <a:ext uri="{FF2B5EF4-FFF2-40B4-BE49-F238E27FC236}">
                <a16:creationId xmlns:a16="http://schemas.microsoft.com/office/drawing/2014/main" id="{FBCB321B-95A1-BEB1-0D24-83F6BEE520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93435" y="1808163"/>
            <a:ext cx="2039475" cy="44631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0ED7772D-CD08-A72F-BA2F-2DBE2B6D554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34007" y="3083836"/>
            <a:ext cx="1422872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</a:t>
            </a:r>
          </a:p>
        </p:txBody>
      </p:sp>
      <p:sp>
        <p:nvSpPr>
          <p:cNvPr id="19" name="Textplatzhalter 24">
            <a:extLst>
              <a:ext uri="{FF2B5EF4-FFF2-40B4-BE49-F238E27FC236}">
                <a16:creationId xmlns:a16="http://schemas.microsoft.com/office/drawing/2014/main" id="{8A4C226E-A367-B142-EA1F-8C4338098F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3656" y="3546572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8AF69B83-0099-07DC-2AF2-62DA1EF8864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08364" y="4594080"/>
            <a:ext cx="2651320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00%</a:t>
            </a:r>
          </a:p>
        </p:txBody>
      </p:sp>
      <p:sp>
        <p:nvSpPr>
          <p:cNvPr id="21" name="Textplatzhalter 24">
            <a:extLst>
              <a:ext uri="{FF2B5EF4-FFF2-40B4-BE49-F238E27FC236}">
                <a16:creationId xmlns:a16="http://schemas.microsoft.com/office/drawing/2014/main" id="{24212708-A85E-62D4-39B6-FC62619C21D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66461" y="5056816"/>
            <a:ext cx="1656998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22" name="Textplatzhalter 17">
            <a:extLst>
              <a:ext uri="{FF2B5EF4-FFF2-40B4-BE49-F238E27FC236}">
                <a16:creationId xmlns:a16="http://schemas.microsoft.com/office/drawing/2014/main" id="{91901F5D-7B87-BE07-0D0B-9793ED04A80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11478" y="5268287"/>
            <a:ext cx="2110924" cy="106966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&gt;00</a:t>
            </a:r>
          </a:p>
        </p:txBody>
      </p:sp>
      <p:sp>
        <p:nvSpPr>
          <p:cNvPr id="23" name="Textplatzhalter 24">
            <a:extLst>
              <a:ext uri="{FF2B5EF4-FFF2-40B4-BE49-F238E27FC236}">
                <a16:creationId xmlns:a16="http://schemas.microsoft.com/office/drawing/2014/main" id="{01264C22-8F84-ACBF-EFF8-2FBCA5FE86E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29179" y="5731023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24" name="Textplatzhalter 17">
            <a:extLst>
              <a:ext uri="{FF2B5EF4-FFF2-40B4-BE49-F238E27FC236}">
                <a16:creationId xmlns:a16="http://schemas.microsoft.com/office/drawing/2014/main" id="{F252CA67-FFA3-A81F-D76A-858E367B66C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58542" y="1638679"/>
            <a:ext cx="2110924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34" name="Textplatzhalter 24">
            <a:extLst>
              <a:ext uri="{FF2B5EF4-FFF2-40B4-BE49-F238E27FC236}">
                <a16:creationId xmlns:a16="http://schemas.microsoft.com/office/drawing/2014/main" id="{90349DD5-DB65-C386-0CB6-8DFE86A1E0A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87856" y="2150981"/>
            <a:ext cx="2039475" cy="44631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35" name="Textplatzhalter 17">
            <a:extLst>
              <a:ext uri="{FF2B5EF4-FFF2-40B4-BE49-F238E27FC236}">
                <a16:creationId xmlns:a16="http://schemas.microsoft.com/office/drawing/2014/main" id="{B5E01315-A857-14B2-E06B-ED59F947E98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1611" y="3511934"/>
            <a:ext cx="1422872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36" name="Textplatzhalter 24">
            <a:extLst>
              <a:ext uri="{FF2B5EF4-FFF2-40B4-BE49-F238E27FC236}">
                <a16:creationId xmlns:a16="http://schemas.microsoft.com/office/drawing/2014/main" id="{125F58F5-82E2-C17F-6D38-86D242329C3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11260" y="3974670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44DCDCE-03BC-B2FC-0050-051E2CF2A909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436147B-532D-42CF-E249-BF9382B43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FE5329AE-E1AB-5B6B-7B92-493CC6B69F0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053431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Numbers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A7BA29A0-0475-CB59-42A6-F43F0CE81F2A}"/>
              </a:ext>
            </a:extLst>
          </p:cNvPr>
          <p:cNvGrpSpPr/>
          <p:nvPr userDrawn="1"/>
        </p:nvGrpSpPr>
        <p:grpSpPr>
          <a:xfrm>
            <a:off x="4239231" y="4062465"/>
            <a:ext cx="3713538" cy="1296000"/>
            <a:chOff x="4245504" y="4062465"/>
            <a:chExt cx="3713538" cy="1296000"/>
          </a:xfrm>
        </p:grpSpPr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FBD1D0BB-D5D1-451E-362D-0850AB2250B4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245504" y="4062465"/>
              <a:ext cx="0" cy="1296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Gerader Verbinder 7">
              <a:extLst>
                <a:ext uri="{FF2B5EF4-FFF2-40B4-BE49-F238E27FC236}">
                  <a16:creationId xmlns:a16="http://schemas.microsoft.com/office/drawing/2014/main" id="{F3ED77D0-18D5-6B3B-87CB-672BC1E5AB3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7959042" y="4062465"/>
              <a:ext cx="0" cy="1296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platzhalter 17">
            <a:extLst>
              <a:ext uri="{FF2B5EF4-FFF2-40B4-BE49-F238E27FC236}">
                <a16:creationId xmlns:a16="http://schemas.microsoft.com/office/drawing/2014/main" id="{E7B6069A-40C8-94D1-CEED-4528869F144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77538" y="4132505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300</a:t>
            </a:r>
          </a:p>
        </p:txBody>
      </p:sp>
      <p:sp>
        <p:nvSpPr>
          <p:cNvPr id="24" name="Textplatzhalter 24">
            <a:extLst>
              <a:ext uri="{FF2B5EF4-FFF2-40B4-BE49-F238E27FC236}">
                <a16:creationId xmlns:a16="http://schemas.microsoft.com/office/drawing/2014/main" id="{AEA58E8D-4488-9CB9-F626-5C7FA38C9E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77540" y="4898172"/>
            <a:ext cx="1685652" cy="26988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endParaRPr lang="de-DE"/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81F0644D-B565-F04C-F55D-0061E019FFB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77538" y="5212659"/>
            <a:ext cx="1685656" cy="65105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26" name="Textplatzhalter 17">
            <a:extLst>
              <a:ext uri="{FF2B5EF4-FFF2-40B4-BE49-F238E27FC236}">
                <a16:creationId xmlns:a16="http://schemas.microsoft.com/office/drawing/2014/main" id="{CA83C053-EC74-8221-0420-66FC3ABE8C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53172" y="4132505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29" name="Textplatzhalter 24">
            <a:extLst>
              <a:ext uri="{FF2B5EF4-FFF2-40B4-BE49-F238E27FC236}">
                <a16:creationId xmlns:a16="http://schemas.microsoft.com/office/drawing/2014/main" id="{0E2E8157-2D1A-CC25-EF26-EE00ED45533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53174" y="4898172"/>
            <a:ext cx="1685652" cy="26988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endParaRPr lang="de-DE"/>
          </a:p>
        </p:txBody>
      </p:sp>
      <p:sp>
        <p:nvSpPr>
          <p:cNvPr id="30" name="Textplatzhalter 24">
            <a:extLst>
              <a:ext uri="{FF2B5EF4-FFF2-40B4-BE49-F238E27FC236}">
                <a16:creationId xmlns:a16="http://schemas.microsoft.com/office/drawing/2014/main" id="{493D4D73-AAB1-516F-EFB3-C35E3D4944E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53172" y="5212659"/>
            <a:ext cx="1685656" cy="65105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31" name="Textplatzhalter 17">
            <a:extLst>
              <a:ext uri="{FF2B5EF4-FFF2-40B4-BE49-F238E27FC236}">
                <a16:creationId xmlns:a16="http://schemas.microsoft.com/office/drawing/2014/main" id="{A5CC053B-77E9-3D89-5EA6-578756D7BA6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66710" y="4132505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32" name="Textplatzhalter 24">
            <a:extLst>
              <a:ext uri="{FF2B5EF4-FFF2-40B4-BE49-F238E27FC236}">
                <a16:creationId xmlns:a16="http://schemas.microsoft.com/office/drawing/2014/main" id="{ACE9A6AB-AB41-F08B-0FCF-609545138CE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66712" y="4898172"/>
            <a:ext cx="1685652" cy="26988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endParaRPr lang="de-DE"/>
          </a:p>
        </p:txBody>
      </p:sp>
      <p:sp>
        <p:nvSpPr>
          <p:cNvPr id="33" name="Textplatzhalter 24">
            <a:extLst>
              <a:ext uri="{FF2B5EF4-FFF2-40B4-BE49-F238E27FC236}">
                <a16:creationId xmlns:a16="http://schemas.microsoft.com/office/drawing/2014/main" id="{610A1C2C-95D4-5095-F370-2EFD0D93BB3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966710" y="5212659"/>
            <a:ext cx="1685656" cy="65105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34" name="Textplatzhalter 33">
            <a:extLst>
              <a:ext uri="{FF2B5EF4-FFF2-40B4-BE49-F238E27FC236}">
                <a16:creationId xmlns:a16="http://schemas.microsoft.com/office/drawing/2014/main" id="{48D5DE7D-B7B0-B4AE-DACB-4ABEF6F8D7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58811" y="1808163"/>
            <a:ext cx="3580419" cy="70646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</a:t>
            </a:r>
            <a:endParaRPr lang="de-DE"/>
          </a:p>
        </p:txBody>
      </p:sp>
      <p:sp>
        <p:nvSpPr>
          <p:cNvPr id="35" name="Textplatzhalter 24">
            <a:extLst>
              <a:ext uri="{FF2B5EF4-FFF2-40B4-BE49-F238E27FC236}">
                <a16:creationId xmlns:a16="http://schemas.microsoft.com/office/drawing/2014/main" id="{C02373F9-D0E0-094A-737A-AB20359CE99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677538" y="3920770"/>
            <a:ext cx="1685656" cy="18298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000" b="0" spc="3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sz="1200" b="0">
                <a:effectLst/>
                <a:latin typeface="+mj-lt"/>
                <a:ea typeface="Open Sans" pitchFamily="2" charset="0"/>
                <a:cs typeface="Sora" pitchFamily="2" charset="0"/>
              </a:rPr>
              <a:t>Projekte</a:t>
            </a:r>
            <a:endParaRPr lang="de-DE"/>
          </a:p>
        </p:txBody>
      </p:sp>
      <p:sp>
        <p:nvSpPr>
          <p:cNvPr id="36" name="Textplatzhalter 24">
            <a:extLst>
              <a:ext uri="{FF2B5EF4-FFF2-40B4-BE49-F238E27FC236}">
                <a16:creationId xmlns:a16="http://schemas.microsoft.com/office/drawing/2014/main" id="{5DFC2D4C-660D-4062-0F81-9BE7729BEEF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53172" y="3917170"/>
            <a:ext cx="1685656" cy="18298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000" b="0" spc="3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sz="1200" b="0">
                <a:effectLst/>
                <a:latin typeface="+mj-lt"/>
                <a:ea typeface="Open Sans" pitchFamily="2" charset="0"/>
                <a:cs typeface="Sora" pitchFamily="2" charset="0"/>
              </a:rPr>
              <a:t>Projekte</a:t>
            </a:r>
            <a:endParaRPr lang="de-DE"/>
          </a:p>
        </p:txBody>
      </p:sp>
      <p:sp>
        <p:nvSpPr>
          <p:cNvPr id="37" name="Textplatzhalter 24">
            <a:extLst>
              <a:ext uri="{FF2B5EF4-FFF2-40B4-BE49-F238E27FC236}">
                <a16:creationId xmlns:a16="http://schemas.microsoft.com/office/drawing/2014/main" id="{F817B4CC-A1CF-4A82-CCEC-9CA1D438A5C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966710" y="3924678"/>
            <a:ext cx="1685656" cy="18298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000" b="0" spc="3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sz="1200" b="0">
                <a:effectLst/>
                <a:latin typeface="+mj-lt"/>
                <a:ea typeface="Open Sans" pitchFamily="2" charset="0"/>
                <a:cs typeface="Sora" pitchFamily="2" charset="0"/>
              </a:rPr>
              <a:t>Projekte</a:t>
            </a:r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38CCA27-A28D-4F94-2D7A-F51807EF2577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C1C88693-ED94-4510-BF50-3DE7B29C01B7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C0D992E9-5480-97A0-8402-7ADE1DAD4CA3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2DB024EA-C06B-7640-6138-C8CA8BA1B4C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itel 20">
            <a:extLst>
              <a:ext uri="{FF2B5EF4-FFF2-40B4-BE49-F238E27FC236}">
                <a16:creationId xmlns:a16="http://schemas.microsoft.com/office/drawing/2014/main" id="{DB5B60A7-D2B1-3134-8D0E-652CDEB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9227849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Numbers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A7BA29A0-0475-CB59-42A6-F43F0CE81F2A}"/>
              </a:ext>
            </a:extLst>
          </p:cNvPr>
          <p:cNvGrpSpPr/>
          <p:nvPr userDrawn="1"/>
        </p:nvGrpSpPr>
        <p:grpSpPr>
          <a:xfrm>
            <a:off x="4239231" y="4525761"/>
            <a:ext cx="3713538" cy="1296000"/>
            <a:chOff x="4245504" y="4062465"/>
            <a:chExt cx="3713538" cy="1296000"/>
          </a:xfrm>
        </p:grpSpPr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FBD1D0BB-D5D1-451E-362D-0850AB2250B4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245504" y="4062465"/>
              <a:ext cx="0" cy="1296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Gerader Verbinder 7">
              <a:extLst>
                <a:ext uri="{FF2B5EF4-FFF2-40B4-BE49-F238E27FC236}">
                  <a16:creationId xmlns:a16="http://schemas.microsoft.com/office/drawing/2014/main" id="{F3ED77D0-18D5-6B3B-87CB-672BC1E5AB3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7959042" y="4062465"/>
              <a:ext cx="0" cy="1296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platzhalter 17">
            <a:extLst>
              <a:ext uri="{FF2B5EF4-FFF2-40B4-BE49-F238E27FC236}">
                <a16:creationId xmlns:a16="http://schemas.microsoft.com/office/drawing/2014/main" id="{E7B6069A-40C8-94D1-CEED-4528869F144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77538" y="4595801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1000</a:t>
            </a:r>
          </a:p>
        </p:txBody>
      </p:sp>
      <p:sp>
        <p:nvSpPr>
          <p:cNvPr id="24" name="Textplatzhalter 24">
            <a:extLst>
              <a:ext uri="{FF2B5EF4-FFF2-40B4-BE49-F238E27FC236}">
                <a16:creationId xmlns:a16="http://schemas.microsoft.com/office/drawing/2014/main" id="{AEA58E8D-4488-9CB9-F626-5C7FA38C9E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77540" y="5361468"/>
            <a:ext cx="1685652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26" name="Textplatzhalter 17">
            <a:extLst>
              <a:ext uri="{FF2B5EF4-FFF2-40B4-BE49-F238E27FC236}">
                <a16:creationId xmlns:a16="http://schemas.microsoft.com/office/drawing/2014/main" id="{CA83C053-EC74-8221-0420-66FC3ABE8C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53172" y="4595801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1.1</a:t>
            </a:r>
          </a:p>
        </p:txBody>
      </p:sp>
      <p:sp>
        <p:nvSpPr>
          <p:cNvPr id="29" name="Textplatzhalter 24">
            <a:extLst>
              <a:ext uri="{FF2B5EF4-FFF2-40B4-BE49-F238E27FC236}">
                <a16:creationId xmlns:a16="http://schemas.microsoft.com/office/drawing/2014/main" id="{0E2E8157-2D1A-CC25-EF26-EE00ED45533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53174" y="5361468"/>
            <a:ext cx="1685652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31" name="Textplatzhalter 17">
            <a:extLst>
              <a:ext uri="{FF2B5EF4-FFF2-40B4-BE49-F238E27FC236}">
                <a16:creationId xmlns:a16="http://schemas.microsoft.com/office/drawing/2014/main" id="{A5CC053B-77E9-3D89-5EA6-578756D7BA6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66710" y="4595801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32" name="Textplatzhalter 24">
            <a:extLst>
              <a:ext uri="{FF2B5EF4-FFF2-40B4-BE49-F238E27FC236}">
                <a16:creationId xmlns:a16="http://schemas.microsoft.com/office/drawing/2014/main" id="{ACE9A6AB-AB41-F08B-0FCF-609545138CE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66712" y="5361468"/>
            <a:ext cx="1685652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C1C88693-ED94-4510-BF50-3DE7B29C01B7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B7C1FF4C-BB20-F196-8766-DBFD7C251171}"/>
              </a:ext>
            </a:extLst>
          </p:cNvPr>
          <p:cNvGrpSpPr/>
          <p:nvPr userDrawn="1"/>
        </p:nvGrpSpPr>
        <p:grpSpPr>
          <a:xfrm>
            <a:off x="4239231" y="2378900"/>
            <a:ext cx="3713538" cy="1296000"/>
            <a:chOff x="4245504" y="4062465"/>
            <a:chExt cx="3713538" cy="1296000"/>
          </a:xfrm>
        </p:grpSpPr>
        <p:cxnSp>
          <p:nvCxnSpPr>
            <p:cNvPr id="17" name="Gerader Verbinder 16">
              <a:extLst>
                <a:ext uri="{FF2B5EF4-FFF2-40B4-BE49-F238E27FC236}">
                  <a16:creationId xmlns:a16="http://schemas.microsoft.com/office/drawing/2014/main" id="{58DEA858-43FF-4415-DE89-277020C5EAF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245504" y="4062465"/>
              <a:ext cx="0" cy="1296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94AEF92F-434C-2FFD-CF05-7C8B68850385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7959042" y="4062465"/>
              <a:ext cx="0" cy="1296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0ECD0387-F61D-490D-FE26-5366E11DC75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677538" y="2448940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21" name="Textplatzhalter 24">
            <a:extLst>
              <a:ext uri="{FF2B5EF4-FFF2-40B4-BE49-F238E27FC236}">
                <a16:creationId xmlns:a16="http://schemas.microsoft.com/office/drawing/2014/main" id="{E166CB07-9F81-7EAD-7135-BBEA879EC29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677540" y="3214607"/>
            <a:ext cx="1685652" cy="595829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22" name="Textplatzhalter 17">
            <a:extLst>
              <a:ext uri="{FF2B5EF4-FFF2-40B4-BE49-F238E27FC236}">
                <a16:creationId xmlns:a16="http://schemas.microsoft.com/office/drawing/2014/main" id="{B26F895C-2B40-786C-429E-81F4483FE46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253172" y="2448940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</a:t>
            </a:r>
          </a:p>
        </p:txBody>
      </p:sp>
      <p:sp>
        <p:nvSpPr>
          <p:cNvPr id="38" name="Textplatzhalter 24">
            <a:extLst>
              <a:ext uri="{FF2B5EF4-FFF2-40B4-BE49-F238E27FC236}">
                <a16:creationId xmlns:a16="http://schemas.microsoft.com/office/drawing/2014/main" id="{5ADD81B7-6B3B-7274-726E-357BB9C52F9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253174" y="3214607"/>
            <a:ext cx="1685652" cy="595829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39" name="Textplatzhalter 17">
            <a:extLst>
              <a:ext uri="{FF2B5EF4-FFF2-40B4-BE49-F238E27FC236}">
                <a16:creationId xmlns:a16="http://schemas.microsoft.com/office/drawing/2014/main" id="{E3D7BC02-47FA-22EB-FE72-4D8D52E04A6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966710" y="2448940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</a:t>
            </a:r>
          </a:p>
        </p:txBody>
      </p:sp>
      <p:sp>
        <p:nvSpPr>
          <p:cNvPr id="40" name="Textplatzhalter 24">
            <a:extLst>
              <a:ext uri="{FF2B5EF4-FFF2-40B4-BE49-F238E27FC236}">
                <a16:creationId xmlns:a16="http://schemas.microsoft.com/office/drawing/2014/main" id="{0F3E8A97-495E-6B17-D01C-EEB4FB8912D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966712" y="3214607"/>
            <a:ext cx="1685652" cy="595829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27" name="Fußzeilenplatzhalter 26">
            <a:extLst>
              <a:ext uri="{FF2B5EF4-FFF2-40B4-BE49-F238E27FC236}">
                <a16:creationId xmlns:a16="http://schemas.microsoft.com/office/drawing/2014/main" id="{BC528E42-9C11-61B7-B7E2-1A1BCBC79B48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8" name="Titel 27">
            <a:extLst>
              <a:ext uri="{FF2B5EF4-FFF2-40B4-BE49-F238E27FC236}">
                <a16:creationId xmlns:a16="http://schemas.microsoft.com/office/drawing/2014/main" id="{8FEAFCC1-E8E6-0013-4806-1E43140F9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0" name="Textplatzhalter 17">
            <a:extLst>
              <a:ext uri="{FF2B5EF4-FFF2-40B4-BE49-F238E27FC236}">
                <a16:creationId xmlns:a16="http://schemas.microsoft.com/office/drawing/2014/main" id="{E3BA15D6-C8CD-27F9-7BEE-4D69CE31080C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687807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Statement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454F6B8C-4F87-2244-4BC5-741A66267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799" y="3827849"/>
            <a:ext cx="10875600" cy="234911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1600" b="1">
                <a:solidFill>
                  <a:schemeClr val="bg1"/>
                </a:solidFill>
              </a:defRPr>
            </a:lvl2pPr>
            <a:lvl3pPr marL="914400" indent="0">
              <a:buNone/>
              <a:defRPr sz="1600" b="1">
                <a:solidFill>
                  <a:schemeClr val="bg1"/>
                </a:solidFill>
              </a:defRPr>
            </a:lvl3pPr>
            <a:lvl4pPr marL="1371600" indent="0">
              <a:buNone/>
              <a:defRPr sz="1600" b="1">
                <a:solidFill>
                  <a:schemeClr val="bg1"/>
                </a:solidFill>
              </a:defRPr>
            </a:lvl4pPr>
            <a:lvl5pPr marL="1828800" indent="0">
              <a:buNone/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F86A3554-534D-D127-DCF0-58C57506EA18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9008"/>
          <a:stretch/>
        </p:blipFill>
        <p:spPr>
          <a:xfrm>
            <a:off x="8780393" y="2797200"/>
            <a:ext cx="3411607" cy="2687150"/>
          </a:xfrm>
          <a:prstGeom prst="rect">
            <a:avLst/>
          </a:prstGeom>
        </p:spPr>
      </p:pic>
      <p:sp>
        <p:nvSpPr>
          <p:cNvPr id="34" name="Textplatzhalter 33">
            <a:extLst>
              <a:ext uri="{FF2B5EF4-FFF2-40B4-BE49-F238E27FC236}">
                <a16:creationId xmlns:a16="http://schemas.microsoft.com/office/drawing/2014/main" id="{503E446B-C915-7208-68EB-2F475AFD84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61660" y="2349140"/>
            <a:ext cx="6371528" cy="11413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6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9600"/>
            </a:lvl2pPr>
            <a:lvl3pPr marL="914400" indent="0">
              <a:buNone/>
              <a:defRPr sz="9600"/>
            </a:lvl3pPr>
            <a:lvl4pPr marL="1371600" indent="0">
              <a:buNone/>
              <a:defRPr sz="9600"/>
            </a:lvl4pPr>
            <a:lvl5pPr marL="1828800" indent="0">
              <a:buNone/>
              <a:defRPr sz="9600"/>
            </a:lvl5pPr>
          </a:lstStyle>
          <a:p>
            <a:pPr lvl="0"/>
            <a:r>
              <a:rPr lang="de-DE"/>
              <a:t>KEYWORD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6099C07-01B4-9C15-824D-A167FAAA900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5B538B9-EE2B-C5A5-0BF2-7EE231BE04F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0" y="3552483"/>
            <a:ext cx="658814" cy="137683"/>
          </a:xfrm>
          <a:prstGeom prst="rect">
            <a:avLst/>
          </a:prstGeom>
        </p:spPr>
      </p:pic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D9F877EB-AD36-6ED0-574A-91C23B2F40C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A9E41E50-6542-6018-482F-6ACEB78EB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41486753-22F6-63EB-6ECA-6251DED3A1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767467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Statement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454F6B8C-4F87-2244-4BC5-741A66267B0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8800" y="1807200"/>
            <a:ext cx="10875600" cy="453618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None/>
              <a:defRPr sz="1600" b="1">
                <a:solidFill>
                  <a:schemeClr val="bg1"/>
                </a:solidFill>
              </a:defRPr>
            </a:lvl2pPr>
            <a:lvl3pPr marL="914400" indent="0">
              <a:buNone/>
              <a:defRPr sz="1600" b="1">
                <a:solidFill>
                  <a:schemeClr val="bg1"/>
                </a:solidFill>
              </a:defRPr>
            </a:lvl3pPr>
            <a:lvl4pPr marL="1371600" indent="0">
              <a:buNone/>
              <a:defRPr sz="1600" b="1">
                <a:solidFill>
                  <a:schemeClr val="bg1"/>
                </a:solidFill>
              </a:defRPr>
            </a:lvl4pPr>
            <a:lvl5pPr marL="1828800" indent="0">
              <a:buNone/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„Platz für Statements &amp; mehr“</a:t>
            </a:r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F86A3554-534D-D127-DCF0-58C57506EA18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9008"/>
          <a:stretch/>
        </p:blipFill>
        <p:spPr>
          <a:xfrm>
            <a:off x="8780393" y="2794708"/>
            <a:ext cx="3411607" cy="2687150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6099C07-01B4-9C15-824D-A167FAAA900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52A8D6D-0A96-78D0-3895-A3F54133DCC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88623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Statement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fik 30">
            <a:extLst>
              <a:ext uri="{FF2B5EF4-FFF2-40B4-BE49-F238E27FC236}">
                <a16:creationId xmlns:a16="http://schemas.microsoft.com/office/drawing/2014/main" id="{F86A3554-534D-D127-DCF0-58C57506EA18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9008"/>
          <a:stretch/>
        </p:blipFill>
        <p:spPr>
          <a:xfrm>
            <a:off x="8780393" y="2794708"/>
            <a:ext cx="3411607" cy="2687150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6099C07-01B4-9C15-824D-A167FAAA900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661536-73BB-9C23-0532-1D93E2CE91A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8800" y="1807200"/>
            <a:ext cx="10875600" cy="398843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6000" b="1">
                <a:solidFill>
                  <a:schemeClr val="bg1"/>
                </a:solidFill>
              </a:defRPr>
            </a:lvl1pPr>
            <a:lvl2pPr marL="457200" indent="0">
              <a:buNone/>
              <a:defRPr sz="1600" b="1">
                <a:solidFill>
                  <a:schemeClr val="bg1"/>
                </a:solidFill>
              </a:defRPr>
            </a:lvl2pPr>
            <a:lvl3pPr marL="914400" indent="0">
              <a:buNone/>
              <a:defRPr sz="1600" b="1">
                <a:solidFill>
                  <a:schemeClr val="bg1"/>
                </a:solidFill>
              </a:defRPr>
            </a:lvl3pPr>
            <a:lvl4pPr marL="1371600" indent="0">
              <a:buNone/>
              <a:defRPr sz="1600" b="1">
                <a:solidFill>
                  <a:schemeClr val="bg1"/>
                </a:solidFill>
              </a:defRPr>
            </a:lvl4pPr>
            <a:lvl5pPr marL="1828800" indent="0">
              <a:buNone/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„Platz für lange Statements, Sprüche, Zitate &amp; Co.</a:t>
            </a:r>
            <a:br>
              <a:rPr lang="de-DE"/>
            </a:br>
            <a:r>
              <a:rPr lang="de-DE"/>
              <a:t> Mit Quellenangabe </a:t>
            </a:r>
            <a:br>
              <a:rPr lang="de-DE"/>
            </a:br>
            <a:r>
              <a:rPr lang="de-DE"/>
              <a:t>oder Autor“</a:t>
            </a:r>
          </a:p>
        </p:txBody>
      </p:sp>
      <p:sp>
        <p:nvSpPr>
          <p:cNvPr id="14" name="Textplatzhalter 4">
            <a:extLst>
              <a:ext uri="{FF2B5EF4-FFF2-40B4-BE49-F238E27FC236}">
                <a16:creationId xmlns:a16="http://schemas.microsoft.com/office/drawing/2014/main" id="{B754EBAC-E16C-096E-A3ED-21FAF5D60DD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814" y="5957739"/>
            <a:ext cx="10874374" cy="3208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b="0"/>
            </a:lvl2pPr>
            <a:lvl3pPr marL="914400" indent="0" algn="ctr">
              <a:buNone/>
              <a:defRPr b="0"/>
            </a:lvl3pPr>
            <a:lvl4pPr marL="1371600" indent="0" algn="ctr">
              <a:buNone/>
              <a:defRPr b="0"/>
            </a:lvl4pPr>
            <a:lvl5pPr marL="1828800" indent="0" algn="ctr">
              <a:buNone/>
              <a:defRPr b="0"/>
            </a:lvl5pPr>
          </a:lstStyle>
          <a:p>
            <a:pPr lvl="0"/>
            <a:r>
              <a:rPr lang="de-DE"/>
              <a:t>Autor / Quellenangabe</a:t>
            </a:r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FFD1D5F9-E4D0-11B2-3524-45C127256D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00380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Brea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37976C26-78A6-624E-DAD4-0DE213156E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8800" y="1808163"/>
            <a:ext cx="10885465" cy="13383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LUNCH BREAK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51D0CE84-41B1-6D79-9631-C2D087737F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8542" y="549275"/>
            <a:ext cx="1041663" cy="589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platzhalter 47">
            <a:extLst>
              <a:ext uri="{FF2B5EF4-FFF2-40B4-BE49-F238E27FC236}">
                <a16:creationId xmlns:a16="http://schemas.microsoft.com/office/drawing/2014/main" id="{76E72628-9A9C-9C8E-A85B-3BCDC0B1AF4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8813" y="3339268"/>
            <a:ext cx="2338828" cy="27874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2200" b="1" spc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 sz="4000"/>
            </a:lvl2pPr>
            <a:lvl3pPr marL="914400" indent="0">
              <a:buFontTx/>
              <a:buNone/>
              <a:defRPr sz="4000"/>
            </a:lvl3pPr>
            <a:lvl4pPr marL="1371600" indent="0">
              <a:buFontTx/>
              <a:buNone/>
              <a:defRPr sz="4000"/>
            </a:lvl4pPr>
            <a:lvl5pPr marL="1828800" indent="0">
              <a:buFontTx/>
              <a:buNone/>
              <a:defRPr sz="4000"/>
            </a:lvl5pPr>
          </a:lstStyle>
          <a:p>
            <a:pPr lvl="0"/>
            <a:r>
              <a:rPr lang="de-DE"/>
              <a:t>00:00 – 00:00 Uhr</a:t>
            </a:r>
          </a:p>
        </p:txBody>
      </p:sp>
      <p:sp>
        <p:nvSpPr>
          <p:cNvPr id="8" name="Foliennummernplatzhalter 21">
            <a:extLst>
              <a:ext uri="{FF2B5EF4-FFF2-40B4-BE49-F238E27FC236}">
                <a16:creationId xmlns:a16="http://schemas.microsoft.com/office/drawing/2014/main" id="{0F89045D-698C-C921-C774-A0192223B5C6}"/>
              </a:ext>
            </a:extLst>
          </p:cNvPr>
          <p:cNvSpPr txBox="1">
            <a:spLocks/>
          </p:cNvSpPr>
          <p:nvPr userDrawn="1"/>
        </p:nvSpPr>
        <p:spPr>
          <a:xfrm>
            <a:off x="11318005" y="6538125"/>
            <a:ext cx="215183" cy="122917"/>
          </a:xfrm>
          <a:prstGeom prst="rect">
            <a:avLst/>
          </a:prstGeom>
        </p:spPr>
        <p:txBody>
          <a:bodyPr/>
          <a:lstStyle>
            <a:defPPr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>
              <a:solidFill>
                <a:schemeClr val="bg2"/>
              </a:solidFill>
            </a:endParaRP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93F320E8-BC7A-4AFB-91F1-F357DC912366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4" name="Foliennummernplatzhalter 23">
            <a:extLst>
              <a:ext uri="{FF2B5EF4-FFF2-40B4-BE49-F238E27FC236}">
                <a16:creationId xmlns:a16="http://schemas.microsoft.com/office/drawing/2014/main" id="{D17C45FD-4A8C-72AD-38C2-187BFD8EB25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86C4D638-C8E5-8A92-1C5B-A0C2B39E12C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3786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Break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37976C26-78A6-624E-DAD4-0DE213156E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8800" y="1808163"/>
            <a:ext cx="10885465" cy="13383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KAFFEEPAUSE</a:t>
            </a:r>
          </a:p>
        </p:txBody>
      </p:sp>
      <p:sp>
        <p:nvSpPr>
          <p:cNvPr id="7" name="Textplatzhalter 47">
            <a:extLst>
              <a:ext uri="{FF2B5EF4-FFF2-40B4-BE49-F238E27FC236}">
                <a16:creationId xmlns:a16="http://schemas.microsoft.com/office/drawing/2014/main" id="{76E72628-9A9C-9C8E-A85B-3BCDC0B1AF4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8813" y="3339268"/>
            <a:ext cx="2338828" cy="27874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2200" b="1" spc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 sz="4000"/>
            </a:lvl2pPr>
            <a:lvl3pPr marL="914400" indent="0">
              <a:buFontTx/>
              <a:buNone/>
              <a:defRPr sz="4000"/>
            </a:lvl3pPr>
            <a:lvl4pPr marL="1371600" indent="0">
              <a:buFontTx/>
              <a:buNone/>
              <a:defRPr sz="4000"/>
            </a:lvl4pPr>
            <a:lvl5pPr marL="1828800" indent="0">
              <a:buFontTx/>
              <a:buNone/>
              <a:defRPr sz="4000"/>
            </a:lvl5pPr>
          </a:lstStyle>
          <a:p>
            <a:pPr lvl="0"/>
            <a:r>
              <a:rPr lang="de-DE"/>
              <a:t>00:00 – 00:00 Uhr</a:t>
            </a:r>
          </a:p>
        </p:txBody>
      </p:sp>
      <p:pic>
        <p:nvPicPr>
          <p:cNvPr id="2050" name="Picture 2" descr="Ein Bild, das Design, Grafiken, Schrift, Clipart enthält.&#10;&#10;Automatisch generierte Beschreibung">
            <a:extLst>
              <a:ext uri="{FF2B5EF4-FFF2-40B4-BE49-F238E27FC236}">
                <a16:creationId xmlns:a16="http://schemas.microsoft.com/office/drawing/2014/main" id="{405B16C3-8821-B49C-1DDB-8C37A89C37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8541" y="561471"/>
            <a:ext cx="820479" cy="577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DFEB5CC8-23B5-DE3B-0F55-C279A646017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8659E214-4056-E6B0-FFDA-BDF765F2751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CE0FD4C3-E448-E95E-CB78-F12A7F45E1B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88326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hank Yo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37976C26-78A6-624E-DAD4-0DE213156E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8541" y="1808163"/>
            <a:ext cx="10885465" cy="133837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9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THANK YOU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6722D19C-5DE4-5CA1-7053-363A776252C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2E04811-2901-B3EA-7C35-4129D15D4E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16D9F57E-680C-A595-D1A7-95D26CA53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4020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itybo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E752FF5E-4524-C9B9-4F0B-51F064476B45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EB62D29-1D71-A85F-A77E-8A1FEDC9172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AE2652B-EE30-8F95-CE76-CC449B4C47C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baseline="0"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30DA1DDB-FEF4-3F2E-5211-1323A3112BD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679E75D4-7517-E880-0566-8E2718F75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0EDE1D84-5B78-074B-3EE2-4C109B80DFE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7292057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itybo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14BAFACA-41F5-59AF-BC5D-A1A110D629E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2" y="1532797"/>
            <a:ext cx="658814" cy="137683"/>
          </a:xfrm>
          <a:prstGeom prst="rect">
            <a:avLst/>
          </a:prstGeom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0FFAB10-3C2D-E58A-7F38-A056849D559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A33F7D0B-9E83-D593-6C10-BF79753A115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8EF99966-4C52-5294-D793-40624DA351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A8C3BC26-989D-BC4C-E9A7-7B1F0E369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882DFE73-C16B-5DCF-1984-AE565524D75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965141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Peop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C3130B1-9899-DCD5-4842-ADFE2A9EC5B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2" y="1532797"/>
            <a:ext cx="658814" cy="137683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21945C6-7BC4-8F25-98FD-6C017BCFF40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999B2A-40E9-664B-43DF-7DABFC26AC3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1454182F-0568-AC12-6E00-F98C24106D4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225B04EA-DDD5-D6A2-C07B-9518BFCF43A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9B42037B-7401-DE37-99EE-513804007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2559804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Peopl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C3130B1-9899-DCD5-4842-ADFE2A9EC5B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2" y="1532797"/>
            <a:ext cx="658814" cy="137683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D839311-2A18-05C9-98F2-8F5F0AFAE27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3663BE5-E0A8-07EE-589C-1A8D9E8F436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511E4FB8-9364-B73D-F641-7FBBE621B76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165E39E0-5FFF-42BC-2E9C-BE766C0AA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46A43E3F-B8CD-4C56-969F-95D576AD93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5574364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Peopl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C3130B1-9899-DCD5-4842-ADFE2A9EC5B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2" y="1532797"/>
            <a:ext cx="658814" cy="137683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B5BDD3A4-7205-C9A0-D3D0-4317BFC242C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7326301D-4D64-E66D-845C-6FC4E996D5E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3B6DB9F7-5043-ADAB-9055-FFE5142E796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F43C0FCC-BB03-6109-74BF-709DA15F4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79ACF6B5-77F9-56C3-780E-F2C993F67D6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380718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People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C3130B1-9899-DCD5-4842-ADFE2A9EC5B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2" y="1532797"/>
            <a:ext cx="658814" cy="137683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7DF4B5FE-77F0-96B3-EEAF-8D00B68A145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A1730D6-EB19-A96B-7638-616440C3757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87421BB5-2FF2-7E7B-3FF5-40504DE01BC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6F4D58B3-9AC8-F367-D764-CD0D29A0A94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B7B65401-C228-BBEB-941C-1CABE739D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623916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Empty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8">
            <a:extLst>
              <a:ext uri="{FF2B5EF4-FFF2-40B4-BE49-F238E27FC236}">
                <a16:creationId xmlns:a16="http://schemas.microsoft.com/office/drawing/2014/main" id="{3F56C7C4-697E-B228-69A0-A9322722723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916944B-AC94-186F-E25F-948808F5FA0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5" name="Titel 24">
            <a:extLst>
              <a:ext uri="{FF2B5EF4-FFF2-40B4-BE49-F238E27FC236}">
                <a16:creationId xmlns:a16="http://schemas.microsoft.com/office/drawing/2014/main" id="{A842EFF0-2F55-0D32-4D5B-015657EE5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baseline="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2" name="Textplatzhalter 31">
            <a:extLst>
              <a:ext uri="{FF2B5EF4-FFF2-40B4-BE49-F238E27FC236}">
                <a16:creationId xmlns:a16="http://schemas.microsoft.com/office/drawing/2014/main" id="{B6175E33-2577-065E-DBAC-90111139FB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1pPr>
            <a:lvl2pPr>
              <a:defRPr sz="2200" b="1" i="0" cap="all" baseline="0">
                <a:solidFill>
                  <a:schemeClr val="bg1"/>
                </a:solidFill>
              </a:defRPr>
            </a:lvl2pPr>
            <a:lvl3pPr>
              <a:defRPr sz="2200" b="1" i="0" cap="all" baseline="0">
                <a:solidFill>
                  <a:schemeClr val="bg1"/>
                </a:solidFill>
              </a:defRPr>
            </a:lvl3pPr>
            <a:lvl4pPr>
              <a:defRPr sz="2200" b="1" i="0" cap="all" baseline="0">
                <a:solidFill>
                  <a:schemeClr val="bg1"/>
                </a:solidFill>
              </a:defRPr>
            </a:lvl4pPr>
            <a:lvl5pPr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7920774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  <p15:guide id="3" orient="horz" pos="1139" userDrawn="1">
          <p15:clr>
            <a:srgbClr val="FBAE40"/>
          </p15:clr>
        </p15:guide>
      </p15:sldGuideLst>
    </p:ext>
  </p:extLs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Empty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11F28744-F3E2-E92C-82E6-48AEAA12EFF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9" name="Foliennummernplatzhalter 18">
            <a:extLst>
              <a:ext uri="{FF2B5EF4-FFF2-40B4-BE49-F238E27FC236}">
                <a16:creationId xmlns:a16="http://schemas.microsoft.com/office/drawing/2014/main" id="{EDDF4054-F96A-B12C-7738-A469A13E87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9B6B98F-0FD4-34AC-C5B6-ECBA24DBB8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E02A15F6-D232-9E6E-700E-B567FA08F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B6143A93-E373-E409-6858-E73B1A8B5D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200" cap="all" baseline="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cap="all" baseline="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cap="all" baseline="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06130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997" userDrawn="1">
          <p15:clr>
            <a:srgbClr val="FBAE40"/>
          </p15:clr>
        </p15:guide>
        <p15:guide id="3" orient="horz" pos="1139" userDrawn="1">
          <p15:clr>
            <a:srgbClr val="FBAE40"/>
          </p15:clr>
        </p15:guide>
      </p15:sldGuideLst>
    </p:ext>
  </p:extLs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ontent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18">
            <a:extLst>
              <a:ext uri="{FF2B5EF4-FFF2-40B4-BE49-F238E27FC236}">
                <a16:creationId xmlns:a16="http://schemas.microsoft.com/office/drawing/2014/main" id="{7097C519-8FF8-D3AD-264C-FD167052FB1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A5435FC5-ED45-DE8A-404D-15F749E2785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384337FD-9F74-CCC6-6265-ECA4D6FD38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9" name="Inhaltsplatzhalter 18">
            <a:extLst>
              <a:ext uri="{FF2B5EF4-FFF2-40B4-BE49-F238E27FC236}">
                <a16:creationId xmlns:a16="http://schemas.microsoft.com/office/drawing/2014/main" id="{C088DDA5-3F59-DBC6-3B2C-5E171BACBA6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8813" y="1808163"/>
            <a:ext cx="10874375" cy="45370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baseline="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baseline="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baseline="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FC073A62-BA8E-9C23-B3F5-8F6C1AF41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141FC5E4-F211-66E2-4F70-E8D970C7FAD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050665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ontent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8728EB9F-DE6F-A6C2-E478-993ACDCB31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79728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Fußzeilenplatzhalter 17">
            <a:extLst>
              <a:ext uri="{FF2B5EF4-FFF2-40B4-BE49-F238E27FC236}">
                <a16:creationId xmlns:a16="http://schemas.microsoft.com/office/drawing/2014/main" id="{C16CC328-DE64-7934-648C-CCA1B4F8589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08001D6D-45BA-D52C-BC6F-CD4136A3C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52DC378C-54E8-54C5-4D04-E09CC1D10A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200" cap="all" baseline="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cap="all" baseline="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cap="all" baseline="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10073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ontent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6405A62B-3D69-C581-6D99-1702599BD07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1E29F652-CF77-AD91-75BE-D19B87CE9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3ADAE1BB-DCE3-FF9C-20DA-ED87B6D200E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200" cap="all" baseline="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cap="all" baseline="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cap="all" baseline="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40023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ontent 4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8163"/>
            <a:ext cx="35136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C3A80510-A6A3-D9AE-4F52-08D4117A463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39200" y="1808163"/>
            <a:ext cx="719371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18" name="Fußzeilenplatzhalter 17">
            <a:extLst>
              <a:ext uri="{FF2B5EF4-FFF2-40B4-BE49-F238E27FC236}">
                <a16:creationId xmlns:a16="http://schemas.microsoft.com/office/drawing/2014/main" id="{ADBBC3F2-9608-91A2-D1D2-131BCA00398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209126FD-8922-2E1B-E4C7-CEB9B3E1D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3B4DE3D7-A259-F699-35B9-2702C924338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0310764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ontent 5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7CC98CD7-F997-EEDA-026F-8CD073900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799" y="3788228"/>
            <a:ext cx="10875600" cy="25559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A627E51-4864-561C-19D8-0C45B04198C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36BA7C7D-ED40-B1BF-5681-02CE3BCD2CD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186D9C82-05BD-ECFB-01F8-9B2B3BE9180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43A7A1AF-4D42-B3D9-5C68-A96804880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122991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F295AE0C-F0A0-991B-B140-989EB9CAD4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8813" y="1808162"/>
            <a:ext cx="10874375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Picture</a:t>
            </a:r>
          </a:p>
        </p:txBody>
      </p:sp>
      <p:sp>
        <p:nvSpPr>
          <p:cNvPr id="8" name="Foliennummernplatzhalter 18">
            <a:extLst>
              <a:ext uri="{FF2B5EF4-FFF2-40B4-BE49-F238E27FC236}">
                <a16:creationId xmlns:a16="http://schemas.microsoft.com/office/drawing/2014/main" id="{7097C519-8FF8-D3AD-264C-FD167052FB1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A190292-9D02-6106-5A36-A0C3AF103FD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C9943607-F8E9-FE3F-EF77-3050252F8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AABD2338-E585-FC8B-532C-B4564148523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3284986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F295AE0C-F0A0-991B-B140-989EB9CAD4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1808162"/>
            <a:ext cx="12191999" cy="4536000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Picture</a:t>
            </a:r>
          </a:p>
        </p:txBody>
      </p:sp>
      <p:sp>
        <p:nvSpPr>
          <p:cNvPr id="8" name="Foliennummernplatzhalter 18">
            <a:extLst>
              <a:ext uri="{FF2B5EF4-FFF2-40B4-BE49-F238E27FC236}">
                <a16:creationId xmlns:a16="http://schemas.microsoft.com/office/drawing/2014/main" id="{7097C519-8FF8-D3AD-264C-FD167052FB1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B2AEEC8F-6DB8-252E-3B33-E1895A290C6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58554137-7C81-E4F9-8C5B-7A239FBCF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919D0062-E36D-F421-788E-34AEC363355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84286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54F2A18A-A771-DE68-87E8-7B42541331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8813" y="1807200"/>
            <a:ext cx="5353460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Picture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FD9FAA7E-D7BF-455D-6F89-7675F141A29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1200" y="1807200"/>
            <a:ext cx="5353460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Picture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D47151B-1E0F-3049-379F-37248A36E6E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C675FC8E-013C-0E8B-DAE8-9414F1E77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4A935402-50DF-8AD8-815D-A1BFC688E4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397416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0091DD53-8E82-014E-BE05-8571C5FDFBE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019590" y="1807200"/>
            <a:ext cx="3513599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D830462E-8272-89E7-7AE1-49D09586028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39201" y="1807200"/>
            <a:ext cx="3513599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D1C53CAA-4DD4-AA7C-27F7-3F0D08A169B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8813" y="1807200"/>
            <a:ext cx="3513599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9EF5DF2-3021-0B83-FC7D-023FC0E7A5EC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7487F8BE-2304-B980-3BB4-3C07BEEB6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5855CEE8-8D0E-F119-9E3A-C03F86724D6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3" y="824400"/>
            <a:ext cx="6840537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9024324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4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D1C53CAA-4DD4-AA7C-27F7-3F0D08A169B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8813" y="1807200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0091DD53-8E82-014E-BE05-8571C5FDFBE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019590" y="1807200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D830462E-8272-89E7-7AE1-49D09586028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39201" y="1807200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A6B536E5-2CFC-80FB-79EE-5747749E5CC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58813" y="4060319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68BAED4C-07C7-DDED-FBC2-1AC7DCE182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019590" y="4060319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B2E59335-9009-FACC-7E82-F867E4950284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339201" y="4060319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3C35C29-847E-789B-FFF8-67C0BD9C1CA4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8ACC91A3-9456-07D1-D649-C209F544E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7FBC9890-DE5B-FEE2-D99E-EB61417FAE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347239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5">
    <p:bg>
      <p:bgPr>
        <a:gradFill>
          <a:gsLst>
            <a:gs pos="100000">
              <a:srgbClr val="232A30"/>
            </a:gs>
            <a:gs pos="38000">
              <a:srgbClr val="45556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0D97E437-107A-FF06-85EB-2DF58253C39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53406" y="1808163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8BA064-8075-E801-0D81-DD656C63E0E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87869FBE-9C86-7817-BEA6-3DCDD2A658C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448000" y="1808163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1147468C-8EC9-9468-CE31-40123E99DD2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58812" y="1808163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B943AFE-1B8B-6548-5759-CE621635139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0207F9D0-8E34-05B5-3B40-2180BE642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2D0C2362-4536-B573-CDCF-B1DCD22BCC7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236127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6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A627E51-4864-561C-19D8-0C45B04198C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4825B1BD-6F5C-73F6-5730-50C5E37F8BF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415834" y="1808162"/>
            <a:ext cx="6117353" cy="4537076"/>
          </a:xfrm>
          <a:custGeom>
            <a:avLst/>
            <a:gdLst>
              <a:gd name="connsiteX0" fmla="*/ 0 w 4494831"/>
              <a:gd name="connsiteY0" fmla="*/ 0 h 3239614"/>
              <a:gd name="connsiteX1" fmla="*/ 4494831 w 4494831"/>
              <a:gd name="connsiteY1" fmla="*/ 0 h 3239614"/>
              <a:gd name="connsiteX2" fmla="*/ 4494831 w 4494831"/>
              <a:gd name="connsiteY2" fmla="*/ 3239614 h 3239614"/>
              <a:gd name="connsiteX3" fmla="*/ 0 w 4494831"/>
              <a:gd name="connsiteY3" fmla="*/ 3239614 h 3239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4831" h="3239614">
                <a:moveTo>
                  <a:pt x="0" y="0"/>
                </a:moveTo>
                <a:lnTo>
                  <a:pt x="4494831" y="0"/>
                </a:lnTo>
                <a:lnTo>
                  <a:pt x="4494831" y="3239614"/>
                </a:lnTo>
                <a:lnTo>
                  <a:pt x="0" y="323961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225EAB02-4FFA-9FB4-151C-0B6F387A4C4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58800" y="1808163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30BD3E8E-738A-73B5-53FD-A529431EB6F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58800" y="3392700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0D025380-9C84-5FAA-0765-5CCB4F4FE71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58800" y="4977238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Picture Placeholder 10">
            <a:extLst>
              <a:ext uri="{FF2B5EF4-FFF2-40B4-BE49-F238E27FC236}">
                <a16:creationId xmlns:a16="http://schemas.microsoft.com/office/drawing/2014/main" id="{47D6D240-5111-B339-7AA0-079FDFBC38B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038607" y="1808163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6129FB8A-EF42-957B-FFD8-B3665F84C70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038607" y="3392701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4" name="Picture Placeholder 14">
            <a:extLst>
              <a:ext uri="{FF2B5EF4-FFF2-40B4-BE49-F238E27FC236}">
                <a16:creationId xmlns:a16="http://schemas.microsoft.com/office/drawing/2014/main" id="{8587734C-A6DA-4143-97F5-167A98BEE5C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038607" y="4977238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ED839F79-268F-20D1-0EA3-76C79E11454E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6B410C7C-C896-EAAA-7D06-4D6581D61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5" name="Textplatzhalter 19">
            <a:extLst>
              <a:ext uri="{FF2B5EF4-FFF2-40B4-BE49-F238E27FC236}">
                <a16:creationId xmlns:a16="http://schemas.microsoft.com/office/drawing/2014/main" id="{9887F523-10BB-58A7-FE87-EE95BDC4E61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573578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7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A59E2A6E-0894-646C-B9EC-689D1F5A1C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953837" y="1808162"/>
            <a:ext cx="7238163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D4A8E89-6F9F-1F32-DB4F-2D2CE042916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80FB5DB-20BF-5B6C-C190-15002CAE3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9E0AEC9-FFC4-3558-73DD-7360CC5EB61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8813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200"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sz="2200"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sz="2200"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sz="2200"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05158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8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ildplatzhalter 2">
            <a:extLst>
              <a:ext uri="{FF2B5EF4-FFF2-40B4-BE49-F238E27FC236}">
                <a16:creationId xmlns:a16="http://schemas.microsoft.com/office/drawing/2014/main" id="{04218D4A-199F-C473-96CD-22B714A2D46F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58813" y="2384599"/>
            <a:ext cx="2160001" cy="2340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8453BF8-305D-BE06-0011-FA8616AF5E9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76B33212-778D-B9B2-0E50-AB439F397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6DEFEB58-7229-CC9A-79A5-BA340054C11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13" y="824400"/>
            <a:ext cx="6840000" cy="252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lIns="0" tIns="0" rIns="0" bIns="0">
            <a:noAutofit/>
          </a:bodyPr>
          <a:lstStyle>
            <a:lvl1pPr marL="0" indent="0">
              <a:buNone/>
              <a:defRPr sz="2200" b="1" i="0" kern="1200" cap="all" baseline="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9426282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9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3F677340-F434-EF6B-A47D-0054FB445ED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" y="0"/>
            <a:ext cx="12192000" cy="6344159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6648EA5A-3B0B-A9A0-E90B-9AE9B56392C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B58E7674-C4FD-683E-31F5-6CF71BD45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448516C3-724E-0D99-A357-7CF6A24A5F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981874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10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55D99C2F-75E6-B4F9-B4D2-9F643119F44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>
          <a:xfrm>
            <a:off x="658800" y="1808165"/>
            <a:ext cx="2449512" cy="3847416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tIns="720000" anchor="ctr"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356FBEF1-347B-6FB6-BD0D-A2AFF212009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>
          <a:xfrm>
            <a:off x="3173116" y="3341077"/>
            <a:ext cx="3671721" cy="231450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tIns="720000" anchor="ctr"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C3299ED-EE1C-46D1-F635-1A7D7B8C83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 bwMode="gray">
          <a:xfrm>
            <a:off x="3173116" y="1808163"/>
            <a:ext cx="1800000" cy="145892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tIns="720000" anchor="ctr"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F31559CB-3D60-8171-A8A3-E6349B311FD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gray">
          <a:xfrm>
            <a:off x="5044838" y="1808163"/>
            <a:ext cx="1800000" cy="145892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tIns="720000" anchor="ctr"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CAB3F69-DB94-B7B3-4F54-394FC7BC8BD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2CEEE889-BF3C-7DFA-B0BC-784F349A1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69C7BC35-7ED4-A10C-D5A5-82F8FDE93C9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4386435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5AB30D0C-63C7-CEA9-B66D-8F025FC1DB8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8814" y="2650188"/>
            <a:ext cx="2612123" cy="3687763"/>
          </a:xfrm>
          <a:custGeom>
            <a:avLst/>
            <a:gdLst>
              <a:gd name="connsiteX0" fmla="*/ 0 w 2485705"/>
              <a:gd name="connsiteY0" fmla="*/ 0 h 3509288"/>
              <a:gd name="connsiteX1" fmla="*/ 2485705 w 2485705"/>
              <a:gd name="connsiteY1" fmla="*/ 0 h 3509288"/>
              <a:gd name="connsiteX2" fmla="*/ 2485705 w 2485705"/>
              <a:gd name="connsiteY2" fmla="*/ 3509288 h 3509288"/>
              <a:gd name="connsiteX3" fmla="*/ 0 w 2485705"/>
              <a:gd name="connsiteY3" fmla="*/ 3509288 h 3509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8">
                <a:moveTo>
                  <a:pt x="0" y="0"/>
                </a:moveTo>
                <a:lnTo>
                  <a:pt x="2485705" y="0"/>
                </a:lnTo>
                <a:lnTo>
                  <a:pt x="2485705" y="3509288"/>
                </a:lnTo>
                <a:lnTo>
                  <a:pt x="0" y="3509288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05212AB6-D77D-3421-18B6-A996E6DFAB0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19271" y="1808163"/>
            <a:ext cx="2612123" cy="3687762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AF27F708-63A1-8A33-7580-C6944AD0FC3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905625" y="5185887"/>
            <a:ext cx="4620103" cy="11593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5AC99773-03C0-51B3-A37A-0E2CBB5EC5D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905624" y="1800876"/>
            <a:ext cx="4620104" cy="17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Rectangle 19">
            <a:extLst>
              <a:ext uri="{FF2B5EF4-FFF2-40B4-BE49-F238E27FC236}">
                <a16:creationId xmlns:a16="http://schemas.microsoft.com/office/drawing/2014/main" id="{E84E3282-A06E-A8C5-4340-FF2AAFC9050E}"/>
              </a:ext>
            </a:extLst>
          </p:cNvPr>
          <p:cNvSpPr/>
          <p:nvPr userDrawn="1"/>
        </p:nvSpPr>
        <p:spPr>
          <a:xfrm>
            <a:off x="3419271" y="1800876"/>
            <a:ext cx="438150" cy="438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18" name="Rectangle 26">
            <a:extLst>
              <a:ext uri="{FF2B5EF4-FFF2-40B4-BE49-F238E27FC236}">
                <a16:creationId xmlns:a16="http://schemas.microsoft.com/office/drawing/2014/main" id="{E990190D-4E97-F2BC-3E90-4759B1DE023A}"/>
              </a:ext>
            </a:extLst>
          </p:cNvPr>
          <p:cNvSpPr/>
          <p:nvPr userDrawn="1"/>
        </p:nvSpPr>
        <p:spPr>
          <a:xfrm>
            <a:off x="666272" y="2650188"/>
            <a:ext cx="438150" cy="438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39AF8783-BEC8-7C6C-BF59-E9B75167832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05625" y="3914393"/>
            <a:ext cx="4620103" cy="11593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8C880B4-6E9A-A99E-8122-A58772FC17F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5F234045-A0C7-D0FD-FE2A-C262E6F34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baseline="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23" name="Textplatzhalter 17">
            <a:extLst>
              <a:ext uri="{FF2B5EF4-FFF2-40B4-BE49-F238E27FC236}">
                <a16:creationId xmlns:a16="http://schemas.microsoft.com/office/drawing/2014/main" id="{D12D40DD-BA25-BD68-60FF-A9434170EDD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8647179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692AD83D-68AA-EFB3-61EC-F41A80E953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58813" y="1808163"/>
            <a:ext cx="3744000" cy="45370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57839775-A056-A661-1D36-E3FCFE1426D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57863" y="1808163"/>
            <a:ext cx="3744000" cy="45370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" name="Inhaltsplatzhalter 2">
            <a:extLst>
              <a:ext uri="{FF2B5EF4-FFF2-40B4-BE49-F238E27FC236}">
                <a16:creationId xmlns:a16="http://schemas.microsoft.com/office/drawing/2014/main" id="{AB35FE18-F01D-5E96-8397-98293418E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2678" y="3248096"/>
            <a:ext cx="3134096" cy="25942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7" name="Inhaltsplatzhalter 2">
            <a:extLst>
              <a:ext uri="{FF2B5EF4-FFF2-40B4-BE49-F238E27FC236}">
                <a16:creationId xmlns:a16="http://schemas.microsoft.com/office/drawing/2014/main" id="{3D370077-F2C5-9C6F-0A3C-BCEA6E3369B3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72678" y="2182979"/>
            <a:ext cx="3134096" cy="8596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8" name="Inhaltsplatzhalter 2">
            <a:extLst>
              <a:ext uri="{FF2B5EF4-FFF2-40B4-BE49-F238E27FC236}">
                <a16:creationId xmlns:a16="http://schemas.microsoft.com/office/drawing/2014/main" id="{E782331D-27AA-F1E9-BB04-E35F84498B81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862815" y="3248096"/>
            <a:ext cx="3134096" cy="25942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9" name="Inhaltsplatzhalter 2">
            <a:extLst>
              <a:ext uri="{FF2B5EF4-FFF2-40B4-BE49-F238E27FC236}">
                <a16:creationId xmlns:a16="http://schemas.microsoft.com/office/drawing/2014/main" id="{7200E6A2-DFC2-8AA5-F92A-FF5C7091B1B2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862815" y="2182979"/>
            <a:ext cx="3134096" cy="8596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07FA46B-3B3F-3F32-490E-C4257186284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BF013105-6899-A90D-429D-16D40826CA2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448000" y="1808162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8" name="Fußzeilenplatzhalter 17">
            <a:extLst>
              <a:ext uri="{FF2B5EF4-FFF2-40B4-BE49-F238E27FC236}">
                <a16:creationId xmlns:a16="http://schemas.microsoft.com/office/drawing/2014/main" id="{C169EF15-E24F-FA95-B91B-EC4FD5DA858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8C7E6C06-4D07-8AA9-897E-D8CD76644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49296CDA-E927-5F92-68DB-A9159BCC2BE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322782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2">
    <p:bg>
      <p:bgPr>
        <a:gradFill>
          <a:gsLst>
            <a:gs pos="100000">
              <a:srgbClr val="232A30"/>
            </a:gs>
            <a:gs pos="38000">
              <a:srgbClr val="45556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">
            <a:extLst>
              <a:ext uri="{FF2B5EF4-FFF2-40B4-BE49-F238E27FC236}">
                <a16:creationId xmlns:a16="http://schemas.microsoft.com/office/drawing/2014/main" id="{BE398209-46F9-AEB2-0368-F7B53762EC5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58813" y="1807200"/>
            <a:ext cx="3744000" cy="45370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A604AC7F-624A-1143-FBB4-6E392986B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2678" y="3248096"/>
            <a:ext cx="3134096" cy="25942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71614C9C-D27A-26BF-9759-EB7FA6A0CD20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72678" y="2182979"/>
            <a:ext cx="3134096" cy="8596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0D97E437-107A-FF06-85EB-2DF58253C39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53406" y="1807200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8BA064-8075-E801-0D81-DD656C63E0E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87869FBE-9C86-7817-BEA6-3DCDD2A658C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448000" y="1808162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E6430E26-EAD7-6A84-CA0E-8069BA09A66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A24A51B2-109E-AB5C-FD62-E32DCAC0A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FE150674-46ED-B3E9-3557-2713F002C03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6791703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DE56C3CE-9937-575A-4799-87156AAEEF95}"/>
              </a:ext>
            </a:extLst>
          </p:cNvPr>
          <p:cNvSpPr/>
          <p:nvPr userDrawn="1"/>
        </p:nvSpPr>
        <p:spPr>
          <a:xfrm>
            <a:off x="0" y="1"/>
            <a:ext cx="6098400" cy="6345238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3068061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CE01C8-95AF-7AD2-A082-F5F14A3CCD9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464849" y="1807200"/>
            <a:ext cx="3068061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AD2A60CA-F61B-4612-7D28-449D1492AC1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052094" y="1807200"/>
            <a:ext cx="4087813" cy="453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20" name="Fußzeilenplatzhalter 19">
            <a:extLst>
              <a:ext uri="{FF2B5EF4-FFF2-40B4-BE49-F238E27FC236}">
                <a16:creationId xmlns:a16="http://schemas.microsoft.com/office/drawing/2014/main" id="{0AE0904D-C49F-5217-90F8-B09E0F5E1CF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EB62BDD5-FE42-9469-E3A4-883472872E3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5A655427-DAAF-A55D-8504-794A525F9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896841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4">
    <p:bg>
      <p:bgPr>
        <a:gradFill>
          <a:gsLst>
            <a:gs pos="100000">
              <a:srgbClr val="232A30"/>
            </a:gs>
            <a:gs pos="38000">
              <a:srgbClr val="45556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8BA064-8075-E801-0D81-DD656C63E0E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1147468C-8EC9-9468-CE31-40123E99DD2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63801" y="1808163"/>
            <a:ext cx="4064400" cy="2675339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9A6466A6-0FAF-870B-6200-A61302FEC87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0" y="1808163"/>
            <a:ext cx="4064400" cy="2675339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7C601233-5814-87DC-2733-C2D3C033C89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127602" y="1808163"/>
            <a:ext cx="4064400" cy="2675339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D7737B59-4A39-0E2F-CA06-37DAB55A726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58812" y="5149184"/>
            <a:ext cx="10874376" cy="36666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Textplatzhalter 13">
            <a:extLst>
              <a:ext uri="{FF2B5EF4-FFF2-40B4-BE49-F238E27FC236}">
                <a16:creationId xmlns:a16="http://schemas.microsoft.com/office/drawing/2014/main" id="{A5C10635-5DA8-9B73-1F7D-90BF2712978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8812" y="5523520"/>
            <a:ext cx="10874376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>
              <a:lnSpc>
                <a:spcPct val="100000"/>
              </a:lnSpc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22AEBCD9-D962-FA29-7091-5F93345A68C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3" y="4873818"/>
            <a:ext cx="658814" cy="137683"/>
          </a:xfrm>
          <a:prstGeom prst="rect">
            <a:avLst/>
          </a:prstGeom>
        </p:spPr>
      </p:pic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3AEA80F1-A4D3-1275-A096-F773031E7C9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87226AB7-B37F-3EF8-D602-7FAC46CDC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extplatzhalter 17">
            <a:extLst>
              <a:ext uri="{FF2B5EF4-FFF2-40B4-BE49-F238E27FC236}">
                <a16:creationId xmlns:a16="http://schemas.microsoft.com/office/drawing/2014/main" id="{C43FEF22-1D5C-C433-012E-6AA8189A2F4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5811592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5">
    <p:bg>
      <p:bgPr>
        <a:gradFill>
          <a:gsLst>
            <a:gs pos="100000">
              <a:srgbClr val="232A30"/>
            </a:gs>
            <a:gs pos="38000">
              <a:srgbClr val="455561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8BA064-8075-E801-0D81-DD656C63E0E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9A6466A6-0FAF-870B-6200-A61302FEC87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58812" y="1808163"/>
            <a:ext cx="11533187" cy="2675339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D7737B59-4A39-0E2F-CA06-37DAB55A726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58812" y="5149184"/>
            <a:ext cx="10874376" cy="36666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Textplatzhalter 13">
            <a:extLst>
              <a:ext uri="{FF2B5EF4-FFF2-40B4-BE49-F238E27FC236}">
                <a16:creationId xmlns:a16="http://schemas.microsoft.com/office/drawing/2014/main" id="{A5C10635-5DA8-9B73-1F7D-90BF2712978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8812" y="5523520"/>
            <a:ext cx="10874376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>
              <a:lnSpc>
                <a:spcPct val="100000"/>
              </a:lnSpc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22AEBCD9-D962-FA29-7091-5F93345A68C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3" y="4873818"/>
            <a:ext cx="658814" cy="137683"/>
          </a:xfrm>
          <a:prstGeom prst="rect">
            <a:avLst/>
          </a:prstGeom>
        </p:spPr>
      </p:pic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3AEA80F1-A4D3-1275-A096-F773031E7C9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87226AB7-B37F-3EF8-D602-7FAC46CDC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extplatzhalter 17">
            <a:extLst>
              <a:ext uri="{FF2B5EF4-FFF2-40B4-BE49-F238E27FC236}">
                <a16:creationId xmlns:a16="http://schemas.microsoft.com/office/drawing/2014/main" id="{C43FEF22-1D5C-C433-012E-6AA8189A2F4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324666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6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4">
            <a:extLst>
              <a:ext uri="{FF2B5EF4-FFF2-40B4-BE49-F238E27FC236}">
                <a16:creationId xmlns:a16="http://schemas.microsoft.com/office/drawing/2014/main" id="{1736C734-67A4-52D3-880C-D3399FB45A7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35919" y="1808162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3" name="Picture Placeholder 12">
            <a:extLst>
              <a:ext uri="{FF2B5EF4-FFF2-40B4-BE49-F238E27FC236}">
                <a16:creationId xmlns:a16="http://schemas.microsoft.com/office/drawing/2014/main" id="{D7B423B2-62D0-4D8F-3919-8FA2F9F27E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003704" y="1808162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4" name="Picture Placeholder 16">
            <a:extLst>
              <a:ext uri="{FF2B5EF4-FFF2-40B4-BE49-F238E27FC236}">
                <a16:creationId xmlns:a16="http://schemas.microsoft.com/office/drawing/2014/main" id="{BA7CF8FB-1BBA-4FD6-39B1-54748E2A701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371489" y="1808162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5" name="Picture Placeholder 21">
            <a:extLst>
              <a:ext uri="{FF2B5EF4-FFF2-40B4-BE49-F238E27FC236}">
                <a16:creationId xmlns:a16="http://schemas.microsoft.com/office/drawing/2014/main" id="{252B1A05-2DCC-1B1F-0A7D-BFB47B5D787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71489" y="4177951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6" name="Picture Placeholder 28">
            <a:extLst>
              <a:ext uri="{FF2B5EF4-FFF2-40B4-BE49-F238E27FC236}">
                <a16:creationId xmlns:a16="http://schemas.microsoft.com/office/drawing/2014/main" id="{0DCEBE79-3FCC-4FE4-CFBA-BFCBB87B7B6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003704" y="4177951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E8C401FD-1879-55DB-BD55-9FF542133F0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635919" y="4177951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8" name="Inhaltsplatzhalter 2">
            <a:extLst>
              <a:ext uri="{FF2B5EF4-FFF2-40B4-BE49-F238E27FC236}">
                <a16:creationId xmlns:a16="http://schemas.microsoft.com/office/drawing/2014/main" id="{3058D995-C3C8-CBF5-4186-BC7D565D55C0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58813" y="4177951"/>
            <a:ext cx="3661974" cy="5058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9" name="Textplatzhalter 13">
            <a:extLst>
              <a:ext uri="{FF2B5EF4-FFF2-40B4-BE49-F238E27FC236}">
                <a16:creationId xmlns:a16="http://schemas.microsoft.com/office/drawing/2014/main" id="{E4A96ABA-AC1E-A8F1-8BFB-66E52282276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8813" y="4776168"/>
            <a:ext cx="3661974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>
              <a:lnSpc>
                <a:spcPct val="100000"/>
              </a:lnSpc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pic>
        <p:nvPicPr>
          <p:cNvPr id="40" name="Grafik 39">
            <a:extLst>
              <a:ext uri="{FF2B5EF4-FFF2-40B4-BE49-F238E27FC236}">
                <a16:creationId xmlns:a16="http://schemas.microsoft.com/office/drawing/2014/main" id="{072179F4-998D-3732-42A9-758E6F4D285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3" y="3902585"/>
            <a:ext cx="658814" cy="137683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A4B3DA3-C296-4543-F374-9CBA170764FB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728E75A9-B42F-26D9-B2CF-AEE2E2AE4149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26ACFC4A-F2E4-63D4-0F00-65A0BC8F2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5" name="Textplatzhalter 17">
            <a:extLst>
              <a:ext uri="{FF2B5EF4-FFF2-40B4-BE49-F238E27FC236}">
                <a16:creationId xmlns:a16="http://schemas.microsoft.com/office/drawing/2014/main" id="{4F2338C1-2604-0F12-8309-7EB1BD19142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371344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/Text 7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E82075BD-ED81-6B21-E55D-9AC8EF491E8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58813" y="2236335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extplatzhalter 13">
            <a:extLst>
              <a:ext uri="{FF2B5EF4-FFF2-40B4-BE49-F238E27FC236}">
                <a16:creationId xmlns:a16="http://schemas.microsoft.com/office/drawing/2014/main" id="{848989BD-0D24-29B2-012F-6F665E0695B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8813" y="2521047"/>
            <a:ext cx="3978275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Inhaltsplatzhalter 2">
            <a:extLst>
              <a:ext uri="{FF2B5EF4-FFF2-40B4-BE49-F238E27FC236}">
                <a16:creationId xmlns:a16="http://schemas.microsoft.com/office/drawing/2014/main" id="{54D7AE45-584B-9B45-4A1A-1016A264FF7E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658394" y="3848602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Textplatzhalter 13">
            <a:extLst>
              <a:ext uri="{FF2B5EF4-FFF2-40B4-BE49-F238E27FC236}">
                <a16:creationId xmlns:a16="http://schemas.microsoft.com/office/drawing/2014/main" id="{11DB5597-71E7-EA0C-ED5B-8A11F67856B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8394" y="4133314"/>
            <a:ext cx="3978275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Inhaltsplatzhalter 2">
            <a:extLst>
              <a:ext uri="{FF2B5EF4-FFF2-40B4-BE49-F238E27FC236}">
                <a16:creationId xmlns:a16="http://schemas.microsoft.com/office/drawing/2014/main" id="{3DFC8755-C4A6-5576-3793-F9CD5BBAD3FE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57975" y="5458146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2" name="Textplatzhalter 13">
            <a:extLst>
              <a:ext uri="{FF2B5EF4-FFF2-40B4-BE49-F238E27FC236}">
                <a16:creationId xmlns:a16="http://schemas.microsoft.com/office/drawing/2014/main" id="{74B7EF65-04B5-6B3B-11DF-5BC3A4C7794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7975" y="5742858"/>
            <a:ext cx="3978275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1BBF4DA1-0BA6-55F2-475E-458F8A59D245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7554912" y="2236335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4" name="Textplatzhalter 13">
            <a:extLst>
              <a:ext uri="{FF2B5EF4-FFF2-40B4-BE49-F238E27FC236}">
                <a16:creationId xmlns:a16="http://schemas.microsoft.com/office/drawing/2014/main" id="{C7EE6736-1822-EB18-CF56-CF3D2AC4BD7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54912" y="2521047"/>
            <a:ext cx="3978275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5" name="Inhaltsplatzhalter 2">
            <a:extLst>
              <a:ext uri="{FF2B5EF4-FFF2-40B4-BE49-F238E27FC236}">
                <a16:creationId xmlns:a16="http://schemas.microsoft.com/office/drawing/2014/main" id="{80C4A621-6B42-9A39-5A57-7EE05C20F64B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7554493" y="3848602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6" name="Textplatzhalter 13">
            <a:extLst>
              <a:ext uri="{FF2B5EF4-FFF2-40B4-BE49-F238E27FC236}">
                <a16:creationId xmlns:a16="http://schemas.microsoft.com/office/drawing/2014/main" id="{2594C389-A931-CDA3-6684-744F90F82F5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554493" y="4133314"/>
            <a:ext cx="3978275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7" name="Inhaltsplatzhalter 2">
            <a:extLst>
              <a:ext uri="{FF2B5EF4-FFF2-40B4-BE49-F238E27FC236}">
                <a16:creationId xmlns:a16="http://schemas.microsoft.com/office/drawing/2014/main" id="{C3873F2B-4173-ABA9-9283-CD4729A93DAF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7554074" y="5458146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8" name="Textplatzhalter 13">
            <a:extLst>
              <a:ext uri="{FF2B5EF4-FFF2-40B4-BE49-F238E27FC236}">
                <a16:creationId xmlns:a16="http://schemas.microsoft.com/office/drawing/2014/main" id="{A71CBFDB-73CA-6C60-E900-9EBBA8347E9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554074" y="5742858"/>
            <a:ext cx="3978275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baseline="0">
                <a:solidFill>
                  <a:schemeClr val="bg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9" name="Bildplatzhalter 17">
            <a:extLst>
              <a:ext uri="{FF2B5EF4-FFF2-40B4-BE49-F238E27FC236}">
                <a16:creationId xmlns:a16="http://schemas.microsoft.com/office/drawing/2014/main" id="{78480E12-58D3-B112-4890-1B178B237BC5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766210" y="1803127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0" name="Bildplatzhalter 17">
            <a:extLst>
              <a:ext uri="{FF2B5EF4-FFF2-40B4-BE49-F238E27FC236}">
                <a16:creationId xmlns:a16="http://schemas.microsoft.com/office/drawing/2014/main" id="{0A23C58F-2173-CDF1-75C4-8E73E3F7D084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433275" y="1805886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1" name="Bildplatzhalter 17">
            <a:extLst>
              <a:ext uri="{FF2B5EF4-FFF2-40B4-BE49-F238E27FC236}">
                <a16:creationId xmlns:a16="http://schemas.microsoft.com/office/drawing/2014/main" id="{B606F3C9-0F89-28E2-4897-42EEA9095424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767969" y="3340830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2" name="Bildplatzhalter 17">
            <a:extLst>
              <a:ext uri="{FF2B5EF4-FFF2-40B4-BE49-F238E27FC236}">
                <a16:creationId xmlns:a16="http://schemas.microsoft.com/office/drawing/2014/main" id="{3F627BC9-C0C9-5B9B-853C-7AF06312A115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433275" y="3341450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3" name="Bildplatzhalter 17">
            <a:extLst>
              <a:ext uri="{FF2B5EF4-FFF2-40B4-BE49-F238E27FC236}">
                <a16:creationId xmlns:a16="http://schemas.microsoft.com/office/drawing/2014/main" id="{83C28757-846D-C1EF-A38E-E5A5DD73A6C1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767589" y="5001061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4" name="Bildplatzhalter 17">
            <a:extLst>
              <a:ext uri="{FF2B5EF4-FFF2-40B4-BE49-F238E27FC236}">
                <a16:creationId xmlns:a16="http://schemas.microsoft.com/office/drawing/2014/main" id="{082E85B8-1757-B107-E8ED-E7FB2417E63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433275" y="5001682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9057E4-7A31-EAB6-C210-61ECE3606C40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BDB3D603-4901-68B3-3DD4-3EFE2D07F045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40B55D85-66F3-F842-526C-80AEB2043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47186DE5-36A5-8605-E2DA-B0C6CA1E303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2780701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References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81200" y="2274512"/>
            <a:ext cx="5346000" cy="40707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8E876408-258B-8945-376A-E1F3A9366761}"/>
              </a:ext>
            </a:extLst>
          </p:cNvPr>
          <p:cNvSpPr/>
          <p:nvPr userDrawn="1"/>
        </p:nvSpPr>
        <p:spPr>
          <a:xfrm>
            <a:off x="658813" y="1808076"/>
            <a:ext cx="5346000" cy="45360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Textplatzhalter 12">
            <a:extLst>
              <a:ext uri="{FF2B5EF4-FFF2-40B4-BE49-F238E27FC236}">
                <a16:creationId xmlns:a16="http://schemas.microsoft.com/office/drawing/2014/main" id="{8AF6A13F-C6F6-FDEA-A043-E8F2F4C4414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1200" y="1941977"/>
            <a:ext cx="5345999" cy="2408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ÜBERSCHRIFT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0" name="Bildplatzhalter 2">
            <a:extLst>
              <a:ext uri="{FF2B5EF4-FFF2-40B4-BE49-F238E27FC236}">
                <a16:creationId xmlns:a16="http://schemas.microsoft.com/office/drawing/2014/main" id="{CA61CF58-CF33-398B-76AB-959979AAB63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89607" y="1961027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2" name="Bildplatzhalter 2">
            <a:extLst>
              <a:ext uri="{FF2B5EF4-FFF2-40B4-BE49-F238E27FC236}">
                <a16:creationId xmlns:a16="http://schemas.microsoft.com/office/drawing/2014/main" id="{BCC7924C-216D-E54A-C0F1-F891A4560C1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89607" y="2829330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3" name="Bildplatzhalter 2">
            <a:extLst>
              <a:ext uri="{FF2B5EF4-FFF2-40B4-BE49-F238E27FC236}">
                <a16:creationId xmlns:a16="http://schemas.microsoft.com/office/drawing/2014/main" id="{1659DEBE-BE47-2CC5-04C4-7EFD87F31B0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89607" y="3697633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4" name="Bildplatzhalter 2">
            <a:extLst>
              <a:ext uri="{FF2B5EF4-FFF2-40B4-BE49-F238E27FC236}">
                <a16:creationId xmlns:a16="http://schemas.microsoft.com/office/drawing/2014/main" id="{272559C6-FEDB-8E9C-6884-84EB480C15A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89607" y="4565936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6" name="Bildplatzhalter 2">
            <a:extLst>
              <a:ext uri="{FF2B5EF4-FFF2-40B4-BE49-F238E27FC236}">
                <a16:creationId xmlns:a16="http://schemas.microsoft.com/office/drawing/2014/main" id="{EAF8125F-40B8-DF25-EB60-91B04EB46D2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89607" y="5434239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7" name="Bildplatzhalter 2">
            <a:extLst>
              <a:ext uri="{FF2B5EF4-FFF2-40B4-BE49-F238E27FC236}">
                <a16:creationId xmlns:a16="http://schemas.microsoft.com/office/drawing/2014/main" id="{CF09435C-4221-0976-6D8F-059EC850EA1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378160" y="1961027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8" name="Bildplatzhalter 2">
            <a:extLst>
              <a:ext uri="{FF2B5EF4-FFF2-40B4-BE49-F238E27FC236}">
                <a16:creationId xmlns:a16="http://schemas.microsoft.com/office/drawing/2014/main" id="{28D9C3BD-ED1B-B720-17FF-F2A828D0AC9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378160" y="2829330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5" name="Bildplatzhalter 2">
            <a:extLst>
              <a:ext uri="{FF2B5EF4-FFF2-40B4-BE49-F238E27FC236}">
                <a16:creationId xmlns:a16="http://schemas.microsoft.com/office/drawing/2014/main" id="{9E0D6E1E-4C21-F271-0404-54AE4FA498CD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3378160" y="3697633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6" name="Bildplatzhalter 2">
            <a:extLst>
              <a:ext uri="{FF2B5EF4-FFF2-40B4-BE49-F238E27FC236}">
                <a16:creationId xmlns:a16="http://schemas.microsoft.com/office/drawing/2014/main" id="{A7E07654-AA92-B39C-0DEA-8FC93904A057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3378160" y="4565936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7" name="Bildplatzhalter 2">
            <a:extLst>
              <a:ext uri="{FF2B5EF4-FFF2-40B4-BE49-F238E27FC236}">
                <a16:creationId xmlns:a16="http://schemas.microsoft.com/office/drawing/2014/main" id="{BA2FD97D-0C49-2704-81A2-D218E3FF216D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378160" y="5434239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F37B476-1AD5-C567-50EA-03EA53CE94D2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5A1D3582-B09A-108D-6F29-451FE2188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17">
            <a:extLst>
              <a:ext uri="{FF2B5EF4-FFF2-40B4-BE49-F238E27FC236}">
                <a16:creationId xmlns:a16="http://schemas.microsoft.com/office/drawing/2014/main" id="{69F72E7F-46C9-39FD-8410-0D9D5921CE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986623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References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B964F32-72AB-F1BA-4B4F-75EB1583FD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58813" y="1808163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9" name="Bildplatzhalter 2">
            <a:extLst>
              <a:ext uri="{FF2B5EF4-FFF2-40B4-BE49-F238E27FC236}">
                <a16:creationId xmlns:a16="http://schemas.microsoft.com/office/drawing/2014/main" id="{59A80FB0-FB51-83CC-B146-806E2C55F2B9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452758" y="1808163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0" name="Bildplatzhalter 2">
            <a:extLst>
              <a:ext uri="{FF2B5EF4-FFF2-40B4-BE49-F238E27FC236}">
                <a16:creationId xmlns:a16="http://schemas.microsoft.com/office/drawing/2014/main" id="{CCB8675E-0CD1-0C97-8A9A-D3026E6411ED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246703" y="1808163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7" name="Bildplatzhalter 2">
            <a:extLst>
              <a:ext uri="{FF2B5EF4-FFF2-40B4-BE49-F238E27FC236}">
                <a16:creationId xmlns:a16="http://schemas.microsoft.com/office/drawing/2014/main" id="{B2603B96-DF65-E976-FA83-02C6EFD0A0DA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9040648" y="1808163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8" name="Bildplatzhalter 2">
            <a:extLst>
              <a:ext uri="{FF2B5EF4-FFF2-40B4-BE49-F238E27FC236}">
                <a16:creationId xmlns:a16="http://schemas.microsoft.com/office/drawing/2014/main" id="{8754B366-AA2D-9354-420D-5F534E3E7A9F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665448" y="290993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9" name="Bildplatzhalter 2">
            <a:extLst>
              <a:ext uri="{FF2B5EF4-FFF2-40B4-BE49-F238E27FC236}">
                <a16:creationId xmlns:a16="http://schemas.microsoft.com/office/drawing/2014/main" id="{3D6C926A-DDCB-8A29-D174-8BC8653E32AD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459393" y="290993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0" name="Bildplatzhalter 2">
            <a:extLst>
              <a:ext uri="{FF2B5EF4-FFF2-40B4-BE49-F238E27FC236}">
                <a16:creationId xmlns:a16="http://schemas.microsoft.com/office/drawing/2014/main" id="{A4173441-12EE-66D5-768A-04EB3E1A564F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253338" y="290993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1" name="Bildplatzhalter 2">
            <a:extLst>
              <a:ext uri="{FF2B5EF4-FFF2-40B4-BE49-F238E27FC236}">
                <a16:creationId xmlns:a16="http://schemas.microsoft.com/office/drawing/2014/main" id="{CF13A422-3C24-4EB9-ADF6-500B60F18FFC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9047283" y="290993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2" name="Bildplatzhalter 2">
            <a:extLst>
              <a:ext uri="{FF2B5EF4-FFF2-40B4-BE49-F238E27FC236}">
                <a16:creationId xmlns:a16="http://schemas.microsoft.com/office/drawing/2014/main" id="{A0A0CA56-BA82-030D-F0E0-C5E84E569C3D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658812" y="4011715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3" name="Bildplatzhalter 2">
            <a:extLst>
              <a:ext uri="{FF2B5EF4-FFF2-40B4-BE49-F238E27FC236}">
                <a16:creationId xmlns:a16="http://schemas.microsoft.com/office/drawing/2014/main" id="{5EB07990-A9C3-3F42-07AE-2EE450E302DC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3452757" y="4011715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4" name="Bildplatzhalter 2">
            <a:extLst>
              <a:ext uri="{FF2B5EF4-FFF2-40B4-BE49-F238E27FC236}">
                <a16:creationId xmlns:a16="http://schemas.microsoft.com/office/drawing/2014/main" id="{D1A9E494-7C7C-A3CA-2B6A-9348E6C27BAB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6246702" y="4011715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5" name="Bildplatzhalter 2">
            <a:extLst>
              <a:ext uri="{FF2B5EF4-FFF2-40B4-BE49-F238E27FC236}">
                <a16:creationId xmlns:a16="http://schemas.microsoft.com/office/drawing/2014/main" id="{68E3CEDB-B4E5-F793-8CFF-105AD13F9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9040647" y="4011715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6" name="Bildplatzhalter 2">
            <a:extLst>
              <a:ext uri="{FF2B5EF4-FFF2-40B4-BE49-F238E27FC236}">
                <a16:creationId xmlns:a16="http://schemas.microsoft.com/office/drawing/2014/main" id="{70B7CB09-852E-3508-0D65-6E79559028B7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665448" y="511006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7" name="Bildplatzhalter 2">
            <a:extLst>
              <a:ext uri="{FF2B5EF4-FFF2-40B4-BE49-F238E27FC236}">
                <a16:creationId xmlns:a16="http://schemas.microsoft.com/office/drawing/2014/main" id="{65E447E8-464E-A5AD-5978-4E0AF5950A68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3459393" y="511006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8" name="Bildplatzhalter 2">
            <a:extLst>
              <a:ext uri="{FF2B5EF4-FFF2-40B4-BE49-F238E27FC236}">
                <a16:creationId xmlns:a16="http://schemas.microsoft.com/office/drawing/2014/main" id="{3384F8CF-9CEC-AC2F-1654-FA280A43CC60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253338" y="511006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9" name="Bildplatzhalter 2">
            <a:extLst>
              <a:ext uri="{FF2B5EF4-FFF2-40B4-BE49-F238E27FC236}">
                <a16:creationId xmlns:a16="http://schemas.microsoft.com/office/drawing/2014/main" id="{2A0B8796-A130-B7AF-9357-DD89770ED625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9047283" y="511006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B15C89E-30AC-B08F-2BD4-2C27C5FBB079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FDC1F39-AD31-E4F9-4625-778EF36503B0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4A88EC43-491A-4459-9951-F95FEB15E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17">
            <a:extLst>
              <a:ext uri="{FF2B5EF4-FFF2-40B4-BE49-F238E27FC236}">
                <a16:creationId xmlns:a16="http://schemas.microsoft.com/office/drawing/2014/main" id="{0030A14C-13EF-956E-7A34-2B9C7494D9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918904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References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7E5C5D-D168-6106-CFAC-A7D26E8A5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467E333-4ECF-34A9-5DA3-B8116008A5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F8D90E2-C4DB-F868-0DF6-3E4491E3E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Textplatzhalter 17">
            <a:extLst>
              <a:ext uri="{FF2B5EF4-FFF2-40B4-BE49-F238E27FC236}">
                <a16:creationId xmlns:a16="http://schemas.microsoft.com/office/drawing/2014/main" id="{BD8758DB-9932-98A9-4376-3B54315AD8C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Bildplatzhalter 2">
            <a:extLst>
              <a:ext uri="{FF2B5EF4-FFF2-40B4-BE49-F238E27FC236}">
                <a16:creationId xmlns:a16="http://schemas.microsoft.com/office/drawing/2014/main" id="{C5721F21-1CAB-5707-E0F3-1E4F9DCF3DF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58813" y="1428241"/>
            <a:ext cx="2959768" cy="137232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125F3478-62A5-6572-17CD-EBE0266C0C1B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187188" y="3032701"/>
            <a:ext cx="5346000" cy="202516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extplatzhalter 19">
            <a:extLst>
              <a:ext uri="{FF2B5EF4-FFF2-40B4-BE49-F238E27FC236}">
                <a16:creationId xmlns:a16="http://schemas.microsoft.com/office/drawing/2014/main" id="{D20DC85B-A08F-2860-CAA4-C5492DBB5AA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87188" y="2697599"/>
            <a:ext cx="5346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baseline="0"/>
            </a:lvl1pPr>
          </a:lstStyle>
          <a:p>
            <a:pPr lvl="0"/>
            <a:r>
              <a:rPr lang="de-DE" err="1"/>
              <a:t>contents</a:t>
            </a:r>
            <a:endParaRPr lang="de-DE"/>
          </a:p>
        </p:txBody>
      </p:sp>
      <p:sp>
        <p:nvSpPr>
          <p:cNvPr id="23" name="Textplatzhalter 19">
            <a:extLst>
              <a:ext uri="{FF2B5EF4-FFF2-40B4-BE49-F238E27FC236}">
                <a16:creationId xmlns:a16="http://schemas.microsoft.com/office/drawing/2014/main" id="{8A8576D8-2DB5-1A32-9D81-0F5ADF4C6E1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187188" y="5620799"/>
            <a:ext cx="5346000" cy="72000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Textplatzhalter 19">
            <a:extLst>
              <a:ext uri="{FF2B5EF4-FFF2-40B4-BE49-F238E27FC236}">
                <a16:creationId xmlns:a16="http://schemas.microsoft.com/office/drawing/2014/main" id="{D6F86D6E-C7F6-547C-06AD-6375537EF7D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187188" y="5275199"/>
            <a:ext cx="5346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baseline="0"/>
            </a:lvl1pPr>
          </a:lstStyle>
          <a:p>
            <a:pPr lvl="0"/>
            <a:r>
              <a:rPr lang="de-DE" err="1"/>
              <a:t>tools</a:t>
            </a:r>
            <a:endParaRPr lang="de-DE"/>
          </a:p>
        </p:txBody>
      </p:sp>
      <p:sp>
        <p:nvSpPr>
          <p:cNvPr id="25" name="Textplatzhalter 19">
            <a:extLst>
              <a:ext uri="{FF2B5EF4-FFF2-40B4-BE49-F238E27FC236}">
                <a16:creationId xmlns:a16="http://schemas.microsoft.com/office/drawing/2014/main" id="{43E246A5-CEA2-3E5A-C1A2-98BE28128D4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187188" y="1808162"/>
            <a:ext cx="5346000" cy="721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none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Reference title</a:t>
            </a:r>
          </a:p>
        </p:txBody>
      </p:sp>
      <p:sp>
        <p:nvSpPr>
          <p:cNvPr id="26" name="Textplatzhalter 19">
            <a:extLst>
              <a:ext uri="{FF2B5EF4-FFF2-40B4-BE49-F238E27FC236}">
                <a16:creationId xmlns:a16="http://schemas.microsoft.com/office/drawing/2014/main" id="{233D4FE0-3960-65C8-EEA9-A9814B61655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58813" y="5276689"/>
            <a:ext cx="4140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baseline="0"/>
            </a:lvl1pPr>
          </a:lstStyle>
          <a:p>
            <a:pPr lvl="0"/>
            <a:r>
              <a:rPr lang="de-DE"/>
              <a:t>Project </a:t>
            </a:r>
            <a:r>
              <a:rPr lang="de-DE" err="1"/>
              <a:t>goals</a:t>
            </a:r>
            <a:endParaRPr lang="de-DE"/>
          </a:p>
        </p:txBody>
      </p:sp>
      <p:sp>
        <p:nvSpPr>
          <p:cNvPr id="27" name="Textplatzhalter 19">
            <a:extLst>
              <a:ext uri="{FF2B5EF4-FFF2-40B4-BE49-F238E27FC236}">
                <a16:creationId xmlns:a16="http://schemas.microsoft.com/office/drawing/2014/main" id="{3467C904-3325-B8AD-ED40-A0D69E47E325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58813" y="5620471"/>
            <a:ext cx="5346000" cy="72000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platzhalter 19">
            <a:extLst>
              <a:ext uri="{FF2B5EF4-FFF2-40B4-BE49-F238E27FC236}">
                <a16:creationId xmlns:a16="http://schemas.microsoft.com/office/drawing/2014/main" id="{3D63D933-A837-F1BB-4708-7B0E5F7970CF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617785" y="3034006"/>
            <a:ext cx="4384800" cy="61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Textplatzhalter 19">
            <a:extLst>
              <a:ext uri="{FF2B5EF4-FFF2-40B4-BE49-F238E27FC236}">
                <a16:creationId xmlns:a16="http://schemas.microsoft.com/office/drawing/2014/main" id="{696CA6F9-A5E0-22D0-0E64-5AE1422F545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8813" y="3034006"/>
            <a:ext cx="828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baseline="0"/>
            </a:lvl1pPr>
          </a:lstStyle>
          <a:p>
            <a:pPr lvl="0"/>
            <a:r>
              <a:rPr lang="de-DE" err="1"/>
              <a:t>customer</a:t>
            </a:r>
            <a:endParaRPr lang="de-DE"/>
          </a:p>
        </p:txBody>
      </p:sp>
      <p:sp>
        <p:nvSpPr>
          <p:cNvPr id="30" name="Textplatzhalter 19">
            <a:extLst>
              <a:ext uri="{FF2B5EF4-FFF2-40B4-BE49-F238E27FC236}">
                <a16:creationId xmlns:a16="http://schemas.microsoft.com/office/drawing/2014/main" id="{E86545CF-9F9C-845B-E3EA-B4AFBA34C0F9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617785" y="3854622"/>
            <a:ext cx="4385631" cy="61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Textplatzhalter 19">
            <a:extLst>
              <a:ext uri="{FF2B5EF4-FFF2-40B4-BE49-F238E27FC236}">
                <a16:creationId xmlns:a16="http://schemas.microsoft.com/office/drawing/2014/main" id="{CCD37D4A-5ADE-63A4-7FFF-55C67E150E6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58813" y="3854622"/>
            <a:ext cx="828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i="1" cap="none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err="1"/>
              <a:t>Scope</a:t>
            </a:r>
            <a:endParaRPr lang="de-DE"/>
          </a:p>
        </p:txBody>
      </p:sp>
      <p:sp>
        <p:nvSpPr>
          <p:cNvPr id="32" name="Textplatzhalter 19">
            <a:extLst>
              <a:ext uri="{FF2B5EF4-FFF2-40B4-BE49-F238E27FC236}">
                <a16:creationId xmlns:a16="http://schemas.microsoft.com/office/drawing/2014/main" id="{00D4EC64-C64F-9DE5-7CCE-916249E0BD1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617785" y="4663515"/>
            <a:ext cx="3168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3" name="Textplatzhalter 19">
            <a:extLst>
              <a:ext uri="{FF2B5EF4-FFF2-40B4-BE49-F238E27FC236}">
                <a16:creationId xmlns:a16="http://schemas.microsoft.com/office/drawing/2014/main" id="{4E02325E-0C3E-5B11-59A4-80959B3AC34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8813" y="4663515"/>
            <a:ext cx="828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i="1" cap="none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err="1"/>
              <a:t>Period</a:t>
            </a:r>
            <a:endParaRPr lang="de-DE"/>
          </a:p>
        </p:txBody>
      </p:sp>
      <p:grpSp>
        <p:nvGrpSpPr>
          <p:cNvPr id="67" name="Group 42">
            <a:extLst>
              <a:ext uri="{FF2B5EF4-FFF2-40B4-BE49-F238E27FC236}">
                <a16:creationId xmlns:a16="http://schemas.microsoft.com/office/drawing/2014/main" id="{9E00147C-019F-3752-8432-91C788FD8223}"/>
              </a:ext>
            </a:extLst>
          </p:cNvPr>
          <p:cNvGrpSpPr/>
          <p:nvPr userDrawn="1"/>
        </p:nvGrpSpPr>
        <p:grpSpPr>
          <a:xfrm>
            <a:off x="4907606" y="4879390"/>
            <a:ext cx="668215" cy="667907"/>
            <a:chOff x="1365101" y="1859505"/>
            <a:chExt cx="4340096" cy="4338095"/>
          </a:xfrm>
        </p:grpSpPr>
        <p:sp>
          <p:nvSpPr>
            <p:cNvPr id="68" name="Shape 8">
              <a:extLst>
                <a:ext uri="{FF2B5EF4-FFF2-40B4-BE49-F238E27FC236}">
                  <a16:creationId xmlns:a16="http://schemas.microsoft.com/office/drawing/2014/main" id="{1A6FB961-5969-88C9-52E7-33FD9026E148}"/>
                </a:ext>
              </a:extLst>
            </p:cNvPr>
            <p:cNvSpPr/>
            <p:nvPr/>
          </p:nvSpPr>
          <p:spPr>
            <a:xfrm>
              <a:off x="1365101" y="2725183"/>
              <a:ext cx="3472576" cy="34724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2"/>
                  </a:moveTo>
                  <a:cubicBezTo>
                    <a:pt x="21600" y="16765"/>
                    <a:pt x="16764" y="21600"/>
                    <a:pt x="10802" y="21600"/>
                  </a:cubicBezTo>
                  <a:cubicBezTo>
                    <a:pt x="4837" y="21600"/>
                    <a:pt x="0" y="16765"/>
                    <a:pt x="0" y="10802"/>
                  </a:cubicBezTo>
                  <a:cubicBezTo>
                    <a:pt x="0" y="4836"/>
                    <a:pt x="4837" y="0"/>
                    <a:pt x="10802" y="0"/>
                  </a:cubicBezTo>
                  <a:cubicBezTo>
                    <a:pt x="16764" y="0"/>
                    <a:pt x="21600" y="4836"/>
                    <a:pt x="21600" y="10802"/>
                  </a:cubicBezTo>
                  <a:close/>
                </a:path>
              </a:pathLst>
            </a:custGeom>
            <a:solidFill>
              <a:schemeClr val="tx1">
                <a:lumMod val="75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69" name="Shape 9">
              <a:extLst>
                <a:ext uri="{FF2B5EF4-FFF2-40B4-BE49-F238E27FC236}">
                  <a16:creationId xmlns:a16="http://schemas.microsoft.com/office/drawing/2014/main" id="{D96E7566-8B50-88A5-6ED0-B499499ACA24}"/>
                </a:ext>
              </a:extLst>
            </p:cNvPr>
            <p:cNvSpPr/>
            <p:nvPr/>
          </p:nvSpPr>
          <p:spPr>
            <a:xfrm>
              <a:off x="1677709" y="3109927"/>
              <a:ext cx="3049888" cy="30497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2"/>
                  </a:moveTo>
                  <a:cubicBezTo>
                    <a:pt x="21600" y="16765"/>
                    <a:pt x="16765" y="21600"/>
                    <a:pt x="10802" y="21600"/>
                  </a:cubicBezTo>
                  <a:cubicBezTo>
                    <a:pt x="4837" y="21600"/>
                    <a:pt x="0" y="16765"/>
                    <a:pt x="0" y="10802"/>
                  </a:cubicBezTo>
                  <a:cubicBezTo>
                    <a:pt x="0" y="4836"/>
                    <a:pt x="4837" y="0"/>
                    <a:pt x="10802" y="0"/>
                  </a:cubicBezTo>
                  <a:cubicBezTo>
                    <a:pt x="16765" y="0"/>
                    <a:pt x="21600" y="4836"/>
                    <a:pt x="21600" y="10802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0" name="Shape 10">
              <a:extLst>
                <a:ext uri="{FF2B5EF4-FFF2-40B4-BE49-F238E27FC236}">
                  <a16:creationId xmlns:a16="http://schemas.microsoft.com/office/drawing/2014/main" id="{2D71CD38-7C13-6E4A-271F-93D7F8CA309C}"/>
                </a:ext>
              </a:extLst>
            </p:cNvPr>
            <p:cNvSpPr/>
            <p:nvPr/>
          </p:nvSpPr>
          <p:spPr>
            <a:xfrm>
              <a:off x="1761871" y="3109927"/>
              <a:ext cx="2690325" cy="26901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2"/>
                  </a:moveTo>
                  <a:cubicBezTo>
                    <a:pt x="21600" y="16765"/>
                    <a:pt x="16765" y="21600"/>
                    <a:pt x="10802" y="21600"/>
                  </a:cubicBezTo>
                  <a:cubicBezTo>
                    <a:pt x="4837" y="21600"/>
                    <a:pt x="0" y="16765"/>
                    <a:pt x="0" y="10802"/>
                  </a:cubicBezTo>
                  <a:cubicBezTo>
                    <a:pt x="0" y="4836"/>
                    <a:pt x="4837" y="0"/>
                    <a:pt x="10802" y="0"/>
                  </a:cubicBezTo>
                  <a:cubicBezTo>
                    <a:pt x="16765" y="0"/>
                    <a:pt x="21600" y="4836"/>
                    <a:pt x="21600" y="10802"/>
                  </a:cubicBezTo>
                  <a:close/>
                </a:path>
              </a:pathLst>
            </a:custGeom>
            <a:solidFill>
              <a:schemeClr val="accent4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1" name="Shape 11">
              <a:extLst>
                <a:ext uri="{FF2B5EF4-FFF2-40B4-BE49-F238E27FC236}">
                  <a16:creationId xmlns:a16="http://schemas.microsoft.com/office/drawing/2014/main" id="{159CF461-38D0-3A97-C28F-8465D71430E5}"/>
                </a:ext>
              </a:extLst>
            </p:cNvPr>
            <p:cNvSpPr/>
            <p:nvPr/>
          </p:nvSpPr>
          <p:spPr>
            <a:xfrm>
              <a:off x="2110549" y="3458605"/>
              <a:ext cx="1989312" cy="19892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2"/>
                  </a:moveTo>
                  <a:cubicBezTo>
                    <a:pt x="21600" y="16764"/>
                    <a:pt x="16764" y="21600"/>
                    <a:pt x="10801" y="21600"/>
                  </a:cubicBezTo>
                  <a:cubicBezTo>
                    <a:pt x="4834" y="21600"/>
                    <a:pt x="0" y="16764"/>
                    <a:pt x="0" y="10802"/>
                  </a:cubicBezTo>
                  <a:cubicBezTo>
                    <a:pt x="0" y="4834"/>
                    <a:pt x="4834" y="0"/>
                    <a:pt x="10801" y="0"/>
                  </a:cubicBezTo>
                  <a:cubicBezTo>
                    <a:pt x="16764" y="0"/>
                    <a:pt x="21600" y="4834"/>
                    <a:pt x="21600" y="10802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2" name="Shape 12">
              <a:extLst>
                <a:ext uri="{FF2B5EF4-FFF2-40B4-BE49-F238E27FC236}">
                  <a16:creationId xmlns:a16="http://schemas.microsoft.com/office/drawing/2014/main" id="{42ED4F87-2AD0-ECBB-472F-ED959A966D7C}"/>
                </a:ext>
              </a:extLst>
            </p:cNvPr>
            <p:cNvSpPr/>
            <p:nvPr/>
          </p:nvSpPr>
          <p:spPr>
            <a:xfrm>
              <a:off x="2459223" y="3807280"/>
              <a:ext cx="1288234" cy="12881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4"/>
                  </a:moveTo>
                  <a:cubicBezTo>
                    <a:pt x="21600" y="16765"/>
                    <a:pt x="16764" y="21600"/>
                    <a:pt x="10804" y="21600"/>
                  </a:cubicBezTo>
                  <a:cubicBezTo>
                    <a:pt x="4837" y="21600"/>
                    <a:pt x="0" y="16765"/>
                    <a:pt x="0" y="10804"/>
                  </a:cubicBezTo>
                  <a:cubicBezTo>
                    <a:pt x="0" y="4837"/>
                    <a:pt x="4837" y="0"/>
                    <a:pt x="10804" y="0"/>
                  </a:cubicBezTo>
                  <a:cubicBezTo>
                    <a:pt x="16764" y="0"/>
                    <a:pt x="21600" y="4837"/>
                    <a:pt x="21600" y="10804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3" name="Shape 13">
              <a:extLst>
                <a:ext uri="{FF2B5EF4-FFF2-40B4-BE49-F238E27FC236}">
                  <a16:creationId xmlns:a16="http://schemas.microsoft.com/office/drawing/2014/main" id="{93997907-63E0-4118-C65C-504D298661FD}"/>
                </a:ext>
              </a:extLst>
            </p:cNvPr>
            <p:cNvSpPr/>
            <p:nvPr/>
          </p:nvSpPr>
          <p:spPr>
            <a:xfrm>
              <a:off x="2807901" y="4167980"/>
              <a:ext cx="587322" cy="5871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9"/>
                  </a:moveTo>
                  <a:cubicBezTo>
                    <a:pt x="21600" y="16771"/>
                    <a:pt x="16765" y="21600"/>
                    <a:pt x="10807" y="21600"/>
                  </a:cubicBezTo>
                  <a:cubicBezTo>
                    <a:pt x="4834" y="21600"/>
                    <a:pt x="0" y="16771"/>
                    <a:pt x="0" y="10809"/>
                  </a:cubicBezTo>
                  <a:cubicBezTo>
                    <a:pt x="0" y="4835"/>
                    <a:pt x="4834" y="0"/>
                    <a:pt x="10807" y="0"/>
                  </a:cubicBezTo>
                  <a:cubicBezTo>
                    <a:pt x="16765" y="0"/>
                    <a:pt x="21600" y="4835"/>
                    <a:pt x="21600" y="10809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4" name="Shape 14">
              <a:extLst>
                <a:ext uri="{FF2B5EF4-FFF2-40B4-BE49-F238E27FC236}">
                  <a16:creationId xmlns:a16="http://schemas.microsoft.com/office/drawing/2014/main" id="{4BD7D8B2-E705-240E-08F8-F51173721D5E}"/>
                </a:ext>
              </a:extLst>
            </p:cNvPr>
            <p:cNvSpPr/>
            <p:nvPr/>
          </p:nvSpPr>
          <p:spPr>
            <a:xfrm>
              <a:off x="3097983" y="1859505"/>
              <a:ext cx="2607214" cy="26077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372" y="7845"/>
                  </a:moveTo>
                  <a:lnTo>
                    <a:pt x="21600" y="4612"/>
                  </a:lnTo>
                  <a:lnTo>
                    <a:pt x="17962" y="3640"/>
                  </a:lnTo>
                  <a:lnTo>
                    <a:pt x="16992" y="0"/>
                  </a:lnTo>
                  <a:lnTo>
                    <a:pt x="13760" y="3233"/>
                  </a:lnTo>
                  <a:lnTo>
                    <a:pt x="14548" y="6180"/>
                  </a:lnTo>
                  <a:lnTo>
                    <a:pt x="3582" y="17152"/>
                  </a:lnTo>
                  <a:lnTo>
                    <a:pt x="2027" y="14044"/>
                  </a:lnTo>
                  <a:lnTo>
                    <a:pt x="1014" y="17822"/>
                  </a:lnTo>
                  <a:lnTo>
                    <a:pt x="0" y="21600"/>
                  </a:lnTo>
                  <a:lnTo>
                    <a:pt x="3779" y="20586"/>
                  </a:lnTo>
                  <a:lnTo>
                    <a:pt x="7556" y="19577"/>
                  </a:lnTo>
                  <a:lnTo>
                    <a:pt x="4452" y="18018"/>
                  </a:lnTo>
                  <a:lnTo>
                    <a:pt x="15420" y="7054"/>
                  </a:lnTo>
                  <a:cubicBezTo>
                    <a:pt x="15420" y="7054"/>
                    <a:pt x="18372" y="7845"/>
                    <a:pt x="18372" y="7845"/>
                  </a:cubicBezTo>
                  <a:close/>
                </a:path>
              </a:pathLst>
            </a:custGeom>
            <a:solidFill>
              <a:schemeClr val="tx1">
                <a:lumMod val="75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5" name="Shape 15">
              <a:extLst>
                <a:ext uri="{FF2B5EF4-FFF2-40B4-BE49-F238E27FC236}">
                  <a16:creationId xmlns:a16="http://schemas.microsoft.com/office/drawing/2014/main" id="{5D455C82-F1BC-C6D4-DCDB-00E9C58D16E4}"/>
                </a:ext>
              </a:extLst>
            </p:cNvPr>
            <p:cNvSpPr/>
            <p:nvPr/>
          </p:nvSpPr>
          <p:spPr>
            <a:xfrm>
              <a:off x="3060390" y="1859505"/>
              <a:ext cx="2168095" cy="26077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3640"/>
                  </a:moveTo>
                  <a:lnTo>
                    <a:pt x="20433" y="0"/>
                  </a:lnTo>
                  <a:lnTo>
                    <a:pt x="16546" y="3233"/>
                  </a:lnTo>
                  <a:lnTo>
                    <a:pt x="17500" y="6180"/>
                  </a:lnTo>
                  <a:lnTo>
                    <a:pt x="4302" y="17152"/>
                  </a:lnTo>
                  <a:lnTo>
                    <a:pt x="2438" y="14044"/>
                  </a:lnTo>
                  <a:lnTo>
                    <a:pt x="1219" y="17822"/>
                  </a:lnTo>
                  <a:lnTo>
                    <a:pt x="0" y="21600"/>
                  </a:lnTo>
                  <a:cubicBezTo>
                    <a:pt x="0" y="21600"/>
                    <a:pt x="21600" y="3640"/>
                    <a:pt x="21600" y="364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</p:grp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D5FB0438-F817-0529-5E5A-1AECD2242983}"/>
              </a:ext>
            </a:extLst>
          </p:cNvPr>
          <p:cNvCxnSpPr>
            <a:cxnSpLocks/>
          </p:cNvCxnSpPr>
          <p:nvPr userDrawn="1"/>
        </p:nvCxnSpPr>
        <p:spPr>
          <a:xfrm>
            <a:off x="0" y="5099326"/>
            <a:ext cx="4824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Bildplatzhalter 2">
            <a:extLst>
              <a:ext uri="{FF2B5EF4-FFF2-40B4-BE49-F238E27FC236}">
                <a16:creationId xmlns:a16="http://schemas.microsoft.com/office/drawing/2014/main" id="{D871A804-10B3-1361-AF68-82C849C10FCB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3791660" y="1428241"/>
            <a:ext cx="1872294" cy="137232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Logo / Reference </a:t>
            </a:r>
            <a:r>
              <a:rPr lang="de-DE" err="1"/>
              <a:t>project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01596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</p15:sldGuideLst>
    </p:ext>
  </p:extLst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Agend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platzhalter 33">
            <a:extLst>
              <a:ext uri="{FF2B5EF4-FFF2-40B4-BE49-F238E27FC236}">
                <a16:creationId xmlns:a16="http://schemas.microsoft.com/office/drawing/2014/main" id="{2FE495BE-7580-5817-D4FF-42F1E0B776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1646243"/>
            <a:ext cx="5437188" cy="138969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6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9600"/>
            </a:lvl2pPr>
            <a:lvl3pPr marL="914400" indent="0">
              <a:buNone/>
              <a:defRPr sz="9600"/>
            </a:lvl3pPr>
            <a:lvl4pPr marL="1371600" indent="0">
              <a:buNone/>
              <a:defRPr sz="9600"/>
            </a:lvl4pPr>
            <a:lvl5pPr marL="1828800" indent="0">
              <a:buNone/>
              <a:defRPr sz="9600"/>
            </a:lvl5pPr>
          </a:lstStyle>
          <a:p>
            <a:pPr lvl="0"/>
            <a:r>
              <a:rPr lang="de-DE"/>
              <a:t>AGENDA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0A45587-0843-1760-84F8-78B97BC9C1E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5BF0937-2FF1-1BFA-B50C-3A60F339F56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FFBC63EA-D151-E440-746C-459E4D0D4C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8813" y="1808163"/>
            <a:ext cx="4680000" cy="42259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spc="300" baseline="0">
                <a:solidFill>
                  <a:schemeClr val="bg1"/>
                </a:solidFill>
              </a:defRPr>
            </a:lvl1pPr>
          </a:lstStyle>
          <a:p>
            <a:r>
              <a:rPr lang="de-DE" err="1"/>
              <a:t>welcome</a:t>
            </a:r>
            <a:endParaRPr lang="de-DE"/>
          </a:p>
          <a:p>
            <a:endParaRPr lang="de-DE"/>
          </a:p>
          <a:p>
            <a:r>
              <a:rPr lang="de-DE"/>
              <a:t>DAS PROBLEM</a:t>
            </a:r>
          </a:p>
          <a:p>
            <a:endParaRPr lang="de-DE"/>
          </a:p>
          <a:p>
            <a:r>
              <a:rPr lang="de-DE"/>
              <a:t>DIE LÖSUNG</a:t>
            </a:r>
          </a:p>
          <a:p>
            <a:endParaRPr lang="de-DE"/>
          </a:p>
          <a:p>
            <a:r>
              <a:rPr lang="de-DE"/>
              <a:t>DAS PROJEKT</a:t>
            </a:r>
          </a:p>
          <a:p>
            <a:endParaRPr lang="de-DE"/>
          </a:p>
          <a:p>
            <a:r>
              <a:rPr lang="de-DE"/>
              <a:t>UNSER SERVICE</a:t>
            </a:r>
          </a:p>
          <a:p>
            <a:endParaRPr lang="de-DE"/>
          </a:p>
          <a:p>
            <a:r>
              <a:rPr lang="de-DE"/>
              <a:t>DAS IST EDAG</a:t>
            </a:r>
          </a:p>
          <a:p>
            <a:endParaRPr lang="de-DE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BB3A5DD-6FD4-9769-B9D7-FA993C2E548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EDAG Electrics/Electronics     Author: </a:t>
            </a:r>
            <a:r>
              <a:rPr lang="de-DE">
                <a:solidFill>
                  <a:srgbClr val="E4E5E6"/>
                </a:solidFill>
              </a:rPr>
              <a:t>Robin </a:t>
            </a:r>
            <a:r>
              <a:rPr lang="de-DE"/>
              <a:t>Schneider, Ahmed Mahmoud      </a:t>
            </a:r>
            <a:r>
              <a:rPr lang="en-US"/>
              <a:t>Version:1.0     	    Scope: EDAG Group     internal</a:t>
            </a:r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AB263EC-F57D-0668-4259-C58CE7EC4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522000"/>
            <a:ext cx="5518264" cy="252000"/>
          </a:xfrm>
        </p:spPr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F6DB94CF-4AF4-D4C0-9EFB-60256315F3F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5518264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997323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</p15:sldGuideLst>
    </p:ext>
  </p:extLst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Agenda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platzhalter 33">
            <a:extLst>
              <a:ext uri="{FF2B5EF4-FFF2-40B4-BE49-F238E27FC236}">
                <a16:creationId xmlns:a16="http://schemas.microsoft.com/office/drawing/2014/main" id="{2FE495BE-7580-5817-D4FF-42F1E0B776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1646243"/>
            <a:ext cx="5437188" cy="138969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6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9600"/>
            </a:lvl2pPr>
            <a:lvl3pPr marL="914400" indent="0">
              <a:buNone/>
              <a:defRPr sz="9600"/>
            </a:lvl3pPr>
            <a:lvl4pPr marL="1371600" indent="0">
              <a:buNone/>
              <a:defRPr sz="9600"/>
            </a:lvl4pPr>
            <a:lvl5pPr marL="1828800" indent="0">
              <a:buNone/>
              <a:defRPr sz="9600"/>
            </a:lvl5pPr>
          </a:lstStyle>
          <a:p>
            <a:pPr lvl="0"/>
            <a:r>
              <a:rPr lang="de-DE"/>
              <a:t>AGENDA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0A45587-0843-1760-84F8-78B97BC9C1E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5BF0937-2FF1-1BFA-B50C-3A60F339F56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FFBC63EA-D151-E440-746C-459E4D0D4C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8813" y="1808163"/>
            <a:ext cx="4680000" cy="42259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spc="300" baseline="0">
                <a:solidFill>
                  <a:schemeClr val="bg1"/>
                </a:solidFill>
              </a:defRPr>
            </a:lvl1pPr>
          </a:lstStyle>
          <a:p>
            <a:r>
              <a:rPr lang="de-DE" err="1"/>
              <a:t>welcome</a:t>
            </a:r>
            <a:endParaRPr lang="de-DE"/>
          </a:p>
          <a:p>
            <a:endParaRPr lang="de-DE"/>
          </a:p>
          <a:p>
            <a:r>
              <a:rPr lang="de-DE"/>
              <a:t>DAS PROBLEM</a:t>
            </a:r>
          </a:p>
          <a:p>
            <a:endParaRPr lang="de-DE"/>
          </a:p>
          <a:p>
            <a:r>
              <a:rPr lang="de-DE"/>
              <a:t>DIE LÖSUNG</a:t>
            </a:r>
          </a:p>
          <a:p>
            <a:endParaRPr lang="de-DE"/>
          </a:p>
          <a:p>
            <a:r>
              <a:rPr lang="de-DE"/>
              <a:t>DAS PROJEKT</a:t>
            </a:r>
          </a:p>
          <a:p>
            <a:endParaRPr lang="de-DE"/>
          </a:p>
          <a:p>
            <a:r>
              <a:rPr lang="de-DE"/>
              <a:t>UNSER SERVICE</a:t>
            </a:r>
          </a:p>
          <a:p>
            <a:endParaRPr lang="de-DE"/>
          </a:p>
          <a:p>
            <a:r>
              <a:rPr lang="de-DE"/>
              <a:t>DAS IST EDAG</a:t>
            </a:r>
          </a:p>
          <a:p>
            <a:endParaRPr lang="de-DE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BB3A5DD-6FD4-9769-B9D7-FA993C2E548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AB263EC-F57D-0668-4259-C58CE7EC4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522000"/>
            <a:ext cx="5518264" cy="252000"/>
          </a:xfrm>
        </p:spPr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F6DB94CF-4AF4-D4C0-9EFB-60256315F3F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5518264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484366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</p15:sldGuideLst>
    </p:ext>
  </p:extLst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Agenda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EEAE81CE-B8F9-9DB6-AEC9-BF256A67CCC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" name="Foliennummernplatzhalter 18">
            <a:extLst>
              <a:ext uri="{FF2B5EF4-FFF2-40B4-BE49-F238E27FC236}">
                <a16:creationId xmlns:a16="http://schemas.microsoft.com/office/drawing/2014/main" id="{D2734403-2D1F-E595-57DE-8502C4D4268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318005" y="6515100"/>
            <a:ext cx="214905" cy="142876"/>
          </a:xfr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9B4BD9E0-9FE9-8C79-471F-43A73A0857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8813" y="1808163"/>
            <a:ext cx="4680000" cy="42259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spc="300" baseline="0">
                <a:solidFill>
                  <a:schemeClr val="bg1"/>
                </a:solidFill>
              </a:defRPr>
            </a:lvl1pPr>
          </a:lstStyle>
          <a:p>
            <a:r>
              <a:rPr lang="de-DE" err="1"/>
              <a:t>welcome</a:t>
            </a:r>
            <a:endParaRPr lang="de-DE"/>
          </a:p>
          <a:p>
            <a:endParaRPr lang="de-DE"/>
          </a:p>
          <a:p>
            <a:r>
              <a:rPr lang="de-DE"/>
              <a:t>DAS PROBLEM</a:t>
            </a:r>
          </a:p>
          <a:p>
            <a:endParaRPr lang="de-DE"/>
          </a:p>
          <a:p>
            <a:r>
              <a:rPr lang="de-DE"/>
              <a:t>DIE LÖSUNG</a:t>
            </a:r>
          </a:p>
          <a:p>
            <a:endParaRPr lang="de-DE"/>
          </a:p>
          <a:p>
            <a:r>
              <a:rPr lang="de-DE"/>
              <a:t>DAS PROJEKT</a:t>
            </a:r>
          </a:p>
          <a:p>
            <a:endParaRPr lang="de-DE"/>
          </a:p>
          <a:p>
            <a:r>
              <a:rPr lang="de-DE"/>
              <a:t>UNSER SERVICE</a:t>
            </a:r>
          </a:p>
          <a:p>
            <a:endParaRPr lang="de-DE"/>
          </a:p>
          <a:p>
            <a:r>
              <a:rPr lang="de-DE"/>
              <a:t>DAS IST EDAG</a:t>
            </a:r>
          </a:p>
          <a:p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331BCCF-4D7A-9961-C097-7361B278301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008"/>
          <a:stretch/>
        </p:blipFill>
        <p:spPr>
          <a:xfrm>
            <a:off x="8780393" y="2803444"/>
            <a:ext cx="3411607" cy="2687150"/>
          </a:xfrm>
          <a:prstGeom prst="rect">
            <a:avLst/>
          </a:prstGeom>
        </p:spPr>
      </p:pic>
      <p:sp>
        <p:nvSpPr>
          <p:cNvPr id="4" name="Textplatzhalter 33">
            <a:extLst>
              <a:ext uri="{FF2B5EF4-FFF2-40B4-BE49-F238E27FC236}">
                <a16:creationId xmlns:a16="http://schemas.microsoft.com/office/drawing/2014/main" id="{AE32125A-3817-07CF-01D6-C0B07A9AFC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2356686"/>
            <a:ext cx="5437188" cy="1141341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6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9600"/>
            </a:lvl2pPr>
            <a:lvl3pPr marL="914400" indent="0">
              <a:buNone/>
              <a:defRPr sz="9600"/>
            </a:lvl3pPr>
            <a:lvl4pPr marL="1371600" indent="0">
              <a:buNone/>
              <a:defRPr sz="9600"/>
            </a:lvl4pPr>
            <a:lvl5pPr marL="1828800" indent="0">
              <a:buNone/>
              <a:defRPr sz="9600"/>
            </a:lvl5pPr>
          </a:lstStyle>
          <a:p>
            <a:pPr lvl="0"/>
            <a:r>
              <a:rPr lang="de-DE"/>
              <a:t>AGENDA</a:t>
            </a:r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9636FF18-8623-4549-D9A7-EA9E1F700BC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747C14AC-C56B-C64F-92FD-3E5E9FC97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93D384C9-0D83-8907-AA3B-25456A3731E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8492584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  <p15:guide id="3" orient="horz" pos="1139" userDrawn="1">
          <p15:clr>
            <a:srgbClr val="FBAE40"/>
          </p15:clr>
        </p15:guide>
      </p15:sldGuideLst>
    </p:ext>
  </p:extLst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Agenda 4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1B01745-88C1-A973-E216-635A67BD14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A439797-BCC9-8B2A-B2C0-9622A58A0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5" name="Textplatzhalter 16">
            <a:extLst>
              <a:ext uri="{FF2B5EF4-FFF2-40B4-BE49-F238E27FC236}">
                <a16:creationId xmlns:a16="http://schemas.microsoft.com/office/drawing/2014/main" id="{73137ED1-E1D9-EE7B-AAF8-F31982B0654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13" y="390735"/>
            <a:ext cx="6046788" cy="1188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600" b="1" i="0" cap="all" baseline="0"/>
            </a:lvl1pPr>
          </a:lstStyle>
          <a:p>
            <a:pPr lvl="0"/>
            <a:r>
              <a:rPr lang="de-DE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996837327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Strategy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454F6B8C-4F87-2244-4BC5-741A66267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800" y="3951996"/>
            <a:ext cx="2160000" cy="21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02944178-1B33-9C9F-48F1-E8747EB3533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288570" y="3951996"/>
            <a:ext cx="2160000" cy="21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B5E0DDDA-F6D9-C525-8DA4-680FDD3D29F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43073" y="3942471"/>
            <a:ext cx="2160000" cy="21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Inhaltsplatzhalter 2">
            <a:extLst>
              <a:ext uri="{FF2B5EF4-FFF2-40B4-BE49-F238E27FC236}">
                <a16:creationId xmlns:a16="http://schemas.microsoft.com/office/drawing/2014/main" id="{C8433303-D4FE-8765-2A60-F333FB0D2B4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371748" y="3951996"/>
            <a:ext cx="2160000" cy="21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97A1C65C-3BB1-E444-5734-09F75B7FF718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58800" y="2722111"/>
            <a:ext cx="2160000" cy="9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40DB7349-5402-2A18-65CD-A1CA9A53BA6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3288570" y="2722111"/>
            <a:ext cx="2160000" cy="9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4" name="Inhaltsplatzhalter 2">
            <a:extLst>
              <a:ext uri="{FF2B5EF4-FFF2-40B4-BE49-F238E27FC236}">
                <a16:creationId xmlns:a16="http://schemas.microsoft.com/office/drawing/2014/main" id="{2499BD55-C843-3B16-1FB9-9185A8737FE8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6343073" y="2712586"/>
            <a:ext cx="2160000" cy="9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5" name="Inhaltsplatzhalter 2">
            <a:extLst>
              <a:ext uri="{FF2B5EF4-FFF2-40B4-BE49-F238E27FC236}">
                <a16:creationId xmlns:a16="http://schemas.microsoft.com/office/drawing/2014/main" id="{11F7B4F5-6B3B-9C5F-D657-71257F47D990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9371748" y="2722111"/>
            <a:ext cx="2160000" cy="9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A3F9810-ADAF-49A0-3267-119189983BE5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0" y="2446745"/>
            <a:ext cx="658814" cy="137683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32A4D133-4582-E95A-1307-503D3BC12BE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89A68FB-4A6D-E66C-0CF4-447F6466DC4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DAB84FE1-0078-C2C8-1F1E-500893A96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A05E4391-ED7A-FF1B-F40C-00BC0C05E43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6954693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eam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platzhalter 12">
            <a:extLst>
              <a:ext uri="{FF2B5EF4-FFF2-40B4-BE49-F238E27FC236}">
                <a16:creationId xmlns:a16="http://schemas.microsoft.com/office/drawing/2014/main" id="{7A6F855B-803A-CF9E-741F-7091F5771F7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1831" y="4360371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37" name="Textplatzhalter 14">
            <a:extLst>
              <a:ext uri="{FF2B5EF4-FFF2-40B4-BE49-F238E27FC236}">
                <a16:creationId xmlns:a16="http://schemas.microsoft.com/office/drawing/2014/main" id="{13FE0606-F04B-424C-E3BE-BAF57B7DDDD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2476" y="4776853"/>
            <a:ext cx="216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38" name="Textplatzhalter 12">
            <a:extLst>
              <a:ext uri="{FF2B5EF4-FFF2-40B4-BE49-F238E27FC236}">
                <a16:creationId xmlns:a16="http://schemas.microsoft.com/office/drawing/2014/main" id="{412A0E97-5A9C-EA83-0D7E-7DD4059B493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63604" y="4360371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39" name="Textplatzhalter 14">
            <a:extLst>
              <a:ext uri="{FF2B5EF4-FFF2-40B4-BE49-F238E27FC236}">
                <a16:creationId xmlns:a16="http://schemas.microsoft.com/office/drawing/2014/main" id="{0AE4B025-9C59-8A19-CDE2-C05C9E84E60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64249" y="4776853"/>
            <a:ext cx="216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0" name="Textplatzhalter 12">
            <a:extLst>
              <a:ext uri="{FF2B5EF4-FFF2-40B4-BE49-F238E27FC236}">
                <a16:creationId xmlns:a16="http://schemas.microsoft.com/office/drawing/2014/main" id="{510C8E16-C601-F89F-8417-1E8C3679CC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68396" y="4360371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41" name="Textplatzhalter 14">
            <a:extLst>
              <a:ext uri="{FF2B5EF4-FFF2-40B4-BE49-F238E27FC236}">
                <a16:creationId xmlns:a16="http://schemas.microsoft.com/office/drawing/2014/main" id="{ABA7555F-CD43-F0F9-DE9C-0BD9AC50674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69041" y="4776853"/>
            <a:ext cx="216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2" name="Textplatzhalter 12">
            <a:extLst>
              <a:ext uri="{FF2B5EF4-FFF2-40B4-BE49-F238E27FC236}">
                <a16:creationId xmlns:a16="http://schemas.microsoft.com/office/drawing/2014/main" id="{352B8020-10C7-5661-FC4A-FBDDBB61735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369524" y="4360371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43" name="Textplatzhalter 14">
            <a:extLst>
              <a:ext uri="{FF2B5EF4-FFF2-40B4-BE49-F238E27FC236}">
                <a16:creationId xmlns:a16="http://schemas.microsoft.com/office/drawing/2014/main" id="{57ECB7D1-70E4-3AF9-7AF0-4812A43FBDC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370169" y="4776853"/>
            <a:ext cx="216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" name="Picture Placeholder 28">
            <a:extLst>
              <a:ext uri="{FF2B5EF4-FFF2-40B4-BE49-F238E27FC236}">
                <a16:creationId xmlns:a16="http://schemas.microsoft.com/office/drawing/2014/main" id="{578DE51F-4F0A-A697-1141-40F0C1E4C8A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1830" y="1807200"/>
            <a:ext cx="2160000" cy="2340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5" name="Picture Placeholder 28">
            <a:extLst>
              <a:ext uri="{FF2B5EF4-FFF2-40B4-BE49-F238E27FC236}">
                <a16:creationId xmlns:a16="http://schemas.microsoft.com/office/drawing/2014/main" id="{B4D65023-F505-2566-C97D-0058B83ECED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373188" y="1807200"/>
            <a:ext cx="2160000" cy="2340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Picture Placeholder 28">
            <a:extLst>
              <a:ext uri="{FF2B5EF4-FFF2-40B4-BE49-F238E27FC236}">
                <a16:creationId xmlns:a16="http://schemas.microsoft.com/office/drawing/2014/main" id="{18DB8962-6CCF-F774-C33C-DD6261F2B68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563604" y="1807200"/>
            <a:ext cx="2160000" cy="2340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7" name="Picture Placeholder 28">
            <a:extLst>
              <a:ext uri="{FF2B5EF4-FFF2-40B4-BE49-F238E27FC236}">
                <a16:creationId xmlns:a16="http://schemas.microsoft.com/office/drawing/2014/main" id="{0912C249-B344-BEA0-86A4-9D232AFE467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468396" y="1807200"/>
            <a:ext cx="2160000" cy="2340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9763CCF-297D-4154-E563-F9CF06BCDC4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4257C7AB-C0ED-A7D8-2A02-DF22F17E754B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7A0B266C-4413-EC40-781D-890F44ED7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C76604F2-9A18-B66B-13B2-3139455145E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8042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eam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Bildplatzhalter 54">
            <a:extLst>
              <a:ext uri="{FF2B5EF4-FFF2-40B4-BE49-F238E27FC236}">
                <a16:creationId xmlns:a16="http://schemas.microsoft.com/office/drawing/2014/main" id="{06D66280-B296-A5A7-7EE8-6FCC7BE64D1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9055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56" name="Bildplatzhalter 54">
            <a:extLst>
              <a:ext uri="{FF2B5EF4-FFF2-40B4-BE49-F238E27FC236}">
                <a16:creationId xmlns:a16="http://schemas.microsoft.com/office/drawing/2014/main" id="{4C17BC00-A6E9-0373-F99B-F2E150A3436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69031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57" name="Bildplatzhalter 54">
            <a:extLst>
              <a:ext uri="{FF2B5EF4-FFF2-40B4-BE49-F238E27FC236}">
                <a16:creationId xmlns:a16="http://schemas.microsoft.com/office/drawing/2014/main" id="{34CCFF98-6651-2BAC-2E69-9209FC7C72D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079996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58" name="Bildplatzhalter 54">
            <a:extLst>
              <a:ext uri="{FF2B5EF4-FFF2-40B4-BE49-F238E27FC236}">
                <a16:creationId xmlns:a16="http://schemas.microsoft.com/office/drawing/2014/main" id="{258AED45-5EC2-4252-BC29-45525B64595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290593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59" name="Bildplatzhalter 54">
            <a:extLst>
              <a:ext uri="{FF2B5EF4-FFF2-40B4-BE49-F238E27FC236}">
                <a16:creationId xmlns:a16="http://schemas.microsoft.com/office/drawing/2014/main" id="{4EC8B57C-E8BC-D8CD-ED23-CA7F2AA9CBF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500688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687F2F3B-69F2-EDE6-50DE-7363CFEF30FC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DD034AAC-B883-933A-7586-47CE484F34C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72431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CD07B6C7-BDF7-2DDD-436C-71A9528664A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72431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3" name="Textplatzhalter 14">
            <a:extLst>
              <a:ext uri="{FF2B5EF4-FFF2-40B4-BE49-F238E27FC236}">
                <a16:creationId xmlns:a16="http://schemas.microsoft.com/office/drawing/2014/main" id="{9937520E-2600-0A46-0B1C-2435F0C11FC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982649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24" name="Textplatzhalter 19">
            <a:extLst>
              <a:ext uri="{FF2B5EF4-FFF2-40B4-BE49-F238E27FC236}">
                <a16:creationId xmlns:a16="http://schemas.microsoft.com/office/drawing/2014/main" id="{884E9D5F-6474-19EB-7354-FD4725179EB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982649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5" name="Textplatzhalter 14">
            <a:extLst>
              <a:ext uri="{FF2B5EF4-FFF2-40B4-BE49-F238E27FC236}">
                <a16:creationId xmlns:a16="http://schemas.microsoft.com/office/drawing/2014/main" id="{8E7AEA96-7A70-9950-D28A-8BB7A83A7EC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3614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26" name="Textplatzhalter 19">
            <a:extLst>
              <a:ext uri="{FF2B5EF4-FFF2-40B4-BE49-F238E27FC236}">
                <a16:creationId xmlns:a16="http://schemas.microsoft.com/office/drawing/2014/main" id="{6E8810B9-205D-C13D-A18A-E28DDB1F0F2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193614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7" name="Textplatzhalter 14">
            <a:extLst>
              <a:ext uri="{FF2B5EF4-FFF2-40B4-BE49-F238E27FC236}">
                <a16:creationId xmlns:a16="http://schemas.microsoft.com/office/drawing/2014/main" id="{FA309CBB-3B89-83BC-051B-DAA43249CBE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404211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28" name="Textplatzhalter 19">
            <a:extLst>
              <a:ext uri="{FF2B5EF4-FFF2-40B4-BE49-F238E27FC236}">
                <a16:creationId xmlns:a16="http://schemas.microsoft.com/office/drawing/2014/main" id="{FFCCA22F-6C2D-E189-CD7A-D1B2D2F5294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404211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9" name="Textplatzhalter 14">
            <a:extLst>
              <a:ext uri="{FF2B5EF4-FFF2-40B4-BE49-F238E27FC236}">
                <a16:creationId xmlns:a16="http://schemas.microsoft.com/office/drawing/2014/main" id="{C3A10E6D-4CD7-27BC-1F26-9FFA9F17909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614306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30" name="Textplatzhalter 19">
            <a:extLst>
              <a:ext uri="{FF2B5EF4-FFF2-40B4-BE49-F238E27FC236}">
                <a16:creationId xmlns:a16="http://schemas.microsoft.com/office/drawing/2014/main" id="{8FF251DB-C36D-16AE-0A01-29968A043C5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614306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973C5E-B215-9256-2358-3254769DD17E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ED31B322-802E-EC9E-AEE2-8B0461F68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553A17DC-080D-FE7B-3DD4-4A5F1114DEE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822090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eam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platzhalter 12">
            <a:extLst>
              <a:ext uri="{FF2B5EF4-FFF2-40B4-BE49-F238E27FC236}">
                <a16:creationId xmlns:a16="http://schemas.microsoft.com/office/drawing/2014/main" id="{7A6F855B-803A-CF9E-741F-7091F5771F7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09838" y="1992933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4" name="Picture Placeholder 28">
            <a:extLst>
              <a:ext uri="{FF2B5EF4-FFF2-40B4-BE49-F238E27FC236}">
                <a16:creationId xmlns:a16="http://schemas.microsoft.com/office/drawing/2014/main" id="{578DE51F-4F0A-A697-1141-40F0C1E4C8A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1830" y="1807200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9763CCF-297D-4154-E563-F9CF06BCDC4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1F7CB81D-FF0E-72CF-16B8-FBD7927C26B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2309813" y="2681734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A80F4203-0D8D-5C45-B7B1-2D94E84AFD1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309813" y="2299874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46" name="Textplatzhalter 12">
            <a:extLst>
              <a:ext uri="{FF2B5EF4-FFF2-40B4-BE49-F238E27FC236}">
                <a16:creationId xmlns:a16="http://schemas.microsoft.com/office/drawing/2014/main" id="{4559D798-9BBC-306E-4F18-56BE8596DB5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306821" y="3575034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47" name="Picture Placeholder 28">
            <a:extLst>
              <a:ext uri="{FF2B5EF4-FFF2-40B4-BE49-F238E27FC236}">
                <a16:creationId xmlns:a16="http://schemas.microsoft.com/office/drawing/2014/main" id="{F339FA9F-5469-4B74-7C57-7B399649FDEB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58813" y="3393266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48" name="Textplatzhalter 17">
            <a:extLst>
              <a:ext uri="{FF2B5EF4-FFF2-40B4-BE49-F238E27FC236}">
                <a16:creationId xmlns:a16="http://schemas.microsoft.com/office/drawing/2014/main" id="{16A5779D-18DC-0E64-6685-C606101F7D1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306796" y="4263835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9" name="Textplatzhalter 17">
            <a:extLst>
              <a:ext uri="{FF2B5EF4-FFF2-40B4-BE49-F238E27FC236}">
                <a16:creationId xmlns:a16="http://schemas.microsoft.com/office/drawing/2014/main" id="{2F4AB24B-6CC4-EBD6-39BE-A19BBBDDE09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306796" y="3881975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50" name="Textplatzhalter 12">
            <a:extLst>
              <a:ext uri="{FF2B5EF4-FFF2-40B4-BE49-F238E27FC236}">
                <a16:creationId xmlns:a16="http://schemas.microsoft.com/office/drawing/2014/main" id="{C43A415F-1672-5D89-ADAF-5599E2BEFB6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306821" y="5157135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51" name="Picture Placeholder 28">
            <a:extLst>
              <a:ext uri="{FF2B5EF4-FFF2-40B4-BE49-F238E27FC236}">
                <a16:creationId xmlns:a16="http://schemas.microsoft.com/office/drawing/2014/main" id="{A51D2DBA-7200-C46E-1814-32F092296AD7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658813" y="4975367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52" name="Textplatzhalter 17">
            <a:extLst>
              <a:ext uri="{FF2B5EF4-FFF2-40B4-BE49-F238E27FC236}">
                <a16:creationId xmlns:a16="http://schemas.microsoft.com/office/drawing/2014/main" id="{B992DCFB-0F51-3434-FDA2-DBB3AA12660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2306796" y="5845936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3" name="Textplatzhalter 17">
            <a:extLst>
              <a:ext uri="{FF2B5EF4-FFF2-40B4-BE49-F238E27FC236}">
                <a16:creationId xmlns:a16="http://schemas.microsoft.com/office/drawing/2014/main" id="{2563A2EA-958B-7F62-43D1-7126590687B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306796" y="5464076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64" name="Textplatzhalter 12">
            <a:extLst>
              <a:ext uri="{FF2B5EF4-FFF2-40B4-BE49-F238E27FC236}">
                <a16:creationId xmlns:a16="http://schemas.microsoft.com/office/drawing/2014/main" id="{96CF7D05-17EF-4864-5781-7A5253C3603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919366" y="1992933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65" name="Picture Placeholder 28">
            <a:extLst>
              <a:ext uri="{FF2B5EF4-FFF2-40B4-BE49-F238E27FC236}">
                <a16:creationId xmlns:a16="http://schemas.microsoft.com/office/drawing/2014/main" id="{078DBF17-73E1-5710-5D0B-6ACCC4AD4679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271358" y="1807200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66" name="Textplatzhalter 17">
            <a:extLst>
              <a:ext uri="{FF2B5EF4-FFF2-40B4-BE49-F238E27FC236}">
                <a16:creationId xmlns:a16="http://schemas.microsoft.com/office/drawing/2014/main" id="{F4123FBF-2926-D735-A91C-0A39185080D5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919341" y="2681734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7" name="Textplatzhalter 17">
            <a:extLst>
              <a:ext uri="{FF2B5EF4-FFF2-40B4-BE49-F238E27FC236}">
                <a16:creationId xmlns:a16="http://schemas.microsoft.com/office/drawing/2014/main" id="{E0C53560-583C-9E5D-4870-6C44B535B1E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919341" y="2299874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68" name="Textplatzhalter 12">
            <a:extLst>
              <a:ext uri="{FF2B5EF4-FFF2-40B4-BE49-F238E27FC236}">
                <a16:creationId xmlns:a16="http://schemas.microsoft.com/office/drawing/2014/main" id="{DC80F735-5C79-0CBE-C286-586DDEDBA75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916349" y="3575034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69" name="Picture Placeholder 28">
            <a:extLst>
              <a:ext uri="{FF2B5EF4-FFF2-40B4-BE49-F238E27FC236}">
                <a16:creationId xmlns:a16="http://schemas.microsoft.com/office/drawing/2014/main" id="{18920279-0EDB-E75D-F2F8-3BCD36489943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6268341" y="3393266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70" name="Textplatzhalter 17">
            <a:extLst>
              <a:ext uri="{FF2B5EF4-FFF2-40B4-BE49-F238E27FC236}">
                <a16:creationId xmlns:a16="http://schemas.microsoft.com/office/drawing/2014/main" id="{DAFCB565-B807-D6FD-5984-65D7B48C3BE1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916324" y="4263835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1" name="Textplatzhalter 17">
            <a:extLst>
              <a:ext uri="{FF2B5EF4-FFF2-40B4-BE49-F238E27FC236}">
                <a16:creationId xmlns:a16="http://schemas.microsoft.com/office/drawing/2014/main" id="{8DAB6162-9762-B1C9-4DA9-F2912BF197C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916324" y="3881975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72" name="Textplatzhalter 12">
            <a:extLst>
              <a:ext uri="{FF2B5EF4-FFF2-40B4-BE49-F238E27FC236}">
                <a16:creationId xmlns:a16="http://schemas.microsoft.com/office/drawing/2014/main" id="{8E12BD1E-03FC-2620-E464-BF143130527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916349" y="5157135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73" name="Picture Placeholder 28">
            <a:extLst>
              <a:ext uri="{FF2B5EF4-FFF2-40B4-BE49-F238E27FC236}">
                <a16:creationId xmlns:a16="http://schemas.microsoft.com/office/drawing/2014/main" id="{6104858C-36C3-8CE8-04EA-CC0AAC3B30F9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6268341" y="4975367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 baseline="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74" name="Textplatzhalter 17">
            <a:extLst>
              <a:ext uri="{FF2B5EF4-FFF2-40B4-BE49-F238E27FC236}">
                <a16:creationId xmlns:a16="http://schemas.microsoft.com/office/drawing/2014/main" id="{0A82F722-0A42-12F9-4063-F08180B1E6CB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916324" y="5845936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5" name="Textplatzhalter 17">
            <a:extLst>
              <a:ext uri="{FF2B5EF4-FFF2-40B4-BE49-F238E27FC236}">
                <a16:creationId xmlns:a16="http://schemas.microsoft.com/office/drawing/2014/main" id="{AC4EBC51-387B-8F39-BFFC-6C2DDA89679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916324" y="5464076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3B921FF-76E4-B5DF-8BA9-E6A5EB1EFA7D}"/>
              </a:ext>
            </a:extLst>
          </p:cNvPr>
          <p:cNvSpPr>
            <a:spLocks noGrp="1"/>
          </p:cNvSpPr>
          <p:nvPr>
            <p:ph type="ftr" sz="quarter" idx="5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D49567F-23A1-95CF-1A11-F4AF9E8DF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AEC44FA6-221A-7377-2B99-4CBE6B9038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95859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eam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oliennummernplatzhalter 31">
            <a:extLst>
              <a:ext uri="{FF2B5EF4-FFF2-40B4-BE49-F238E27FC236}">
                <a16:creationId xmlns:a16="http://schemas.microsoft.com/office/drawing/2014/main" id="{6A843F09-9BDF-BC43-95F6-ADC6B19B0580}"/>
              </a:ext>
            </a:extLst>
          </p:cNvPr>
          <p:cNvSpPr>
            <a:spLocks noGrp="1"/>
          </p:cNvSpPr>
          <p:nvPr>
            <p:ph type="sldNum" sz="quarter" idx="4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8E779A24-3462-AB82-3FCA-1CB5423AA266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9EDF1C65-8713-DE72-70C7-2749B1948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3B381240-5FC0-9E72-E2F7-0353226F05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2" name="Picture Placeholder 107">
            <a:extLst>
              <a:ext uri="{FF2B5EF4-FFF2-40B4-BE49-F238E27FC236}">
                <a16:creationId xmlns:a16="http://schemas.microsoft.com/office/drawing/2014/main" id="{23116499-0CFE-D892-2FA8-13D77406D91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16762" y="18072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13" name="Picture Placeholder 107">
            <a:extLst>
              <a:ext uri="{FF2B5EF4-FFF2-40B4-BE49-F238E27FC236}">
                <a16:creationId xmlns:a16="http://schemas.microsoft.com/office/drawing/2014/main" id="{D725714B-A010-1820-5474-83D5408D0670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89562" y="18072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14" name="Picture Placeholder 107">
            <a:extLst>
              <a:ext uri="{FF2B5EF4-FFF2-40B4-BE49-F238E27FC236}">
                <a16:creationId xmlns:a16="http://schemas.microsoft.com/office/drawing/2014/main" id="{366C0021-DBD3-C47D-BE37-EAF8896BC94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263562" y="18072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15" name="Picture Placeholder 107">
            <a:extLst>
              <a:ext uri="{FF2B5EF4-FFF2-40B4-BE49-F238E27FC236}">
                <a16:creationId xmlns:a16="http://schemas.microsoft.com/office/drawing/2014/main" id="{5BDF1F6C-FBEA-4FF9-E76D-0E47497A819F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024762" y="18072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16" name="Textplatzhalter 66">
            <a:extLst>
              <a:ext uri="{FF2B5EF4-FFF2-40B4-BE49-F238E27FC236}">
                <a16:creationId xmlns:a16="http://schemas.microsoft.com/office/drawing/2014/main" id="{A0408540-F57D-87DE-4493-C5D09EC7B6A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93962" y="29196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17" name="Textplatzhalter 68">
            <a:extLst>
              <a:ext uri="{FF2B5EF4-FFF2-40B4-BE49-F238E27FC236}">
                <a16:creationId xmlns:a16="http://schemas.microsoft.com/office/drawing/2014/main" id="{330E073E-B2BE-5FA9-CC5B-670B0DA7841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93962" y="33120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18" name="Textplatzhalter 66">
            <a:extLst>
              <a:ext uri="{FF2B5EF4-FFF2-40B4-BE49-F238E27FC236}">
                <a16:creationId xmlns:a16="http://schemas.microsoft.com/office/drawing/2014/main" id="{42920F71-790F-4859-6449-EC7BA3BD9E88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640762" y="29196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19" name="Textplatzhalter 68">
            <a:extLst>
              <a:ext uri="{FF2B5EF4-FFF2-40B4-BE49-F238E27FC236}">
                <a16:creationId xmlns:a16="http://schemas.microsoft.com/office/drawing/2014/main" id="{E64FF371-E685-6853-BBBF-29894187ADF2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640762" y="33120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20" name="Textplatzhalter 66">
            <a:extLst>
              <a:ext uri="{FF2B5EF4-FFF2-40B4-BE49-F238E27FC236}">
                <a16:creationId xmlns:a16="http://schemas.microsoft.com/office/drawing/2014/main" id="{00BE71F8-A1D4-9B86-90D9-0C7E1EE9E544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401962" y="29196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21" name="Textplatzhalter 68">
            <a:extLst>
              <a:ext uri="{FF2B5EF4-FFF2-40B4-BE49-F238E27FC236}">
                <a16:creationId xmlns:a16="http://schemas.microsoft.com/office/drawing/2014/main" id="{769EE524-2AF1-6C92-AB50-37F41F6EBF81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401962" y="33120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22" name="Textplatzhalter 66">
            <a:extLst>
              <a:ext uri="{FF2B5EF4-FFF2-40B4-BE49-F238E27FC236}">
                <a16:creationId xmlns:a16="http://schemas.microsoft.com/office/drawing/2014/main" id="{9ADF8234-321D-FC68-65C0-78C9E302C17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166762" y="29196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23" name="Textplatzhalter 68">
            <a:extLst>
              <a:ext uri="{FF2B5EF4-FFF2-40B4-BE49-F238E27FC236}">
                <a16:creationId xmlns:a16="http://schemas.microsoft.com/office/drawing/2014/main" id="{7819F712-36D5-84F1-0BAF-865448B98A1E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9166762" y="33120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24" name="Picture Placeholder 107">
            <a:extLst>
              <a:ext uri="{FF2B5EF4-FFF2-40B4-BE49-F238E27FC236}">
                <a16:creationId xmlns:a16="http://schemas.microsoft.com/office/drawing/2014/main" id="{623D1FAA-F70D-A23F-BC3A-349853846EE2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1516762" y="41694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25" name="Picture Placeholder 107">
            <a:extLst>
              <a:ext uri="{FF2B5EF4-FFF2-40B4-BE49-F238E27FC236}">
                <a16:creationId xmlns:a16="http://schemas.microsoft.com/office/drawing/2014/main" id="{D10920A1-7D3E-93F3-B850-4C6B293E58CD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>
          <a:xfrm>
            <a:off x="9789562" y="41694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26" name="Picture Placeholder 107">
            <a:extLst>
              <a:ext uri="{FF2B5EF4-FFF2-40B4-BE49-F238E27FC236}">
                <a16:creationId xmlns:a16="http://schemas.microsoft.com/office/drawing/2014/main" id="{64D67CDF-6C14-0DD4-1834-90DDC489F305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4263562" y="41694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27" name="Picture Placeholder 107">
            <a:extLst>
              <a:ext uri="{FF2B5EF4-FFF2-40B4-BE49-F238E27FC236}">
                <a16:creationId xmlns:a16="http://schemas.microsoft.com/office/drawing/2014/main" id="{B3911E14-5E40-800D-D1DE-663EE7DEF00A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7024762" y="41694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28" name="Textplatzhalter 66">
            <a:extLst>
              <a:ext uri="{FF2B5EF4-FFF2-40B4-BE49-F238E27FC236}">
                <a16:creationId xmlns:a16="http://schemas.microsoft.com/office/drawing/2014/main" id="{699E8550-0312-7DF7-AB44-F57D284A7413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893962" y="52818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29" name="Textplatzhalter 68">
            <a:extLst>
              <a:ext uri="{FF2B5EF4-FFF2-40B4-BE49-F238E27FC236}">
                <a16:creationId xmlns:a16="http://schemas.microsoft.com/office/drawing/2014/main" id="{711E53DB-E5B2-40FA-7C3C-60AABAB4033C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893962" y="56742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30" name="Textplatzhalter 66">
            <a:extLst>
              <a:ext uri="{FF2B5EF4-FFF2-40B4-BE49-F238E27FC236}">
                <a16:creationId xmlns:a16="http://schemas.microsoft.com/office/drawing/2014/main" id="{6D5C5519-ECE1-0B15-4F05-6F2A71303B75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3640762" y="52818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31" name="Textplatzhalter 68">
            <a:extLst>
              <a:ext uri="{FF2B5EF4-FFF2-40B4-BE49-F238E27FC236}">
                <a16:creationId xmlns:a16="http://schemas.microsoft.com/office/drawing/2014/main" id="{710CE8D6-8438-19B2-6236-77B3750036BF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3640762" y="56742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32" name="Textplatzhalter 66">
            <a:extLst>
              <a:ext uri="{FF2B5EF4-FFF2-40B4-BE49-F238E27FC236}">
                <a16:creationId xmlns:a16="http://schemas.microsoft.com/office/drawing/2014/main" id="{387EB030-796E-9070-A7B2-7B2988BB7695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6401962" y="52818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33" name="Textplatzhalter 68">
            <a:extLst>
              <a:ext uri="{FF2B5EF4-FFF2-40B4-BE49-F238E27FC236}">
                <a16:creationId xmlns:a16="http://schemas.microsoft.com/office/drawing/2014/main" id="{35AD2A84-1E7D-AC68-DFFC-41E5562287B4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6401962" y="56742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134" name="Textplatzhalter 66">
            <a:extLst>
              <a:ext uri="{FF2B5EF4-FFF2-40B4-BE49-F238E27FC236}">
                <a16:creationId xmlns:a16="http://schemas.microsoft.com/office/drawing/2014/main" id="{E97A1406-D0E9-E0EE-0596-37C27C77F944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9166762" y="52818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135" name="Textplatzhalter 68">
            <a:extLst>
              <a:ext uri="{FF2B5EF4-FFF2-40B4-BE49-F238E27FC236}">
                <a16:creationId xmlns:a16="http://schemas.microsoft.com/office/drawing/2014/main" id="{6785C65B-7237-37D2-8384-C9A0073525C5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9166762" y="56742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</p:spTree>
    <p:extLst>
      <p:ext uri="{BB962C8B-B14F-4D97-AF65-F5344CB8AC3E}">
        <p14:creationId xmlns:p14="http://schemas.microsoft.com/office/powerpoint/2010/main" val="39581792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eam 4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Bildplatzhalter 17">
            <a:extLst>
              <a:ext uri="{FF2B5EF4-FFF2-40B4-BE49-F238E27FC236}">
                <a16:creationId xmlns:a16="http://schemas.microsoft.com/office/drawing/2014/main" id="{772D037C-EC60-3D87-5A88-33D2C1FFCE76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1207171" y="1807200"/>
            <a:ext cx="1440000" cy="144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69" name="Bildplatzhalter 17">
            <a:extLst>
              <a:ext uri="{FF2B5EF4-FFF2-40B4-BE49-F238E27FC236}">
                <a16:creationId xmlns:a16="http://schemas.microsoft.com/office/drawing/2014/main" id="{A63C3A20-9C90-8D78-D0DD-3D6149F70BC5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771181" y="1807200"/>
            <a:ext cx="1440000" cy="14400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0" name="Textplatzhalter 12">
            <a:extLst>
              <a:ext uri="{FF2B5EF4-FFF2-40B4-BE49-F238E27FC236}">
                <a16:creationId xmlns:a16="http://schemas.microsoft.com/office/drawing/2014/main" id="{0FA721B5-C5F5-D3E4-B507-68EDA5F34F4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7171" y="3485247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TITEL / NAME / TOPIC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1" name="Textplatzhalter 9">
            <a:extLst>
              <a:ext uri="{FF2B5EF4-FFF2-40B4-BE49-F238E27FC236}">
                <a16:creationId xmlns:a16="http://schemas.microsoft.com/office/drawing/2014/main" id="{E1F6DA27-90BE-F221-4957-D72C1D9764C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7171" y="3878313"/>
            <a:ext cx="2160000" cy="16764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42" name="Textplatzhalter 12">
            <a:extLst>
              <a:ext uri="{FF2B5EF4-FFF2-40B4-BE49-F238E27FC236}">
                <a16:creationId xmlns:a16="http://schemas.microsoft.com/office/drawing/2014/main" id="{B421A404-7614-129A-1395-D5B8D4EB779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29176" y="3485247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TITEL / NAME / TOPIC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3" name="Textplatzhalter 9">
            <a:extLst>
              <a:ext uri="{FF2B5EF4-FFF2-40B4-BE49-F238E27FC236}">
                <a16:creationId xmlns:a16="http://schemas.microsoft.com/office/drawing/2014/main" id="{CB24C7CA-1C02-E10B-E47D-44C433A92A6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29176" y="3878313"/>
            <a:ext cx="2160000" cy="16764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63" name="Textplatzhalter 12">
            <a:extLst>
              <a:ext uri="{FF2B5EF4-FFF2-40B4-BE49-F238E27FC236}">
                <a16:creationId xmlns:a16="http://schemas.microsoft.com/office/drawing/2014/main" id="{657A52F1-3DA5-C11D-DEC0-68712FC19DB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11181" y="3485247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TITEL / NAME / TOPIC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64" name="Textplatzhalter 9">
            <a:extLst>
              <a:ext uri="{FF2B5EF4-FFF2-40B4-BE49-F238E27FC236}">
                <a16:creationId xmlns:a16="http://schemas.microsoft.com/office/drawing/2014/main" id="{0297597A-8259-C62E-D09A-EB510E03DE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11181" y="3878313"/>
            <a:ext cx="2160000" cy="16764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65" name="Textplatzhalter 12">
            <a:extLst>
              <a:ext uri="{FF2B5EF4-FFF2-40B4-BE49-F238E27FC236}">
                <a16:creationId xmlns:a16="http://schemas.microsoft.com/office/drawing/2014/main" id="{5DE71ECB-DD93-A5BB-3D87-3374FB8B79F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93187" y="3485247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600">
                <a:solidFill>
                  <a:schemeClr val="bg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TITEL / NAME / TOPIC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66" name="Textplatzhalter 9">
            <a:extLst>
              <a:ext uri="{FF2B5EF4-FFF2-40B4-BE49-F238E27FC236}">
                <a16:creationId xmlns:a16="http://schemas.microsoft.com/office/drawing/2014/main" id="{E945E4C6-1522-1937-CA45-8DE78312400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93187" y="3878313"/>
            <a:ext cx="2160000" cy="16764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Bildplatzhalter 17">
            <a:extLst>
              <a:ext uri="{FF2B5EF4-FFF2-40B4-BE49-F238E27FC236}">
                <a16:creationId xmlns:a16="http://schemas.microsoft.com/office/drawing/2014/main" id="{AB95BBF8-A2E9-CCAF-363B-609FBCD52AA2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989176" y="1807200"/>
            <a:ext cx="1440000" cy="144000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14" name="Bildplatzhalter 17">
            <a:extLst>
              <a:ext uri="{FF2B5EF4-FFF2-40B4-BE49-F238E27FC236}">
                <a16:creationId xmlns:a16="http://schemas.microsoft.com/office/drawing/2014/main" id="{83B8CFFB-FF68-9C25-DA36-496767D6BE79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9553187" y="1807200"/>
            <a:ext cx="1440000" cy="144000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96B5678A-CC30-17EC-6046-C3AB8B5CAEBB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81C64AC1-41FF-6EFD-BD2E-001BE8E76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599F5F5F-70C0-A783-86E8-A25D8BB7296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140343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eam 5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Bildplatzhalter 17">
            <a:extLst>
              <a:ext uri="{FF2B5EF4-FFF2-40B4-BE49-F238E27FC236}">
                <a16:creationId xmlns:a16="http://schemas.microsoft.com/office/drawing/2014/main" id="{772D037C-EC60-3D87-5A88-33D2C1FFCE76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59120" y="2141835"/>
            <a:ext cx="1620000" cy="162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3" name="Textplatzhalter 9">
            <a:extLst>
              <a:ext uri="{FF2B5EF4-FFF2-40B4-BE49-F238E27FC236}">
                <a16:creationId xmlns:a16="http://schemas.microsoft.com/office/drawing/2014/main" id="{CB24C7CA-1C02-E10B-E47D-44C433A92A6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33234" y="2790471"/>
            <a:ext cx="324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49899CC0-4887-5398-AC2D-3879832254B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533235" y="2477558"/>
            <a:ext cx="3240000" cy="3129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31" name="Bildplatzhalter 17">
            <a:extLst>
              <a:ext uri="{FF2B5EF4-FFF2-40B4-BE49-F238E27FC236}">
                <a16:creationId xmlns:a16="http://schemas.microsoft.com/office/drawing/2014/main" id="{87B01507-D539-D1D5-84F5-7BB853D625E2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59120" y="4159969"/>
            <a:ext cx="1620000" cy="162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2" name="Textplatzhalter 9">
            <a:extLst>
              <a:ext uri="{FF2B5EF4-FFF2-40B4-BE49-F238E27FC236}">
                <a16:creationId xmlns:a16="http://schemas.microsoft.com/office/drawing/2014/main" id="{E4E34D18-7C92-002E-3062-BC29D200A31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533234" y="4808605"/>
            <a:ext cx="324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33" name="Textplatzhalter 29">
            <a:extLst>
              <a:ext uri="{FF2B5EF4-FFF2-40B4-BE49-F238E27FC236}">
                <a16:creationId xmlns:a16="http://schemas.microsoft.com/office/drawing/2014/main" id="{A9390570-DE34-9C81-EEEA-7F734521000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533235" y="4495692"/>
            <a:ext cx="3240000" cy="3129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34" name="Bildplatzhalter 17">
            <a:extLst>
              <a:ext uri="{FF2B5EF4-FFF2-40B4-BE49-F238E27FC236}">
                <a16:creationId xmlns:a16="http://schemas.microsoft.com/office/drawing/2014/main" id="{98ACEAFE-80F6-186D-B801-C0FAAFAB13E6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6418767" y="2141835"/>
            <a:ext cx="1620000" cy="162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5" name="Textplatzhalter 9">
            <a:extLst>
              <a:ext uri="{FF2B5EF4-FFF2-40B4-BE49-F238E27FC236}">
                <a16:creationId xmlns:a16="http://schemas.microsoft.com/office/drawing/2014/main" id="{634B2B19-BE36-AD4B-9ED9-165B78B7716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292881" y="2790471"/>
            <a:ext cx="324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36" name="Textplatzhalter 29">
            <a:extLst>
              <a:ext uri="{FF2B5EF4-FFF2-40B4-BE49-F238E27FC236}">
                <a16:creationId xmlns:a16="http://schemas.microsoft.com/office/drawing/2014/main" id="{CD729948-1748-4F0F-5455-FE8C91C53E8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292882" y="2477558"/>
            <a:ext cx="3240000" cy="3129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37" name="Bildplatzhalter 17">
            <a:extLst>
              <a:ext uri="{FF2B5EF4-FFF2-40B4-BE49-F238E27FC236}">
                <a16:creationId xmlns:a16="http://schemas.microsoft.com/office/drawing/2014/main" id="{9F59711B-6747-8E5E-11FF-97DC1449F1E8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6418767" y="4159969"/>
            <a:ext cx="1620000" cy="162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8" name="Textplatzhalter 9">
            <a:extLst>
              <a:ext uri="{FF2B5EF4-FFF2-40B4-BE49-F238E27FC236}">
                <a16:creationId xmlns:a16="http://schemas.microsoft.com/office/drawing/2014/main" id="{61B007DB-67F4-D21A-1F1A-AA2D4E5EBE6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292881" y="4808605"/>
            <a:ext cx="324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39" name="Textplatzhalter 29">
            <a:extLst>
              <a:ext uri="{FF2B5EF4-FFF2-40B4-BE49-F238E27FC236}">
                <a16:creationId xmlns:a16="http://schemas.microsoft.com/office/drawing/2014/main" id="{E2D5A7CD-3472-54C6-6662-44452403506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292882" y="4495692"/>
            <a:ext cx="3240000" cy="3129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D4EFD47E-4C34-A113-0CC5-20C28AD7301E}"/>
              </a:ext>
            </a:extLst>
          </p:cNvPr>
          <p:cNvSpPr>
            <a:spLocks noGrp="1"/>
          </p:cNvSpPr>
          <p:nvPr>
            <p:ph type="ftr" sz="quarter" idx="43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5027E37E-9F12-A6AD-EC7B-01596119C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5" name="Textplatzhalter 17">
            <a:extLst>
              <a:ext uri="{FF2B5EF4-FFF2-40B4-BE49-F238E27FC236}">
                <a16:creationId xmlns:a16="http://schemas.microsoft.com/office/drawing/2014/main" id="{557245B5-2A7D-2C02-442C-51FF973469A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667062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Image round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Bildplatzhalter 17">
            <a:extLst>
              <a:ext uri="{FF2B5EF4-FFF2-40B4-BE49-F238E27FC236}">
                <a16:creationId xmlns:a16="http://schemas.microsoft.com/office/drawing/2014/main" id="{772D037C-EC60-3D87-5A88-33D2C1FFCE76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5603966" y="774642"/>
            <a:ext cx="3803466" cy="3803466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70023C3F-F50B-69C3-8315-077076595BB6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22C42462-6E49-11FC-7E0A-4ECFDC8D33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540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3D834707-8148-4480-52CF-6B4CFEC67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522000"/>
            <a:ext cx="5400000" cy="252000"/>
          </a:xfrm>
        </p:spPr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2995853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Graphic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ildplatzhalter 17">
            <a:extLst>
              <a:ext uri="{FF2B5EF4-FFF2-40B4-BE49-F238E27FC236}">
                <a16:creationId xmlns:a16="http://schemas.microsoft.com/office/drawing/2014/main" id="{22C0D2B2-1E2A-A4F9-8F9E-FE9D767FF549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500952" y="2517821"/>
            <a:ext cx="853200" cy="853200"/>
          </a:xfrm>
          <a:prstGeom prst="ellipse">
            <a:avLst/>
          </a:prstGeom>
          <a:pattFill prst="pct5">
            <a:fgClr>
              <a:schemeClr val="tx2"/>
            </a:fgClr>
            <a:bgClr>
              <a:schemeClr val="tx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24" name="Bildplatzhalter 17">
            <a:extLst>
              <a:ext uri="{FF2B5EF4-FFF2-40B4-BE49-F238E27FC236}">
                <a16:creationId xmlns:a16="http://schemas.microsoft.com/office/drawing/2014/main" id="{8A430A93-19D5-EA40-544A-224FA798BCE2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5667183" y="2019699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accent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25" name="Bildplatzhalter 17">
            <a:extLst>
              <a:ext uri="{FF2B5EF4-FFF2-40B4-BE49-F238E27FC236}">
                <a16:creationId xmlns:a16="http://schemas.microsoft.com/office/drawing/2014/main" id="{5BC59A19-4BA7-E66C-BBEC-29C203087D28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815420" y="2517821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rgbClr val="772D5D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26" name="Bildplatzhalter 17">
            <a:extLst>
              <a:ext uri="{FF2B5EF4-FFF2-40B4-BE49-F238E27FC236}">
                <a16:creationId xmlns:a16="http://schemas.microsoft.com/office/drawing/2014/main" id="{6A8575FE-B396-2035-95D8-E8BABF6D8C96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7346165" y="3722421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rgbClr val="64966C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29" name="Bildplatzhalter 17">
            <a:extLst>
              <a:ext uri="{FF2B5EF4-FFF2-40B4-BE49-F238E27FC236}">
                <a16:creationId xmlns:a16="http://schemas.microsoft.com/office/drawing/2014/main" id="{7CEE9865-02A0-F603-DBF2-5D04BC2BDA33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3994325" y="3722421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accent4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0" name="Bildplatzhalter 17">
            <a:extLst>
              <a:ext uri="{FF2B5EF4-FFF2-40B4-BE49-F238E27FC236}">
                <a16:creationId xmlns:a16="http://schemas.microsoft.com/office/drawing/2014/main" id="{470BED20-491D-A0CD-D9B1-1CB33D07F7C7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5667183" y="5305882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rgbClr val="4BACB9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1" name="Bildplatzhalter 17">
            <a:extLst>
              <a:ext uri="{FF2B5EF4-FFF2-40B4-BE49-F238E27FC236}">
                <a16:creationId xmlns:a16="http://schemas.microsoft.com/office/drawing/2014/main" id="{3D9172F5-8A83-20A5-CF10-C518ADD8B040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6831295" y="4914079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rgbClr val="A1D3C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64" name="Bildplatzhalter 17">
            <a:extLst>
              <a:ext uri="{FF2B5EF4-FFF2-40B4-BE49-F238E27FC236}">
                <a16:creationId xmlns:a16="http://schemas.microsoft.com/office/drawing/2014/main" id="{E3D12321-A5E9-4824-4807-006BF811B89D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4477348" y="4885663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accent3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65" name="Bildplatzhalter 17">
            <a:extLst>
              <a:ext uri="{FF2B5EF4-FFF2-40B4-BE49-F238E27FC236}">
                <a16:creationId xmlns:a16="http://schemas.microsoft.com/office/drawing/2014/main" id="{5B7E1FEA-3193-E534-D0FF-A8360D57CA59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440725" y="3429000"/>
            <a:ext cx="1314000" cy="1314000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48C5A3A3-6D0A-9511-C42F-D92FF6E770DF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166BA448-4548-5F15-2597-19000926C5C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144FCA99-46B5-D8ED-F7FC-FA9C07A44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67464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Graphic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Inhaltsplatzhalter 21">
            <a:extLst>
              <a:ext uri="{FF2B5EF4-FFF2-40B4-BE49-F238E27FC236}">
                <a16:creationId xmlns:a16="http://schemas.microsoft.com/office/drawing/2014/main" id="{D7BB12CC-7D14-8A3C-4285-AFB78BE3C958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112645" y="3380345"/>
            <a:ext cx="2735595" cy="1845469"/>
          </a:xfrm>
          <a:custGeom>
            <a:avLst/>
            <a:gdLst>
              <a:gd name="connsiteX0" fmla="*/ 0 w 2867025"/>
              <a:gd name="connsiteY0" fmla="*/ 1884362 h 1884362"/>
              <a:gd name="connsiteX1" fmla="*/ 1433513 w 2867025"/>
              <a:gd name="connsiteY1" fmla="*/ 0 h 1884362"/>
              <a:gd name="connsiteX2" fmla="*/ 2867025 w 2867025"/>
              <a:gd name="connsiteY2" fmla="*/ 1884362 h 1884362"/>
              <a:gd name="connsiteX3" fmla="*/ 0 w 2867025"/>
              <a:gd name="connsiteY3" fmla="*/ 1884362 h 1884362"/>
              <a:gd name="connsiteX0" fmla="*/ 0 w 2867025"/>
              <a:gd name="connsiteY0" fmla="*/ 1887380 h 1887380"/>
              <a:gd name="connsiteX1" fmla="*/ 1403335 w 2867025"/>
              <a:gd name="connsiteY1" fmla="*/ 0 h 1887380"/>
              <a:gd name="connsiteX2" fmla="*/ 2867025 w 2867025"/>
              <a:gd name="connsiteY2" fmla="*/ 1887380 h 1887380"/>
              <a:gd name="connsiteX3" fmla="*/ 0 w 2867025"/>
              <a:gd name="connsiteY3" fmla="*/ 1887380 h 1887380"/>
              <a:gd name="connsiteX0" fmla="*/ 0 w 2806669"/>
              <a:gd name="connsiteY0" fmla="*/ 1887380 h 1893416"/>
              <a:gd name="connsiteX1" fmla="*/ 1403335 w 2806669"/>
              <a:gd name="connsiteY1" fmla="*/ 0 h 1893416"/>
              <a:gd name="connsiteX2" fmla="*/ 2806669 w 2806669"/>
              <a:gd name="connsiteY2" fmla="*/ 1893416 h 1893416"/>
              <a:gd name="connsiteX3" fmla="*/ 0 w 2806669"/>
              <a:gd name="connsiteY3" fmla="*/ 1887380 h 1893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6669" h="1893416">
                <a:moveTo>
                  <a:pt x="0" y="1887380"/>
                </a:moveTo>
                <a:lnTo>
                  <a:pt x="1403335" y="0"/>
                </a:lnTo>
                <a:lnTo>
                  <a:pt x="2806669" y="1893416"/>
                </a:lnTo>
                <a:lnTo>
                  <a:pt x="0" y="1887380"/>
                </a:lnTo>
                <a:close/>
              </a:path>
            </a:pathLst>
          </a:custGeom>
          <a:pattFill prst="pct5">
            <a:fgClr>
              <a:schemeClr val="bg2"/>
            </a:fgClr>
            <a:bgClr>
              <a:schemeClr val="tx1"/>
            </a:bgClr>
          </a:pattFill>
        </p:spPr>
        <p:txBody>
          <a:bodyPr anchor="ctr" anchorCtr="0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8" name="Inhaltsplatzhalter 21">
            <a:extLst>
              <a:ext uri="{FF2B5EF4-FFF2-40B4-BE49-F238E27FC236}">
                <a16:creationId xmlns:a16="http://schemas.microsoft.com/office/drawing/2014/main" id="{33A6613D-50B2-BB25-8D72-88FED21374F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095195" y="3379935"/>
            <a:ext cx="2735595" cy="1845469"/>
          </a:xfrm>
          <a:custGeom>
            <a:avLst/>
            <a:gdLst>
              <a:gd name="connsiteX0" fmla="*/ 0 w 2867025"/>
              <a:gd name="connsiteY0" fmla="*/ 1884362 h 1884362"/>
              <a:gd name="connsiteX1" fmla="*/ 1433513 w 2867025"/>
              <a:gd name="connsiteY1" fmla="*/ 0 h 1884362"/>
              <a:gd name="connsiteX2" fmla="*/ 2867025 w 2867025"/>
              <a:gd name="connsiteY2" fmla="*/ 1884362 h 1884362"/>
              <a:gd name="connsiteX3" fmla="*/ 0 w 2867025"/>
              <a:gd name="connsiteY3" fmla="*/ 1884362 h 1884362"/>
              <a:gd name="connsiteX0" fmla="*/ 0 w 2867025"/>
              <a:gd name="connsiteY0" fmla="*/ 1887380 h 1887380"/>
              <a:gd name="connsiteX1" fmla="*/ 1403335 w 2867025"/>
              <a:gd name="connsiteY1" fmla="*/ 0 h 1887380"/>
              <a:gd name="connsiteX2" fmla="*/ 2867025 w 2867025"/>
              <a:gd name="connsiteY2" fmla="*/ 1887380 h 1887380"/>
              <a:gd name="connsiteX3" fmla="*/ 0 w 2867025"/>
              <a:gd name="connsiteY3" fmla="*/ 1887380 h 1887380"/>
              <a:gd name="connsiteX0" fmla="*/ 0 w 2806669"/>
              <a:gd name="connsiteY0" fmla="*/ 1887380 h 1893416"/>
              <a:gd name="connsiteX1" fmla="*/ 1403335 w 2806669"/>
              <a:gd name="connsiteY1" fmla="*/ 0 h 1893416"/>
              <a:gd name="connsiteX2" fmla="*/ 2806669 w 2806669"/>
              <a:gd name="connsiteY2" fmla="*/ 1893416 h 1893416"/>
              <a:gd name="connsiteX3" fmla="*/ 0 w 2806669"/>
              <a:gd name="connsiteY3" fmla="*/ 1887380 h 1893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6669" h="1893416">
                <a:moveTo>
                  <a:pt x="0" y="1887380"/>
                </a:moveTo>
                <a:lnTo>
                  <a:pt x="1403335" y="0"/>
                </a:lnTo>
                <a:lnTo>
                  <a:pt x="2806669" y="1893416"/>
                </a:lnTo>
                <a:lnTo>
                  <a:pt x="0" y="1887380"/>
                </a:lnTo>
                <a:close/>
              </a:path>
            </a:pathLst>
          </a:custGeom>
          <a:pattFill prst="pct5">
            <a:fgClr>
              <a:schemeClr val="bg2"/>
            </a:fgClr>
            <a:bgClr>
              <a:schemeClr val="tx1"/>
            </a:bgClr>
          </a:pattFill>
        </p:spPr>
        <p:txBody>
          <a:bodyPr anchor="ctr" anchorCtr="0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Inhaltsplatzhalter 21">
            <a:extLst>
              <a:ext uri="{FF2B5EF4-FFF2-40B4-BE49-F238E27FC236}">
                <a16:creationId xmlns:a16="http://schemas.microsoft.com/office/drawing/2014/main" id="{2BEFC549-E378-FA1A-53D8-D386EC884337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6605493" y="1363281"/>
            <a:ext cx="2735595" cy="1845469"/>
          </a:xfrm>
          <a:custGeom>
            <a:avLst/>
            <a:gdLst>
              <a:gd name="connsiteX0" fmla="*/ 0 w 2867025"/>
              <a:gd name="connsiteY0" fmla="*/ 1884362 h 1884362"/>
              <a:gd name="connsiteX1" fmla="*/ 1433513 w 2867025"/>
              <a:gd name="connsiteY1" fmla="*/ 0 h 1884362"/>
              <a:gd name="connsiteX2" fmla="*/ 2867025 w 2867025"/>
              <a:gd name="connsiteY2" fmla="*/ 1884362 h 1884362"/>
              <a:gd name="connsiteX3" fmla="*/ 0 w 2867025"/>
              <a:gd name="connsiteY3" fmla="*/ 1884362 h 1884362"/>
              <a:gd name="connsiteX0" fmla="*/ 0 w 2867025"/>
              <a:gd name="connsiteY0" fmla="*/ 1887380 h 1887380"/>
              <a:gd name="connsiteX1" fmla="*/ 1403335 w 2867025"/>
              <a:gd name="connsiteY1" fmla="*/ 0 h 1887380"/>
              <a:gd name="connsiteX2" fmla="*/ 2867025 w 2867025"/>
              <a:gd name="connsiteY2" fmla="*/ 1887380 h 1887380"/>
              <a:gd name="connsiteX3" fmla="*/ 0 w 2867025"/>
              <a:gd name="connsiteY3" fmla="*/ 1887380 h 1887380"/>
              <a:gd name="connsiteX0" fmla="*/ 0 w 2806669"/>
              <a:gd name="connsiteY0" fmla="*/ 1887380 h 1893416"/>
              <a:gd name="connsiteX1" fmla="*/ 1403335 w 2806669"/>
              <a:gd name="connsiteY1" fmla="*/ 0 h 1893416"/>
              <a:gd name="connsiteX2" fmla="*/ 2806669 w 2806669"/>
              <a:gd name="connsiteY2" fmla="*/ 1893416 h 1893416"/>
              <a:gd name="connsiteX3" fmla="*/ 0 w 2806669"/>
              <a:gd name="connsiteY3" fmla="*/ 1887380 h 1893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6669" h="1893416">
                <a:moveTo>
                  <a:pt x="0" y="1887380"/>
                </a:moveTo>
                <a:lnTo>
                  <a:pt x="1403335" y="0"/>
                </a:lnTo>
                <a:lnTo>
                  <a:pt x="2806669" y="1893416"/>
                </a:lnTo>
                <a:lnTo>
                  <a:pt x="0" y="1887380"/>
                </a:lnTo>
                <a:close/>
              </a:path>
            </a:pathLst>
          </a:custGeom>
          <a:pattFill prst="pct5">
            <a:fgClr>
              <a:schemeClr val="bg2"/>
            </a:fgClr>
            <a:bgClr>
              <a:schemeClr val="accent1"/>
            </a:bgClr>
          </a:pattFill>
        </p:spPr>
        <p:txBody>
          <a:bodyPr anchor="ctr" anchorCtr="0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0" name="Inhaltsplatzhalter 69">
            <a:extLst>
              <a:ext uri="{FF2B5EF4-FFF2-40B4-BE49-F238E27FC236}">
                <a16:creationId xmlns:a16="http://schemas.microsoft.com/office/drawing/2014/main" id="{D2EF5D6C-C81A-42ED-C67F-9BFF02C054F2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6603905" y="3329350"/>
            <a:ext cx="2735625" cy="1845927"/>
          </a:xfrm>
          <a:prstGeom prst="flowChartMerge">
            <a:avLst/>
          </a:prstGeom>
          <a:pattFill prst="pct5">
            <a:fgClr>
              <a:schemeClr val="tx1"/>
            </a:fgClr>
            <a:bgClr>
              <a:schemeClr val="tx2"/>
            </a:bgClr>
          </a:pattFill>
        </p:spPr>
        <p:txBody>
          <a:bodyPr anchor="ctr" anchorCtr="0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2" name="Inhaltsplatzhalter 71">
            <a:extLst>
              <a:ext uri="{FF2B5EF4-FFF2-40B4-BE49-F238E27FC236}">
                <a16:creationId xmlns:a16="http://schemas.microsoft.com/office/drawing/2014/main" id="{8006F549-64F8-3BCC-308A-28F09F10E9CF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4447554" y="5344554"/>
            <a:ext cx="7032155" cy="860272"/>
          </a:xfrm>
          <a:prstGeom prst="trapezoid">
            <a:avLst>
              <a:gd name="adj" fmla="val 69019"/>
            </a:avLst>
          </a:prstGeom>
          <a:pattFill prst="pct5">
            <a:fgClr>
              <a:schemeClr val="tx1"/>
            </a:fgClr>
            <a:bgClr>
              <a:schemeClr val="bg2"/>
            </a:bgClr>
          </a:pattFill>
        </p:spPr>
        <p:txBody>
          <a:bodyPr/>
          <a:lstStyle>
            <a:lvl1pPr marL="0" indent="0" algn="ctr">
              <a:buNone/>
              <a:defRPr sz="800"/>
            </a:lvl1pPr>
            <a:lvl2pPr marL="457200" indent="0" algn="ctr">
              <a:buNone/>
              <a:defRPr sz="800"/>
            </a:lvl2pPr>
            <a:lvl3pPr marL="914400" indent="0" algn="ctr">
              <a:buNone/>
              <a:defRPr sz="800"/>
            </a:lvl3pPr>
            <a:lvl4pPr marL="1371600" indent="0" algn="ctr">
              <a:buNone/>
              <a:defRPr sz="800"/>
            </a:lvl4pPr>
            <a:lvl5pPr marL="1828800" indent="0" algn="ctr">
              <a:buNone/>
              <a:defRPr sz="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3" name="Inhaltsplatzhalter 2">
            <a:extLst>
              <a:ext uri="{FF2B5EF4-FFF2-40B4-BE49-F238E27FC236}">
                <a16:creationId xmlns:a16="http://schemas.microsoft.com/office/drawing/2014/main" id="{F7150A6D-248E-CBE7-0CD1-33F8A7C716C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8163"/>
            <a:ext cx="35136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pic>
        <p:nvPicPr>
          <p:cNvPr id="74" name="Grafik 73">
            <a:extLst>
              <a:ext uri="{FF2B5EF4-FFF2-40B4-BE49-F238E27FC236}">
                <a16:creationId xmlns:a16="http://schemas.microsoft.com/office/drawing/2014/main" id="{65355B37-BA23-335C-CE2F-CEE495EFA21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5158791C-C67E-7588-D1BC-B3C41772755A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6085BFAF-1A15-A977-76A3-4F09E955CBD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1294FB6B-67DE-26B9-75F7-00E1B0944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5065642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Graphic 3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17">
            <a:extLst>
              <a:ext uri="{FF2B5EF4-FFF2-40B4-BE49-F238E27FC236}">
                <a16:creationId xmlns:a16="http://schemas.microsoft.com/office/drawing/2014/main" id="{E11FE89E-568B-4322-C82A-99798E9D30E0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7005963" y="2937589"/>
            <a:ext cx="853200" cy="853200"/>
          </a:xfrm>
          <a:prstGeom prst="ellipse">
            <a:avLst/>
          </a:prstGeom>
          <a:solidFill>
            <a:schemeClr val="accent4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" name="Bildplatzhalter 17">
            <a:extLst>
              <a:ext uri="{FF2B5EF4-FFF2-40B4-BE49-F238E27FC236}">
                <a16:creationId xmlns:a16="http://schemas.microsoft.com/office/drawing/2014/main" id="{41371A3A-CB8E-FAD1-6EB4-D91D9A6B1C2A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9027985" y="3438542"/>
            <a:ext cx="853200" cy="8532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18" name="Bildplatzhalter 17">
            <a:extLst>
              <a:ext uri="{FF2B5EF4-FFF2-40B4-BE49-F238E27FC236}">
                <a16:creationId xmlns:a16="http://schemas.microsoft.com/office/drawing/2014/main" id="{17D2C574-0B7B-A00E-10DB-D6293120685D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489736" y="4760611"/>
            <a:ext cx="853200" cy="8532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1" name="Bildplatzhalter 17">
            <a:extLst>
              <a:ext uri="{FF2B5EF4-FFF2-40B4-BE49-F238E27FC236}">
                <a16:creationId xmlns:a16="http://schemas.microsoft.com/office/drawing/2014/main" id="{16101017-0C4A-2979-D34B-FED2227CD8BF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8003391" y="4290671"/>
            <a:ext cx="853200" cy="85320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63" name="Inhaltsplatzhalter 2">
            <a:extLst>
              <a:ext uri="{FF2B5EF4-FFF2-40B4-BE49-F238E27FC236}">
                <a16:creationId xmlns:a16="http://schemas.microsoft.com/office/drawing/2014/main" id="{B71A738C-B934-81D9-A636-A9E923B27B26}"/>
              </a:ext>
            </a:extLst>
          </p:cNvPr>
          <p:cNvSpPr>
            <a:spLocks noGrp="1"/>
          </p:cNvSpPr>
          <p:nvPr>
            <p:ph idx="37" hasCustomPrompt="1"/>
          </p:nvPr>
        </p:nvSpPr>
        <p:spPr>
          <a:xfrm>
            <a:off x="5843665" y="4027105"/>
            <a:ext cx="402443" cy="13236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64" name="Inhaltsplatzhalter 2">
            <a:extLst>
              <a:ext uri="{FF2B5EF4-FFF2-40B4-BE49-F238E27FC236}">
                <a16:creationId xmlns:a16="http://schemas.microsoft.com/office/drawing/2014/main" id="{0FF61268-9D01-EE23-5711-074721C042E0}"/>
              </a:ext>
            </a:extLst>
          </p:cNvPr>
          <p:cNvSpPr>
            <a:spLocks noGrp="1"/>
          </p:cNvSpPr>
          <p:nvPr>
            <p:ph idx="38" hasCustomPrompt="1"/>
          </p:nvPr>
        </p:nvSpPr>
        <p:spPr>
          <a:xfrm>
            <a:off x="11116783" y="4027105"/>
            <a:ext cx="402443" cy="13236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65" name="Inhaltsplatzhalter 2">
            <a:extLst>
              <a:ext uri="{FF2B5EF4-FFF2-40B4-BE49-F238E27FC236}">
                <a16:creationId xmlns:a16="http://schemas.microsoft.com/office/drawing/2014/main" id="{A304610D-9559-3EDB-8D91-B321EF03A435}"/>
              </a:ext>
            </a:extLst>
          </p:cNvPr>
          <p:cNvSpPr>
            <a:spLocks noGrp="1"/>
          </p:cNvSpPr>
          <p:nvPr>
            <p:ph idx="39" hasCustomPrompt="1"/>
          </p:nvPr>
        </p:nvSpPr>
        <p:spPr>
          <a:xfrm>
            <a:off x="8486066" y="5758506"/>
            <a:ext cx="402443" cy="13236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66" name="Inhaltsplatzhalter 2">
            <a:extLst>
              <a:ext uri="{FF2B5EF4-FFF2-40B4-BE49-F238E27FC236}">
                <a16:creationId xmlns:a16="http://schemas.microsoft.com/office/drawing/2014/main" id="{DB22E2E7-D9C0-CB9D-24F9-F4CEDFB2304D}"/>
              </a:ext>
            </a:extLst>
          </p:cNvPr>
          <p:cNvSpPr>
            <a:spLocks noGrp="1"/>
          </p:cNvSpPr>
          <p:nvPr>
            <p:ph idx="40" hasCustomPrompt="1"/>
          </p:nvPr>
        </p:nvSpPr>
        <p:spPr>
          <a:xfrm>
            <a:off x="8485655" y="2297686"/>
            <a:ext cx="402443" cy="13236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68" name="Inhaltsplatzhalter 2">
            <a:extLst>
              <a:ext uri="{FF2B5EF4-FFF2-40B4-BE49-F238E27FC236}">
                <a16:creationId xmlns:a16="http://schemas.microsoft.com/office/drawing/2014/main" id="{B8321047-6B7B-3C5F-7A70-C0DED8AB101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F4F3818-5FEC-91B6-5D85-B43900C53A66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87FD774B-FDF1-4DE8-0680-B9E3BA034DBD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CDA6C52-DF22-D6A8-85F1-316506D522AB}"/>
              </a:ext>
            </a:extLst>
          </p:cNvPr>
          <p:cNvSpPr>
            <a:spLocks noGrp="1"/>
          </p:cNvSpPr>
          <p:nvPr>
            <p:ph type="ftr" sz="quarter" idx="42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8EE3EA5-32A3-A545-6D9E-E7AB9A4EB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E0B7C146-198E-A8E4-D2D7-CABB96CDB90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98140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Graphic 4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Bildplatzhalter 75">
            <a:extLst>
              <a:ext uri="{FF2B5EF4-FFF2-40B4-BE49-F238E27FC236}">
                <a16:creationId xmlns:a16="http://schemas.microsoft.com/office/drawing/2014/main" id="{E7CDD4E0-24E9-A2A3-13F5-3C8E2C0FF0D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177514" y="1807200"/>
            <a:ext cx="720725" cy="71913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tx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77" name="Bildplatzhalter 75">
            <a:extLst>
              <a:ext uri="{FF2B5EF4-FFF2-40B4-BE49-F238E27FC236}">
                <a16:creationId xmlns:a16="http://schemas.microsoft.com/office/drawing/2014/main" id="{B204E437-6989-182B-D017-758C3283950B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60189" y="1807200"/>
            <a:ext cx="720725" cy="71913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78" name="Bildplatzhalter 75">
            <a:extLst>
              <a:ext uri="{FF2B5EF4-FFF2-40B4-BE49-F238E27FC236}">
                <a16:creationId xmlns:a16="http://schemas.microsoft.com/office/drawing/2014/main" id="{217F7511-C6AB-4087-E532-017F0D7BBC03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3199546" y="3910868"/>
            <a:ext cx="720725" cy="719137"/>
          </a:xfrm>
          <a:prstGeom prst="rect">
            <a:avLst/>
          </a:prstGeom>
          <a:pattFill prst="pct5">
            <a:fgClr>
              <a:schemeClr val="tx2"/>
            </a:fgClr>
            <a:bgClr>
              <a:schemeClr val="tx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79" name="Bildplatzhalter 75">
            <a:extLst>
              <a:ext uri="{FF2B5EF4-FFF2-40B4-BE49-F238E27FC236}">
                <a16:creationId xmlns:a16="http://schemas.microsoft.com/office/drawing/2014/main" id="{813DC06C-1763-5233-A589-728BCB3A15B6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682221" y="3910868"/>
            <a:ext cx="720725" cy="71913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accent4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0" name="Bildplatzhalter 75">
            <a:extLst>
              <a:ext uri="{FF2B5EF4-FFF2-40B4-BE49-F238E27FC236}">
                <a16:creationId xmlns:a16="http://schemas.microsoft.com/office/drawing/2014/main" id="{8F91579E-A843-95B5-5C98-8ABA01282093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6488163" y="1824462"/>
            <a:ext cx="2016000" cy="20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1" name="Bildplatzhalter 75">
            <a:extLst>
              <a:ext uri="{FF2B5EF4-FFF2-40B4-BE49-F238E27FC236}">
                <a16:creationId xmlns:a16="http://schemas.microsoft.com/office/drawing/2014/main" id="{8EF699EA-92D3-AFA2-AF99-C6EFCA7E782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504163" y="1824462"/>
            <a:ext cx="2016000" cy="20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tx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2" name="Bildplatzhalter 75">
            <a:extLst>
              <a:ext uri="{FF2B5EF4-FFF2-40B4-BE49-F238E27FC236}">
                <a16:creationId xmlns:a16="http://schemas.microsoft.com/office/drawing/2014/main" id="{B3D1EB28-9044-FA77-EF2C-CD1779377B68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488163" y="3840462"/>
            <a:ext cx="2016000" cy="20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accent4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3" name="Bildplatzhalter 75">
            <a:extLst>
              <a:ext uri="{FF2B5EF4-FFF2-40B4-BE49-F238E27FC236}">
                <a16:creationId xmlns:a16="http://schemas.microsoft.com/office/drawing/2014/main" id="{9FBFD2AE-A89D-29CF-4CE0-3E4F240BBAC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8504163" y="3840462"/>
            <a:ext cx="2016000" cy="2016000"/>
          </a:xfrm>
          <a:prstGeom prst="rect">
            <a:avLst/>
          </a:prstGeom>
          <a:pattFill prst="pct5">
            <a:fgClr>
              <a:schemeClr val="bg2"/>
            </a:fgClr>
            <a:bgClr>
              <a:schemeClr val="tx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4" name="Textplatzhalter 9">
            <a:extLst>
              <a:ext uri="{FF2B5EF4-FFF2-40B4-BE49-F238E27FC236}">
                <a16:creationId xmlns:a16="http://schemas.microsoft.com/office/drawing/2014/main" id="{CDA609C0-647C-B1BD-93EC-A78509D9832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8813" y="2896348"/>
            <a:ext cx="2151057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endParaRPr lang="de-DE"/>
          </a:p>
        </p:txBody>
      </p:sp>
      <p:sp>
        <p:nvSpPr>
          <p:cNvPr id="85" name="Textplatzhalter 29">
            <a:extLst>
              <a:ext uri="{FF2B5EF4-FFF2-40B4-BE49-F238E27FC236}">
                <a16:creationId xmlns:a16="http://schemas.microsoft.com/office/drawing/2014/main" id="{C112F0A2-A070-327C-8023-F5E35CAFF63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8814" y="2666297"/>
            <a:ext cx="2151057" cy="2036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Heading</a:t>
            </a:r>
            <a:endParaRPr lang="de-DE"/>
          </a:p>
        </p:txBody>
      </p:sp>
      <p:sp>
        <p:nvSpPr>
          <p:cNvPr id="86" name="Textplatzhalter 9">
            <a:extLst>
              <a:ext uri="{FF2B5EF4-FFF2-40B4-BE49-F238E27FC236}">
                <a16:creationId xmlns:a16="http://schemas.microsoft.com/office/drawing/2014/main" id="{254547D5-8F71-F03C-36AB-1B91C150CC1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176789" y="2896348"/>
            <a:ext cx="2151057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endParaRPr lang="de-DE"/>
          </a:p>
        </p:txBody>
      </p:sp>
      <p:sp>
        <p:nvSpPr>
          <p:cNvPr id="87" name="Textplatzhalter 29">
            <a:extLst>
              <a:ext uri="{FF2B5EF4-FFF2-40B4-BE49-F238E27FC236}">
                <a16:creationId xmlns:a16="http://schemas.microsoft.com/office/drawing/2014/main" id="{05042D0D-FDDB-CCD7-326B-E6A0483D70C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176790" y="2666297"/>
            <a:ext cx="2151057" cy="2036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Heading</a:t>
            </a:r>
            <a:endParaRPr lang="de-DE"/>
          </a:p>
        </p:txBody>
      </p:sp>
      <p:sp>
        <p:nvSpPr>
          <p:cNvPr id="88" name="Textplatzhalter 9">
            <a:extLst>
              <a:ext uri="{FF2B5EF4-FFF2-40B4-BE49-F238E27FC236}">
                <a16:creationId xmlns:a16="http://schemas.microsoft.com/office/drawing/2014/main" id="{0EF15943-3A9E-1793-7627-E1655D446F3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81570" y="5016884"/>
            <a:ext cx="2151057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endParaRPr lang="de-DE"/>
          </a:p>
        </p:txBody>
      </p:sp>
      <p:sp>
        <p:nvSpPr>
          <p:cNvPr id="89" name="Textplatzhalter 29">
            <a:extLst>
              <a:ext uri="{FF2B5EF4-FFF2-40B4-BE49-F238E27FC236}">
                <a16:creationId xmlns:a16="http://schemas.microsoft.com/office/drawing/2014/main" id="{6B860575-782D-1C92-7C8F-D1EFBD3549D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81571" y="4786833"/>
            <a:ext cx="2151057" cy="2036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Heading</a:t>
            </a:r>
            <a:endParaRPr lang="de-DE"/>
          </a:p>
        </p:txBody>
      </p:sp>
      <p:sp>
        <p:nvSpPr>
          <p:cNvPr id="90" name="Textplatzhalter 9">
            <a:extLst>
              <a:ext uri="{FF2B5EF4-FFF2-40B4-BE49-F238E27FC236}">
                <a16:creationId xmlns:a16="http://schemas.microsoft.com/office/drawing/2014/main" id="{6D4B7B9E-8681-3FE6-2C1C-3D017FE2314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199546" y="5016884"/>
            <a:ext cx="2151057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 sz="1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endParaRPr lang="de-DE"/>
          </a:p>
        </p:txBody>
      </p:sp>
      <p:sp>
        <p:nvSpPr>
          <p:cNvPr id="91" name="Textplatzhalter 29">
            <a:extLst>
              <a:ext uri="{FF2B5EF4-FFF2-40B4-BE49-F238E27FC236}">
                <a16:creationId xmlns:a16="http://schemas.microsoft.com/office/drawing/2014/main" id="{81A9C47E-BBD0-D717-A4B3-202CF0F24A9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199547" y="4786833"/>
            <a:ext cx="2151057" cy="2036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err="1"/>
              <a:t>Heading</a:t>
            </a:r>
            <a:endParaRPr lang="de-DE"/>
          </a:p>
        </p:txBody>
      </p:sp>
      <p:sp>
        <p:nvSpPr>
          <p:cNvPr id="92" name="Textplatzhalter 29">
            <a:extLst>
              <a:ext uri="{FF2B5EF4-FFF2-40B4-BE49-F238E27FC236}">
                <a16:creationId xmlns:a16="http://schemas.microsoft.com/office/drawing/2014/main" id="{311152C1-EE48-B023-11D2-BA0FEDD80F1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730427" y="3840462"/>
            <a:ext cx="610083" cy="2190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93" name="Textplatzhalter 29">
            <a:extLst>
              <a:ext uri="{FF2B5EF4-FFF2-40B4-BE49-F238E27FC236}">
                <a16:creationId xmlns:a16="http://schemas.microsoft.com/office/drawing/2014/main" id="{11F56A58-56BB-6693-7AEF-C847D2834F4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504163" y="6126166"/>
            <a:ext cx="610083" cy="2190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5FC7BB2F-2DD9-A110-F3B7-5A8AA6E24CFA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0D555817-D5BB-91AC-6D7E-2FD0D1988B9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1FDDD65E-5178-9197-63FD-4C9528DDE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851474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Devices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2BC4B996-22FD-F47B-2286-9FC5EE9427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78B49EC-1E7E-CBA5-20E5-32DACA007E30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1E281D-AA97-31A9-EA27-7D3C3ADF18B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A20BA9F0-F524-7BAC-5100-45348B57BCC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BD634087-95FD-2B8B-B83E-2F68D176D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5E4739C2-4E2B-545F-7B88-2890E13B020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0E08CC45-E4FE-129B-0722-D3530185299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882260" y="2764852"/>
            <a:ext cx="4163476" cy="2783988"/>
          </a:xfrm>
          <a:custGeom>
            <a:avLst/>
            <a:gdLst>
              <a:gd name="connsiteX0" fmla="*/ 130223 w 5121354"/>
              <a:gd name="connsiteY0" fmla="*/ 0 h 3353148"/>
              <a:gd name="connsiteX1" fmla="*/ 4991131 w 5121354"/>
              <a:gd name="connsiteY1" fmla="*/ 0 h 3353148"/>
              <a:gd name="connsiteX2" fmla="*/ 5121354 w 5121354"/>
              <a:gd name="connsiteY2" fmla="*/ 130253 h 3353148"/>
              <a:gd name="connsiteX3" fmla="*/ 5121354 w 5121354"/>
              <a:gd name="connsiteY3" fmla="*/ 3353148 h 3353148"/>
              <a:gd name="connsiteX4" fmla="*/ 0 w 5121354"/>
              <a:gd name="connsiteY4" fmla="*/ 3353148 h 3353148"/>
              <a:gd name="connsiteX5" fmla="*/ 0 w 5121354"/>
              <a:gd name="connsiteY5" fmla="*/ 130253 h 3353148"/>
              <a:gd name="connsiteX6" fmla="*/ 130223 w 5121354"/>
              <a:gd name="connsiteY6" fmla="*/ 0 h 335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21354" h="3353148">
                <a:moveTo>
                  <a:pt x="130223" y="0"/>
                </a:moveTo>
                <a:cubicBezTo>
                  <a:pt x="130223" y="0"/>
                  <a:pt x="130223" y="0"/>
                  <a:pt x="4991131" y="0"/>
                </a:cubicBezTo>
                <a:cubicBezTo>
                  <a:pt x="5062581" y="0"/>
                  <a:pt x="5121354" y="58788"/>
                  <a:pt x="5121354" y="130253"/>
                </a:cubicBezTo>
                <a:lnTo>
                  <a:pt x="5121354" y="3353148"/>
                </a:lnTo>
                <a:cubicBezTo>
                  <a:pt x="5121354" y="3353148"/>
                  <a:pt x="5121354" y="3353148"/>
                  <a:pt x="0" y="3353148"/>
                </a:cubicBezTo>
                <a:cubicBezTo>
                  <a:pt x="0" y="3353148"/>
                  <a:pt x="0" y="3353148"/>
                  <a:pt x="0" y="130253"/>
                </a:cubicBezTo>
                <a:cubicBezTo>
                  <a:pt x="0" y="58788"/>
                  <a:pt x="58775" y="0"/>
                  <a:pt x="130223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/>
            </a:lvl1pPr>
          </a:lstStyle>
          <a:p>
            <a:endParaRPr lang="de-DE"/>
          </a:p>
        </p:txBody>
      </p:sp>
      <p:sp>
        <p:nvSpPr>
          <p:cNvPr id="3" name="Bildplatzhalter 36">
            <a:extLst>
              <a:ext uri="{FF2B5EF4-FFF2-40B4-BE49-F238E27FC236}">
                <a16:creationId xmlns:a16="http://schemas.microsoft.com/office/drawing/2014/main" id="{893C50D8-8607-6179-C828-47D1B357F35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882260" y="2764852"/>
            <a:ext cx="4163476" cy="2783988"/>
          </a:xfrm>
          <a:custGeom>
            <a:avLst/>
            <a:gdLst>
              <a:gd name="connsiteX0" fmla="*/ 130223 w 5121354"/>
              <a:gd name="connsiteY0" fmla="*/ 0 h 3353148"/>
              <a:gd name="connsiteX1" fmla="*/ 4991131 w 5121354"/>
              <a:gd name="connsiteY1" fmla="*/ 0 h 3353148"/>
              <a:gd name="connsiteX2" fmla="*/ 5121354 w 5121354"/>
              <a:gd name="connsiteY2" fmla="*/ 130253 h 3353148"/>
              <a:gd name="connsiteX3" fmla="*/ 5121354 w 5121354"/>
              <a:gd name="connsiteY3" fmla="*/ 3353148 h 3353148"/>
              <a:gd name="connsiteX4" fmla="*/ 0 w 5121354"/>
              <a:gd name="connsiteY4" fmla="*/ 3353148 h 3353148"/>
              <a:gd name="connsiteX5" fmla="*/ 0 w 5121354"/>
              <a:gd name="connsiteY5" fmla="*/ 130253 h 3353148"/>
              <a:gd name="connsiteX6" fmla="*/ 130223 w 5121354"/>
              <a:gd name="connsiteY6" fmla="*/ 0 h 335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21354" h="3353148">
                <a:moveTo>
                  <a:pt x="130223" y="0"/>
                </a:moveTo>
                <a:cubicBezTo>
                  <a:pt x="130223" y="0"/>
                  <a:pt x="130223" y="0"/>
                  <a:pt x="4991131" y="0"/>
                </a:cubicBezTo>
                <a:cubicBezTo>
                  <a:pt x="5062581" y="0"/>
                  <a:pt x="5121354" y="58788"/>
                  <a:pt x="5121354" y="130253"/>
                </a:cubicBezTo>
                <a:lnTo>
                  <a:pt x="5121354" y="3353148"/>
                </a:lnTo>
                <a:cubicBezTo>
                  <a:pt x="5121354" y="3353148"/>
                  <a:pt x="5121354" y="3353148"/>
                  <a:pt x="0" y="3353148"/>
                </a:cubicBezTo>
                <a:cubicBezTo>
                  <a:pt x="0" y="3353148"/>
                  <a:pt x="0" y="3353148"/>
                  <a:pt x="0" y="130253"/>
                </a:cubicBezTo>
                <a:cubicBezTo>
                  <a:pt x="0" y="58788"/>
                  <a:pt x="58775" y="0"/>
                  <a:pt x="130223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endParaRPr lang="de-DE"/>
          </a:p>
        </p:txBody>
      </p:sp>
      <p:grpSp>
        <p:nvGrpSpPr>
          <p:cNvPr id="7" name="Group 22">
            <a:extLst>
              <a:ext uri="{FF2B5EF4-FFF2-40B4-BE49-F238E27FC236}">
                <a16:creationId xmlns:a16="http://schemas.microsoft.com/office/drawing/2014/main" id="{81E7056C-7C1F-56E4-3AF6-93CFD35AD0BC}"/>
              </a:ext>
            </a:extLst>
          </p:cNvPr>
          <p:cNvGrpSpPr/>
          <p:nvPr userDrawn="1"/>
        </p:nvGrpSpPr>
        <p:grpSpPr>
          <a:xfrm>
            <a:off x="6351402" y="2718513"/>
            <a:ext cx="5221915" cy="3015681"/>
            <a:chOff x="6144186" y="2371271"/>
            <a:chExt cx="6403598" cy="3665723"/>
          </a:xfrm>
          <a:solidFill>
            <a:srgbClr val="2F3941"/>
          </a:solidFill>
        </p:grpSpPr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509FA988-6115-3E26-2DFF-212912D73EFF}"/>
                </a:ext>
              </a:extLst>
            </p:cNvPr>
            <p:cNvSpPr>
              <a:spLocks/>
            </p:cNvSpPr>
            <p:nvPr/>
          </p:nvSpPr>
          <p:spPr bwMode="auto">
            <a:xfrm>
              <a:off x="6164141" y="5953183"/>
              <a:ext cx="6363688" cy="83811"/>
            </a:xfrm>
            <a:custGeom>
              <a:avLst/>
              <a:gdLst>
                <a:gd name="T0" fmla="*/ 1596 w 1596"/>
                <a:gd name="T1" fmla="*/ 0 h 21"/>
                <a:gd name="T2" fmla="*/ 0 w 1596"/>
                <a:gd name="T3" fmla="*/ 0 h 21"/>
                <a:gd name="T4" fmla="*/ 229 w 1596"/>
                <a:gd name="T5" fmla="*/ 21 h 21"/>
                <a:gd name="T6" fmla="*/ 1391 w 1596"/>
                <a:gd name="T7" fmla="*/ 21 h 21"/>
                <a:gd name="T8" fmla="*/ 1596 w 1596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96" h="21">
                  <a:moveTo>
                    <a:pt x="159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5" y="12"/>
                    <a:pt x="133" y="21"/>
                    <a:pt x="229" y="21"/>
                  </a:cubicBezTo>
                  <a:cubicBezTo>
                    <a:pt x="1391" y="21"/>
                    <a:pt x="1391" y="21"/>
                    <a:pt x="1391" y="21"/>
                  </a:cubicBezTo>
                  <a:cubicBezTo>
                    <a:pt x="1530" y="21"/>
                    <a:pt x="1582" y="11"/>
                    <a:pt x="159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2E0ED016-5A92-D228-41DF-F90955750844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0843" y="2371271"/>
              <a:ext cx="5214273" cy="3542004"/>
            </a:xfrm>
            <a:custGeom>
              <a:avLst/>
              <a:gdLst>
                <a:gd name="T0" fmla="*/ 1260 w 1307"/>
                <a:gd name="T1" fmla="*/ 0 h 888"/>
                <a:gd name="T2" fmla="*/ 47 w 1307"/>
                <a:gd name="T3" fmla="*/ 0 h 888"/>
                <a:gd name="T4" fmla="*/ 0 w 1307"/>
                <a:gd name="T5" fmla="*/ 47 h 888"/>
                <a:gd name="T6" fmla="*/ 0 w 1307"/>
                <a:gd name="T7" fmla="*/ 876 h 888"/>
                <a:gd name="T8" fmla="*/ 12 w 1307"/>
                <a:gd name="T9" fmla="*/ 888 h 888"/>
                <a:gd name="T10" fmla="*/ 14 w 1307"/>
                <a:gd name="T11" fmla="*/ 888 h 888"/>
                <a:gd name="T12" fmla="*/ 14 w 1307"/>
                <a:gd name="T13" fmla="*/ 46 h 888"/>
                <a:gd name="T14" fmla="*/ 46 w 1307"/>
                <a:gd name="T15" fmla="*/ 14 h 888"/>
                <a:gd name="T16" fmla="*/ 1261 w 1307"/>
                <a:gd name="T17" fmla="*/ 14 h 888"/>
                <a:gd name="T18" fmla="*/ 1294 w 1307"/>
                <a:gd name="T19" fmla="*/ 46 h 888"/>
                <a:gd name="T20" fmla="*/ 1294 w 1307"/>
                <a:gd name="T21" fmla="*/ 888 h 888"/>
                <a:gd name="T22" fmla="*/ 1296 w 1307"/>
                <a:gd name="T23" fmla="*/ 888 h 888"/>
                <a:gd name="T24" fmla="*/ 1307 w 1307"/>
                <a:gd name="T25" fmla="*/ 876 h 888"/>
                <a:gd name="T26" fmla="*/ 1307 w 1307"/>
                <a:gd name="T27" fmla="*/ 47 h 888"/>
                <a:gd name="T28" fmla="*/ 1260 w 1307"/>
                <a:gd name="T29" fmla="*/ 0 h 8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07" h="888">
                  <a:moveTo>
                    <a:pt x="1260" y="0"/>
                  </a:moveTo>
                  <a:cubicBezTo>
                    <a:pt x="47" y="0"/>
                    <a:pt x="47" y="0"/>
                    <a:pt x="47" y="0"/>
                  </a:cubicBezTo>
                  <a:cubicBezTo>
                    <a:pt x="21" y="0"/>
                    <a:pt x="0" y="21"/>
                    <a:pt x="0" y="47"/>
                  </a:cubicBezTo>
                  <a:cubicBezTo>
                    <a:pt x="0" y="876"/>
                    <a:pt x="0" y="876"/>
                    <a:pt x="0" y="876"/>
                  </a:cubicBezTo>
                  <a:cubicBezTo>
                    <a:pt x="0" y="883"/>
                    <a:pt x="6" y="888"/>
                    <a:pt x="12" y="888"/>
                  </a:cubicBezTo>
                  <a:cubicBezTo>
                    <a:pt x="14" y="888"/>
                    <a:pt x="14" y="888"/>
                    <a:pt x="14" y="888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28"/>
                    <a:pt x="29" y="14"/>
                    <a:pt x="46" y="14"/>
                  </a:cubicBezTo>
                  <a:cubicBezTo>
                    <a:pt x="1261" y="14"/>
                    <a:pt x="1261" y="14"/>
                    <a:pt x="1261" y="14"/>
                  </a:cubicBezTo>
                  <a:cubicBezTo>
                    <a:pt x="1279" y="14"/>
                    <a:pt x="1294" y="28"/>
                    <a:pt x="1294" y="46"/>
                  </a:cubicBezTo>
                  <a:cubicBezTo>
                    <a:pt x="1294" y="888"/>
                    <a:pt x="1294" y="888"/>
                    <a:pt x="1294" y="888"/>
                  </a:cubicBezTo>
                  <a:cubicBezTo>
                    <a:pt x="1296" y="888"/>
                    <a:pt x="1296" y="888"/>
                    <a:pt x="1296" y="888"/>
                  </a:cubicBezTo>
                  <a:cubicBezTo>
                    <a:pt x="1302" y="888"/>
                    <a:pt x="1307" y="883"/>
                    <a:pt x="1307" y="876"/>
                  </a:cubicBezTo>
                  <a:cubicBezTo>
                    <a:pt x="1307" y="47"/>
                    <a:pt x="1307" y="47"/>
                    <a:pt x="1307" y="47"/>
                  </a:cubicBezTo>
                  <a:cubicBezTo>
                    <a:pt x="1307" y="21"/>
                    <a:pt x="1286" y="0"/>
                    <a:pt x="126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53C654B7-83A8-93DE-048D-8CC77694536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0843" y="5765622"/>
              <a:ext cx="5214273" cy="147666"/>
            </a:xfrm>
            <a:custGeom>
              <a:avLst/>
              <a:gdLst>
                <a:gd name="T0" fmla="*/ 0 w 1307"/>
                <a:gd name="T1" fmla="*/ 0 h 37"/>
                <a:gd name="T2" fmla="*/ 0 w 1307"/>
                <a:gd name="T3" fmla="*/ 25 h 37"/>
                <a:gd name="T4" fmla="*/ 12 w 1307"/>
                <a:gd name="T5" fmla="*/ 37 h 37"/>
                <a:gd name="T6" fmla="*/ 1296 w 1307"/>
                <a:gd name="T7" fmla="*/ 37 h 37"/>
                <a:gd name="T8" fmla="*/ 1307 w 1307"/>
                <a:gd name="T9" fmla="*/ 25 h 37"/>
                <a:gd name="T10" fmla="*/ 1307 w 1307"/>
                <a:gd name="T11" fmla="*/ 0 h 37"/>
                <a:gd name="T12" fmla="*/ 0 w 1307"/>
                <a:gd name="T13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7" h="37">
                  <a:moveTo>
                    <a:pt x="0" y="0"/>
                  </a:moveTo>
                  <a:cubicBezTo>
                    <a:pt x="0" y="25"/>
                    <a:pt x="0" y="25"/>
                    <a:pt x="0" y="25"/>
                  </a:cubicBezTo>
                  <a:cubicBezTo>
                    <a:pt x="0" y="32"/>
                    <a:pt x="6" y="37"/>
                    <a:pt x="12" y="37"/>
                  </a:cubicBezTo>
                  <a:cubicBezTo>
                    <a:pt x="1296" y="37"/>
                    <a:pt x="1296" y="37"/>
                    <a:pt x="1296" y="37"/>
                  </a:cubicBezTo>
                  <a:cubicBezTo>
                    <a:pt x="1302" y="37"/>
                    <a:pt x="1307" y="32"/>
                    <a:pt x="1307" y="25"/>
                  </a:cubicBezTo>
                  <a:cubicBezTo>
                    <a:pt x="1307" y="0"/>
                    <a:pt x="1307" y="0"/>
                    <a:pt x="130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7859C3F-9CCB-FA36-A519-74506EF1F5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4186" y="5909336"/>
              <a:ext cx="6403598" cy="43901"/>
            </a:xfrm>
            <a:custGeom>
              <a:avLst/>
              <a:gdLst>
                <a:gd name="T0" fmla="*/ 1601 w 1606"/>
                <a:gd name="T1" fmla="*/ 11 h 11"/>
                <a:gd name="T2" fmla="*/ 5 w 1606"/>
                <a:gd name="T3" fmla="*/ 11 h 11"/>
                <a:gd name="T4" fmla="*/ 0 w 1606"/>
                <a:gd name="T5" fmla="*/ 5 h 11"/>
                <a:gd name="T6" fmla="*/ 5 w 1606"/>
                <a:gd name="T7" fmla="*/ 0 h 11"/>
                <a:gd name="T8" fmla="*/ 1601 w 1606"/>
                <a:gd name="T9" fmla="*/ 0 h 11"/>
                <a:gd name="T10" fmla="*/ 1606 w 1606"/>
                <a:gd name="T11" fmla="*/ 5 h 11"/>
                <a:gd name="T12" fmla="*/ 1601 w 1606"/>
                <a:gd name="T13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06" h="11">
                  <a:moveTo>
                    <a:pt x="1601" y="11"/>
                  </a:moveTo>
                  <a:cubicBezTo>
                    <a:pt x="5" y="11"/>
                    <a:pt x="5" y="11"/>
                    <a:pt x="5" y="11"/>
                  </a:cubicBezTo>
                  <a:cubicBezTo>
                    <a:pt x="2" y="11"/>
                    <a:pt x="0" y="8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1601" y="0"/>
                    <a:pt x="1601" y="0"/>
                    <a:pt x="1601" y="0"/>
                  </a:cubicBezTo>
                  <a:cubicBezTo>
                    <a:pt x="1604" y="0"/>
                    <a:pt x="1606" y="2"/>
                    <a:pt x="1606" y="5"/>
                  </a:cubicBezTo>
                  <a:cubicBezTo>
                    <a:pt x="1606" y="8"/>
                    <a:pt x="1604" y="11"/>
                    <a:pt x="1601" y="11"/>
                  </a:cubicBezTo>
                </a:path>
              </a:pathLst>
            </a:custGeom>
            <a:gradFill flip="none" rotWithShape="1">
              <a:gsLst>
                <a:gs pos="52000">
                  <a:schemeClr val="tx1"/>
                </a:gs>
                <a:gs pos="99000">
                  <a:srgbClr val="2F3941"/>
                </a:gs>
                <a:gs pos="0">
                  <a:schemeClr val="tx1">
                    <a:lumMod val="5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</p:grpSp>
      <p:sp>
        <p:nvSpPr>
          <p:cNvPr id="12" name="Bildplatzhalter 53">
            <a:extLst>
              <a:ext uri="{FF2B5EF4-FFF2-40B4-BE49-F238E27FC236}">
                <a16:creationId xmlns:a16="http://schemas.microsoft.com/office/drawing/2014/main" id="{7B1C8E59-1BEB-C66B-9254-D094AAA33B9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087155" y="2431904"/>
            <a:ext cx="2510152" cy="3276014"/>
          </a:xfrm>
          <a:custGeom>
            <a:avLst/>
            <a:gdLst>
              <a:gd name="connsiteX0" fmla="*/ 106268 w 2517211"/>
              <a:gd name="connsiteY0" fmla="*/ 0 h 3285589"/>
              <a:gd name="connsiteX1" fmla="*/ 2410944 w 2517211"/>
              <a:gd name="connsiteY1" fmla="*/ 0 h 3285589"/>
              <a:gd name="connsiteX2" fmla="*/ 2517211 w 2517211"/>
              <a:gd name="connsiteY2" fmla="*/ 105139 h 3285589"/>
              <a:gd name="connsiteX3" fmla="*/ 2517211 w 2517211"/>
              <a:gd name="connsiteY3" fmla="*/ 3180451 h 3285589"/>
              <a:gd name="connsiteX4" fmla="*/ 2410944 w 2517211"/>
              <a:gd name="connsiteY4" fmla="*/ 3285589 h 3285589"/>
              <a:gd name="connsiteX5" fmla="*/ 106268 w 2517211"/>
              <a:gd name="connsiteY5" fmla="*/ 3285589 h 3285589"/>
              <a:gd name="connsiteX6" fmla="*/ 0 w 2517211"/>
              <a:gd name="connsiteY6" fmla="*/ 3180451 h 3285589"/>
              <a:gd name="connsiteX7" fmla="*/ 0 w 2517211"/>
              <a:gd name="connsiteY7" fmla="*/ 105139 h 3285589"/>
              <a:gd name="connsiteX8" fmla="*/ 106268 w 2517211"/>
              <a:gd name="connsiteY8" fmla="*/ 0 h 3285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17211" h="3285589">
                <a:moveTo>
                  <a:pt x="106268" y="0"/>
                </a:moveTo>
                <a:cubicBezTo>
                  <a:pt x="2410944" y="0"/>
                  <a:pt x="2410944" y="0"/>
                  <a:pt x="2410944" y="0"/>
                </a:cubicBezTo>
                <a:cubicBezTo>
                  <a:pt x="2467399" y="0"/>
                  <a:pt x="2517211" y="49284"/>
                  <a:pt x="2517211" y="105139"/>
                </a:cubicBezTo>
                <a:cubicBezTo>
                  <a:pt x="2517211" y="3180451"/>
                  <a:pt x="2517211" y="3180451"/>
                  <a:pt x="2517211" y="3180451"/>
                </a:cubicBezTo>
                <a:cubicBezTo>
                  <a:pt x="2517211" y="3239591"/>
                  <a:pt x="2467399" y="3285589"/>
                  <a:pt x="2410944" y="3285589"/>
                </a:cubicBezTo>
                <a:cubicBezTo>
                  <a:pt x="106268" y="3285589"/>
                  <a:pt x="106268" y="3285589"/>
                  <a:pt x="106268" y="3285589"/>
                </a:cubicBezTo>
                <a:cubicBezTo>
                  <a:pt x="46493" y="3285589"/>
                  <a:pt x="0" y="3239591"/>
                  <a:pt x="0" y="3180451"/>
                </a:cubicBezTo>
                <a:cubicBezTo>
                  <a:pt x="0" y="105139"/>
                  <a:pt x="0" y="105139"/>
                  <a:pt x="0" y="105139"/>
                </a:cubicBezTo>
                <a:cubicBezTo>
                  <a:pt x="0" y="49284"/>
                  <a:pt x="46493" y="0"/>
                  <a:pt x="106268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/>
            </a:lvl1pPr>
          </a:lstStyle>
          <a:p>
            <a:endParaRPr lang="de-DE"/>
          </a:p>
        </p:txBody>
      </p:sp>
      <p:grpSp>
        <p:nvGrpSpPr>
          <p:cNvPr id="13" name="Group 27">
            <a:extLst>
              <a:ext uri="{FF2B5EF4-FFF2-40B4-BE49-F238E27FC236}">
                <a16:creationId xmlns:a16="http://schemas.microsoft.com/office/drawing/2014/main" id="{0CBB7B6F-88A2-C0C7-E78D-0660CFD5F14F}"/>
              </a:ext>
            </a:extLst>
          </p:cNvPr>
          <p:cNvGrpSpPr/>
          <p:nvPr userDrawn="1"/>
        </p:nvGrpSpPr>
        <p:grpSpPr>
          <a:xfrm>
            <a:off x="7105852" y="2461748"/>
            <a:ext cx="364509" cy="29294"/>
            <a:chOff x="7105852" y="2461748"/>
            <a:chExt cx="364509" cy="29294"/>
          </a:xfrm>
          <a:pattFill prst="pct5">
            <a:fgClr>
              <a:schemeClr val="tx1"/>
            </a:fgClr>
            <a:bgClr>
              <a:schemeClr val="bg1"/>
            </a:bgClr>
          </a:pattFill>
        </p:grpSpPr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8F1CC403-237F-E749-B15B-6EDB6ED1F670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8398" y="2465003"/>
              <a:ext cx="16273" cy="26036"/>
            </a:xfrm>
            <a:custGeom>
              <a:avLst/>
              <a:gdLst>
                <a:gd name="T0" fmla="*/ 3 w 5"/>
                <a:gd name="T1" fmla="*/ 4 h 8"/>
                <a:gd name="T2" fmla="*/ 3 w 5"/>
                <a:gd name="T3" fmla="*/ 4 h 8"/>
                <a:gd name="T4" fmla="*/ 4 w 5"/>
                <a:gd name="T5" fmla="*/ 3 h 8"/>
                <a:gd name="T6" fmla="*/ 4 w 5"/>
                <a:gd name="T7" fmla="*/ 2 h 8"/>
                <a:gd name="T8" fmla="*/ 4 w 5"/>
                <a:gd name="T9" fmla="*/ 1 h 8"/>
                <a:gd name="T10" fmla="*/ 4 w 5"/>
                <a:gd name="T11" fmla="*/ 1 h 8"/>
                <a:gd name="T12" fmla="*/ 3 w 5"/>
                <a:gd name="T13" fmla="*/ 0 h 8"/>
                <a:gd name="T14" fmla="*/ 2 w 5"/>
                <a:gd name="T15" fmla="*/ 0 h 8"/>
                <a:gd name="T16" fmla="*/ 1 w 5"/>
                <a:gd name="T17" fmla="*/ 0 h 8"/>
                <a:gd name="T18" fmla="*/ 0 w 5"/>
                <a:gd name="T19" fmla="*/ 1 h 8"/>
                <a:gd name="T20" fmla="*/ 0 w 5"/>
                <a:gd name="T21" fmla="*/ 2 h 8"/>
                <a:gd name="T22" fmla="*/ 0 w 5"/>
                <a:gd name="T23" fmla="*/ 3 h 8"/>
                <a:gd name="T24" fmla="*/ 1 w 5"/>
                <a:gd name="T25" fmla="*/ 3 h 8"/>
                <a:gd name="T26" fmla="*/ 1 w 5"/>
                <a:gd name="T27" fmla="*/ 2 h 8"/>
                <a:gd name="T28" fmla="*/ 1 w 5"/>
                <a:gd name="T29" fmla="*/ 2 h 8"/>
                <a:gd name="T30" fmla="*/ 1 w 5"/>
                <a:gd name="T31" fmla="*/ 1 h 8"/>
                <a:gd name="T32" fmla="*/ 2 w 5"/>
                <a:gd name="T33" fmla="*/ 1 h 8"/>
                <a:gd name="T34" fmla="*/ 3 w 5"/>
                <a:gd name="T35" fmla="*/ 1 h 8"/>
                <a:gd name="T36" fmla="*/ 3 w 5"/>
                <a:gd name="T37" fmla="*/ 2 h 8"/>
                <a:gd name="T38" fmla="*/ 3 w 5"/>
                <a:gd name="T39" fmla="*/ 3 h 8"/>
                <a:gd name="T40" fmla="*/ 3 w 5"/>
                <a:gd name="T41" fmla="*/ 3 h 8"/>
                <a:gd name="T42" fmla="*/ 2 w 5"/>
                <a:gd name="T43" fmla="*/ 3 h 8"/>
                <a:gd name="T44" fmla="*/ 2 w 5"/>
                <a:gd name="T45" fmla="*/ 4 h 8"/>
                <a:gd name="T46" fmla="*/ 2 w 5"/>
                <a:gd name="T47" fmla="*/ 4 h 8"/>
                <a:gd name="T48" fmla="*/ 2 w 5"/>
                <a:gd name="T49" fmla="*/ 4 h 8"/>
                <a:gd name="T50" fmla="*/ 2 w 5"/>
                <a:gd name="T51" fmla="*/ 4 h 8"/>
                <a:gd name="T52" fmla="*/ 2 w 5"/>
                <a:gd name="T53" fmla="*/ 4 h 8"/>
                <a:gd name="T54" fmla="*/ 3 w 5"/>
                <a:gd name="T55" fmla="*/ 4 h 8"/>
                <a:gd name="T56" fmla="*/ 3 w 5"/>
                <a:gd name="T57" fmla="*/ 5 h 8"/>
                <a:gd name="T58" fmla="*/ 4 w 5"/>
                <a:gd name="T59" fmla="*/ 5 h 8"/>
                <a:gd name="T60" fmla="*/ 4 w 5"/>
                <a:gd name="T61" fmla="*/ 6 h 8"/>
                <a:gd name="T62" fmla="*/ 4 w 5"/>
                <a:gd name="T63" fmla="*/ 6 h 8"/>
                <a:gd name="T64" fmla="*/ 3 w 5"/>
                <a:gd name="T65" fmla="*/ 7 h 8"/>
                <a:gd name="T66" fmla="*/ 3 w 5"/>
                <a:gd name="T67" fmla="*/ 7 h 8"/>
                <a:gd name="T68" fmla="*/ 2 w 5"/>
                <a:gd name="T69" fmla="*/ 7 h 8"/>
                <a:gd name="T70" fmla="*/ 1 w 5"/>
                <a:gd name="T71" fmla="*/ 7 h 8"/>
                <a:gd name="T72" fmla="*/ 0 w 5"/>
                <a:gd name="T73" fmla="*/ 5 h 8"/>
                <a:gd name="T74" fmla="*/ 0 w 5"/>
                <a:gd name="T75" fmla="*/ 5 h 8"/>
                <a:gd name="T76" fmla="*/ 0 w 5"/>
                <a:gd name="T77" fmla="*/ 6 h 8"/>
                <a:gd name="T78" fmla="*/ 0 w 5"/>
                <a:gd name="T79" fmla="*/ 7 h 8"/>
                <a:gd name="T80" fmla="*/ 1 w 5"/>
                <a:gd name="T81" fmla="*/ 8 h 8"/>
                <a:gd name="T82" fmla="*/ 2 w 5"/>
                <a:gd name="T83" fmla="*/ 8 h 8"/>
                <a:gd name="T84" fmla="*/ 3 w 5"/>
                <a:gd name="T85" fmla="*/ 8 h 8"/>
                <a:gd name="T86" fmla="*/ 4 w 5"/>
                <a:gd name="T87" fmla="*/ 7 h 8"/>
                <a:gd name="T88" fmla="*/ 4 w 5"/>
                <a:gd name="T89" fmla="*/ 7 h 8"/>
                <a:gd name="T90" fmla="*/ 5 w 5"/>
                <a:gd name="T91" fmla="*/ 6 h 8"/>
                <a:gd name="T92" fmla="*/ 4 w 5"/>
                <a:gd name="T93" fmla="*/ 4 h 8"/>
                <a:gd name="T94" fmla="*/ 3 w 5"/>
                <a:gd name="T95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" h="8">
                  <a:moveTo>
                    <a:pt x="3" y="4"/>
                  </a:moveTo>
                  <a:cubicBezTo>
                    <a:pt x="3" y="4"/>
                    <a:pt x="3" y="4"/>
                    <a:pt x="3" y="4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1" y="7"/>
                    <a:pt x="1" y="7"/>
                  </a:cubicBezTo>
                  <a:cubicBezTo>
                    <a:pt x="1" y="6"/>
                    <a:pt x="0" y="6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4" y="5"/>
                    <a:pt x="4" y="4"/>
                  </a:cubicBezTo>
                  <a:cubicBezTo>
                    <a:pt x="4" y="4"/>
                    <a:pt x="4" y="4"/>
                    <a:pt x="3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FA17CC4C-B04A-0D63-8DD5-62593A8DC0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87216" y="2465003"/>
              <a:ext cx="22782" cy="26036"/>
            </a:xfrm>
            <a:custGeom>
              <a:avLst/>
              <a:gdLst>
                <a:gd name="T0" fmla="*/ 6 w 14"/>
                <a:gd name="T1" fmla="*/ 2 h 16"/>
                <a:gd name="T2" fmla="*/ 8 w 14"/>
                <a:gd name="T3" fmla="*/ 2 h 16"/>
                <a:gd name="T4" fmla="*/ 10 w 14"/>
                <a:gd name="T5" fmla="*/ 10 h 16"/>
                <a:gd name="T6" fmla="*/ 4 w 14"/>
                <a:gd name="T7" fmla="*/ 10 h 16"/>
                <a:gd name="T8" fmla="*/ 6 w 14"/>
                <a:gd name="T9" fmla="*/ 2 h 16"/>
                <a:gd name="T10" fmla="*/ 6 w 14"/>
                <a:gd name="T11" fmla="*/ 0 h 16"/>
                <a:gd name="T12" fmla="*/ 0 w 14"/>
                <a:gd name="T13" fmla="*/ 16 h 16"/>
                <a:gd name="T14" fmla="*/ 2 w 14"/>
                <a:gd name="T15" fmla="*/ 16 h 16"/>
                <a:gd name="T16" fmla="*/ 4 w 14"/>
                <a:gd name="T17" fmla="*/ 10 h 16"/>
                <a:gd name="T18" fmla="*/ 10 w 14"/>
                <a:gd name="T19" fmla="*/ 10 h 16"/>
                <a:gd name="T20" fmla="*/ 12 w 14"/>
                <a:gd name="T21" fmla="*/ 16 h 16"/>
                <a:gd name="T22" fmla="*/ 14 w 14"/>
                <a:gd name="T23" fmla="*/ 16 h 16"/>
                <a:gd name="T24" fmla="*/ 8 w 14"/>
                <a:gd name="T25" fmla="*/ 0 h 16"/>
                <a:gd name="T26" fmla="*/ 6 w 14"/>
                <a:gd name="T2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" h="16">
                  <a:moveTo>
                    <a:pt x="6" y="2"/>
                  </a:moveTo>
                  <a:lnTo>
                    <a:pt x="8" y="2"/>
                  </a:lnTo>
                  <a:lnTo>
                    <a:pt x="10" y="10"/>
                  </a:lnTo>
                  <a:lnTo>
                    <a:pt x="4" y="10"/>
                  </a:lnTo>
                  <a:lnTo>
                    <a:pt x="6" y="2"/>
                  </a:lnTo>
                  <a:close/>
                  <a:moveTo>
                    <a:pt x="6" y="0"/>
                  </a:moveTo>
                  <a:lnTo>
                    <a:pt x="0" y="16"/>
                  </a:lnTo>
                  <a:lnTo>
                    <a:pt x="2" y="16"/>
                  </a:lnTo>
                  <a:lnTo>
                    <a:pt x="4" y="10"/>
                  </a:lnTo>
                  <a:lnTo>
                    <a:pt x="10" y="10"/>
                  </a:lnTo>
                  <a:lnTo>
                    <a:pt x="12" y="16"/>
                  </a:lnTo>
                  <a:lnTo>
                    <a:pt x="14" y="16"/>
                  </a:lnTo>
                  <a:lnTo>
                    <a:pt x="8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F71C62EF-36AF-4FB9-75BC-6AB8861A1CB1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7106" y="2471512"/>
              <a:ext cx="3255" cy="13018"/>
            </a:xfrm>
            <a:custGeom>
              <a:avLst/>
              <a:gdLst>
                <a:gd name="T0" fmla="*/ 0 w 1"/>
                <a:gd name="T1" fmla="*/ 0 h 4"/>
                <a:gd name="T2" fmla="*/ 0 w 1"/>
                <a:gd name="T3" fmla="*/ 4 h 4"/>
                <a:gd name="T4" fmla="*/ 1 w 1"/>
                <a:gd name="T5" fmla="*/ 2 h 4"/>
                <a:gd name="T6" fmla="*/ 0 w 1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4">
                  <a:moveTo>
                    <a:pt x="0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1" y="3"/>
                    <a:pt x="1" y="2"/>
                  </a:cubicBezTo>
                  <a:cubicBezTo>
                    <a:pt x="1" y="1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C10393F1-E188-54D0-2BC5-ACBAFAB77A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57925" y="2465003"/>
              <a:ext cx="16273" cy="26036"/>
            </a:xfrm>
            <a:custGeom>
              <a:avLst/>
              <a:gdLst>
                <a:gd name="T0" fmla="*/ 4 w 5"/>
                <a:gd name="T1" fmla="*/ 4 h 8"/>
                <a:gd name="T2" fmla="*/ 4 w 5"/>
                <a:gd name="T3" fmla="*/ 5 h 8"/>
                <a:gd name="T4" fmla="*/ 4 w 5"/>
                <a:gd name="T5" fmla="*/ 6 h 8"/>
                <a:gd name="T6" fmla="*/ 3 w 5"/>
                <a:gd name="T7" fmla="*/ 7 h 8"/>
                <a:gd name="T8" fmla="*/ 2 w 5"/>
                <a:gd name="T9" fmla="*/ 7 h 8"/>
                <a:gd name="T10" fmla="*/ 2 w 5"/>
                <a:gd name="T11" fmla="*/ 7 h 8"/>
                <a:gd name="T12" fmla="*/ 1 w 5"/>
                <a:gd name="T13" fmla="*/ 6 h 8"/>
                <a:gd name="T14" fmla="*/ 1 w 5"/>
                <a:gd name="T15" fmla="*/ 5 h 8"/>
                <a:gd name="T16" fmla="*/ 1 w 5"/>
                <a:gd name="T17" fmla="*/ 4 h 8"/>
                <a:gd name="T18" fmla="*/ 1 w 5"/>
                <a:gd name="T19" fmla="*/ 3 h 8"/>
                <a:gd name="T20" fmla="*/ 1 w 5"/>
                <a:gd name="T21" fmla="*/ 3 h 8"/>
                <a:gd name="T22" fmla="*/ 1 w 5"/>
                <a:gd name="T23" fmla="*/ 2 h 8"/>
                <a:gd name="T24" fmla="*/ 1 w 5"/>
                <a:gd name="T25" fmla="*/ 2 h 8"/>
                <a:gd name="T26" fmla="*/ 2 w 5"/>
                <a:gd name="T27" fmla="*/ 1 h 8"/>
                <a:gd name="T28" fmla="*/ 2 w 5"/>
                <a:gd name="T29" fmla="*/ 1 h 8"/>
                <a:gd name="T30" fmla="*/ 3 w 5"/>
                <a:gd name="T31" fmla="*/ 1 h 8"/>
                <a:gd name="T32" fmla="*/ 3 w 5"/>
                <a:gd name="T33" fmla="*/ 2 h 8"/>
                <a:gd name="T34" fmla="*/ 4 w 5"/>
                <a:gd name="T35" fmla="*/ 2 h 8"/>
                <a:gd name="T36" fmla="*/ 4 w 5"/>
                <a:gd name="T37" fmla="*/ 3 h 8"/>
                <a:gd name="T38" fmla="*/ 4 w 5"/>
                <a:gd name="T39" fmla="*/ 3 h 8"/>
                <a:gd name="T40" fmla="*/ 4 w 5"/>
                <a:gd name="T41" fmla="*/ 4 h 8"/>
                <a:gd name="T42" fmla="*/ 5 w 5"/>
                <a:gd name="T43" fmla="*/ 4 h 8"/>
                <a:gd name="T44" fmla="*/ 5 w 5"/>
                <a:gd name="T45" fmla="*/ 3 h 8"/>
                <a:gd name="T46" fmla="*/ 5 w 5"/>
                <a:gd name="T47" fmla="*/ 2 h 8"/>
                <a:gd name="T48" fmla="*/ 5 w 5"/>
                <a:gd name="T49" fmla="*/ 2 h 8"/>
                <a:gd name="T50" fmla="*/ 4 w 5"/>
                <a:gd name="T51" fmla="*/ 1 h 8"/>
                <a:gd name="T52" fmla="*/ 3 w 5"/>
                <a:gd name="T53" fmla="*/ 0 h 8"/>
                <a:gd name="T54" fmla="*/ 2 w 5"/>
                <a:gd name="T55" fmla="*/ 0 h 8"/>
                <a:gd name="T56" fmla="*/ 1 w 5"/>
                <a:gd name="T57" fmla="*/ 0 h 8"/>
                <a:gd name="T58" fmla="*/ 1 w 5"/>
                <a:gd name="T59" fmla="*/ 1 h 8"/>
                <a:gd name="T60" fmla="*/ 0 w 5"/>
                <a:gd name="T61" fmla="*/ 2 h 8"/>
                <a:gd name="T62" fmla="*/ 0 w 5"/>
                <a:gd name="T63" fmla="*/ 2 h 8"/>
                <a:gd name="T64" fmla="*/ 0 w 5"/>
                <a:gd name="T65" fmla="*/ 3 h 8"/>
                <a:gd name="T66" fmla="*/ 0 w 5"/>
                <a:gd name="T67" fmla="*/ 4 h 8"/>
                <a:gd name="T68" fmla="*/ 0 w 5"/>
                <a:gd name="T69" fmla="*/ 5 h 8"/>
                <a:gd name="T70" fmla="*/ 0 w 5"/>
                <a:gd name="T71" fmla="*/ 6 h 8"/>
                <a:gd name="T72" fmla="*/ 0 w 5"/>
                <a:gd name="T73" fmla="*/ 7 h 8"/>
                <a:gd name="T74" fmla="*/ 1 w 5"/>
                <a:gd name="T75" fmla="*/ 7 h 8"/>
                <a:gd name="T76" fmla="*/ 1 w 5"/>
                <a:gd name="T77" fmla="*/ 8 h 8"/>
                <a:gd name="T78" fmla="*/ 2 w 5"/>
                <a:gd name="T79" fmla="*/ 8 h 8"/>
                <a:gd name="T80" fmla="*/ 3 w 5"/>
                <a:gd name="T81" fmla="*/ 8 h 8"/>
                <a:gd name="T82" fmla="*/ 4 w 5"/>
                <a:gd name="T83" fmla="*/ 7 h 8"/>
                <a:gd name="T84" fmla="*/ 5 w 5"/>
                <a:gd name="T85" fmla="*/ 7 h 8"/>
                <a:gd name="T86" fmla="*/ 5 w 5"/>
                <a:gd name="T87" fmla="*/ 6 h 8"/>
                <a:gd name="T88" fmla="*/ 5 w 5"/>
                <a:gd name="T89" fmla="*/ 5 h 8"/>
                <a:gd name="T90" fmla="*/ 5 w 5"/>
                <a:gd name="T91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" h="8">
                  <a:moveTo>
                    <a:pt x="4" y="4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4"/>
                    <a:pt x="4" y="4"/>
                    <a:pt x="4" y="4"/>
                  </a:cubicBezTo>
                  <a:moveTo>
                    <a:pt x="5" y="4"/>
                  </a:moveTo>
                  <a:cubicBezTo>
                    <a:pt x="5" y="3"/>
                    <a:pt x="5" y="3"/>
                    <a:pt x="5" y="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4"/>
                    <a:pt x="5" y="4"/>
                    <a:pt x="5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7CF5C76F-421E-CF26-299F-D10B4CFBDF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05852" y="2465003"/>
              <a:ext cx="16273" cy="26036"/>
            </a:xfrm>
            <a:custGeom>
              <a:avLst/>
              <a:gdLst>
                <a:gd name="T0" fmla="*/ 4 w 5"/>
                <a:gd name="T1" fmla="*/ 3 h 8"/>
                <a:gd name="T2" fmla="*/ 4 w 5"/>
                <a:gd name="T3" fmla="*/ 3 h 8"/>
                <a:gd name="T4" fmla="*/ 3 w 5"/>
                <a:gd name="T5" fmla="*/ 4 h 8"/>
                <a:gd name="T6" fmla="*/ 3 w 5"/>
                <a:gd name="T7" fmla="*/ 4 h 8"/>
                <a:gd name="T8" fmla="*/ 2 w 5"/>
                <a:gd name="T9" fmla="*/ 4 h 8"/>
                <a:gd name="T10" fmla="*/ 2 w 5"/>
                <a:gd name="T11" fmla="*/ 4 h 8"/>
                <a:gd name="T12" fmla="*/ 1 w 5"/>
                <a:gd name="T13" fmla="*/ 4 h 8"/>
                <a:gd name="T14" fmla="*/ 1 w 5"/>
                <a:gd name="T15" fmla="*/ 3 h 8"/>
                <a:gd name="T16" fmla="*/ 1 w 5"/>
                <a:gd name="T17" fmla="*/ 3 h 8"/>
                <a:gd name="T18" fmla="*/ 1 w 5"/>
                <a:gd name="T19" fmla="*/ 2 h 8"/>
                <a:gd name="T20" fmla="*/ 1 w 5"/>
                <a:gd name="T21" fmla="*/ 2 h 8"/>
                <a:gd name="T22" fmla="*/ 2 w 5"/>
                <a:gd name="T23" fmla="*/ 1 h 8"/>
                <a:gd name="T24" fmla="*/ 2 w 5"/>
                <a:gd name="T25" fmla="*/ 1 h 8"/>
                <a:gd name="T26" fmla="*/ 3 w 5"/>
                <a:gd name="T27" fmla="*/ 1 h 8"/>
                <a:gd name="T28" fmla="*/ 4 w 5"/>
                <a:gd name="T29" fmla="*/ 2 h 8"/>
                <a:gd name="T30" fmla="*/ 4 w 5"/>
                <a:gd name="T31" fmla="*/ 2 h 8"/>
                <a:gd name="T32" fmla="*/ 4 w 5"/>
                <a:gd name="T33" fmla="*/ 3 h 8"/>
                <a:gd name="T34" fmla="*/ 5 w 5"/>
                <a:gd name="T35" fmla="*/ 4 h 8"/>
                <a:gd name="T36" fmla="*/ 5 w 5"/>
                <a:gd name="T37" fmla="*/ 2 h 8"/>
                <a:gd name="T38" fmla="*/ 4 w 5"/>
                <a:gd name="T39" fmla="*/ 1 h 8"/>
                <a:gd name="T40" fmla="*/ 3 w 5"/>
                <a:gd name="T41" fmla="*/ 0 h 8"/>
                <a:gd name="T42" fmla="*/ 2 w 5"/>
                <a:gd name="T43" fmla="*/ 0 h 8"/>
                <a:gd name="T44" fmla="*/ 1 w 5"/>
                <a:gd name="T45" fmla="*/ 0 h 8"/>
                <a:gd name="T46" fmla="*/ 1 w 5"/>
                <a:gd name="T47" fmla="*/ 1 h 8"/>
                <a:gd name="T48" fmla="*/ 0 w 5"/>
                <a:gd name="T49" fmla="*/ 2 h 8"/>
                <a:gd name="T50" fmla="*/ 0 w 5"/>
                <a:gd name="T51" fmla="*/ 3 h 8"/>
                <a:gd name="T52" fmla="*/ 0 w 5"/>
                <a:gd name="T53" fmla="*/ 4 h 8"/>
                <a:gd name="T54" fmla="*/ 1 w 5"/>
                <a:gd name="T55" fmla="*/ 5 h 8"/>
                <a:gd name="T56" fmla="*/ 1 w 5"/>
                <a:gd name="T57" fmla="*/ 5 h 8"/>
                <a:gd name="T58" fmla="*/ 2 w 5"/>
                <a:gd name="T59" fmla="*/ 5 h 8"/>
                <a:gd name="T60" fmla="*/ 3 w 5"/>
                <a:gd name="T61" fmla="*/ 5 h 8"/>
                <a:gd name="T62" fmla="*/ 4 w 5"/>
                <a:gd name="T63" fmla="*/ 4 h 8"/>
                <a:gd name="T64" fmla="*/ 4 w 5"/>
                <a:gd name="T65" fmla="*/ 4 h 8"/>
                <a:gd name="T66" fmla="*/ 4 w 5"/>
                <a:gd name="T67" fmla="*/ 6 h 8"/>
                <a:gd name="T68" fmla="*/ 2 w 5"/>
                <a:gd name="T69" fmla="*/ 7 h 8"/>
                <a:gd name="T70" fmla="*/ 1 w 5"/>
                <a:gd name="T71" fmla="*/ 7 h 8"/>
                <a:gd name="T72" fmla="*/ 1 w 5"/>
                <a:gd name="T73" fmla="*/ 6 h 8"/>
                <a:gd name="T74" fmla="*/ 0 w 5"/>
                <a:gd name="T75" fmla="*/ 6 h 8"/>
                <a:gd name="T76" fmla="*/ 1 w 5"/>
                <a:gd name="T77" fmla="*/ 7 h 8"/>
                <a:gd name="T78" fmla="*/ 2 w 5"/>
                <a:gd name="T79" fmla="*/ 8 h 8"/>
                <a:gd name="T80" fmla="*/ 4 w 5"/>
                <a:gd name="T81" fmla="*/ 7 h 8"/>
                <a:gd name="T82" fmla="*/ 5 w 5"/>
                <a:gd name="T83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" h="8">
                  <a:moveTo>
                    <a:pt x="4" y="3"/>
                  </a:moveTo>
                  <a:cubicBezTo>
                    <a:pt x="4" y="3"/>
                    <a:pt x="4" y="3"/>
                    <a:pt x="4" y="3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4" y="3"/>
                    <a:pt x="4" y="3"/>
                  </a:cubicBezTo>
                  <a:moveTo>
                    <a:pt x="5" y="4"/>
                  </a:moveTo>
                  <a:cubicBezTo>
                    <a:pt x="5" y="3"/>
                    <a:pt x="5" y="3"/>
                    <a:pt x="5" y="2"/>
                  </a:cubicBezTo>
                  <a:cubicBezTo>
                    <a:pt x="5" y="2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5"/>
                    <a:pt x="4" y="6"/>
                    <a:pt x="4" y="6"/>
                  </a:cubicBezTo>
                  <a:cubicBezTo>
                    <a:pt x="3" y="7"/>
                    <a:pt x="3" y="7"/>
                    <a:pt x="2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1" y="6"/>
                    <a:pt x="1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1" y="7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4" y="8"/>
                    <a:pt x="4" y="7"/>
                  </a:cubicBezTo>
                  <a:cubicBezTo>
                    <a:pt x="5" y="6"/>
                    <a:pt x="5" y="5"/>
                    <a:pt x="5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C35D0CC-E028-7CBB-0253-919E9913D8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8634" y="2487787"/>
              <a:ext cx="3255" cy="325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25" name="Rectangle 22">
              <a:extLst>
                <a:ext uri="{FF2B5EF4-FFF2-40B4-BE49-F238E27FC236}">
                  <a16:creationId xmlns:a16="http://schemas.microsoft.com/office/drawing/2014/main" id="{B7CC1566-FEA5-7D0B-28C8-A3AE003229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8634" y="2471514"/>
              <a:ext cx="3255" cy="325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2" name="Freeform 23">
              <a:extLst>
                <a:ext uri="{FF2B5EF4-FFF2-40B4-BE49-F238E27FC236}">
                  <a16:creationId xmlns:a16="http://schemas.microsoft.com/office/drawing/2014/main" id="{ED99FA06-5AE6-EDD0-02C4-BE6D3E0D54A7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6452" y="2461748"/>
              <a:ext cx="29291" cy="13018"/>
            </a:xfrm>
            <a:custGeom>
              <a:avLst/>
              <a:gdLst>
                <a:gd name="T0" fmla="*/ 0 w 9"/>
                <a:gd name="T1" fmla="*/ 3 h 4"/>
                <a:gd name="T2" fmla="*/ 1 w 9"/>
                <a:gd name="T3" fmla="*/ 4 h 4"/>
                <a:gd name="T4" fmla="*/ 4 w 9"/>
                <a:gd name="T5" fmla="*/ 3 h 4"/>
                <a:gd name="T6" fmla="*/ 8 w 9"/>
                <a:gd name="T7" fmla="*/ 4 h 4"/>
                <a:gd name="T8" fmla="*/ 9 w 9"/>
                <a:gd name="T9" fmla="*/ 3 h 4"/>
                <a:gd name="T10" fmla="*/ 0 w 9"/>
                <a:gd name="T11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4">
                  <a:moveTo>
                    <a:pt x="0" y="3"/>
                  </a:moveTo>
                  <a:cubicBezTo>
                    <a:pt x="0" y="3"/>
                    <a:pt x="0" y="4"/>
                    <a:pt x="1" y="4"/>
                  </a:cubicBezTo>
                  <a:cubicBezTo>
                    <a:pt x="2" y="3"/>
                    <a:pt x="3" y="3"/>
                    <a:pt x="4" y="3"/>
                  </a:cubicBezTo>
                  <a:cubicBezTo>
                    <a:pt x="6" y="3"/>
                    <a:pt x="7" y="3"/>
                    <a:pt x="8" y="4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6" y="0"/>
                    <a:pt x="2" y="0"/>
                    <a:pt x="0" y="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3" name="Freeform 24">
              <a:extLst>
                <a:ext uri="{FF2B5EF4-FFF2-40B4-BE49-F238E27FC236}">
                  <a16:creationId xmlns:a16="http://schemas.microsoft.com/office/drawing/2014/main" id="{92B15B17-EA05-7978-8AF8-4AF5F8936F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15034" y="2465003"/>
              <a:ext cx="48818" cy="26036"/>
            </a:xfrm>
            <a:custGeom>
              <a:avLst/>
              <a:gdLst>
                <a:gd name="T0" fmla="*/ 11 w 15"/>
                <a:gd name="T1" fmla="*/ 7 h 8"/>
                <a:gd name="T2" fmla="*/ 10 w 15"/>
                <a:gd name="T3" fmla="*/ 7 h 8"/>
                <a:gd name="T4" fmla="*/ 2 w 15"/>
                <a:gd name="T5" fmla="*/ 7 h 8"/>
                <a:gd name="T6" fmla="*/ 1 w 15"/>
                <a:gd name="T7" fmla="*/ 6 h 8"/>
                <a:gd name="T8" fmla="*/ 1 w 15"/>
                <a:gd name="T9" fmla="*/ 2 h 8"/>
                <a:gd name="T10" fmla="*/ 2 w 15"/>
                <a:gd name="T11" fmla="*/ 1 h 8"/>
                <a:gd name="T12" fmla="*/ 10 w 15"/>
                <a:gd name="T13" fmla="*/ 1 h 8"/>
                <a:gd name="T14" fmla="*/ 11 w 15"/>
                <a:gd name="T15" fmla="*/ 2 h 8"/>
                <a:gd name="T16" fmla="*/ 11 w 15"/>
                <a:gd name="T17" fmla="*/ 7 h 8"/>
                <a:gd name="T18" fmla="*/ 15 w 15"/>
                <a:gd name="T19" fmla="*/ 6 h 8"/>
                <a:gd name="T20" fmla="*/ 15 w 15"/>
                <a:gd name="T21" fmla="*/ 2 h 8"/>
                <a:gd name="T22" fmla="*/ 13 w 15"/>
                <a:gd name="T23" fmla="*/ 0 h 8"/>
                <a:gd name="T24" fmla="*/ 2 w 15"/>
                <a:gd name="T25" fmla="*/ 0 h 8"/>
                <a:gd name="T26" fmla="*/ 0 w 15"/>
                <a:gd name="T27" fmla="*/ 2 h 8"/>
                <a:gd name="T28" fmla="*/ 0 w 15"/>
                <a:gd name="T29" fmla="*/ 6 h 8"/>
                <a:gd name="T30" fmla="*/ 2 w 15"/>
                <a:gd name="T31" fmla="*/ 8 h 8"/>
                <a:gd name="T32" fmla="*/ 7 w 15"/>
                <a:gd name="T33" fmla="*/ 8 h 8"/>
                <a:gd name="T34" fmla="*/ 13 w 15"/>
                <a:gd name="T35" fmla="*/ 8 h 8"/>
                <a:gd name="T36" fmla="*/ 15 w 15"/>
                <a:gd name="T37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" h="8">
                  <a:moveTo>
                    <a:pt x="11" y="7"/>
                  </a:moveTo>
                  <a:cubicBezTo>
                    <a:pt x="10" y="7"/>
                    <a:pt x="10" y="7"/>
                    <a:pt x="10" y="7"/>
                  </a:cubicBezTo>
                  <a:cubicBezTo>
                    <a:pt x="8" y="7"/>
                    <a:pt x="5" y="7"/>
                    <a:pt x="2" y="7"/>
                  </a:cubicBezTo>
                  <a:cubicBezTo>
                    <a:pt x="2" y="7"/>
                    <a:pt x="1" y="6"/>
                    <a:pt x="1" y="6"/>
                  </a:cubicBezTo>
                  <a:cubicBezTo>
                    <a:pt x="1" y="5"/>
                    <a:pt x="1" y="3"/>
                    <a:pt x="1" y="2"/>
                  </a:cubicBezTo>
                  <a:cubicBezTo>
                    <a:pt x="1" y="2"/>
                    <a:pt x="2" y="1"/>
                    <a:pt x="2" y="1"/>
                  </a:cubicBezTo>
                  <a:cubicBezTo>
                    <a:pt x="5" y="1"/>
                    <a:pt x="8" y="1"/>
                    <a:pt x="10" y="1"/>
                  </a:cubicBezTo>
                  <a:cubicBezTo>
                    <a:pt x="11" y="2"/>
                    <a:pt x="11" y="2"/>
                    <a:pt x="11" y="2"/>
                  </a:cubicBezTo>
                  <a:lnTo>
                    <a:pt x="11" y="7"/>
                  </a:lnTo>
                  <a:close/>
                  <a:moveTo>
                    <a:pt x="15" y="6"/>
                  </a:moveTo>
                  <a:cubicBezTo>
                    <a:pt x="15" y="5"/>
                    <a:pt x="15" y="3"/>
                    <a:pt x="15" y="2"/>
                  </a:cubicBezTo>
                  <a:cubicBezTo>
                    <a:pt x="15" y="1"/>
                    <a:pt x="14" y="0"/>
                    <a:pt x="13" y="0"/>
                  </a:cubicBezTo>
                  <a:cubicBezTo>
                    <a:pt x="9" y="0"/>
                    <a:pt x="6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7"/>
                    <a:pt x="1" y="8"/>
                    <a:pt x="2" y="8"/>
                  </a:cubicBezTo>
                  <a:cubicBezTo>
                    <a:pt x="4" y="8"/>
                    <a:pt x="6" y="8"/>
                    <a:pt x="7" y="8"/>
                  </a:cubicBezTo>
                  <a:cubicBezTo>
                    <a:pt x="9" y="8"/>
                    <a:pt x="11" y="8"/>
                    <a:pt x="13" y="8"/>
                  </a:cubicBezTo>
                  <a:cubicBezTo>
                    <a:pt x="14" y="8"/>
                    <a:pt x="15" y="7"/>
                    <a:pt x="15" y="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4" name="Oval 25">
              <a:extLst>
                <a:ext uri="{FF2B5EF4-FFF2-40B4-BE49-F238E27FC236}">
                  <a16:creationId xmlns:a16="http://schemas.microsoft.com/office/drawing/2014/main" id="{216CFA38-DEBA-3BD7-0EE3-F98DCF37E4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66215" y="2484530"/>
              <a:ext cx="9764" cy="650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5" name="Freeform 26">
              <a:extLst>
                <a:ext uri="{FF2B5EF4-FFF2-40B4-BE49-F238E27FC236}">
                  <a16:creationId xmlns:a16="http://schemas.microsoft.com/office/drawing/2014/main" id="{F88B2115-B739-9D8D-184A-6A689DB756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9704" y="2471514"/>
              <a:ext cx="19527" cy="9764"/>
            </a:xfrm>
            <a:custGeom>
              <a:avLst/>
              <a:gdLst>
                <a:gd name="T0" fmla="*/ 0 w 6"/>
                <a:gd name="T1" fmla="*/ 2 h 3"/>
                <a:gd name="T2" fmla="*/ 2 w 6"/>
                <a:gd name="T3" fmla="*/ 3 h 3"/>
                <a:gd name="T4" fmla="*/ 3 w 6"/>
                <a:gd name="T5" fmla="*/ 3 h 3"/>
                <a:gd name="T6" fmla="*/ 5 w 6"/>
                <a:gd name="T7" fmla="*/ 3 h 3"/>
                <a:gd name="T8" fmla="*/ 6 w 6"/>
                <a:gd name="T9" fmla="*/ 2 h 3"/>
                <a:gd name="T10" fmla="*/ 0 w 6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">
                  <a:moveTo>
                    <a:pt x="0" y="2"/>
                  </a:moveTo>
                  <a:cubicBezTo>
                    <a:pt x="1" y="3"/>
                    <a:pt x="1" y="3"/>
                    <a:pt x="2" y="3"/>
                  </a:cubicBezTo>
                  <a:cubicBezTo>
                    <a:pt x="2" y="3"/>
                    <a:pt x="3" y="3"/>
                    <a:pt x="3" y="3"/>
                  </a:cubicBezTo>
                  <a:cubicBezTo>
                    <a:pt x="4" y="3"/>
                    <a:pt x="4" y="3"/>
                    <a:pt x="5" y="3"/>
                  </a:cubicBezTo>
                  <a:cubicBezTo>
                    <a:pt x="5" y="3"/>
                    <a:pt x="6" y="3"/>
                    <a:pt x="6" y="2"/>
                  </a:cubicBezTo>
                  <a:cubicBezTo>
                    <a:pt x="5" y="0"/>
                    <a:pt x="2" y="0"/>
                    <a:pt x="0" y="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6" name="Freeform 27">
              <a:extLst>
                <a:ext uri="{FF2B5EF4-FFF2-40B4-BE49-F238E27FC236}">
                  <a16:creationId xmlns:a16="http://schemas.microsoft.com/office/drawing/2014/main" id="{E34BC0DF-F08F-6ADC-B8B9-B4305536B336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1361" y="2481278"/>
              <a:ext cx="9764" cy="9764"/>
            </a:xfrm>
            <a:custGeom>
              <a:avLst/>
              <a:gdLst>
                <a:gd name="T0" fmla="*/ 2 w 3"/>
                <a:gd name="T1" fmla="*/ 0 h 3"/>
                <a:gd name="T2" fmla="*/ 2 w 3"/>
                <a:gd name="T3" fmla="*/ 0 h 3"/>
                <a:gd name="T4" fmla="*/ 0 w 3"/>
                <a:gd name="T5" fmla="*/ 1 h 3"/>
                <a:gd name="T6" fmla="*/ 0 w 3"/>
                <a:gd name="T7" fmla="*/ 2 h 3"/>
                <a:gd name="T8" fmla="*/ 2 w 3"/>
                <a:gd name="T9" fmla="*/ 3 h 3"/>
                <a:gd name="T10" fmla="*/ 2 w 3"/>
                <a:gd name="T11" fmla="*/ 3 h 3"/>
                <a:gd name="T12" fmla="*/ 3 w 3"/>
                <a:gd name="T13" fmla="*/ 2 h 3"/>
                <a:gd name="T14" fmla="*/ 3 w 3"/>
                <a:gd name="T15" fmla="*/ 1 h 3"/>
                <a:gd name="T16" fmla="*/ 2 w 3"/>
                <a:gd name="T1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3"/>
                    <a:pt x="3" y="3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0"/>
                    <a:pt x="3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7" name="Freeform 28">
              <a:extLst>
                <a:ext uri="{FF2B5EF4-FFF2-40B4-BE49-F238E27FC236}">
                  <a16:creationId xmlns:a16="http://schemas.microsoft.com/office/drawing/2014/main" id="{F6BE8B68-A52B-1ED7-F136-9BE737D85052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0650" y="2465003"/>
              <a:ext cx="6509" cy="26036"/>
            </a:xfrm>
            <a:custGeom>
              <a:avLst/>
              <a:gdLst>
                <a:gd name="T0" fmla="*/ 1 w 2"/>
                <a:gd name="T1" fmla="*/ 0 h 8"/>
                <a:gd name="T2" fmla="*/ 1 w 2"/>
                <a:gd name="T3" fmla="*/ 0 h 8"/>
                <a:gd name="T4" fmla="*/ 0 w 2"/>
                <a:gd name="T5" fmla="*/ 1 h 8"/>
                <a:gd name="T6" fmla="*/ 0 w 2"/>
                <a:gd name="T7" fmla="*/ 7 h 8"/>
                <a:gd name="T8" fmla="*/ 1 w 2"/>
                <a:gd name="T9" fmla="*/ 8 h 8"/>
                <a:gd name="T10" fmla="*/ 1 w 2"/>
                <a:gd name="T11" fmla="*/ 8 h 8"/>
                <a:gd name="T12" fmla="*/ 2 w 2"/>
                <a:gd name="T13" fmla="*/ 7 h 8"/>
                <a:gd name="T14" fmla="*/ 2 w 2"/>
                <a:gd name="T15" fmla="*/ 1 h 8"/>
                <a:gd name="T16" fmla="*/ 1 w 2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" h="8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8"/>
                    <a:pt x="0" y="8"/>
                    <a:pt x="1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7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0"/>
                    <a:pt x="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8" name="Freeform 29">
              <a:extLst>
                <a:ext uri="{FF2B5EF4-FFF2-40B4-BE49-F238E27FC236}">
                  <a16:creationId xmlns:a16="http://schemas.microsoft.com/office/drawing/2014/main" id="{C7842E61-A553-89A3-C6DF-1AD785118113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3250" y="2465003"/>
              <a:ext cx="26036" cy="26036"/>
            </a:xfrm>
            <a:custGeom>
              <a:avLst/>
              <a:gdLst>
                <a:gd name="T0" fmla="*/ 12 w 16"/>
                <a:gd name="T1" fmla="*/ 0 h 16"/>
                <a:gd name="T2" fmla="*/ 8 w 16"/>
                <a:gd name="T3" fmla="*/ 14 h 16"/>
                <a:gd name="T4" fmla="*/ 4 w 16"/>
                <a:gd name="T5" fmla="*/ 0 h 16"/>
                <a:gd name="T6" fmla="*/ 0 w 16"/>
                <a:gd name="T7" fmla="*/ 0 h 16"/>
                <a:gd name="T8" fmla="*/ 0 w 16"/>
                <a:gd name="T9" fmla="*/ 16 h 16"/>
                <a:gd name="T10" fmla="*/ 2 w 16"/>
                <a:gd name="T11" fmla="*/ 16 h 16"/>
                <a:gd name="T12" fmla="*/ 2 w 16"/>
                <a:gd name="T13" fmla="*/ 4 h 16"/>
                <a:gd name="T14" fmla="*/ 2 w 16"/>
                <a:gd name="T15" fmla="*/ 4 h 16"/>
                <a:gd name="T16" fmla="*/ 8 w 16"/>
                <a:gd name="T17" fmla="*/ 16 h 16"/>
                <a:gd name="T18" fmla="*/ 8 w 16"/>
                <a:gd name="T19" fmla="*/ 16 h 16"/>
                <a:gd name="T20" fmla="*/ 14 w 16"/>
                <a:gd name="T21" fmla="*/ 4 h 16"/>
                <a:gd name="T22" fmla="*/ 14 w 16"/>
                <a:gd name="T23" fmla="*/ 4 h 16"/>
                <a:gd name="T24" fmla="*/ 14 w 16"/>
                <a:gd name="T25" fmla="*/ 16 h 16"/>
                <a:gd name="T26" fmla="*/ 16 w 16"/>
                <a:gd name="T27" fmla="*/ 16 h 16"/>
                <a:gd name="T28" fmla="*/ 16 w 16"/>
                <a:gd name="T29" fmla="*/ 0 h 16"/>
                <a:gd name="T30" fmla="*/ 12 w 16"/>
                <a:gd name="T3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16">
                  <a:moveTo>
                    <a:pt x="12" y="0"/>
                  </a:moveTo>
                  <a:lnTo>
                    <a:pt x="8" y="14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2" y="4"/>
                  </a:lnTo>
                  <a:lnTo>
                    <a:pt x="2" y="4"/>
                  </a:lnTo>
                  <a:lnTo>
                    <a:pt x="8" y="16"/>
                  </a:lnTo>
                  <a:lnTo>
                    <a:pt x="8" y="16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4" y="16"/>
                  </a:lnTo>
                  <a:lnTo>
                    <a:pt x="16" y="16"/>
                  </a:lnTo>
                  <a:lnTo>
                    <a:pt x="16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9" name="Freeform 30">
              <a:extLst>
                <a:ext uri="{FF2B5EF4-FFF2-40B4-BE49-F238E27FC236}">
                  <a16:creationId xmlns:a16="http://schemas.microsoft.com/office/drawing/2014/main" id="{D9461DDB-B008-B8D3-B371-E7B311AA5A51}"/>
                </a:ext>
              </a:extLst>
            </p:cNvPr>
            <p:cNvSpPr>
              <a:spLocks/>
            </p:cNvSpPr>
            <p:nvPr/>
          </p:nvSpPr>
          <p:spPr bwMode="auto">
            <a:xfrm>
              <a:off x="7307632" y="2471512"/>
              <a:ext cx="6509" cy="19527"/>
            </a:xfrm>
            <a:custGeom>
              <a:avLst/>
              <a:gdLst>
                <a:gd name="T0" fmla="*/ 1 w 2"/>
                <a:gd name="T1" fmla="*/ 0 h 6"/>
                <a:gd name="T2" fmla="*/ 1 w 2"/>
                <a:gd name="T3" fmla="*/ 0 h 6"/>
                <a:gd name="T4" fmla="*/ 0 w 2"/>
                <a:gd name="T5" fmla="*/ 2 h 6"/>
                <a:gd name="T6" fmla="*/ 0 w 2"/>
                <a:gd name="T7" fmla="*/ 5 h 6"/>
                <a:gd name="T8" fmla="*/ 1 w 2"/>
                <a:gd name="T9" fmla="*/ 6 h 6"/>
                <a:gd name="T10" fmla="*/ 1 w 2"/>
                <a:gd name="T11" fmla="*/ 6 h 6"/>
                <a:gd name="T12" fmla="*/ 2 w 2"/>
                <a:gd name="T13" fmla="*/ 5 h 6"/>
                <a:gd name="T14" fmla="*/ 2 w 2"/>
                <a:gd name="T15" fmla="*/ 2 h 6"/>
                <a:gd name="T16" fmla="*/ 1 w 2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" h="6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6"/>
                    <a:pt x="2" y="6"/>
                    <a:pt x="2" y="5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50" name="Bildplatzhalter 37">
            <a:extLst>
              <a:ext uri="{FF2B5EF4-FFF2-40B4-BE49-F238E27FC236}">
                <a16:creationId xmlns:a16="http://schemas.microsoft.com/office/drawing/2014/main" id="{D473D17F-BA1B-FF86-9310-89E069B09B9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087155" y="2431904"/>
            <a:ext cx="2510152" cy="3276014"/>
          </a:xfrm>
          <a:custGeom>
            <a:avLst/>
            <a:gdLst>
              <a:gd name="connsiteX0" fmla="*/ 106268 w 2517211"/>
              <a:gd name="connsiteY0" fmla="*/ 0 h 3285589"/>
              <a:gd name="connsiteX1" fmla="*/ 2410944 w 2517211"/>
              <a:gd name="connsiteY1" fmla="*/ 0 h 3285589"/>
              <a:gd name="connsiteX2" fmla="*/ 2517211 w 2517211"/>
              <a:gd name="connsiteY2" fmla="*/ 105139 h 3285589"/>
              <a:gd name="connsiteX3" fmla="*/ 2517211 w 2517211"/>
              <a:gd name="connsiteY3" fmla="*/ 3180451 h 3285589"/>
              <a:gd name="connsiteX4" fmla="*/ 2410944 w 2517211"/>
              <a:gd name="connsiteY4" fmla="*/ 3285589 h 3285589"/>
              <a:gd name="connsiteX5" fmla="*/ 106268 w 2517211"/>
              <a:gd name="connsiteY5" fmla="*/ 3285589 h 3285589"/>
              <a:gd name="connsiteX6" fmla="*/ 0 w 2517211"/>
              <a:gd name="connsiteY6" fmla="*/ 3180451 h 3285589"/>
              <a:gd name="connsiteX7" fmla="*/ 0 w 2517211"/>
              <a:gd name="connsiteY7" fmla="*/ 105139 h 3285589"/>
              <a:gd name="connsiteX8" fmla="*/ 106268 w 2517211"/>
              <a:gd name="connsiteY8" fmla="*/ 0 h 3285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17211" h="3285589">
                <a:moveTo>
                  <a:pt x="106268" y="0"/>
                </a:moveTo>
                <a:cubicBezTo>
                  <a:pt x="2410944" y="0"/>
                  <a:pt x="2410944" y="0"/>
                  <a:pt x="2410944" y="0"/>
                </a:cubicBezTo>
                <a:cubicBezTo>
                  <a:pt x="2467399" y="0"/>
                  <a:pt x="2517211" y="49284"/>
                  <a:pt x="2517211" y="105139"/>
                </a:cubicBezTo>
                <a:cubicBezTo>
                  <a:pt x="2517211" y="3180451"/>
                  <a:pt x="2517211" y="3180451"/>
                  <a:pt x="2517211" y="3180451"/>
                </a:cubicBezTo>
                <a:cubicBezTo>
                  <a:pt x="2517211" y="3239591"/>
                  <a:pt x="2467399" y="3285589"/>
                  <a:pt x="2410944" y="3285589"/>
                </a:cubicBezTo>
                <a:cubicBezTo>
                  <a:pt x="106268" y="3285589"/>
                  <a:pt x="106268" y="3285589"/>
                  <a:pt x="106268" y="3285589"/>
                </a:cubicBezTo>
                <a:cubicBezTo>
                  <a:pt x="46493" y="3285589"/>
                  <a:pt x="0" y="3239591"/>
                  <a:pt x="0" y="3180451"/>
                </a:cubicBezTo>
                <a:cubicBezTo>
                  <a:pt x="0" y="105139"/>
                  <a:pt x="0" y="105139"/>
                  <a:pt x="0" y="105139"/>
                </a:cubicBezTo>
                <a:cubicBezTo>
                  <a:pt x="0" y="49284"/>
                  <a:pt x="46493" y="0"/>
                  <a:pt x="106268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endParaRPr lang="de-DE"/>
          </a:p>
        </p:txBody>
      </p:sp>
      <p:sp>
        <p:nvSpPr>
          <p:cNvPr id="51" name="Freeform 11">
            <a:extLst>
              <a:ext uri="{FF2B5EF4-FFF2-40B4-BE49-F238E27FC236}">
                <a16:creationId xmlns:a16="http://schemas.microsoft.com/office/drawing/2014/main" id="{AFC937F2-D0F3-1AF8-4DFA-0036161B450A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5073390" y="2380385"/>
            <a:ext cx="2559698" cy="3353808"/>
          </a:xfrm>
          <a:custGeom>
            <a:avLst/>
            <a:gdLst>
              <a:gd name="T0" fmla="*/ 44 w 787"/>
              <a:gd name="T1" fmla="*/ 1018 h 1031"/>
              <a:gd name="T2" fmla="*/ 12 w 787"/>
              <a:gd name="T3" fmla="*/ 986 h 1031"/>
              <a:gd name="T4" fmla="*/ 12 w 787"/>
              <a:gd name="T5" fmla="*/ 50 h 1031"/>
              <a:gd name="T6" fmla="*/ 44 w 787"/>
              <a:gd name="T7" fmla="*/ 18 h 1031"/>
              <a:gd name="T8" fmla="*/ 738 w 787"/>
              <a:gd name="T9" fmla="*/ 18 h 1031"/>
              <a:gd name="T10" fmla="*/ 770 w 787"/>
              <a:gd name="T11" fmla="*/ 50 h 1031"/>
              <a:gd name="T12" fmla="*/ 770 w 787"/>
              <a:gd name="T13" fmla="*/ 986 h 1031"/>
              <a:gd name="T14" fmla="*/ 738 w 787"/>
              <a:gd name="T15" fmla="*/ 1018 h 1031"/>
              <a:gd name="T16" fmla="*/ 44 w 787"/>
              <a:gd name="T17" fmla="*/ 1018 h 1031"/>
              <a:gd name="T18" fmla="*/ 782 w 787"/>
              <a:gd name="T19" fmla="*/ 986 h 1031"/>
              <a:gd name="T20" fmla="*/ 782 w 787"/>
              <a:gd name="T21" fmla="*/ 162 h 1031"/>
              <a:gd name="T22" fmla="*/ 786 w 787"/>
              <a:gd name="T23" fmla="*/ 162 h 1031"/>
              <a:gd name="T24" fmla="*/ 787 w 787"/>
              <a:gd name="T25" fmla="*/ 161 h 1031"/>
              <a:gd name="T26" fmla="*/ 787 w 787"/>
              <a:gd name="T27" fmla="*/ 125 h 1031"/>
              <a:gd name="T28" fmla="*/ 786 w 787"/>
              <a:gd name="T29" fmla="*/ 123 h 1031"/>
              <a:gd name="T30" fmla="*/ 782 w 787"/>
              <a:gd name="T31" fmla="*/ 123 h 1031"/>
              <a:gd name="T32" fmla="*/ 782 w 787"/>
              <a:gd name="T33" fmla="*/ 112 h 1031"/>
              <a:gd name="T34" fmla="*/ 786 w 787"/>
              <a:gd name="T35" fmla="*/ 112 h 1031"/>
              <a:gd name="T36" fmla="*/ 787 w 787"/>
              <a:gd name="T37" fmla="*/ 111 h 1031"/>
              <a:gd name="T38" fmla="*/ 787 w 787"/>
              <a:gd name="T39" fmla="*/ 74 h 1031"/>
              <a:gd name="T40" fmla="*/ 786 w 787"/>
              <a:gd name="T41" fmla="*/ 73 h 1031"/>
              <a:gd name="T42" fmla="*/ 782 w 787"/>
              <a:gd name="T43" fmla="*/ 73 h 1031"/>
              <a:gd name="T44" fmla="*/ 782 w 787"/>
              <a:gd name="T45" fmla="*/ 50 h 1031"/>
              <a:gd name="T46" fmla="*/ 738 w 787"/>
              <a:gd name="T47" fmla="*/ 6 h 1031"/>
              <a:gd name="T48" fmla="*/ 738 w 787"/>
              <a:gd name="T49" fmla="*/ 1 h 1031"/>
              <a:gd name="T50" fmla="*/ 737 w 787"/>
              <a:gd name="T51" fmla="*/ 0 h 1031"/>
              <a:gd name="T52" fmla="*/ 701 w 787"/>
              <a:gd name="T53" fmla="*/ 0 h 1031"/>
              <a:gd name="T54" fmla="*/ 699 w 787"/>
              <a:gd name="T55" fmla="*/ 1 h 1031"/>
              <a:gd name="T56" fmla="*/ 699 w 787"/>
              <a:gd name="T57" fmla="*/ 6 h 1031"/>
              <a:gd name="T58" fmla="*/ 44 w 787"/>
              <a:gd name="T59" fmla="*/ 6 h 1031"/>
              <a:gd name="T60" fmla="*/ 0 w 787"/>
              <a:gd name="T61" fmla="*/ 50 h 1031"/>
              <a:gd name="T62" fmla="*/ 0 w 787"/>
              <a:gd name="T63" fmla="*/ 986 h 1031"/>
              <a:gd name="T64" fmla="*/ 44 w 787"/>
              <a:gd name="T65" fmla="*/ 1031 h 1031"/>
              <a:gd name="T66" fmla="*/ 738 w 787"/>
              <a:gd name="T67" fmla="*/ 1031 h 1031"/>
              <a:gd name="T68" fmla="*/ 782 w 787"/>
              <a:gd name="T69" fmla="*/ 986 h 10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787" h="1031">
                <a:moveTo>
                  <a:pt x="44" y="1018"/>
                </a:moveTo>
                <a:cubicBezTo>
                  <a:pt x="26" y="1018"/>
                  <a:pt x="12" y="1004"/>
                  <a:pt x="12" y="986"/>
                </a:cubicBezTo>
                <a:cubicBezTo>
                  <a:pt x="12" y="50"/>
                  <a:pt x="12" y="50"/>
                  <a:pt x="12" y="50"/>
                </a:cubicBezTo>
                <a:cubicBezTo>
                  <a:pt x="12" y="33"/>
                  <a:pt x="26" y="18"/>
                  <a:pt x="44" y="18"/>
                </a:cubicBezTo>
                <a:cubicBezTo>
                  <a:pt x="738" y="18"/>
                  <a:pt x="738" y="18"/>
                  <a:pt x="738" y="18"/>
                </a:cubicBezTo>
                <a:cubicBezTo>
                  <a:pt x="755" y="18"/>
                  <a:pt x="770" y="33"/>
                  <a:pt x="770" y="50"/>
                </a:cubicBezTo>
                <a:cubicBezTo>
                  <a:pt x="770" y="986"/>
                  <a:pt x="770" y="986"/>
                  <a:pt x="770" y="986"/>
                </a:cubicBezTo>
                <a:cubicBezTo>
                  <a:pt x="770" y="1004"/>
                  <a:pt x="755" y="1018"/>
                  <a:pt x="738" y="1018"/>
                </a:cubicBezTo>
                <a:cubicBezTo>
                  <a:pt x="44" y="1018"/>
                  <a:pt x="44" y="1018"/>
                  <a:pt x="44" y="1018"/>
                </a:cubicBezTo>
                <a:moveTo>
                  <a:pt x="782" y="986"/>
                </a:moveTo>
                <a:cubicBezTo>
                  <a:pt x="782" y="162"/>
                  <a:pt x="782" y="162"/>
                  <a:pt x="782" y="162"/>
                </a:cubicBezTo>
                <a:cubicBezTo>
                  <a:pt x="786" y="162"/>
                  <a:pt x="786" y="162"/>
                  <a:pt x="786" y="162"/>
                </a:cubicBezTo>
                <a:cubicBezTo>
                  <a:pt x="787" y="162"/>
                  <a:pt x="787" y="161"/>
                  <a:pt x="787" y="161"/>
                </a:cubicBezTo>
                <a:cubicBezTo>
                  <a:pt x="787" y="125"/>
                  <a:pt x="787" y="125"/>
                  <a:pt x="787" y="125"/>
                </a:cubicBezTo>
                <a:cubicBezTo>
                  <a:pt x="787" y="124"/>
                  <a:pt x="787" y="123"/>
                  <a:pt x="786" y="123"/>
                </a:cubicBezTo>
                <a:cubicBezTo>
                  <a:pt x="782" y="123"/>
                  <a:pt x="782" y="123"/>
                  <a:pt x="782" y="123"/>
                </a:cubicBezTo>
                <a:cubicBezTo>
                  <a:pt x="782" y="112"/>
                  <a:pt x="782" y="112"/>
                  <a:pt x="782" y="112"/>
                </a:cubicBezTo>
                <a:cubicBezTo>
                  <a:pt x="786" y="112"/>
                  <a:pt x="786" y="112"/>
                  <a:pt x="786" y="112"/>
                </a:cubicBezTo>
                <a:cubicBezTo>
                  <a:pt x="787" y="112"/>
                  <a:pt x="787" y="111"/>
                  <a:pt x="787" y="111"/>
                </a:cubicBezTo>
                <a:cubicBezTo>
                  <a:pt x="787" y="74"/>
                  <a:pt x="787" y="74"/>
                  <a:pt x="787" y="74"/>
                </a:cubicBezTo>
                <a:cubicBezTo>
                  <a:pt x="787" y="74"/>
                  <a:pt x="787" y="73"/>
                  <a:pt x="786" y="73"/>
                </a:cubicBezTo>
                <a:cubicBezTo>
                  <a:pt x="782" y="73"/>
                  <a:pt x="782" y="73"/>
                  <a:pt x="782" y="73"/>
                </a:cubicBezTo>
                <a:cubicBezTo>
                  <a:pt x="782" y="50"/>
                  <a:pt x="782" y="50"/>
                  <a:pt x="782" y="50"/>
                </a:cubicBezTo>
                <a:cubicBezTo>
                  <a:pt x="782" y="26"/>
                  <a:pt x="763" y="6"/>
                  <a:pt x="738" y="6"/>
                </a:cubicBezTo>
                <a:cubicBezTo>
                  <a:pt x="738" y="1"/>
                  <a:pt x="738" y="1"/>
                  <a:pt x="738" y="1"/>
                </a:cubicBezTo>
                <a:cubicBezTo>
                  <a:pt x="738" y="0"/>
                  <a:pt x="738" y="0"/>
                  <a:pt x="737" y="0"/>
                </a:cubicBezTo>
                <a:cubicBezTo>
                  <a:pt x="701" y="0"/>
                  <a:pt x="701" y="0"/>
                  <a:pt x="701" y="0"/>
                </a:cubicBezTo>
                <a:cubicBezTo>
                  <a:pt x="700" y="0"/>
                  <a:pt x="699" y="0"/>
                  <a:pt x="699" y="1"/>
                </a:cubicBezTo>
                <a:cubicBezTo>
                  <a:pt x="699" y="6"/>
                  <a:pt x="699" y="6"/>
                  <a:pt x="699" y="6"/>
                </a:cubicBezTo>
                <a:cubicBezTo>
                  <a:pt x="44" y="6"/>
                  <a:pt x="44" y="6"/>
                  <a:pt x="44" y="6"/>
                </a:cubicBezTo>
                <a:cubicBezTo>
                  <a:pt x="19" y="6"/>
                  <a:pt x="0" y="26"/>
                  <a:pt x="0" y="50"/>
                </a:cubicBezTo>
                <a:cubicBezTo>
                  <a:pt x="0" y="986"/>
                  <a:pt x="0" y="986"/>
                  <a:pt x="0" y="986"/>
                </a:cubicBezTo>
                <a:cubicBezTo>
                  <a:pt x="0" y="1011"/>
                  <a:pt x="19" y="1031"/>
                  <a:pt x="44" y="1031"/>
                </a:cubicBezTo>
                <a:cubicBezTo>
                  <a:pt x="738" y="1031"/>
                  <a:pt x="738" y="1031"/>
                  <a:pt x="738" y="1031"/>
                </a:cubicBezTo>
                <a:cubicBezTo>
                  <a:pt x="762" y="1031"/>
                  <a:pt x="782" y="1011"/>
                  <a:pt x="782" y="986"/>
                </a:cubicBezTo>
              </a:path>
            </a:pathLst>
          </a:custGeom>
          <a:solidFill>
            <a:srgbClr val="2F3941"/>
          </a:solidFill>
          <a:ln>
            <a:noFill/>
          </a:ln>
        </p:spPr>
        <p:txBody>
          <a:bodyPr vert="horz" wrap="square" lIns="114942" tIns="57471" rIns="114942" bIns="57471" numCol="1" anchor="ctr" anchorCtr="1" compatLnSpc="1">
            <a:prstTxWarp prst="textNoShape">
              <a:avLst/>
            </a:prstTxWarp>
          </a:bodyPr>
          <a:lstStyle/>
          <a:p>
            <a:endParaRPr lang="en-US" sz="2263"/>
          </a:p>
        </p:txBody>
      </p:sp>
      <p:grpSp>
        <p:nvGrpSpPr>
          <p:cNvPr id="52" name="Group 27">
            <a:extLst>
              <a:ext uri="{FF2B5EF4-FFF2-40B4-BE49-F238E27FC236}">
                <a16:creationId xmlns:a16="http://schemas.microsoft.com/office/drawing/2014/main" id="{5512CEC1-DFFB-8EF9-DFA5-78C8857962A8}"/>
              </a:ext>
            </a:extLst>
          </p:cNvPr>
          <p:cNvGrpSpPr/>
          <p:nvPr userDrawn="1"/>
        </p:nvGrpSpPr>
        <p:grpSpPr>
          <a:xfrm>
            <a:off x="7105852" y="2461748"/>
            <a:ext cx="364509" cy="29294"/>
            <a:chOff x="7105852" y="2461748"/>
            <a:chExt cx="364509" cy="29294"/>
          </a:xfrm>
        </p:grpSpPr>
        <p:sp>
          <p:nvSpPr>
            <p:cNvPr id="53" name="Freeform 16">
              <a:extLst>
                <a:ext uri="{FF2B5EF4-FFF2-40B4-BE49-F238E27FC236}">
                  <a16:creationId xmlns:a16="http://schemas.microsoft.com/office/drawing/2014/main" id="{439F96F0-2842-99B0-AF81-16CEBD6597D5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8398" y="2465003"/>
              <a:ext cx="16273" cy="26036"/>
            </a:xfrm>
            <a:custGeom>
              <a:avLst/>
              <a:gdLst>
                <a:gd name="T0" fmla="*/ 3 w 5"/>
                <a:gd name="T1" fmla="*/ 4 h 8"/>
                <a:gd name="T2" fmla="*/ 3 w 5"/>
                <a:gd name="T3" fmla="*/ 4 h 8"/>
                <a:gd name="T4" fmla="*/ 4 w 5"/>
                <a:gd name="T5" fmla="*/ 3 h 8"/>
                <a:gd name="T6" fmla="*/ 4 w 5"/>
                <a:gd name="T7" fmla="*/ 2 h 8"/>
                <a:gd name="T8" fmla="*/ 4 w 5"/>
                <a:gd name="T9" fmla="*/ 1 h 8"/>
                <a:gd name="T10" fmla="*/ 4 w 5"/>
                <a:gd name="T11" fmla="*/ 1 h 8"/>
                <a:gd name="T12" fmla="*/ 3 w 5"/>
                <a:gd name="T13" fmla="*/ 0 h 8"/>
                <a:gd name="T14" fmla="*/ 2 w 5"/>
                <a:gd name="T15" fmla="*/ 0 h 8"/>
                <a:gd name="T16" fmla="*/ 1 w 5"/>
                <a:gd name="T17" fmla="*/ 0 h 8"/>
                <a:gd name="T18" fmla="*/ 0 w 5"/>
                <a:gd name="T19" fmla="*/ 1 h 8"/>
                <a:gd name="T20" fmla="*/ 0 w 5"/>
                <a:gd name="T21" fmla="*/ 2 h 8"/>
                <a:gd name="T22" fmla="*/ 0 w 5"/>
                <a:gd name="T23" fmla="*/ 3 h 8"/>
                <a:gd name="T24" fmla="*/ 1 w 5"/>
                <a:gd name="T25" fmla="*/ 3 h 8"/>
                <a:gd name="T26" fmla="*/ 1 w 5"/>
                <a:gd name="T27" fmla="*/ 2 h 8"/>
                <a:gd name="T28" fmla="*/ 1 w 5"/>
                <a:gd name="T29" fmla="*/ 2 h 8"/>
                <a:gd name="T30" fmla="*/ 1 w 5"/>
                <a:gd name="T31" fmla="*/ 1 h 8"/>
                <a:gd name="T32" fmla="*/ 2 w 5"/>
                <a:gd name="T33" fmla="*/ 1 h 8"/>
                <a:gd name="T34" fmla="*/ 3 w 5"/>
                <a:gd name="T35" fmla="*/ 1 h 8"/>
                <a:gd name="T36" fmla="*/ 3 w 5"/>
                <a:gd name="T37" fmla="*/ 2 h 8"/>
                <a:gd name="T38" fmla="*/ 3 w 5"/>
                <a:gd name="T39" fmla="*/ 3 h 8"/>
                <a:gd name="T40" fmla="*/ 3 w 5"/>
                <a:gd name="T41" fmla="*/ 3 h 8"/>
                <a:gd name="T42" fmla="*/ 2 w 5"/>
                <a:gd name="T43" fmla="*/ 3 h 8"/>
                <a:gd name="T44" fmla="*/ 2 w 5"/>
                <a:gd name="T45" fmla="*/ 4 h 8"/>
                <a:gd name="T46" fmla="*/ 2 w 5"/>
                <a:gd name="T47" fmla="*/ 4 h 8"/>
                <a:gd name="T48" fmla="*/ 2 w 5"/>
                <a:gd name="T49" fmla="*/ 4 h 8"/>
                <a:gd name="T50" fmla="*/ 2 w 5"/>
                <a:gd name="T51" fmla="*/ 4 h 8"/>
                <a:gd name="T52" fmla="*/ 2 w 5"/>
                <a:gd name="T53" fmla="*/ 4 h 8"/>
                <a:gd name="T54" fmla="*/ 3 w 5"/>
                <a:gd name="T55" fmla="*/ 4 h 8"/>
                <a:gd name="T56" fmla="*/ 3 w 5"/>
                <a:gd name="T57" fmla="*/ 5 h 8"/>
                <a:gd name="T58" fmla="*/ 4 w 5"/>
                <a:gd name="T59" fmla="*/ 5 h 8"/>
                <a:gd name="T60" fmla="*/ 4 w 5"/>
                <a:gd name="T61" fmla="*/ 6 h 8"/>
                <a:gd name="T62" fmla="*/ 4 w 5"/>
                <a:gd name="T63" fmla="*/ 6 h 8"/>
                <a:gd name="T64" fmla="*/ 3 w 5"/>
                <a:gd name="T65" fmla="*/ 7 h 8"/>
                <a:gd name="T66" fmla="*/ 3 w 5"/>
                <a:gd name="T67" fmla="*/ 7 h 8"/>
                <a:gd name="T68" fmla="*/ 2 w 5"/>
                <a:gd name="T69" fmla="*/ 7 h 8"/>
                <a:gd name="T70" fmla="*/ 1 w 5"/>
                <a:gd name="T71" fmla="*/ 7 h 8"/>
                <a:gd name="T72" fmla="*/ 0 w 5"/>
                <a:gd name="T73" fmla="*/ 5 h 8"/>
                <a:gd name="T74" fmla="*/ 0 w 5"/>
                <a:gd name="T75" fmla="*/ 5 h 8"/>
                <a:gd name="T76" fmla="*/ 0 w 5"/>
                <a:gd name="T77" fmla="*/ 6 h 8"/>
                <a:gd name="T78" fmla="*/ 0 w 5"/>
                <a:gd name="T79" fmla="*/ 7 h 8"/>
                <a:gd name="T80" fmla="*/ 1 w 5"/>
                <a:gd name="T81" fmla="*/ 8 h 8"/>
                <a:gd name="T82" fmla="*/ 2 w 5"/>
                <a:gd name="T83" fmla="*/ 8 h 8"/>
                <a:gd name="T84" fmla="*/ 3 w 5"/>
                <a:gd name="T85" fmla="*/ 8 h 8"/>
                <a:gd name="T86" fmla="*/ 4 w 5"/>
                <a:gd name="T87" fmla="*/ 7 h 8"/>
                <a:gd name="T88" fmla="*/ 4 w 5"/>
                <a:gd name="T89" fmla="*/ 7 h 8"/>
                <a:gd name="T90" fmla="*/ 5 w 5"/>
                <a:gd name="T91" fmla="*/ 6 h 8"/>
                <a:gd name="T92" fmla="*/ 4 w 5"/>
                <a:gd name="T93" fmla="*/ 4 h 8"/>
                <a:gd name="T94" fmla="*/ 3 w 5"/>
                <a:gd name="T95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" h="8">
                  <a:moveTo>
                    <a:pt x="3" y="4"/>
                  </a:moveTo>
                  <a:cubicBezTo>
                    <a:pt x="3" y="4"/>
                    <a:pt x="3" y="4"/>
                    <a:pt x="3" y="4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1" y="7"/>
                    <a:pt x="1" y="7"/>
                  </a:cubicBezTo>
                  <a:cubicBezTo>
                    <a:pt x="1" y="6"/>
                    <a:pt x="0" y="6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4" y="5"/>
                    <a:pt x="4" y="4"/>
                  </a:cubicBezTo>
                  <a:cubicBezTo>
                    <a:pt x="4" y="4"/>
                    <a:pt x="4" y="4"/>
                    <a:pt x="3" y="4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54" name="Freeform 17">
              <a:extLst>
                <a:ext uri="{FF2B5EF4-FFF2-40B4-BE49-F238E27FC236}">
                  <a16:creationId xmlns:a16="http://schemas.microsoft.com/office/drawing/2014/main" id="{8C5C0676-BEF3-CE1C-0636-B23EC699FF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87216" y="2465003"/>
              <a:ext cx="22782" cy="26036"/>
            </a:xfrm>
            <a:custGeom>
              <a:avLst/>
              <a:gdLst>
                <a:gd name="T0" fmla="*/ 6 w 14"/>
                <a:gd name="T1" fmla="*/ 2 h 16"/>
                <a:gd name="T2" fmla="*/ 8 w 14"/>
                <a:gd name="T3" fmla="*/ 2 h 16"/>
                <a:gd name="T4" fmla="*/ 10 w 14"/>
                <a:gd name="T5" fmla="*/ 10 h 16"/>
                <a:gd name="T6" fmla="*/ 4 w 14"/>
                <a:gd name="T7" fmla="*/ 10 h 16"/>
                <a:gd name="T8" fmla="*/ 6 w 14"/>
                <a:gd name="T9" fmla="*/ 2 h 16"/>
                <a:gd name="T10" fmla="*/ 6 w 14"/>
                <a:gd name="T11" fmla="*/ 0 h 16"/>
                <a:gd name="T12" fmla="*/ 0 w 14"/>
                <a:gd name="T13" fmla="*/ 16 h 16"/>
                <a:gd name="T14" fmla="*/ 2 w 14"/>
                <a:gd name="T15" fmla="*/ 16 h 16"/>
                <a:gd name="T16" fmla="*/ 4 w 14"/>
                <a:gd name="T17" fmla="*/ 10 h 16"/>
                <a:gd name="T18" fmla="*/ 10 w 14"/>
                <a:gd name="T19" fmla="*/ 10 h 16"/>
                <a:gd name="T20" fmla="*/ 12 w 14"/>
                <a:gd name="T21" fmla="*/ 16 h 16"/>
                <a:gd name="T22" fmla="*/ 14 w 14"/>
                <a:gd name="T23" fmla="*/ 16 h 16"/>
                <a:gd name="T24" fmla="*/ 8 w 14"/>
                <a:gd name="T25" fmla="*/ 0 h 16"/>
                <a:gd name="T26" fmla="*/ 6 w 14"/>
                <a:gd name="T2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" h="16">
                  <a:moveTo>
                    <a:pt x="6" y="2"/>
                  </a:moveTo>
                  <a:lnTo>
                    <a:pt x="8" y="2"/>
                  </a:lnTo>
                  <a:lnTo>
                    <a:pt x="10" y="10"/>
                  </a:lnTo>
                  <a:lnTo>
                    <a:pt x="4" y="10"/>
                  </a:lnTo>
                  <a:lnTo>
                    <a:pt x="6" y="2"/>
                  </a:lnTo>
                  <a:close/>
                  <a:moveTo>
                    <a:pt x="6" y="0"/>
                  </a:moveTo>
                  <a:lnTo>
                    <a:pt x="0" y="16"/>
                  </a:lnTo>
                  <a:lnTo>
                    <a:pt x="2" y="16"/>
                  </a:lnTo>
                  <a:lnTo>
                    <a:pt x="4" y="10"/>
                  </a:lnTo>
                  <a:lnTo>
                    <a:pt x="10" y="10"/>
                  </a:lnTo>
                  <a:lnTo>
                    <a:pt x="12" y="16"/>
                  </a:lnTo>
                  <a:lnTo>
                    <a:pt x="14" y="16"/>
                  </a:lnTo>
                  <a:lnTo>
                    <a:pt x="8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55" name="Freeform 18">
              <a:extLst>
                <a:ext uri="{FF2B5EF4-FFF2-40B4-BE49-F238E27FC236}">
                  <a16:creationId xmlns:a16="http://schemas.microsoft.com/office/drawing/2014/main" id="{6CBDA5DB-4A82-6C7C-45E9-503F09610A66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7106" y="2471512"/>
              <a:ext cx="3255" cy="13018"/>
            </a:xfrm>
            <a:custGeom>
              <a:avLst/>
              <a:gdLst>
                <a:gd name="T0" fmla="*/ 0 w 1"/>
                <a:gd name="T1" fmla="*/ 0 h 4"/>
                <a:gd name="T2" fmla="*/ 0 w 1"/>
                <a:gd name="T3" fmla="*/ 4 h 4"/>
                <a:gd name="T4" fmla="*/ 1 w 1"/>
                <a:gd name="T5" fmla="*/ 2 h 4"/>
                <a:gd name="T6" fmla="*/ 0 w 1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4">
                  <a:moveTo>
                    <a:pt x="0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1" y="3"/>
                    <a:pt x="1" y="2"/>
                  </a:cubicBezTo>
                  <a:cubicBezTo>
                    <a:pt x="1" y="1"/>
                    <a:pt x="0" y="0"/>
                    <a:pt x="0" y="0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56" name="Freeform 19">
              <a:extLst>
                <a:ext uri="{FF2B5EF4-FFF2-40B4-BE49-F238E27FC236}">
                  <a16:creationId xmlns:a16="http://schemas.microsoft.com/office/drawing/2014/main" id="{5E97A52F-009B-3569-0EEA-E0D1BD5661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57925" y="2465003"/>
              <a:ext cx="16273" cy="26036"/>
            </a:xfrm>
            <a:custGeom>
              <a:avLst/>
              <a:gdLst>
                <a:gd name="T0" fmla="*/ 4 w 5"/>
                <a:gd name="T1" fmla="*/ 4 h 8"/>
                <a:gd name="T2" fmla="*/ 4 w 5"/>
                <a:gd name="T3" fmla="*/ 5 h 8"/>
                <a:gd name="T4" fmla="*/ 4 w 5"/>
                <a:gd name="T5" fmla="*/ 6 h 8"/>
                <a:gd name="T6" fmla="*/ 3 w 5"/>
                <a:gd name="T7" fmla="*/ 7 h 8"/>
                <a:gd name="T8" fmla="*/ 2 w 5"/>
                <a:gd name="T9" fmla="*/ 7 h 8"/>
                <a:gd name="T10" fmla="*/ 2 w 5"/>
                <a:gd name="T11" fmla="*/ 7 h 8"/>
                <a:gd name="T12" fmla="*/ 1 w 5"/>
                <a:gd name="T13" fmla="*/ 6 h 8"/>
                <a:gd name="T14" fmla="*/ 1 w 5"/>
                <a:gd name="T15" fmla="*/ 5 h 8"/>
                <a:gd name="T16" fmla="*/ 1 w 5"/>
                <a:gd name="T17" fmla="*/ 4 h 8"/>
                <a:gd name="T18" fmla="*/ 1 w 5"/>
                <a:gd name="T19" fmla="*/ 3 h 8"/>
                <a:gd name="T20" fmla="*/ 1 w 5"/>
                <a:gd name="T21" fmla="*/ 3 h 8"/>
                <a:gd name="T22" fmla="*/ 1 w 5"/>
                <a:gd name="T23" fmla="*/ 2 h 8"/>
                <a:gd name="T24" fmla="*/ 1 w 5"/>
                <a:gd name="T25" fmla="*/ 2 h 8"/>
                <a:gd name="T26" fmla="*/ 2 w 5"/>
                <a:gd name="T27" fmla="*/ 1 h 8"/>
                <a:gd name="T28" fmla="*/ 2 w 5"/>
                <a:gd name="T29" fmla="*/ 1 h 8"/>
                <a:gd name="T30" fmla="*/ 3 w 5"/>
                <a:gd name="T31" fmla="*/ 1 h 8"/>
                <a:gd name="T32" fmla="*/ 3 w 5"/>
                <a:gd name="T33" fmla="*/ 2 h 8"/>
                <a:gd name="T34" fmla="*/ 4 w 5"/>
                <a:gd name="T35" fmla="*/ 2 h 8"/>
                <a:gd name="T36" fmla="*/ 4 w 5"/>
                <a:gd name="T37" fmla="*/ 3 h 8"/>
                <a:gd name="T38" fmla="*/ 4 w 5"/>
                <a:gd name="T39" fmla="*/ 3 h 8"/>
                <a:gd name="T40" fmla="*/ 4 w 5"/>
                <a:gd name="T41" fmla="*/ 4 h 8"/>
                <a:gd name="T42" fmla="*/ 5 w 5"/>
                <a:gd name="T43" fmla="*/ 4 h 8"/>
                <a:gd name="T44" fmla="*/ 5 w 5"/>
                <a:gd name="T45" fmla="*/ 3 h 8"/>
                <a:gd name="T46" fmla="*/ 5 w 5"/>
                <a:gd name="T47" fmla="*/ 2 h 8"/>
                <a:gd name="T48" fmla="*/ 5 w 5"/>
                <a:gd name="T49" fmla="*/ 2 h 8"/>
                <a:gd name="T50" fmla="*/ 4 w 5"/>
                <a:gd name="T51" fmla="*/ 1 h 8"/>
                <a:gd name="T52" fmla="*/ 3 w 5"/>
                <a:gd name="T53" fmla="*/ 0 h 8"/>
                <a:gd name="T54" fmla="*/ 2 w 5"/>
                <a:gd name="T55" fmla="*/ 0 h 8"/>
                <a:gd name="T56" fmla="*/ 1 w 5"/>
                <a:gd name="T57" fmla="*/ 0 h 8"/>
                <a:gd name="T58" fmla="*/ 1 w 5"/>
                <a:gd name="T59" fmla="*/ 1 h 8"/>
                <a:gd name="T60" fmla="*/ 0 w 5"/>
                <a:gd name="T61" fmla="*/ 2 h 8"/>
                <a:gd name="T62" fmla="*/ 0 w 5"/>
                <a:gd name="T63" fmla="*/ 2 h 8"/>
                <a:gd name="T64" fmla="*/ 0 w 5"/>
                <a:gd name="T65" fmla="*/ 3 h 8"/>
                <a:gd name="T66" fmla="*/ 0 w 5"/>
                <a:gd name="T67" fmla="*/ 4 h 8"/>
                <a:gd name="T68" fmla="*/ 0 w 5"/>
                <a:gd name="T69" fmla="*/ 5 h 8"/>
                <a:gd name="T70" fmla="*/ 0 w 5"/>
                <a:gd name="T71" fmla="*/ 6 h 8"/>
                <a:gd name="T72" fmla="*/ 0 w 5"/>
                <a:gd name="T73" fmla="*/ 7 h 8"/>
                <a:gd name="T74" fmla="*/ 1 w 5"/>
                <a:gd name="T75" fmla="*/ 7 h 8"/>
                <a:gd name="T76" fmla="*/ 1 w 5"/>
                <a:gd name="T77" fmla="*/ 8 h 8"/>
                <a:gd name="T78" fmla="*/ 2 w 5"/>
                <a:gd name="T79" fmla="*/ 8 h 8"/>
                <a:gd name="T80" fmla="*/ 3 w 5"/>
                <a:gd name="T81" fmla="*/ 8 h 8"/>
                <a:gd name="T82" fmla="*/ 4 w 5"/>
                <a:gd name="T83" fmla="*/ 7 h 8"/>
                <a:gd name="T84" fmla="*/ 5 w 5"/>
                <a:gd name="T85" fmla="*/ 7 h 8"/>
                <a:gd name="T86" fmla="*/ 5 w 5"/>
                <a:gd name="T87" fmla="*/ 6 h 8"/>
                <a:gd name="T88" fmla="*/ 5 w 5"/>
                <a:gd name="T89" fmla="*/ 5 h 8"/>
                <a:gd name="T90" fmla="*/ 5 w 5"/>
                <a:gd name="T91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" h="8">
                  <a:moveTo>
                    <a:pt x="4" y="4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4"/>
                    <a:pt x="4" y="4"/>
                    <a:pt x="4" y="4"/>
                  </a:cubicBezTo>
                  <a:moveTo>
                    <a:pt x="5" y="4"/>
                  </a:moveTo>
                  <a:cubicBezTo>
                    <a:pt x="5" y="3"/>
                    <a:pt x="5" y="3"/>
                    <a:pt x="5" y="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4"/>
                    <a:pt x="5" y="4"/>
                    <a:pt x="5" y="4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57" name="Freeform 20">
              <a:extLst>
                <a:ext uri="{FF2B5EF4-FFF2-40B4-BE49-F238E27FC236}">
                  <a16:creationId xmlns:a16="http://schemas.microsoft.com/office/drawing/2014/main" id="{9700B027-5BFA-3EF6-F899-E9DBD890BC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05852" y="2465003"/>
              <a:ext cx="16273" cy="26036"/>
            </a:xfrm>
            <a:custGeom>
              <a:avLst/>
              <a:gdLst>
                <a:gd name="T0" fmla="*/ 4 w 5"/>
                <a:gd name="T1" fmla="*/ 3 h 8"/>
                <a:gd name="T2" fmla="*/ 4 w 5"/>
                <a:gd name="T3" fmla="*/ 3 h 8"/>
                <a:gd name="T4" fmla="*/ 3 w 5"/>
                <a:gd name="T5" fmla="*/ 4 h 8"/>
                <a:gd name="T6" fmla="*/ 3 w 5"/>
                <a:gd name="T7" fmla="*/ 4 h 8"/>
                <a:gd name="T8" fmla="*/ 2 w 5"/>
                <a:gd name="T9" fmla="*/ 4 h 8"/>
                <a:gd name="T10" fmla="*/ 2 w 5"/>
                <a:gd name="T11" fmla="*/ 4 h 8"/>
                <a:gd name="T12" fmla="*/ 1 w 5"/>
                <a:gd name="T13" fmla="*/ 4 h 8"/>
                <a:gd name="T14" fmla="*/ 1 w 5"/>
                <a:gd name="T15" fmla="*/ 3 h 8"/>
                <a:gd name="T16" fmla="*/ 1 w 5"/>
                <a:gd name="T17" fmla="*/ 3 h 8"/>
                <a:gd name="T18" fmla="*/ 1 w 5"/>
                <a:gd name="T19" fmla="*/ 2 h 8"/>
                <a:gd name="T20" fmla="*/ 1 w 5"/>
                <a:gd name="T21" fmla="*/ 2 h 8"/>
                <a:gd name="T22" fmla="*/ 2 w 5"/>
                <a:gd name="T23" fmla="*/ 1 h 8"/>
                <a:gd name="T24" fmla="*/ 2 w 5"/>
                <a:gd name="T25" fmla="*/ 1 h 8"/>
                <a:gd name="T26" fmla="*/ 3 w 5"/>
                <a:gd name="T27" fmla="*/ 1 h 8"/>
                <a:gd name="T28" fmla="*/ 4 w 5"/>
                <a:gd name="T29" fmla="*/ 2 h 8"/>
                <a:gd name="T30" fmla="*/ 4 w 5"/>
                <a:gd name="T31" fmla="*/ 2 h 8"/>
                <a:gd name="T32" fmla="*/ 4 w 5"/>
                <a:gd name="T33" fmla="*/ 3 h 8"/>
                <a:gd name="T34" fmla="*/ 5 w 5"/>
                <a:gd name="T35" fmla="*/ 4 h 8"/>
                <a:gd name="T36" fmla="*/ 5 w 5"/>
                <a:gd name="T37" fmla="*/ 2 h 8"/>
                <a:gd name="T38" fmla="*/ 4 w 5"/>
                <a:gd name="T39" fmla="*/ 1 h 8"/>
                <a:gd name="T40" fmla="*/ 3 w 5"/>
                <a:gd name="T41" fmla="*/ 0 h 8"/>
                <a:gd name="T42" fmla="*/ 2 w 5"/>
                <a:gd name="T43" fmla="*/ 0 h 8"/>
                <a:gd name="T44" fmla="*/ 1 w 5"/>
                <a:gd name="T45" fmla="*/ 0 h 8"/>
                <a:gd name="T46" fmla="*/ 1 w 5"/>
                <a:gd name="T47" fmla="*/ 1 h 8"/>
                <a:gd name="T48" fmla="*/ 0 w 5"/>
                <a:gd name="T49" fmla="*/ 2 h 8"/>
                <a:gd name="T50" fmla="*/ 0 w 5"/>
                <a:gd name="T51" fmla="*/ 3 h 8"/>
                <a:gd name="T52" fmla="*/ 0 w 5"/>
                <a:gd name="T53" fmla="*/ 4 h 8"/>
                <a:gd name="T54" fmla="*/ 1 w 5"/>
                <a:gd name="T55" fmla="*/ 5 h 8"/>
                <a:gd name="T56" fmla="*/ 1 w 5"/>
                <a:gd name="T57" fmla="*/ 5 h 8"/>
                <a:gd name="T58" fmla="*/ 2 w 5"/>
                <a:gd name="T59" fmla="*/ 5 h 8"/>
                <a:gd name="T60" fmla="*/ 3 w 5"/>
                <a:gd name="T61" fmla="*/ 5 h 8"/>
                <a:gd name="T62" fmla="*/ 4 w 5"/>
                <a:gd name="T63" fmla="*/ 4 h 8"/>
                <a:gd name="T64" fmla="*/ 4 w 5"/>
                <a:gd name="T65" fmla="*/ 4 h 8"/>
                <a:gd name="T66" fmla="*/ 4 w 5"/>
                <a:gd name="T67" fmla="*/ 6 h 8"/>
                <a:gd name="T68" fmla="*/ 2 w 5"/>
                <a:gd name="T69" fmla="*/ 7 h 8"/>
                <a:gd name="T70" fmla="*/ 1 w 5"/>
                <a:gd name="T71" fmla="*/ 7 h 8"/>
                <a:gd name="T72" fmla="*/ 1 w 5"/>
                <a:gd name="T73" fmla="*/ 6 h 8"/>
                <a:gd name="T74" fmla="*/ 0 w 5"/>
                <a:gd name="T75" fmla="*/ 6 h 8"/>
                <a:gd name="T76" fmla="*/ 1 w 5"/>
                <a:gd name="T77" fmla="*/ 7 h 8"/>
                <a:gd name="T78" fmla="*/ 2 w 5"/>
                <a:gd name="T79" fmla="*/ 8 h 8"/>
                <a:gd name="T80" fmla="*/ 4 w 5"/>
                <a:gd name="T81" fmla="*/ 7 h 8"/>
                <a:gd name="T82" fmla="*/ 5 w 5"/>
                <a:gd name="T83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" h="8">
                  <a:moveTo>
                    <a:pt x="4" y="3"/>
                  </a:moveTo>
                  <a:cubicBezTo>
                    <a:pt x="4" y="3"/>
                    <a:pt x="4" y="3"/>
                    <a:pt x="4" y="3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4" y="3"/>
                    <a:pt x="4" y="3"/>
                  </a:cubicBezTo>
                  <a:moveTo>
                    <a:pt x="5" y="4"/>
                  </a:moveTo>
                  <a:cubicBezTo>
                    <a:pt x="5" y="3"/>
                    <a:pt x="5" y="3"/>
                    <a:pt x="5" y="2"/>
                  </a:cubicBezTo>
                  <a:cubicBezTo>
                    <a:pt x="5" y="2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5"/>
                    <a:pt x="4" y="6"/>
                    <a:pt x="4" y="6"/>
                  </a:cubicBezTo>
                  <a:cubicBezTo>
                    <a:pt x="3" y="7"/>
                    <a:pt x="3" y="7"/>
                    <a:pt x="2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1" y="6"/>
                    <a:pt x="1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1" y="7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4" y="8"/>
                    <a:pt x="4" y="7"/>
                  </a:cubicBezTo>
                  <a:cubicBezTo>
                    <a:pt x="5" y="6"/>
                    <a:pt x="5" y="5"/>
                    <a:pt x="5" y="4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58" name="Rectangle 21">
              <a:extLst>
                <a:ext uri="{FF2B5EF4-FFF2-40B4-BE49-F238E27FC236}">
                  <a16:creationId xmlns:a16="http://schemas.microsoft.com/office/drawing/2014/main" id="{C8DE5A02-CEB4-65B2-62BF-3B6FCA76DF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8634" y="2487787"/>
              <a:ext cx="3255" cy="3255"/>
            </a:xfrm>
            <a:prstGeom prst="rect">
              <a:avLst/>
            </a:pr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59" name="Rectangle 22">
              <a:extLst>
                <a:ext uri="{FF2B5EF4-FFF2-40B4-BE49-F238E27FC236}">
                  <a16:creationId xmlns:a16="http://schemas.microsoft.com/office/drawing/2014/main" id="{3796B980-C3AA-4B15-933E-7CC58C5CCB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8634" y="2471514"/>
              <a:ext cx="3255" cy="3255"/>
            </a:xfrm>
            <a:prstGeom prst="rect">
              <a:avLst/>
            </a:pr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1" name="Freeform 23">
              <a:extLst>
                <a:ext uri="{FF2B5EF4-FFF2-40B4-BE49-F238E27FC236}">
                  <a16:creationId xmlns:a16="http://schemas.microsoft.com/office/drawing/2014/main" id="{48F66C8A-FB69-DF75-4716-6086745CB17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6452" y="2461748"/>
              <a:ext cx="29291" cy="13018"/>
            </a:xfrm>
            <a:custGeom>
              <a:avLst/>
              <a:gdLst>
                <a:gd name="T0" fmla="*/ 0 w 9"/>
                <a:gd name="T1" fmla="*/ 3 h 4"/>
                <a:gd name="T2" fmla="*/ 1 w 9"/>
                <a:gd name="T3" fmla="*/ 4 h 4"/>
                <a:gd name="T4" fmla="*/ 4 w 9"/>
                <a:gd name="T5" fmla="*/ 3 h 4"/>
                <a:gd name="T6" fmla="*/ 8 w 9"/>
                <a:gd name="T7" fmla="*/ 4 h 4"/>
                <a:gd name="T8" fmla="*/ 9 w 9"/>
                <a:gd name="T9" fmla="*/ 3 h 4"/>
                <a:gd name="T10" fmla="*/ 0 w 9"/>
                <a:gd name="T11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4">
                  <a:moveTo>
                    <a:pt x="0" y="3"/>
                  </a:moveTo>
                  <a:cubicBezTo>
                    <a:pt x="0" y="3"/>
                    <a:pt x="0" y="4"/>
                    <a:pt x="1" y="4"/>
                  </a:cubicBezTo>
                  <a:cubicBezTo>
                    <a:pt x="2" y="3"/>
                    <a:pt x="3" y="3"/>
                    <a:pt x="4" y="3"/>
                  </a:cubicBezTo>
                  <a:cubicBezTo>
                    <a:pt x="6" y="3"/>
                    <a:pt x="7" y="3"/>
                    <a:pt x="8" y="4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6" y="0"/>
                    <a:pt x="2" y="0"/>
                    <a:pt x="0" y="3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2" name="Freeform 24">
              <a:extLst>
                <a:ext uri="{FF2B5EF4-FFF2-40B4-BE49-F238E27FC236}">
                  <a16:creationId xmlns:a16="http://schemas.microsoft.com/office/drawing/2014/main" id="{1EEEF2FF-BAC0-799E-77D8-4D0D088B6FC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15034" y="2465003"/>
              <a:ext cx="48818" cy="26036"/>
            </a:xfrm>
            <a:custGeom>
              <a:avLst/>
              <a:gdLst>
                <a:gd name="T0" fmla="*/ 11 w 15"/>
                <a:gd name="T1" fmla="*/ 7 h 8"/>
                <a:gd name="T2" fmla="*/ 10 w 15"/>
                <a:gd name="T3" fmla="*/ 7 h 8"/>
                <a:gd name="T4" fmla="*/ 2 w 15"/>
                <a:gd name="T5" fmla="*/ 7 h 8"/>
                <a:gd name="T6" fmla="*/ 1 w 15"/>
                <a:gd name="T7" fmla="*/ 6 h 8"/>
                <a:gd name="T8" fmla="*/ 1 w 15"/>
                <a:gd name="T9" fmla="*/ 2 h 8"/>
                <a:gd name="T10" fmla="*/ 2 w 15"/>
                <a:gd name="T11" fmla="*/ 1 h 8"/>
                <a:gd name="T12" fmla="*/ 10 w 15"/>
                <a:gd name="T13" fmla="*/ 1 h 8"/>
                <a:gd name="T14" fmla="*/ 11 w 15"/>
                <a:gd name="T15" fmla="*/ 2 h 8"/>
                <a:gd name="T16" fmla="*/ 11 w 15"/>
                <a:gd name="T17" fmla="*/ 7 h 8"/>
                <a:gd name="T18" fmla="*/ 15 w 15"/>
                <a:gd name="T19" fmla="*/ 6 h 8"/>
                <a:gd name="T20" fmla="*/ 15 w 15"/>
                <a:gd name="T21" fmla="*/ 2 h 8"/>
                <a:gd name="T22" fmla="*/ 13 w 15"/>
                <a:gd name="T23" fmla="*/ 0 h 8"/>
                <a:gd name="T24" fmla="*/ 2 w 15"/>
                <a:gd name="T25" fmla="*/ 0 h 8"/>
                <a:gd name="T26" fmla="*/ 0 w 15"/>
                <a:gd name="T27" fmla="*/ 2 h 8"/>
                <a:gd name="T28" fmla="*/ 0 w 15"/>
                <a:gd name="T29" fmla="*/ 6 h 8"/>
                <a:gd name="T30" fmla="*/ 2 w 15"/>
                <a:gd name="T31" fmla="*/ 8 h 8"/>
                <a:gd name="T32" fmla="*/ 7 w 15"/>
                <a:gd name="T33" fmla="*/ 8 h 8"/>
                <a:gd name="T34" fmla="*/ 13 w 15"/>
                <a:gd name="T35" fmla="*/ 8 h 8"/>
                <a:gd name="T36" fmla="*/ 15 w 15"/>
                <a:gd name="T37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" h="8">
                  <a:moveTo>
                    <a:pt x="11" y="7"/>
                  </a:moveTo>
                  <a:cubicBezTo>
                    <a:pt x="10" y="7"/>
                    <a:pt x="10" y="7"/>
                    <a:pt x="10" y="7"/>
                  </a:cubicBezTo>
                  <a:cubicBezTo>
                    <a:pt x="8" y="7"/>
                    <a:pt x="5" y="7"/>
                    <a:pt x="2" y="7"/>
                  </a:cubicBezTo>
                  <a:cubicBezTo>
                    <a:pt x="2" y="7"/>
                    <a:pt x="1" y="6"/>
                    <a:pt x="1" y="6"/>
                  </a:cubicBezTo>
                  <a:cubicBezTo>
                    <a:pt x="1" y="5"/>
                    <a:pt x="1" y="3"/>
                    <a:pt x="1" y="2"/>
                  </a:cubicBezTo>
                  <a:cubicBezTo>
                    <a:pt x="1" y="2"/>
                    <a:pt x="2" y="1"/>
                    <a:pt x="2" y="1"/>
                  </a:cubicBezTo>
                  <a:cubicBezTo>
                    <a:pt x="5" y="1"/>
                    <a:pt x="8" y="1"/>
                    <a:pt x="10" y="1"/>
                  </a:cubicBezTo>
                  <a:cubicBezTo>
                    <a:pt x="11" y="2"/>
                    <a:pt x="11" y="2"/>
                    <a:pt x="11" y="2"/>
                  </a:cubicBezTo>
                  <a:lnTo>
                    <a:pt x="11" y="7"/>
                  </a:lnTo>
                  <a:close/>
                  <a:moveTo>
                    <a:pt x="15" y="6"/>
                  </a:moveTo>
                  <a:cubicBezTo>
                    <a:pt x="15" y="5"/>
                    <a:pt x="15" y="3"/>
                    <a:pt x="15" y="2"/>
                  </a:cubicBezTo>
                  <a:cubicBezTo>
                    <a:pt x="15" y="1"/>
                    <a:pt x="14" y="0"/>
                    <a:pt x="13" y="0"/>
                  </a:cubicBezTo>
                  <a:cubicBezTo>
                    <a:pt x="9" y="0"/>
                    <a:pt x="6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7"/>
                    <a:pt x="1" y="8"/>
                    <a:pt x="2" y="8"/>
                  </a:cubicBezTo>
                  <a:cubicBezTo>
                    <a:pt x="4" y="8"/>
                    <a:pt x="6" y="8"/>
                    <a:pt x="7" y="8"/>
                  </a:cubicBezTo>
                  <a:cubicBezTo>
                    <a:pt x="9" y="8"/>
                    <a:pt x="11" y="8"/>
                    <a:pt x="13" y="8"/>
                  </a:cubicBezTo>
                  <a:cubicBezTo>
                    <a:pt x="14" y="8"/>
                    <a:pt x="15" y="7"/>
                    <a:pt x="15" y="6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3" name="Oval 25">
              <a:extLst>
                <a:ext uri="{FF2B5EF4-FFF2-40B4-BE49-F238E27FC236}">
                  <a16:creationId xmlns:a16="http://schemas.microsoft.com/office/drawing/2014/main" id="{FF4D658A-AB50-B4C0-8B14-520C9BC0A7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66215" y="2484530"/>
              <a:ext cx="9764" cy="6509"/>
            </a:xfrm>
            <a:prstGeom prst="ellipse">
              <a:avLst/>
            </a:pr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4" name="Freeform 26">
              <a:extLst>
                <a:ext uri="{FF2B5EF4-FFF2-40B4-BE49-F238E27FC236}">
                  <a16:creationId xmlns:a16="http://schemas.microsoft.com/office/drawing/2014/main" id="{35BC9AF6-80CF-F55B-490E-17A175AB145C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9704" y="2471514"/>
              <a:ext cx="19527" cy="9764"/>
            </a:xfrm>
            <a:custGeom>
              <a:avLst/>
              <a:gdLst>
                <a:gd name="T0" fmla="*/ 0 w 6"/>
                <a:gd name="T1" fmla="*/ 2 h 3"/>
                <a:gd name="T2" fmla="*/ 2 w 6"/>
                <a:gd name="T3" fmla="*/ 3 h 3"/>
                <a:gd name="T4" fmla="*/ 3 w 6"/>
                <a:gd name="T5" fmla="*/ 3 h 3"/>
                <a:gd name="T6" fmla="*/ 5 w 6"/>
                <a:gd name="T7" fmla="*/ 3 h 3"/>
                <a:gd name="T8" fmla="*/ 6 w 6"/>
                <a:gd name="T9" fmla="*/ 2 h 3"/>
                <a:gd name="T10" fmla="*/ 0 w 6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">
                  <a:moveTo>
                    <a:pt x="0" y="2"/>
                  </a:moveTo>
                  <a:cubicBezTo>
                    <a:pt x="1" y="3"/>
                    <a:pt x="1" y="3"/>
                    <a:pt x="2" y="3"/>
                  </a:cubicBezTo>
                  <a:cubicBezTo>
                    <a:pt x="2" y="3"/>
                    <a:pt x="3" y="3"/>
                    <a:pt x="3" y="3"/>
                  </a:cubicBezTo>
                  <a:cubicBezTo>
                    <a:pt x="4" y="3"/>
                    <a:pt x="4" y="3"/>
                    <a:pt x="5" y="3"/>
                  </a:cubicBezTo>
                  <a:cubicBezTo>
                    <a:pt x="5" y="3"/>
                    <a:pt x="6" y="3"/>
                    <a:pt x="6" y="2"/>
                  </a:cubicBezTo>
                  <a:cubicBezTo>
                    <a:pt x="5" y="0"/>
                    <a:pt x="2" y="0"/>
                    <a:pt x="0" y="2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5" name="Freeform 27">
              <a:extLst>
                <a:ext uri="{FF2B5EF4-FFF2-40B4-BE49-F238E27FC236}">
                  <a16:creationId xmlns:a16="http://schemas.microsoft.com/office/drawing/2014/main" id="{C32FCB46-2003-C8EB-71EB-FF24C3F6EDCC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1361" y="2481278"/>
              <a:ext cx="9764" cy="9764"/>
            </a:xfrm>
            <a:custGeom>
              <a:avLst/>
              <a:gdLst>
                <a:gd name="T0" fmla="*/ 2 w 3"/>
                <a:gd name="T1" fmla="*/ 0 h 3"/>
                <a:gd name="T2" fmla="*/ 2 w 3"/>
                <a:gd name="T3" fmla="*/ 0 h 3"/>
                <a:gd name="T4" fmla="*/ 0 w 3"/>
                <a:gd name="T5" fmla="*/ 1 h 3"/>
                <a:gd name="T6" fmla="*/ 0 w 3"/>
                <a:gd name="T7" fmla="*/ 2 h 3"/>
                <a:gd name="T8" fmla="*/ 2 w 3"/>
                <a:gd name="T9" fmla="*/ 3 h 3"/>
                <a:gd name="T10" fmla="*/ 2 w 3"/>
                <a:gd name="T11" fmla="*/ 3 h 3"/>
                <a:gd name="T12" fmla="*/ 3 w 3"/>
                <a:gd name="T13" fmla="*/ 2 h 3"/>
                <a:gd name="T14" fmla="*/ 3 w 3"/>
                <a:gd name="T15" fmla="*/ 1 h 3"/>
                <a:gd name="T16" fmla="*/ 2 w 3"/>
                <a:gd name="T1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3"/>
                    <a:pt x="3" y="3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0"/>
                    <a:pt x="3" y="0"/>
                    <a:pt x="2" y="0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6" name="Freeform 28">
              <a:extLst>
                <a:ext uri="{FF2B5EF4-FFF2-40B4-BE49-F238E27FC236}">
                  <a16:creationId xmlns:a16="http://schemas.microsoft.com/office/drawing/2014/main" id="{4772432D-32B1-C35E-D4D0-62819AFDF6FF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0650" y="2465003"/>
              <a:ext cx="6509" cy="26036"/>
            </a:xfrm>
            <a:custGeom>
              <a:avLst/>
              <a:gdLst>
                <a:gd name="T0" fmla="*/ 1 w 2"/>
                <a:gd name="T1" fmla="*/ 0 h 8"/>
                <a:gd name="T2" fmla="*/ 1 w 2"/>
                <a:gd name="T3" fmla="*/ 0 h 8"/>
                <a:gd name="T4" fmla="*/ 0 w 2"/>
                <a:gd name="T5" fmla="*/ 1 h 8"/>
                <a:gd name="T6" fmla="*/ 0 w 2"/>
                <a:gd name="T7" fmla="*/ 7 h 8"/>
                <a:gd name="T8" fmla="*/ 1 w 2"/>
                <a:gd name="T9" fmla="*/ 8 h 8"/>
                <a:gd name="T10" fmla="*/ 1 w 2"/>
                <a:gd name="T11" fmla="*/ 8 h 8"/>
                <a:gd name="T12" fmla="*/ 2 w 2"/>
                <a:gd name="T13" fmla="*/ 7 h 8"/>
                <a:gd name="T14" fmla="*/ 2 w 2"/>
                <a:gd name="T15" fmla="*/ 1 h 8"/>
                <a:gd name="T16" fmla="*/ 1 w 2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" h="8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8"/>
                    <a:pt x="0" y="8"/>
                    <a:pt x="1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7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0"/>
                    <a:pt x="1" y="0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7" name="Freeform 29">
              <a:extLst>
                <a:ext uri="{FF2B5EF4-FFF2-40B4-BE49-F238E27FC236}">
                  <a16:creationId xmlns:a16="http://schemas.microsoft.com/office/drawing/2014/main" id="{F6A1C2AE-D3D8-36F9-3059-7904E74708DF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3250" y="2465003"/>
              <a:ext cx="26036" cy="26036"/>
            </a:xfrm>
            <a:custGeom>
              <a:avLst/>
              <a:gdLst>
                <a:gd name="T0" fmla="*/ 12 w 16"/>
                <a:gd name="T1" fmla="*/ 0 h 16"/>
                <a:gd name="T2" fmla="*/ 8 w 16"/>
                <a:gd name="T3" fmla="*/ 14 h 16"/>
                <a:gd name="T4" fmla="*/ 4 w 16"/>
                <a:gd name="T5" fmla="*/ 0 h 16"/>
                <a:gd name="T6" fmla="*/ 0 w 16"/>
                <a:gd name="T7" fmla="*/ 0 h 16"/>
                <a:gd name="T8" fmla="*/ 0 w 16"/>
                <a:gd name="T9" fmla="*/ 16 h 16"/>
                <a:gd name="T10" fmla="*/ 2 w 16"/>
                <a:gd name="T11" fmla="*/ 16 h 16"/>
                <a:gd name="T12" fmla="*/ 2 w 16"/>
                <a:gd name="T13" fmla="*/ 4 h 16"/>
                <a:gd name="T14" fmla="*/ 2 w 16"/>
                <a:gd name="T15" fmla="*/ 4 h 16"/>
                <a:gd name="T16" fmla="*/ 8 w 16"/>
                <a:gd name="T17" fmla="*/ 16 h 16"/>
                <a:gd name="T18" fmla="*/ 8 w 16"/>
                <a:gd name="T19" fmla="*/ 16 h 16"/>
                <a:gd name="T20" fmla="*/ 14 w 16"/>
                <a:gd name="T21" fmla="*/ 4 h 16"/>
                <a:gd name="T22" fmla="*/ 14 w 16"/>
                <a:gd name="T23" fmla="*/ 4 h 16"/>
                <a:gd name="T24" fmla="*/ 14 w 16"/>
                <a:gd name="T25" fmla="*/ 16 h 16"/>
                <a:gd name="T26" fmla="*/ 16 w 16"/>
                <a:gd name="T27" fmla="*/ 16 h 16"/>
                <a:gd name="T28" fmla="*/ 16 w 16"/>
                <a:gd name="T29" fmla="*/ 0 h 16"/>
                <a:gd name="T30" fmla="*/ 12 w 16"/>
                <a:gd name="T3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16">
                  <a:moveTo>
                    <a:pt x="12" y="0"/>
                  </a:moveTo>
                  <a:lnTo>
                    <a:pt x="8" y="14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2" y="4"/>
                  </a:lnTo>
                  <a:lnTo>
                    <a:pt x="2" y="4"/>
                  </a:lnTo>
                  <a:lnTo>
                    <a:pt x="8" y="16"/>
                  </a:lnTo>
                  <a:lnTo>
                    <a:pt x="8" y="16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4" y="16"/>
                  </a:lnTo>
                  <a:lnTo>
                    <a:pt x="16" y="16"/>
                  </a:lnTo>
                  <a:lnTo>
                    <a:pt x="16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8" name="Freeform 30">
              <a:extLst>
                <a:ext uri="{FF2B5EF4-FFF2-40B4-BE49-F238E27FC236}">
                  <a16:creationId xmlns:a16="http://schemas.microsoft.com/office/drawing/2014/main" id="{24EC3C53-D67E-C1F1-9E6B-A04FB821F677}"/>
                </a:ext>
              </a:extLst>
            </p:cNvPr>
            <p:cNvSpPr>
              <a:spLocks/>
            </p:cNvSpPr>
            <p:nvPr/>
          </p:nvSpPr>
          <p:spPr bwMode="auto">
            <a:xfrm>
              <a:off x="7307632" y="2471512"/>
              <a:ext cx="6509" cy="19527"/>
            </a:xfrm>
            <a:custGeom>
              <a:avLst/>
              <a:gdLst>
                <a:gd name="T0" fmla="*/ 1 w 2"/>
                <a:gd name="T1" fmla="*/ 0 h 6"/>
                <a:gd name="T2" fmla="*/ 1 w 2"/>
                <a:gd name="T3" fmla="*/ 0 h 6"/>
                <a:gd name="T4" fmla="*/ 0 w 2"/>
                <a:gd name="T5" fmla="*/ 2 h 6"/>
                <a:gd name="T6" fmla="*/ 0 w 2"/>
                <a:gd name="T7" fmla="*/ 5 h 6"/>
                <a:gd name="T8" fmla="*/ 1 w 2"/>
                <a:gd name="T9" fmla="*/ 6 h 6"/>
                <a:gd name="T10" fmla="*/ 1 w 2"/>
                <a:gd name="T11" fmla="*/ 6 h 6"/>
                <a:gd name="T12" fmla="*/ 2 w 2"/>
                <a:gd name="T13" fmla="*/ 5 h 6"/>
                <a:gd name="T14" fmla="*/ 2 w 2"/>
                <a:gd name="T15" fmla="*/ 2 h 6"/>
                <a:gd name="T16" fmla="*/ 1 w 2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" h="6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6"/>
                    <a:pt x="2" y="6"/>
                    <a:pt x="2" y="5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</p:grpSp>
      <p:sp>
        <p:nvSpPr>
          <p:cNvPr id="69" name="Bildplatzhalter 52">
            <a:extLst>
              <a:ext uri="{FF2B5EF4-FFF2-40B4-BE49-F238E27FC236}">
                <a16:creationId xmlns:a16="http://schemas.microsoft.com/office/drawing/2014/main" id="{479CB5E1-B6AA-ACD2-21A6-EF4304B509A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855496" y="3605196"/>
            <a:ext cx="1140677" cy="2451240"/>
          </a:xfrm>
          <a:custGeom>
            <a:avLst/>
            <a:gdLst>
              <a:gd name="connsiteX0" fmla="*/ 140084 w 1140677"/>
              <a:gd name="connsiteY0" fmla="*/ 0 h 2451240"/>
              <a:gd name="connsiteX1" fmla="*/ 276831 w 1140677"/>
              <a:gd name="connsiteY1" fmla="*/ 0 h 2451240"/>
              <a:gd name="connsiteX2" fmla="*/ 276831 w 1140677"/>
              <a:gd name="connsiteY2" fmla="*/ 26287 h 2451240"/>
              <a:gd name="connsiteX3" fmla="*/ 330197 w 1140677"/>
              <a:gd name="connsiteY3" fmla="*/ 82146 h 2451240"/>
              <a:gd name="connsiteX4" fmla="*/ 810482 w 1140677"/>
              <a:gd name="connsiteY4" fmla="*/ 82146 h 2451240"/>
              <a:gd name="connsiteX5" fmla="*/ 863846 w 1140677"/>
              <a:gd name="connsiteY5" fmla="*/ 26287 h 2451240"/>
              <a:gd name="connsiteX6" fmla="*/ 863846 w 1140677"/>
              <a:gd name="connsiteY6" fmla="*/ 0 h 2451240"/>
              <a:gd name="connsiteX7" fmla="*/ 1000594 w 1140677"/>
              <a:gd name="connsiteY7" fmla="*/ 0 h 2451240"/>
              <a:gd name="connsiteX8" fmla="*/ 1140677 w 1140677"/>
              <a:gd name="connsiteY8" fmla="*/ 138006 h 2451240"/>
              <a:gd name="connsiteX9" fmla="*/ 1140677 w 1140677"/>
              <a:gd name="connsiteY9" fmla="*/ 2313235 h 2451240"/>
              <a:gd name="connsiteX10" fmla="*/ 1000594 w 1140677"/>
              <a:gd name="connsiteY10" fmla="*/ 2451240 h 2451240"/>
              <a:gd name="connsiteX11" fmla="*/ 140084 w 1140677"/>
              <a:gd name="connsiteY11" fmla="*/ 2451240 h 2451240"/>
              <a:gd name="connsiteX12" fmla="*/ 0 w 1140677"/>
              <a:gd name="connsiteY12" fmla="*/ 2313235 h 2451240"/>
              <a:gd name="connsiteX13" fmla="*/ 0 w 1140677"/>
              <a:gd name="connsiteY13" fmla="*/ 138006 h 2451240"/>
              <a:gd name="connsiteX14" fmla="*/ 140084 w 1140677"/>
              <a:gd name="connsiteY14" fmla="*/ 0 h 2451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40677" h="2451240">
                <a:moveTo>
                  <a:pt x="140084" y="0"/>
                </a:moveTo>
                <a:cubicBezTo>
                  <a:pt x="276831" y="0"/>
                  <a:pt x="276831" y="0"/>
                  <a:pt x="276831" y="0"/>
                </a:cubicBezTo>
                <a:cubicBezTo>
                  <a:pt x="276831" y="26287"/>
                  <a:pt x="276831" y="26287"/>
                  <a:pt x="276831" y="26287"/>
                </a:cubicBezTo>
                <a:cubicBezTo>
                  <a:pt x="276831" y="46002"/>
                  <a:pt x="293508" y="82146"/>
                  <a:pt x="330197" y="82146"/>
                </a:cubicBezTo>
                <a:cubicBezTo>
                  <a:pt x="810482" y="82146"/>
                  <a:pt x="810482" y="82146"/>
                  <a:pt x="810482" y="82146"/>
                </a:cubicBezTo>
                <a:cubicBezTo>
                  <a:pt x="847170" y="82146"/>
                  <a:pt x="863846" y="46002"/>
                  <a:pt x="863846" y="26287"/>
                </a:cubicBezTo>
                <a:cubicBezTo>
                  <a:pt x="863846" y="0"/>
                  <a:pt x="863846" y="0"/>
                  <a:pt x="863846" y="0"/>
                </a:cubicBezTo>
                <a:cubicBezTo>
                  <a:pt x="1000594" y="0"/>
                  <a:pt x="1000594" y="0"/>
                  <a:pt x="1000594" y="0"/>
                </a:cubicBezTo>
                <a:cubicBezTo>
                  <a:pt x="1077306" y="0"/>
                  <a:pt x="1140677" y="62432"/>
                  <a:pt x="1140677" y="138006"/>
                </a:cubicBezTo>
                <a:cubicBezTo>
                  <a:pt x="1140677" y="2313235"/>
                  <a:pt x="1140677" y="2313235"/>
                  <a:pt x="1140677" y="2313235"/>
                </a:cubicBezTo>
                <a:cubicBezTo>
                  <a:pt x="1140677" y="2388810"/>
                  <a:pt x="1077306" y="2451240"/>
                  <a:pt x="1000594" y="2451240"/>
                </a:cubicBezTo>
                <a:cubicBezTo>
                  <a:pt x="140084" y="2451240"/>
                  <a:pt x="140084" y="2451240"/>
                  <a:pt x="140084" y="2451240"/>
                </a:cubicBezTo>
                <a:cubicBezTo>
                  <a:pt x="63371" y="2451240"/>
                  <a:pt x="0" y="2388810"/>
                  <a:pt x="0" y="2313235"/>
                </a:cubicBezTo>
                <a:cubicBezTo>
                  <a:pt x="0" y="138006"/>
                  <a:pt x="0" y="138006"/>
                  <a:pt x="0" y="138006"/>
                </a:cubicBezTo>
                <a:cubicBezTo>
                  <a:pt x="0" y="62432"/>
                  <a:pt x="63371" y="0"/>
                  <a:pt x="140084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/>
            </a:lvl1pPr>
          </a:lstStyle>
          <a:p>
            <a:endParaRPr lang="de-DE"/>
          </a:p>
        </p:txBody>
      </p:sp>
      <p:sp>
        <p:nvSpPr>
          <p:cNvPr id="70" name="Bildplatzhalter 7">
            <a:extLst>
              <a:ext uri="{FF2B5EF4-FFF2-40B4-BE49-F238E27FC236}">
                <a16:creationId xmlns:a16="http://schemas.microsoft.com/office/drawing/2014/main" id="{16723ED3-1188-271D-8F38-B53F600AE37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855496" y="3605196"/>
            <a:ext cx="1140677" cy="2451240"/>
          </a:xfrm>
          <a:custGeom>
            <a:avLst/>
            <a:gdLst>
              <a:gd name="connsiteX0" fmla="*/ 140084 w 1140677"/>
              <a:gd name="connsiteY0" fmla="*/ 0 h 2451240"/>
              <a:gd name="connsiteX1" fmla="*/ 276831 w 1140677"/>
              <a:gd name="connsiteY1" fmla="*/ 0 h 2451240"/>
              <a:gd name="connsiteX2" fmla="*/ 276831 w 1140677"/>
              <a:gd name="connsiteY2" fmla="*/ 26287 h 2451240"/>
              <a:gd name="connsiteX3" fmla="*/ 330197 w 1140677"/>
              <a:gd name="connsiteY3" fmla="*/ 82146 h 2451240"/>
              <a:gd name="connsiteX4" fmla="*/ 810482 w 1140677"/>
              <a:gd name="connsiteY4" fmla="*/ 82146 h 2451240"/>
              <a:gd name="connsiteX5" fmla="*/ 863846 w 1140677"/>
              <a:gd name="connsiteY5" fmla="*/ 26287 h 2451240"/>
              <a:gd name="connsiteX6" fmla="*/ 863846 w 1140677"/>
              <a:gd name="connsiteY6" fmla="*/ 0 h 2451240"/>
              <a:gd name="connsiteX7" fmla="*/ 1000594 w 1140677"/>
              <a:gd name="connsiteY7" fmla="*/ 0 h 2451240"/>
              <a:gd name="connsiteX8" fmla="*/ 1140677 w 1140677"/>
              <a:gd name="connsiteY8" fmla="*/ 138006 h 2451240"/>
              <a:gd name="connsiteX9" fmla="*/ 1140677 w 1140677"/>
              <a:gd name="connsiteY9" fmla="*/ 2313235 h 2451240"/>
              <a:gd name="connsiteX10" fmla="*/ 1000594 w 1140677"/>
              <a:gd name="connsiteY10" fmla="*/ 2451240 h 2451240"/>
              <a:gd name="connsiteX11" fmla="*/ 140084 w 1140677"/>
              <a:gd name="connsiteY11" fmla="*/ 2451240 h 2451240"/>
              <a:gd name="connsiteX12" fmla="*/ 0 w 1140677"/>
              <a:gd name="connsiteY12" fmla="*/ 2313235 h 2451240"/>
              <a:gd name="connsiteX13" fmla="*/ 0 w 1140677"/>
              <a:gd name="connsiteY13" fmla="*/ 138006 h 2451240"/>
              <a:gd name="connsiteX14" fmla="*/ 140084 w 1140677"/>
              <a:gd name="connsiteY14" fmla="*/ 0 h 2451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40677" h="2451240">
                <a:moveTo>
                  <a:pt x="140084" y="0"/>
                </a:moveTo>
                <a:cubicBezTo>
                  <a:pt x="276831" y="0"/>
                  <a:pt x="276831" y="0"/>
                  <a:pt x="276831" y="0"/>
                </a:cubicBezTo>
                <a:cubicBezTo>
                  <a:pt x="276831" y="26287"/>
                  <a:pt x="276831" y="26287"/>
                  <a:pt x="276831" y="26287"/>
                </a:cubicBezTo>
                <a:cubicBezTo>
                  <a:pt x="276831" y="46002"/>
                  <a:pt x="293508" y="82146"/>
                  <a:pt x="330197" y="82146"/>
                </a:cubicBezTo>
                <a:cubicBezTo>
                  <a:pt x="810482" y="82146"/>
                  <a:pt x="810482" y="82146"/>
                  <a:pt x="810482" y="82146"/>
                </a:cubicBezTo>
                <a:cubicBezTo>
                  <a:pt x="847170" y="82146"/>
                  <a:pt x="863846" y="46002"/>
                  <a:pt x="863846" y="26287"/>
                </a:cubicBezTo>
                <a:cubicBezTo>
                  <a:pt x="863846" y="0"/>
                  <a:pt x="863846" y="0"/>
                  <a:pt x="863846" y="0"/>
                </a:cubicBezTo>
                <a:cubicBezTo>
                  <a:pt x="1000594" y="0"/>
                  <a:pt x="1000594" y="0"/>
                  <a:pt x="1000594" y="0"/>
                </a:cubicBezTo>
                <a:cubicBezTo>
                  <a:pt x="1077306" y="0"/>
                  <a:pt x="1140677" y="62432"/>
                  <a:pt x="1140677" y="138006"/>
                </a:cubicBezTo>
                <a:cubicBezTo>
                  <a:pt x="1140677" y="2313235"/>
                  <a:pt x="1140677" y="2313235"/>
                  <a:pt x="1140677" y="2313235"/>
                </a:cubicBezTo>
                <a:cubicBezTo>
                  <a:pt x="1140677" y="2388810"/>
                  <a:pt x="1077306" y="2451240"/>
                  <a:pt x="1000594" y="2451240"/>
                </a:cubicBezTo>
                <a:cubicBezTo>
                  <a:pt x="140084" y="2451240"/>
                  <a:pt x="140084" y="2451240"/>
                  <a:pt x="140084" y="2451240"/>
                </a:cubicBezTo>
                <a:cubicBezTo>
                  <a:pt x="63371" y="2451240"/>
                  <a:pt x="0" y="2388810"/>
                  <a:pt x="0" y="2313235"/>
                </a:cubicBezTo>
                <a:cubicBezTo>
                  <a:pt x="0" y="138006"/>
                  <a:pt x="0" y="138006"/>
                  <a:pt x="0" y="138006"/>
                </a:cubicBezTo>
                <a:cubicBezTo>
                  <a:pt x="0" y="62432"/>
                  <a:pt x="63371" y="0"/>
                  <a:pt x="140084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endParaRPr lang="de-DE"/>
          </a:p>
        </p:txBody>
      </p:sp>
      <p:grpSp>
        <p:nvGrpSpPr>
          <p:cNvPr id="71" name="Group 81">
            <a:extLst>
              <a:ext uri="{FF2B5EF4-FFF2-40B4-BE49-F238E27FC236}">
                <a16:creationId xmlns:a16="http://schemas.microsoft.com/office/drawing/2014/main" id="{C9F53C8E-0648-0171-91CE-C4F28BE4329E}"/>
              </a:ext>
            </a:extLst>
          </p:cNvPr>
          <p:cNvGrpSpPr/>
          <p:nvPr userDrawn="1"/>
        </p:nvGrpSpPr>
        <p:grpSpPr>
          <a:xfrm>
            <a:off x="6825309" y="3575061"/>
            <a:ext cx="1201825" cy="2516269"/>
            <a:chOff x="6837149" y="3580375"/>
            <a:chExt cx="1178145" cy="2491355"/>
          </a:xfrm>
          <a:solidFill>
            <a:srgbClr val="2F3941"/>
          </a:solidFill>
        </p:grpSpPr>
        <p:sp>
          <p:nvSpPr>
            <p:cNvPr id="72" name="Freeform 13">
              <a:extLst>
                <a:ext uri="{FF2B5EF4-FFF2-40B4-BE49-F238E27FC236}">
                  <a16:creationId xmlns:a16="http://schemas.microsoft.com/office/drawing/2014/main" id="{D8B93305-6DE3-8C5F-49AF-B1E6A5C899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37149" y="3580375"/>
              <a:ext cx="1178145" cy="2491355"/>
            </a:xfrm>
            <a:custGeom>
              <a:avLst/>
              <a:gdLst>
                <a:gd name="T0" fmla="*/ 352 w 362"/>
                <a:gd name="T1" fmla="*/ 714 h 766"/>
                <a:gd name="T2" fmla="*/ 310 w 362"/>
                <a:gd name="T3" fmla="*/ 756 h 766"/>
                <a:gd name="T4" fmla="*/ 52 w 362"/>
                <a:gd name="T5" fmla="*/ 756 h 766"/>
                <a:gd name="T6" fmla="*/ 10 w 362"/>
                <a:gd name="T7" fmla="*/ 714 h 766"/>
                <a:gd name="T8" fmla="*/ 10 w 362"/>
                <a:gd name="T9" fmla="*/ 52 h 766"/>
                <a:gd name="T10" fmla="*/ 52 w 362"/>
                <a:gd name="T11" fmla="*/ 10 h 766"/>
                <a:gd name="T12" fmla="*/ 93 w 362"/>
                <a:gd name="T13" fmla="*/ 10 h 766"/>
                <a:gd name="T14" fmla="*/ 93 w 362"/>
                <a:gd name="T15" fmla="*/ 18 h 766"/>
                <a:gd name="T16" fmla="*/ 109 w 362"/>
                <a:gd name="T17" fmla="*/ 35 h 766"/>
                <a:gd name="T18" fmla="*/ 253 w 362"/>
                <a:gd name="T19" fmla="*/ 35 h 766"/>
                <a:gd name="T20" fmla="*/ 269 w 362"/>
                <a:gd name="T21" fmla="*/ 18 h 766"/>
                <a:gd name="T22" fmla="*/ 269 w 362"/>
                <a:gd name="T23" fmla="*/ 10 h 766"/>
                <a:gd name="T24" fmla="*/ 310 w 362"/>
                <a:gd name="T25" fmla="*/ 10 h 766"/>
                <a:gd name="T26" fmla="*/ 352 w 362"/>
                <a:gd name="T27" fmla="*/ 52 h 766"/>
                <a:gd name="T28" fmla="*/ 352 w 362"/>
                <a:gd name="T29" fmla="*/ 714 h 766"/>
                <a:gd name="T30" fmla="*/ 309 w 362"/>
                <a:gd name="T31" fmla="*/ 0 h 766"/>
                <a:gd name="T32" fmla="*/ 53 w 362"/>
                <a:gd name="T33" fmla="*/ 0 h 766"/>
                <a:gd name="T34" fmla="*/ 0 w 362"/>
                <a:gd name="T35" fmla="*/ 54 h 766"/>
                <a:gd name="T36" fmla="*/ 0 w 362"/>
                <a:gd name="T37" fmla="*/ 712 h 766"/>
                <a:gd name="T38" fmla="*/ 53 w 362"/>
                <a:gd name="T39" fmla="*/ 766 h 766"/>
                <a:gd name="T40" fmla="*/ 309 w 362"/>
                <a:gd name="T41" fmla="*/ 766 h 766"/>
                <a:gd name="T42" fmla="*/ 362 w 362"/>
                <a:gd name="T43" fmla="*/ 712 h 766"/>
                <a:gd name="T44" fmla="*/ 362 w 362"/>
                <a:gd name="T45" fmla="*/ 54 h 766"/>
                <a:gd name="T46" fmla="*/ 309 w 362"/>
                <a:gd name="T47" fmla="*/ 0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2" h="766">
                  <a:moveTo>
                    <a:pt x="352" y="714"/>
                  </a:moveTo>
                  <a:cubicBezTo>
                    <a:pt x="352" y="737"/>
                    <a:pt x="333" y="756"/>
                    <a:pt x="310" y="756"/>
                  </a:cubicBezTo>
                  <a:cubicBezTo>
                    <a:pt x="52" y="756"/>
                    <a:pt x="52" y="756"/>
                    <a:pt x="52" y="756"/>
                  </a:cubicBezTo>
                  <a:cubicBezTo>
                    <a:pt x="29" y="756"/>
                    <a:pt x="10" y="737"/>
                    <a:pt x="10" y="714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10" y="29"/>
                    <a:pt x="29" y="10"/>
                    <a:pt x="52" y="10"/>
                  </a:cubicBezTo>
                  <a:cubicBezTo>
                    <a:pt x="93" y="10"/>
                    <a:pt x="93" y="10"/>
                    <a:pt x="93" y="10"/>
                  </a:cubicBezTo>
                  <a:cubicBezTo>
                    <a:pt x="93" y="18"/>
                    <a:pt x="93" y="18"/>
                    <a:pt x="93" y="18"/>
                  </a:cubicBezTo>
                  <a:cubicBezTo>
                    <a:pt x="93" y="24"/>
                    <a:pt x="98" y="35"/>
                    <a:pt x="109" y="35"/>
                  </a:cubicBezTo>
                  <a:cubicBezTo>
                    <a:pt x="253" y="35"/>
                    <a:pt x="253" y="35"/>
                    <a:pt x="253" y="35"/>
                  </a:cubicBezTo>
                  <a:cubicBezTo>
                    <a:pt x="264" y="35"/>
                    <a:pt x="269" y="24"/>
                    <a:pt x="269" y="18"/>
                  </a:cubicBezTo>
                  <a:cubicBezTo>
                    <a:pt x="269" y="10"/>
                    <a:pt x="269" y="10"/>
                    <a:pt x="269" y="10"/>
                  </a:cubicBezTo>
                  <a:cubicBezTo>
                    <a:pt x="310" y="10"/>
                    <a:pt x="310" y="10"/>
                    <a:pt x="310" y="10"/>
                  </a:cubicBezTo>
                  <a:cubicBezTo>
                    <a:pt x="333" y="10"/>
                    <a:pt x="352" y="29"/>
                    <a:pt x="352" y="52"/>
                  </a:cubicBezTo>
                  <a:cubicBezTo>
                    <a:pt x="352" y="714"/>
                    <a:pt x="352" y="714"/>
                    <a:pt x="352" y="714"/>
                  </a:cubicBezTo>
                  <a:moveTo>
                    <a:pt x="309" y="0"/>
                  </a:moveTo>
                  <a:cubicBezTo>
                    <a:pt x="53" y="0"/>
                    <a:pt x="53" y="0"/>
                    <a:pt x="53" y="0"/>
                  </a:cubicBezTo>
                  <a:cubicBezTo>
                    <a:pt x="22" y="0"/>
                    <a:pt x="0" y="22"/>
                    <a:pt x="0" y="54"/>
                  </a:cubicBezTo>
                  <a:cubicBezTo>
                    <a:pt x="0" y="712"/>
                    <a:pt x="0" y="712"/>
                    <a:pt x="0" y="712"/>
                  </a:cubicBezTo>
                  <a:cubicBezTo>
                    <a:pt x="0" y="744"/>
                    <a:pt x="22" y="766"/>
                    <a:pt x="53" y="766"/>
                  </a:cubicBezTo>
                  <a:cubicBezTo>
                    <a:pt x="309" y="766"/>
                    <a:pt x="309" y="766"/>
                    <a:pt x="309" y="766"/>
                  </a:cubicBezTo>
                  <a:cubicBezTo>
                    <a:pt x="340" y="766"/>
                    <a:pt x="362" y="744"/>
                    <a:pt x="362" y="712"/>
                  </a:cubicBezTo>
                  <a:cubicBezTo>
                    <a:pt x="362" y="54"/>
                    <a:pt x="362" y="54"/>
                    <a:pt x="362" y="54"/>
                  </a:cubicBezTo>
                  <a:cubicBezTo>
                    <a:pt x="362" y="22"/>
                    <a:pt x="340" y="0"/>
                    <a:pt x="309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grpSp>
          <p:nvGrpSpPr>
            <p:cNvPr id="73" name="Group 33">
              <a:extLst>
                <a:ext uri="{FF2B5EF4-FFF2-40B4-BE49-F238E27FC236}">
                  <a16:creationId xmlns:a16="http://schemas.microsoft.com/office/drawing/2014/main" id="{8026366C-1FC7-B377-39CD-475C8D0172FF}"/>
                </a:ext>
              </a:extLst>
            </p:cNvPr>
            <p:cNvGrpSpPr/>
            <p:nvPr/>
          </p:nvGrpSpPr>
          <p:grpSpPr>
            <a:xfrm>
              <a:off x="7216110" y="3583933"/>
              <a:ext cx="397676" cy="75655"/>
              <a:chOff x="7218491" y="3591078"/>
              <a:chExt cx="397676" cy="75655"/>
            </a:xfrm>
            <a:grpFill/>
          </p:grpSpPr>
          <p:sp>
            <p:nvSpPr>
              <p:cNvPr id="74" name="Freeform 15">
                <a:extLst>
                  <a:ext uri="{FF2B5EF4-FFF2-40B4-BE49-F238E27FC236}">
                    <a16:creationId xmlns:a16="http://schemas.microsoft.com/office/drawing/2014/main" id="{F0513B95-93A6-7211-7947-96F049D9F59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49049" y="3591078"/>
                <a:ext cx="279891" cy="29291"/>
              </a:xfrm>
              <a:custGeom>
                <a:avLst/>
                <a:gdLst>
                  <a:gd name="T0" fmla="*/ 84 w 86"/>
                  <a:gd name="T1" fmla="*/ 2 h 9"/>
                  <a:gd name="T2" fmla="*/ 22 w 86"/>
                  <a:gd name="T3" fmla="*/ 2 h 9"/>
                  <a:gd name="T4" fmla="*/ 19 w 86"/>
                  <a:gd name="T5" fmla="*/ 4 h 9"/>
                  <a:gd name="T6" fmla="*/ 19 w 86"/>
                  <a:gd name="T7" fmla="*/ 5 h 9"/>
                  <a:gd name="T8" fmla="*/ 22 w 86"/>
                  <a:gd name="T9" fmla="*/ 7 h 9"/>
                  <a:gd name="T10" fmla="*/ 84 w 86"/>
                  <a:gd name="T11" fmla="*/ 7 h 9"/>
                  <a:gd name="T12" fmla="*/ 86 w 86"/>
                  <a:gd name="T13" fmla="*/ 5 h 9"/>
                  <a:gd name="T14" fmla="*/ 86 w 86"/>
                  <a:gd name="T15" fmla="*/ 4 h 9"/>
                  <a:gd name="T16" fmla="*/ 84 w 86"/>
                  <a:gd name="T17" fmla="*/ 2 h 9"/>
                  <a:gd name="T18" fmla="*/ 5 w 86"/>
                  <a:gd name="T19" fmla="*/ 0 h 9"/>
                  <a:gd name="T20" fmla="*/ 0 w 86"/>
                  <a:gd name="T21" fmla="*/ 4 h 9"/>
                  <a:gd name="T22" fmla="*/ 5 w 86"/>
                  <a:gd name="T23" fmla="*/ 9 h 9"/>
                  <a:gd name="T24" fmla="*/ 9 w 86"/>
                  <a:gd name="T25" fmla="*/ 4 h 9"/>
                  <a:gd name="T26" fmla="*/ 5 w 86"/>
                  <a:gd name="T27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6" h="9">
                    <a:moveTo>
                      <a:pt x="84" y="2"/>
                    </a:moveTo>
                    <a:cubicBezTo>
                      <a:pt x="22" y="2"/>
                      <a:pt x="22" y="2"/>
                      <a:pt x="22" y="2"/>
                    </a:cubicBezTo>
                    <a:cubicBezTo>
                      <a:pt x="21" y="2"/>
                      <a:pt x="19" y="3"/>
                      <a:pt x="19" y="4"/>
                    </a:cubicBezTo>
                    <a:cubicBezTo>
                      <a:pt x="19" y="5"/>
                      <a:pt x="19" y="5"/>
                      <a:pt x="19" y="5"/>
                    </a:cubicBezTo>
                    <a:cubicBezTo>
                      <a:pt x="19" y="6"/>
                      <a:pt x="21" y="7"/>
                      <a:pt x="22" y="7"/>
                    </a:cubicBezTo>
                    <a:cubicBezTo>
                      <a:pt x="84" y="7"/>
                      <a:pt x="84" y="7"/>
                      <a:pt x="84" y="7"/>
                    </a:cubicBezTo>
                    <a:cubicBezTo>
                      <a:pt x="85" y="7"/>
                      <a:pt x="86" y="6"/>
                      <a:pt x="86" y="5"/>
                    </a:cubicBezTo>
                    <a:cubicBezTo>
                      <a:pt x="86" y="4"/>
                      <a:pt x="86" y="4"/>
                      <a:pt x="86" y="4"/>
                    </a:cubicBezTo>
                    <a:cubicBezTo>
                      <a:pt x="86" y="3"/>
                      <a:pt x="85" y="2"/>
                      <a:pt x="84" y="2"/>
                    </a:cubicBezTo>
                    <a:moveTo>
                      <a:pt x="5" y="0"/>
                    </a:move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5" y="9"/>
                    </a:cubicBezTo>
                    <a:cubicBezTo>
                      <a:pt x="7" y="9"/>
                      <a:pt x="9" y="7"/>
                      <a:pt x="9" y="4"/>
                    </a:cubicBezTo>
                    <a:cubicBezTo>
                      <a:pt x="9" y="2"/>
                      <a:pt x="7" y="0"/>
                      <a:pt x="5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14942" tIns="57471" rIns="114942" bIns="57471" numCol="1" anchor="ctr" anchorCtr="1" compatLnSpc="1">
                <a:prstTxWarp prst="textNoShape">
                  <a:avLst/>
                </a:prstTxWarp>
              </a:bodyPr>
              <a:lstStyle/>
              <a:p>
                <a:endParaRPr lang="en-US" sz="2263"/>
              </a:p>
            </p:txBody>
          </p:sp>
          <p:sp>
            <p:nvSpPr>
              <p:cNvPr id="75" name="Freeform 12">
                <a:extLst>
                  <a:ext uri="{FF2B5EF4-FFF2-40B4-BE49-F238E27FC236}">
                    <a16:creationId xmlns:a16="http://schemas.microsoft.com/office/drawing/2014/main" id="{BF91CBEA-3E90-74A4-84BF-6E9A7AEE5A4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18491" y="3625647"/>
                <a:ext cx="397676" cy="41086"/>
              </a:xfrm>
              <a:custGeom>
                <a:avLst/>
                <a:gdLst>
                  <a:gd name="T0" fmla="*/ 143 w 147"/>
                  <a:gd name="T1" fmla="*/ 3 h 16"/>
                  <a:gd name="T2" fmla="*/ 38 w 147"/>
                  <a:gd name="T3" fmla="*/ 3 h 16"/>
                  <a:gd name="T4" fmla="*/ 33 w 147"/>
                  <a:gd name="T5" fmla="*/ 8 h 16"/>
                  <a:gd name="T6" fmla="*/ 33 w 147"/>
                  <a:gd name="T7" fmla="*/ 8 h 16"/>
                  <a:gd name="T8" fmla="*/ 38 w 147"/>
                  <a:gd name="T9" fmla="*/ 13 h 16"/>
                  <a:gd name="T10" fmla="*/ 143 w 147"/>
                  <a:gd name="T11" fmla="*/ 13 h 16"/>
                  <a:gd name="T12" fmla="*/ 147 w 147"/>
                  <a:gd name="T13" fmla="*/ 8 h 16"/>
                  <a:gd name="T14" fmla="*/ 147 w 147"/>
                  <a:gd name="T15" fmla="*/ 8 h 16"/>
                  <a:gd name="T16" fmla="*/ 143 w 147"/>
                  <a:gd name="T17" fmla="*/ 3 h 16"/>
                  <a:gd name="T18" fmla="*/ 8 w 147"/>
                  <a:gd name="T19" fmla="*/ 0 h 16"/>
                  <a:gd name="T20" fmla="*/ 0 w 147"/>
                  <a:gd name="T21" fmla="*/ 8 h 16"/>
                  <a:gd name="T22" fmla="*/ 8 w 147"/>
                  <a:gd name="T23" fmla="*/ 16 h 16"/>
                  <a:gd name="T24" fmla="*/ 16 w 147"/>
                  <a:gd name="T25" fmla="*/ 8 h 16"/>
                  <a:gd name="T26" fmla="*/ 8 w 147"/>
                  <a:gd name="T27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7" h="16">
                    <a:moveTo>
                      <a:pt x="143" y="3"/>
                    </a:moveTo>
                    <a:cubicBezTo>
                      <a:pt x="38" y="3"/>
                      <a:pt x="38" y="3"/>
                      <a:pt x="38" y="3"/>
                    </a:cubicBezTo>
                    <a:cubicBezTo>
                      <a:pt x="35" y="3"/>
                      <a:pt x="33" y="5"/>
                      <a:pt x="33" y="8"/>
                    </a:cubicBezTo>
                    <a:cubicBezTo>
                      <a:pt x="33" y="8"/>
                      <a:pt x="33" y="8"/>
                      <a:pt x="33" y="8"/>
                    </a:cubicBezTo>
                    <a:cubicBezTo>
                      <a:pt x="33" y="11"/>
                      <a:pt x="35" y="13"/>
                      <a:pt x="38" y="13"/>
                    </a:cubicBezTo>
                    <a:cubicBezTo>
                      <a:pt x="143" y="13"/>
                      <a:pt x="143" y="13"/>
                      <a:pt x="143" y="13"/>
                    </a:cubicBezTo>
                    <a:cubicBezTo>
                      <a:pt x="145" y="13"/>
                      <a:pt x="147" y="11"/>
                      <a:pt x="147" y="8"/>
                    </a:cubicBezTo>
                    <a:cubicBezTo>
                      <a:pt x="147" y="8"/>
                      <a:pt x="147" y="8"/>
                      <a:pt x="147" y="8"/>
                    </a:cubicBezTo>
                    <a:cubicBezTo>
                      <a:pt x="147" y="5"/>
                      <a:pt x="145" y="3"/>
                      <a:pt x="143" y="3"/>
                    </a:cubicBezTo>
                    <a:moveTo>
                      <a:pt x="8" y="0"/>
                    </a:move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6"/>
                      <a:pt x="8" y="16"/>
                    </a:cubicBezTo>
                    <a:cubicBezTo>
                      <a:pt x="12" y="16"/>
                      <a:pt x="16" y="12"/>
                      <a:pt x="16" y="8"/>
                    </a:cubicBezTo>
                    <a:cubicBezTo>
                      <a:pt x="16" y="4"/>
                      <a:pt x="12" y="0"/>
                      <a:pt x="8" y="0"/>
                    </a:cubicBezTo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114942" tIns="57471" rIns="114942" bIns="57471" numCol="1" anchor="ctr" anchorCtr="1" compatLnSpc="1">
                <a:prstTxWarp prst="textNoShape">
                  <a:avLst/>
                </a:prstTxWarp>
              </a:bodyPr>
              <a:lstStyle/>
              <a:p>
                <a:endParaRPr lang="en-US" sz="2263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55168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Laptop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2BC4B996-22FD-F47B-2286-9FC5EE9427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78B49EC-1E7E-CBA5-20E5-32DACA007E30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1E281D-AA97-31A9-EA27-7D3C3ADF18B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7CD1CAE8-93ED-6018-E6CC-FE9B13E722E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D233101D-EDF1-46BD-61D3-A5BC5E9B84C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68F06D59-8F2D-23F2-B25F-4198E6AE5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F2BEC4DD-876F-7FD9-707B-4A4BFC4E7CC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93116" y="2206611"/>
            <a:ext cx="5395136" cy="3532403"/>
          </a:xfrm>
          <a:custGeom>
            <a:avLst/>
            <a:gdLst>
              <a:gd name="connsiteX0" fmla="*/ 130223 w 5121354"/>
              <a:gd name="connsiteY0" fmla="*/ 0 h 3353148"/>
              <a:gd name="connsiteX1" fmla="*/ 4991131 w 5121354"/>
              <a:gd name="connsiteY1" fmla="*/ 0 h 3353148"/>
              <a:gd name="connsiteX2" fmla="*/ 5121354 w 5121354"/>
              <a:gd name="connsiteY2" fmla="*/ 130253 h 3353148"/>
              <a:gd name="connsiteX3" fmla="*/ 5121354 w 5121354"/>
              <a:gd name="connsiteY3" fmla="*/ 3353148 h 3353148"/>
              <a:gd name="connsiteX4" fmla="*/ 0 w 5121354"/>
              <a:gd name="connsiteY4" fmla="*/ 3353148 h 3353148"/>
              <a:gd name="connsiteX5" fmla="*/ 0 w 5121354"/>
              <a:gd name="connsiteY5" fmla="*/ 130253 h 3353148"/>
              <a:gd name="connsiteX6" fmla="*/ 130223 w 5121354"/>
              <a:gd name="connsiteY6" fmla="*/ 0 h 335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21354" h="3353148">
                <a:moveTo>
                  <a:pt x="130223" y="0"/>
                </a:moveTo>
                <a:cubicBezTo>
                  <a:pt x="130223" y="0"/>
                  <a:pt x="130223" y="0"/>
                  <a:pt x="4991131" y="0"/>
                </a:cubicBezTo>
                <a:cubicBezTo>
                  <a:pt x="5062581" y="0"/>
                  <a:pt x="5121354" y="58788"/>
                  <a:pt x="5121354" y="130253"/>
                </a:cubicBezTo>
                <a:lnTo>
                  <a:pt x="5121354" y="3353148"/>
                </a:lnTo>
                <a:cubicBezTo>
                  <a:pt x="5121354" y="3353148"/>
                  <a:pt x="5121354" y="3353148"/>
                  <a:pt x="0" y="3353148"/>
                </a:cubicBezTo>
                <a:cubicBezTo>
                  <a:pt x="0" y="3353148"/>
                  <a:pt x="0" y="3353148"/>
                  <a:pt x="0" y="130253"/>
                </a:cubicBezTo>
                <a:cubicBezTo>
                  <a:pt x="0" y="58788"/>
                  <a:pt x="58775" y="0"/>
                  <a:pt x="130223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/>
            </a:lvl1pPr>
          </a:lstStyle>
          <a:p>
            <a:endParaRPr lang="de-DE"/>
          </a:p>
        </p:txBody>
      </p:sp>
      <p:sp>
        <p:nvSpPr>
          <p:cNvPr id="3" name="Bildplatzhalter 6">
            <a:extLst>
              <a:ext uri="{FF2B5EF4-FFF2-40B4-BE49-F238E27FC236}">
                <a16:creationId xmlns:a16="http://schemas.microsoft.com/office/drawing/2014/main" id="{D2039763-7781-E88B-8480-BD4FE2592E7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493116" y="2206611"/>
            <a:ext cx="5395136" cy="3532403"/>
          </a:xfrm>
          <a:custGeom>
            <a:avLst/>
            <a:gdLst>
              <a:gd name="connsiteX0" fmla="*/ 130223 w 5121354"/>
              <a:gd name="connsiteY0" fmla="*/ 0 h 3353148"/>
              <a:gd name="connsiteX1" fmla="*/ 4991131 w 5121354"/>
              <a:gd name="connsiteY1" fmla="*/ 0 h 3353148"/>
              <a:gd name="connsiteX2" fmla="*/ 5121354 w 5121354"/>
              <a:gd name="connsiteY2" fmla="*/ 130253 h 3353148"/>
              <a:gd name="connsiteX3" fmla="*/ 5121354 w 5121354"/>
              <a:gd name="connsiteY3" fmla="*/ 3353148 h 3353148"/>
              <a:gd name="connsiteX4" fmla="*/ 0 w 5121354"/>
              <a:gd name="connsiteY4" fmla="*/ 3353148 h 3353148"/>
              <a:gd name="connsiteX5" fmla="*/ 0 w 5121354"/>
              <a:gd name="connsiteY5" fmla="*/ 130253 h 3353148"/>
              <a:gd name="connsiteX6" fmla="*/ 130223 w 5121354"/>
              <a:gd name="connsiteY6" fmla="*/ 0 h 335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21354" h="3353148">
                <a:moveTo>
                  <a:pt x="130223" y="0"/>
                </a:moveTo>
                <a:cubicBezTo>
                  <a:pt x="130223" y="0"/>
                  <a:pt x="130223" y="0"/>
                  <a:pt x="4991131" y="0"/>
                </a:cubicBezTo>
                <a:cubicBezTo>
                  <a:pt x="5062581" y="0"/>
                  <a:pt x="5121354" y="58788"/>
                  <a:pt x="5121354" y="130253"/>
                </a:cubicBezTo>
                <a:lnTo>
                  <a:pt x="5121354" y="3353148"/>
                </a:lnTo>
                <a:cubicBezTo>
                  <a:pt x="5121354" y="3353148"/>
                  <a:pt x="5121354" y="3353148"/>
                  <a:pt x="0" y="3353148"/>
                </a:cubicBezTo>
                <a:cubicBezTo>
                  <a:pt x="0" y="3353148"/>
                  <a:pt x="0" y="3353148"/>
                  <a:pt x="0" y="130253"/>
                </a:cubicBezTo>
                <a:cubicBezTo>
                  <a:pt x="0" y="58788"/>
                  <a:pt x="58775" y="0"/>
                  <a:pt x="130223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endParaRPr lang="de-DE"/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A19B54F6-19AE-A7C5-3B82-FC36B5D1DED5}"/>
              </a:ext>
            </a:extLst>
          </p:cNvPr>
          <p:cNvGrpSpPr/>
          <p:nvPr userDrawn="1"/>
        </p:nvGrpSpPr>
        <p:grpSpPr>
          <a:xfrm>
            <a:off x="4880346" y="2148891"/>
            <a:ext cx="6620676" cy="3830916"/>
            <a:chOff x="4880346" y="2148891"/>
            <a:chExt cx="6620676" cy="3830916"/>
          </a:xfrm>
        </p:grpSpPr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5F09CA15-B1B9-5805-0F60-4A74F2CC3B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346" y="5891363"/>
              <a:ext cx="6620676" cy="88444"/>
            </a:xfrm>
            <a:prstGeom prst="rect">
              <a:avLst/>
            </a:prstGeom>
          </p:spPr>
        </p:pic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BBBCB930-6CE4-CCE1-CB82-F7368180E2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8672" y="2148891"/>
              <a:ext cx="5464024" cy="3711732"/>
            </a:xfrm>
            <a:custGeom>
              <a:avLst/>
              <a:gdLst>
                <a:gd name="T0" fmla="*/ 4375 w 4538"/>
                <a:gd name="T1" fmla="*/ 0 h 3082"/>
                <a:gd name="T2" fmla="*/ 163 w 4538"/>
                <a:gd name="T3" fmla="*/ 0 h 3082"/>
                <a:gd name="T4" fmla="*/ 0 w 4538"/>
                <a:gd name="T5" fmla="*/ 163 h 3082"/>
                <a:gd name="T6" fmla="*/ 0 w 4538"/>
                <a:gd name="T7" fmla="*/ 3042 h 3082"/>
                <a:gd name="T8" fmla="*/ 41 w 4538"/>
                <a:gd name="T9" fmla="*/ 3082 h 3082"/>
                <a:gd name="T10" fmla="*/ 48 w 4538"/>
                <a:gd name="T11" fmla="*/ 3082 h 3082"/>
                <a:gd name="T12" fmla="*/ 48 w 4538"/>
                <a:gd name="T13" fmla="*/ 160 h 3082"/>
                <a:gd name="T14" fmla="*/ 160 w 4538"/>
                <a:gd name="T15" fmla="*/ 47 h 3082"/>
                <a:gd name="T16" fmla="*/ 4379 w 4538"/>
                <a:gd name="T17" fmla="*/ 47 h 3082"/>
                <a:gd name="T18" fmla="*/ 4491 w 4538"/>
                <a:gd name="T19" fmla="*/ 160 h 3082"/>
                <a:gd name="T20" fmla="*/ 4491 w 4538"/>
                <a:gd name="T21" fmla="*/ 3082 h 3082"/>
                <a:gd name="T22" fmla="*/ 4498 w 4538"/>
                <a:gd name="T23" fmla="*/ 3082 h 3082"/>
                <a:gd name="T24" fmla="*/ 4538 w 4538"/>
                <a:gd name="T25" fmla="*/ 3042 h 3082"/>
                <a:gd name="T26" fmla="*/ 4538 w 4538"/>
                <a:gd name="T27" fmla="*/ 163 h 3082"/>
                <a:gd name="T28" fmla="*/ 4375 w 4538"/>
                <a:gd name="T29" fmla="*/ 0 h 30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38" h="3082">
                  <a:moveTo>
                    <a:pt x="4375" y="0"/>
                  </a:moveTo>
                  <a:cubicBezTo>
                    <a:pt x="163" y="0"/>
                    <a:pt x="163" y="0"/>
                    <a:pt x="163" y="0"/>
                  </a:cubicBezTo>
                  <a:cubicBezTo>
                    <a:pt x="74" y="0"/>
                    <a:pt x="0" y="73"/>
                    <a:pt x="0" y="163"/>
                  </a:cubicBezTo>
                  <a:cubicBezTo>
                    <a:pt x="0" y="3042"/>
                    <a:pt x="0" y="3042"/>
                    <a:pt x="0" y="3042"/>
                  </a:cubicBezTo>
                  <a:cubicBezTo>
                    <a:pt x="0" y="3064"/>
                    <a:pt x="19" y="3082"/>
                    <a:pt x="41" y="3082"/>
                  </a:cubicBezTo>
                  <a:cubicBezTo>
                    <a:pt x="48" y="3082"/>
                    <a:pt x="48" y="3082"/>
                    <a:pt x="48" y="3082"/>
                  </a:cubicBezTo>
                  <a:cubicBezTo>
                    <a:pt x="48" y="160"/>
                    <a:pt x="48" y="160"/>
                    <a:pt x="48" y="160"/>
                  </a:cubicBezTo>
                  <a:cubicBezTo>
                    <a:pt x="48" y="98"/>
                    <a:pt x="98" y="47"/>
                    <a:pt x="160" y="47"/>
                  </a:cubicBezTo>
                  <a:cubicBezTo>
                    <a:pt x="4379" y="47"/>
                    <a:pt x="4379" y="47"/>
                    <a:pt x="4379" y="47"/>
                  </a:cubicBezTo>
                  <a:cubicBezTo>
                    <a:pt x="4441" y="47"/>
                    <a:pt x="4491" y="98"/>
                    <a:pt x="4491" y="160"/>
                  </a:cubicBezTo>
                  <a:cubicBezTo>
                    <a:pt x="4491" y="3082"/>
                    <a:pt x="4491" y="3082"/>
                    <a:pt x="4491" y="3082"/>
                  </a:cubicBezTo>
                  <a:cubicBezTo>
                    <a:pt x="4498" y="3082"/>
                    <a:pt x="4498" y="3082"/>
                    <a:pt x="4498" y="3082"/>
                  </a:cubicBezTo>
                  <a:cubicBezTo>
                    <a:pt x="4520" y="3082"/>
                    <a:pt x="4538" y="3064"/>
                    <a:pt x="4538" y="3042"/>
                  </a:cubicBezTo>
                  <a:cubicBezTo>
                    <a:pt x="4538" y="163"/>
                    <a:pt x="4538" y="163"/>
                    <a:pt x="4538" y="163"/>
                  </a:cubicBezTo>
                  <a:cubicBezTo>
                    <a:pt x="4538" y="73"/>
                    <a:pt x="4465" y="0"/>
                    <a:pt x="4375" y="0"/>
                  </a:cubicBezTo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22E0C4C1-52A2-2B65-561F-B2C8E21478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7566" y="2178228"/>
              <a:ext cx="5406237" cy="3682394"/>
            </a:xfrm>
            <a:custGeom>
              <a:avLst/>
              <a:gdLst>
                <a:gd name="T0" fmla="*/ 4491 w 4491"/>
                <a:gd name="T1" fmla="*/ 3042 h 3058"/>
                <a:gd name="T2" fmla="*/ 4491 w 4491"/>
                <a:gd name="T3" fmla="*/ 138 h 3058"/>
                <a:gd name="T4" fmla="*/ 4352 w 4491"/>
                <a:gd name="T5" fmla="*/ 0 h 3058"/>
                <a:gd name="T6" fmla="*/ 139 w 4491"/>
                <a:gd name="T7" fmla="*/ 0 h 3058"/>
                <a:gd name="T8" fmla="*/ 0 w 4491"/>
                <a:gd name="T9" fmla="*/ 138 h 3058"/>
                <a:gd name="T10" fmla="*/ 0 w 4491"/>
                <a:gd name="T11" fmla="*/ 3042 h 3058"/>
                <a:gd name="T12" fmla="*/ 15 w 4491"/>
                <a:gd name="T13" fmla="*/ 3058 h 3058"/>
                <a:gd name="T14" fmla="*/ 17 w 4491"/>
                <a:gd name="T15" fmla="*/ 3058 h 3058"/>
                <a:gd name="T16" fmla="*/ 24 w 4491"/>
                <a:gd name="T17" fmla="*/ 3058 h 3058"/>
                <a:gd name="T18" fmla="*/ 24 w 4491"/>
                <a:gd name="T19" fmla="*/ 136 h 3058"/>
                <a:gd name="T20" fmla="*/ 136 w 4491"/>
                <a:gd name="T21" fmla="*/ 23 h 3058"/>
                <a:gd name="T22" fmla="*/ 4355 w 4491"/>
                <a:gd name="T23" fmla="*/ 23 h 3058"/>
                <a:gd name="T24" fmla="*/ 4467 w 4491"/>
                <a:gd name="T25" fmla="*/ 136 h 3058"/>
                <a:gd name="T26" fmla="*/ 4467 w 4491"/>
                <a:gd name="T27" fmla="*/ 3058 h 3058"/>
                <a:gd name="T28" fmla="*/ 4474 w 4491"/>
                <a:gd name="T29" fmla="*/ 3058 h 3058"/>
                <a:gd name="T30" fmla="*/ 4476 w 4491"/>
                <a:gd name="T31" fmla="*/ 3058 h 3058"/>
                <a:gd name="T32" fmla="*/ 4491 w 4491"/>
                <a:gd name="T33" fmla="*/ 3042 h 30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491" h="3058">
                  <a:moveTo>
                    <a:pt x="4491" y="3042"/>
                  </a:moveTo>
                  <a:cubicBezTo>
                    <a:pt x="4491" y="138"/>
                    <a:pt x="4491" y="138"/>
                    <a:pt x="4491" y="138"/>
                  </a:cubicBezTo>
                  <a:cubicBezTo>
                    <a:pt x="4491" y="62"/>
                    <a:pt x="4429" y="0"/>
                    <a:pt x="4352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62" y="0"/>
                    <a:pt x="0" y="62"/>
                    <a:pt x="0" y="138"/>
                  </a:cubicBezTo>
                  <a:cubicBezTo>
                    <a:pt x="0" y="3042"/>
                    <a:pt x="0" y="3042"/>
                    <a:pt x="0" y="3042"/>
                  </a:cubicBezTo>
                  <a:cubicBezTo>
                    <a:pt x="0" y="3051"/>
                    <a:pt x="7" y="3058"/>
                    <a:pt x="15" y="3058"/>
                  </a:cubicBezTo>
                  <a:cubicBezTo>
                    <a:pt x="16" y="3058"/>
                    <a:pt x="17" y="3058"/>
                    <a:pt x="17" y="3058"/>
                  </a:cubicBezTo>
                  <a:cubicBezTo>
                    <a:pt x="24" y="3058"/>
                    <a:pt x="24" y="3058"/>
                    <a:pt x="24" y="3058"/>
                  </a:cubicBezTo>
                  <a:cubicBezTo>
                    <a:pt x="24" y="136"/>
                    <a:pt x="24" y="136"/>
                    <a:pt x="24" y="136"/>
                  </a:cubicBezTo>
                  <a:cubicBezTo>
                    <a:pt x="24" y="74"/>
                    <a:pt x="74" y="23"/>
                    <a:pt x="136" y="23"/>
                  </a:cubicBezTo>
                  <a:cubicBezTo>
                    <a:pt x="4355" y="23"/>
                    <a:pt x="4355" y="23"/>
                    <a:pt x="4355" y="23"/>
                  </a:cubicBezTo>
                  <a:cubicBezTo>
                    <a:pt x="4417" y="23"/>
                    <a:pt x="4467" y="74"/>
                    <a:pt x="4467" y="136"/>
                  </a:cubicBezTo>
                  <a:cubicBezTo>
                    <a:pt x="4467" y="3058"/>
                    <a:pt x="4467" y="3058"/>
                    <a:pt x="4467" y="3058"/>
                  </a:cubicBezTo>
                  <a:cubicBezTo>
                    <a:pt x="4474" y="3058"/>
                    <a:pt x="4474" y="3058"/>
                    <a:pt x="4474" y="3058"/>
                  </a:cubicBezTo>
                  <a:cubicBezTo>
                    <a:pt x="4474" y="3058"/>
                    <a:pt x="4475" y="3058"/>
                    <a:pt x="4476" y="3058"/>
                  </a:cubicBezTo>
                  <a:cubicBezTo>
                    <a:pt x="4484" y="3058"/>
                    <a:pt x="4491" y="3051"/>
                    <a:pt x="4491" y="3042"/>
                  </a:cubicBezTo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9C88227-2213-C98C-26F6-18A35721DA57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8672" y="5700783"/>
              <a:ext cx="5464024" cy="152026"/>
            </a:xfrm>
            <a:custGeom>
              <a:avLst/>
              <a:gdLst>
                <a:gd name="T0" fmla="*/ 0 w 4538"/>
                <a:gd name="T1" fmla="*/ 0 h 126"/>
                <a:gd name="T2" fmla="*/ 0 w 4538"/>
                <a:gd name="T3" fmla="*/ 86 h 126"/>
                <a:gd name="T4" fmla="*/ 41 w 4538"/>
                <a:gd name="T5" fmla="*/ 126 h 126"/>
                <a:gd name="T6" fmla="*/ 4498 w 4538"/>
                <a:gd name="T7" fmla="*/ 126 h 126"/>
                <a:gd name="T8" fmla="*/ 4538 w 4538"/>
                <a:gd name="T9" fmla="*/ 86 h 126"/>
                <a:gd name="T10" fmla="*/ 4538 w 4538"/>
                <a:gd name="T11" fmla="*/ 0 h 126"/>
                <a:gd name="T12" fmla="*/ 0 w 4538"/>
                <a:gd name="T13" fmla="*/ 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38" h="126">
                  <a:moveTo>
                    <a:pt x="0" y="0"/>
                  </a:moveTo>
                  <a:cubicBezTo>
                    <a:pt x="0" y="86"/>
                    <a:pt x="0" y="86"/>
                    <a:pt x="0" y="86"/>
                  </a:cubicBezTo>
                  <a:cubicBezTo>
                    <a:pt x="0" y="108"/>
                    <a:pt x="19" y="126"/>
                    <a:pt x="41" y="126"/>
                  </a:cubicBezTo>
                  <a:cubicBezTo>
                    <a:pt x="4498" y="126"/>
                    <a:pt x="4498" y="126"/>
                    <a:pt x="4498" y="126"/>
                  </a:cubicBezTo>
                  <a:cubicBezTo>
                    <a:pt x="4520" y="126"/>
                    <a:pt x="4538" y="108"/>
                    <a:pt x="4538" y="86"/>
                  </a:cubicBezTo>
                  <a:cubicBezTo>
                    <a:pt x="4538" y="0"/>
                    <a:pt x="4538" y="0"/>
                    <a:pt x="453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8FE1CCE4-2CCB-2909-79D7-C89477104F2C}"/>
                </a:ext>
              </a:extLst>
            </p:cNvPr>
            <p:cNvCxnSpPr>
              <a:cxnSpLocks/>
            </p:cNvCxnSpPr>
            <p:nvPr/>
          </p:nvCxnSpPr>
          <p:spPr>
            <a:xfrm>
              <a:off x="4880346" y="5869704"/>
              <a:ext cx="6620676" cy="0"/>
            </a:xfrm>
            <a:prstGeom prst="line">
              <a:avLst/>
            </a:prstGeom>
            <a:ln w="50800" cap="rnd">
              <a:gradFill flip="none" rotWithShape="1">
                <a:gsLst>
                  <a:gs pos="0">
                    <a:schemeClr val="tx1">
                      <a:lumMod val="50000"/>
                    </a:schemeClr>
                  </a:gs>
                  <a:gs pos="46000">
                    <a:schemeClr val="tx1">
                      <a:lumMod val="75000"/>
                    </a:schemeClr>
                  </a:gs>
                  <a:gs pos="100000">
                    <a:schemeClr val="tx1">
                      <a:lumMod val="50000"/>
                    </a:schemeClr>
                  </a:gs>
                </a:gsLst>
                <a:path path="circle">
                  <a:fillToRect l="50000" t="130000" r="50000" b="-30000"/>
                </a:path>
                <a:tileRect/>
              </a:gra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49707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ablet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2BC4B996-22FD-F47B-2286-9FC5EE9427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6C3AEED-268C-A10F-FBBD-D515CE143E54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DD5176-8492-5BCB-53FE-585205A05F6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3E286BF0-7EB5-CA4C-B9E6-2AD5F27A362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7029A39E-DEF5-B200-35E5-1F463FF89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F575D7DA-2EEF-EC33-2BAB-5E1CEDB06E0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E867A4C2-FCB3-BEB2-CFA2-2559247B48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35296" y="2096497"/>
            <a:ext cx="5252195" cy="3981784"/>
          </a:xfrm>
          <a:custGeom>
            <a:avLst/>
            <a:gdLst>
              <a:gd name="connsiteX0" fmla="*/ 145098 w 4621113"/>
              <a:gd name="connsiteY0" fmla="*/ 0 h 3503349"/>
              <a:gd name="connsiteX1" fmla="*/ 4476016 w 4621113"/>
              <a:gd name="connsiteY1" fmla="*/ 0 h 3503349"/>
              <a:gd name="connsiteX2" fmla="*/ 4621113 w 4621113"/>
              <a:gd name="connsiteY2" fmla="*/ 146140 h 3503349"/>
              <a:gd name="connsiteX3" fmla="*/ 4621113 w 4621113"/>
              <a:gd name="connsiteY3" fmla="*/ 3358210 h 3503349"/>
              <a:gd name="connsiteX4" fmla="*/ 4476016 w 4621113"/>
              <a:gd name="connsiteY4" fmla="*/ 3503349 h 3503349"/>
              <a:gd name="connsiteX5" fmla="*/ 145098 w 4621113"/>
              <a:gd name="connsiteY5" fmla="*/ 3503349 h 3503349"/>
              <a:gd name="connsiteX6" fmla="*/ 0 w 4621113"/>
              <a:gd name="connsiteY6" fmla="*/ 3358210 h 3503349"/>
              <a:gd name="connsiteX7" fmla="*/ 0 w 4621113"/>
              <a:gd name="connsiteY7" fmla="*/ 146140 h 3503349"/>
              <a:gd name="connsiteX8" fmla="*/ 145098 w 4621113"/>
              <a:gd name="connsiteY8" fmla="*/ 0 h 3503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21113" h="3503349">
                <a:moveTo>
                  <a:pt x="145098" y="0"/>
                </a:moveTo>
                <a:cubicBezTo>
                  <a:pt x="4476016" y="0"/>
                  <a:pt x="4476016" y="0"/>
                  <a:pt x="4476016" y="0"/>
                </a:cubicBezTo>
                <a:cubicBezTo>
                  <a:pt x="4556070" y="0"/>
                  <a:pt x="4621113" y="65063"/>
                  <a:pt x="4621113" y="146140"/>
                </a:cubicBezTo>
                <a:lnTo>
                  <a:pt x="4621113" y="3358210"/>
                </a:lnTo>
                <a:cubicBezTo>
                  <a:pt x="4621113" y="3438288"/>
                  <a:pt x="4556070" y="3503349"/>
                  <a:pt x="4476016" y="3503349"/>
                </a:cubicBezTo>
                <a:cubicBezTo>
                  <a:pt x="145098" y="3503349"/>
                  <a:pt x="145098" y="3503349"/>
                  <a:pt x="145098" y="3503349"/>
                </a:cubicBezTo>
                <a:cubicBezTo>
                  <a:pt x="65044" y="3503349"/>
                  <a:pt x="0" y="3438288"/>
                  <a:pt x="0" y="3358210"/>
                </a:cubicBezTo>
                <a:cubicBezTo>
                  <a:pt x="0" y="146140"/>
                  <a:pt x="0" y="146140"/>
                  <a:pt x="0" y="146140"/>
                </a:cubicBezTo>
                <a:cubicBezTo>
                  <a:pt x="0" y="65063"/>
                  <a:pt x="65044" y="0"/>
                  <a:pt x="145098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" name="Bildplatzhalter 9">
            <a:extLst>
              <a:ext uri="{FF2B5EF4-FFF2-40B4-BE49-F238E27FC236}">
                <a16:creationId xmlns:a16="http://schemas.microsoft.com/office/drawing/2014/main" id="{9D878272-C6F4-A2C6-1DE0-C4400DA2882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35296" y="2096497"/>
            <a:ext cx="5252195" cy="3981784"/>
          </a:xfrm>
          <a:custGeom>
            <a:avLst/>
            <a:gdLst>
              <a:gd name="connsiteX0" fmla="*/ 145098 w 4621113"/>
              <a:gd name="connsiteY0" fmla="*/ 0 h 3503349"/>
              <a:gd name="connsiteX1" fmla="*/ 4476016 w 4621113"/>
              <a:gd name="connsiteY1" fmla="*/ 0 h 3503349"/>
              <a:gd name="connsiteX2" fmla="*/ 4621113 w 4621113"/>
              <a:gd name="connsiteY2" fmla="*/ 146140 h 3503349"/>
              <a:gd name="connsiteX3" fmla="*/ 4621113 w 4621113"/>
              <a:gd name="connsiteY3" fmla="*/ 3358210 h 3503349"/>
              <a:gd name="connsiteX4" fmla="*/ 4476016 w 4621113"/>
              <a:gd name="connsiteY4" fmla="*/ 3503349 h 3503349"/>
              <a:gd name="connsiteX5" fmla="*/ 145098 w 4621113"/>
              <a:gd name="connsiteY5" fmla="*/ 3503349 h 3503349"/>
              <a:gd name="connsiteX6" fmla="*/ 0 w 4621113"/>
              <a:gd name="connsiteY6" fmla="*/ 3358210 h 3503349"/>
              <a:gd name="connsiteX7" fmla="*/ 0 w 4621113"/>
              <a:gd name="connsiteY7" fmla="*/ 146140 h 3503349"/>
              <a:gd name="connsiteX8" fmla="*/ 145098 w 4621113"/>
              <a:gd name="connsiteY8" fmla="*/ 0 h 3503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21113" h="3503349">
                <a:moveTo>
                  <a:pt x="145098" y="0"/>
                </a:moveTo>
                <a:cubicBezTo>
                  <a:pt x="4476016" y="0"/>
                  <a:pt x="4476016" y="0"/>
                  <a:pt x="4476016" y="0"/>
                </a:cubicBezTo>
                <a:cubicBezTo>
                  <a:pt x="4556070" y="0"/>
                  <a:pt x="4621113" y="65063"/>
                  <a:pt x="4621113" y="146140"/>
                </a:cubicBezTo>
                <a:lnTo>
                  <a:pt x="4621113" y="3358210"/>
                </a:lnTo>
                <a:cubicBezTo>
                  <a:pt x="4621113" y="3438288"/>
                  <a:pt x="4556070" y="3503349"/>
                  <a:pt x="4476016" y="3503349"/>
                </a:cubicBezTo>
                <a:cubicBezTo>
                  <a:pt x="145098" y="3503349"/>
                  <a:pt x="145098" y="3503349"/>
                  <a:pt x="145098" y="3503349"/>
                </a:cubicBezTo>
                <a:cubicBezTo>
                  <a:pt x="65044" y="3503349"/>
                  <a:pt x="0" y="3438288"/>
                  <a:pt x="0" y="3358210"/>
                </a:cubicBezTo>
                <a:cubicBezTo>
                  <a:pt x="0" y="146140"/>
                  <a:pt x="0" y="146140"/>
                  <a:pt x="0" y="146140"/>
                </a:cubicBezTo>
                <a:cubicBezTo>
                  <a:pt x="0" y="65063"/>
                  <a:pt x="65044" y="0"/>
                  <a:pt x="145098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endParaRPr lang="de-DE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AC874A58-A5CA-6F3D-FE49-696F01F3C52A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6162385" y="2019796"/>
            <a:ext cx="5376995" cy="4111035"/>
          </a:xfrm>
          <a:custGeom>
            <a:avLst/>
            <a:gdLst>
              <a:gd name="T0" fmla="*/ 576 w 4763"/>
              <a:gd name="T1" fmla="*/ 0 h 3641"/>
              <a:gd name="T2" fmla="*/ 511 w 4763"/>
              <a:gd name="T3" fmla="*/ 0 h 3641"/>
              <a:gd name="T4" fmla="*/ 27 w 4763"/>
              <a:gd name="T5" fmla="*/ 227 h 3641"/>
              <a:gd name="T6" fmla="*/ 27 w 4763"/>
              <a:gd name="T7" fmla="*/ 406 h 3641"/>
              <a:gd name="T8" fmla="*/ 4763 w 4763"/>
              <a:gd name="T9" fmla="*/ 228 h 3641"/>
              <a:gd name="T10" fmla="*/ 86 w 4763"/>
              <a:gd name="T11" fmla="*/ 3437 h 3641"/>
              <a:gd name="T12" fmla="*/ 4704 w 4763"/>
              <a:gd name="T13" fmla="*/ 3437 h 3641"/>
              <a:gd name="T14" fmla="*/ 4163 w 4763"/>
              <a:gd name="T15" fmla="*/ 138 h 3641"/>
              <a:gd name="T16" fmla="*/ 4145 w 4763"/>
              <a:gd name="T17" fmla="*/ 136 h 3641"/>
              <a:gd name="T18" fmla="*/ 4148 w 4763"/>
              <a:gd name="T19" fmla="*/ 139 h 3641"/>
              <a:gd name="T20" fmla="*/ 4159 w 4763"/>
              <a:gd name="T21" fmla="*/ 144 h 3641"/>
              <a:gd name="T22" fmla="*/ 4151 w 4763"/>
              <a:gd name="T23" fmla="*/ 147 h 3641"/>
              <a:gd name="T24" fmla="*/ 4160 w 4763"/>
              <a:gd name="T25" fmla="*/ 155 h 3641"/>
              <a:gd name="T26" fmla="*/ 4153 w 4763"/>
              <a:gd name="T27" fmla="*/ 164 h 3641"/>
              <a:gd name="T28" fmla="*/ 4145 w 4763"/>
              <a:gd name="T29" fmla="*/ 165 h 3641"/>
              <a:gd name="T30" fmla="*/ 4164 w 4763"/>
              <a:gd name="T31" fmla="*/ 162 h 3641"/>
              <a:gd name="T32" fmla="*/ 4213 w 4763"/>
              <a:gd name="T33" fmla="*/ 167 h 3641"/>
              <a:gd name="T34" fmla="*/ 4246 w 4763"/>
              <a:gd name="T35" fmla="*/ 167 h 3641"/>
              <a:gd name="T36" fmla="*/ 4229 w 4763"/>
              <a:gd name="T37" fmla="*/ 137 h 3641"/>
              <a:gd name="T38" fmla="*/ 4615 w 4763"/>
              <a:gd name="T39" fmla="*/ 151 h 3641"/>
              <a:gd name="T40" fmla="*/ 4187 w 4763"/>
              <a:gd name="T41" fmla="*/ 133 h 3641"/>
              <a:gd name="T42" fmla="*/ 4172 w 4763"/>
              <a:gd name="T43" fmla="*/ 142 h 3641"/>
              <a:gd name="T44" fmla="*/ 4173 w 4763"/>
              <a:gd name="T45" fmla="*/ 162 h 3641"/>
              <a:gd name="T46" fmla="*/ 4191 w 4763"/>
              <a:gd name="T47" fmla="*/ 165 h 3641"/>
              <a:gd name="T48" fmla="*/ 4194 w 4763"/>
              <a:gd name="T49" fmla="*/ 146 h 3641"/>
              <a:gd name="T50" fmla="*/ 4183 w 4763"/>
              <a:gd name="T51" fmla="*/ 164 h 3641"/>
              <a:gd name="T52" fmla="*/ 4176 w 4763"/>
              <a:gd name="T53" fmla="*/ 147 h 3641"/>
              <a:gd name="T54" fmla="*/ 4183 w 4763"/>
              <a:gd name="T55" fmla="*/ 136 h 3641"/>
              <a:gd name="T56" fmla="*/ 4190 w 4763"/>
              <a:gd name="T57" fmla="*/ 147 h 3641"/>
              <a:gd name="T58" fmla="*/ 4109 w 4763"/>
              <a:gd name="T59" fmla="*/ 133 h 3641"/>
              <a:gd name="T60" fmla="*/ 4098 w 4763"/>
              <a:gd name="T61" fmla="*/ 149 h 3641"/>
              <a:gd name="T62" fmla="*/ 4116 w 4763"/>
              <a:gd name="T63" fmla="*/ 151 h 3641"/>
              <a:gd name="T64" fmla="*/ 4102 w 4763"/>
              <a:gd name="T65" fmla="*/ 159 h 3641"/>
              <a:gd name="T66" fmla="*/ 4121 w 4763"/>
              <a:gd name="T67" fmla="*/ 149 h 3641"/>
              <a:gd name="T68" fmla="*/ 4112 w 4763"/>
              <a:gd name="T69" fmla="*/ 151 h 3641"/>
              <a:gd name="T70" fmla="*/ 4102 w 4763"/>
              <a:gd name="T71" fmla="*/ 145 h 3641"/>
              <a:gd name="T72" fmla="*/ 4112 w 4763"/>
              <a:gd name="T73" fmla="*/ 137 h 3641"/>
              <a:gd name="T74" fmla="*/ 4129 w 4763"/>
              <a:gd name="T75" fmla="*/ 167 h 3641"/>
              <a:gd name="T76" fmla="*/ 4129 w 4763"/>
              <a:gd name="T77" fmla="*/ 147 h 3641"/>
              <a:gd name="T78" fmla="*/ 4452 w 4763"/>
              <a:gd name="T79" fmla="*/ 141 h 3641"/>
              <a:gd name="T80" fmla="*/ 4452 w 4763"/>
              <a:gd name="T81" fmla="*/ 141 h 3641"/>
              <a:gd name="T82" fmla="*/ 4545 w 4763"/>
              <a:gd name="T83" fmla="*/ 169 h 3641"/>
              <a:gd name="T84" fmla="*/ 4597 w 4763"/>
              <a:gd name="T85" fmla="*/ 131 h 3641"/>
              <a:gd name="T86" fmla="*/ 4540 w 4763"/>
              <a:gd name="T87" fmla="*/ 140 h 3641"/>
              <a:gd name="T88" fmla="*/ 4602 w 4763"/>
              <a:gd name="T89" fmla="*/ 160 h 3641"/>
              <a:gd name="T90" fmla="*/ 4473 w 4763"/>
              <a:gd name="T91" fmla="*/ 157 h 3641"/>
              <a:gd name="T92" fmla="*/ 4487 w 4763"/>
              <a:gd name="T93" fmla="*/ 151 h 3641"/>
              <a:gd name="T94" fmla="*/ 4548 w 4763"/>
              <a:gd name="T95" fmla="*/ 162 h 3641"/>
              <a:gd name="T96" fmla="*/ 4547 w 4763"/>
              <a:gd name="T97" fmla="*/ 138 h 3641"/>
              <a:gd name="T98" fmla="*/ 4369 w 4763"/>
              <a:gd name="T99" fmla="*/ 170 h 3641"/>
              <a:gd name="T100" fmla="*/ 4408 w 4763"/>
              <a:gd name="T101" fmla="*/ 132 h 3641"/>
              <a:gd name="T102" fmla="*/ 4408 w 4763"/>
              <a:gd name="T103" fmla="*/ 170 h 3641"/>
              <a:gd name="T104" fmla="*/ 4257 w 4763"/>
              <a:gd name="T105" fmla="*/ 132 h 3641"/>
              <a:gd name="T106" fmla="*/ 4256 w 4763"/>
              <a:gd name="T107" fmla="*/ 138 h 3641"/>
              <a:gd name="T108" fmla="*/ 4281 w 4763"/>
              <a:gd name="T109" fmla="*/ 167 h 3641"/>
              <a:gd name="T110" fmla="*/ 4389 w 4763"/>
              <a:gd name="T111" fmla="*/ 143 h 3641"/>
              <a:gd name="T112" fmla="*/ 4389 w 4763"/>
              <a:gd name="T113" fmla="*/ 170 h 36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4763" h="3641">
                <a:moveTo>
                  <a:pt x="4559" y="24"/>
                </a:moveTo>
                <a:cubicBezTo>
                  <a:pt x="750" y="24"/>
                  <a:pt x="750" y="24"/>
                  <a:pt x="750" y="24"/>
                </a:cubicBezTo>
                <a:cubicBezTo>
                  <a:pt x="750" y="6"/>
                  <a:pt x="750" y="6"/>
                  <a:pt x="750" y="6"/>
                </a:cubicBezTo>
                <a:cubicBezTo>
                  <a:pt x="750" y="2"/>
                  <a:pt x="747" y="0"/>
                  <a:pt x="744" y="0"/>
                </a:cubicBezTo>
                <a:cubicBezTo>
                  <a:pt x="576" y="0"/>
                  <a:pt x="576" y="0"/>
                  <a:pt x="576" y="0"/>
                </a:cubicBezTo>
                <a:cubicBezTo>
                  <a:pt x="573" y="0"/>
                  <a:pt x="570" y="2"/>
                  <a:pt x="570" y="6"/>
                </a:cubicBezTo>
                <a:cubicBezTo>
                  <a:pt x="570" y="24"/>
                  <a:pt x="570" y="24"/>
                  <a:pt x="570" y="24"/>
                </a:cubicBezTo>
                <a:cubicBezTo>
                  <a:pt x="517" y="24"/>
                  <a:pt x="517" y="24"/>
                  <a:pt x="517" y="24"/>
                </a:cubicBezTo>
                <a:cubicBezTo>
                  <a:pt x="517" y="6"/>
                  <a:pt x="517" y="6"/>
                  <a:pt x="517" y="6"/>
                </a:cubicBezTo>
                <a:cubicBezTo>
                  <a:pt x="517" y="2"/>
                  <a:pt x="515" y="0"/>
                  <a:pt x="511" y="0"/>
                </a:cubicBezTo>
                <a:cubicBezTo>
                  <a:pt x="344" y="0"/>
                  <a:pt x="344" y="0"/>
                  <a:pt x="344" y="0"/>
                </a:cubicBezTo>
                <a:cubicBezTo>
                  <a:pt x="341" y="0"/>
                  <a:pt x="338" y="2"/>
                  <a:pt x="338" y="6"/>
                </a:cubicBezTo>
                <a:cubicBezTo>
                  <a:pt x="338" y="24"/>
                  <a:pt x="338" y="24"/>
                  <a:pt x="338" y="24"/>
                </a:cubicBezTo>
                <a:cubicBezTo>
                  <a:pt x="231" y="24"/>
                  <a:pt x="231" y="24"/>
                  <a:pt x="231" y="24"/>
                </a:cubicBezTo>
                <a:cubicBezTo>
                  <a:pt x="119" y="24"/>
                  <a:pt x="27" y="115"/>
                  <a:pt x="27" y="227"/>
                </a:cubicBezTo>
                <a:cubicBezTo>
                  <a:pt x="6" y="227"/>
                  <a:pt x="6" y="227"/>
                  <a:pt x="6" y="227"/>
                </a:cubicBezTo>
                <a:cubicBezTo>
                  <a:pt x="3" y="227"/>
                  <a:pt x="0" y="230"/>
                  <a:pt x="0" y="233"/>
                </a:cubicBezTo>
                <a:cubicBezTo>
                  <a:pt x="0" y="400"/>
                  <a:pt x="0" y="400"/>
                  <a:pt x="0" y="400"/>
                </a:cubicBezTo>
                <a:cubicBezTo>
                  <a:pt x="0" y="404"/>
                  <a:pt x="3" y="406"/>
                  <a:pt x="6" y="406"/>
                </a:cubicBezTo>
                <a:cubicBezTo>
                  <a:pt x="27" y="406"/>
                  <a:pt x="27" y="406"/>
                  <a:pt x="27" y="406"/>
                </a:cubicBezTo>
                <a:cubicBezTo>
                  <a:pt x="27" y="3437"/>
                  <a:pt x="27" y="3437"/>
                  <a:pt x="27" y="3437"/>
                </a:cubicBezTo>
                <a:cubicBezTo>
                  <a:pt x="27" y="3549"/>
                  <a:pt x="119" y="3641"/>
                  <a:pt x="231" y="3641"/>
                </a:cubicBezTo>
                <a:cubicBezTo>
                  <a:pt x="4559" y="3641"/>
                  <a:pt x="4559" y="3641"/>
                  <a:pt x="4559" y="3641"/>
                </a:cubicBezTo>
                <a:cubicBezTo>
                  <a:pt x="4671" y="3641"/>
                  <a:pt x="4763" y="3549"/>
                  <a:pt x="4763" y="3437"/>
                </a:cubicBezTo>
                <a:cubicBezTo>
                  <a:pt x="4763" y="228"/>
                  <a:pt x="4763" y="228"/>
                  <a:pt x="4763" y="228"/>
                </a:cubicBezTo>
                <a:cubicBezTo>
                  <a:pt x="4763" y="115"/>
                  <a:pt x="4671" y="24"/>
                  <a:pt x="4559" y="24"/>
                </a:cubicBezTo>
                <a:moveTo>
                  <a:pt x="4704" y="3437"/>
                </a:moveTo>
                <a:cubicBezTo>
                  <a:pt x="4704" y="3517"/>
                  <a:pt x="4639" y="3582"/>
                  <a:pt x="4559" y="3582"/>
                </a:cubicBezTo>
                <a:cubicBezTo>
                  <a:pt x="231" y="3582"/>
                  <a:pt x="231" y="3582"/>
                  <a:pt x="231" y="3582"/>
                </a:cubicBezTo>
                <a:cubicBezTo>
                  <a:pt x="151" y="3582"/>
                  <a:pt x="86" y="3517"/>
                  <a:pt x="86" y="3437"/>
                </a:cubicBezTo>
                <a:cubicBezTo>
                  <a:pt x="86" y="228"/>
                  <a:pt x="86" y="228"/>
                  <a:pt x="86" y="228"/>
                </a:cubicBezTo>
                <a:cubicBezTo>
                  <a:pt x="86" y="147"/>
                  <a:pt x="151" y="82"/>
                  <a:pt x="231" y="82"/>
                </a:cubicBezTo>
                <a:cubicBezTo>
                  <a:pt x="4559" y="82"/>
                  <a:pt x="4559" y="82"/>
                  <a:pt x="4559" y="82"/>
                </a:cubicBezTo>
                <a:cubicBezTo>
                  <a:pt x="4639" y="82"/>
                  <a:pt x="4704" y="147"/>
                  <a:pt x="4704" y="228"/>
                </a:cubicBezTo>
                <a:lnTo>
                  <a:pt x="4704" y="3437"/>
                </a:lnTo>
                <a:close/>
                <a:moveTo>
                  <a:pt x="4159" y="149"/>
                </a:moveTo>
                <a:cubicBezTo>
                  <a:pt x="4159" y="149"/>
                  <a:pt x="4159" y="149"/>
                  <a:pt x="4159" y="149"/>
                </a:cubicBezTo>
                <a:cubicBezTo>
                  <a:pt x="4160" y="148"/>
                  <a:pt x="4161" y="147"/>
                  <a:pt x="4162" y="146"/>
                </a:cubicBezTo>
                <a:cubicBezTo>
                  <a:pt x="4163" y="145"/>
                  <a:pt x="4164" y="144"/>
                  <a:pt x="4164" y="142"/>
                </a:cubicBezTo>
                <a:cubicBezTo>
                  <a:pt x="4164" y="140"/>
                  <a:pt x="4163" y="139"/>
                  <a:pt x="4163" y="138"/>
                </a:cubicBezTo>
                <a:cubicBezTo>
                  <a:pt x="4162" y="137"/>
                  <a:pt x="4162" y="136"/>
                  <a:pt x="4161" y="135"/>
                </a:cubicBezTo>
                <a:cubicBezTo>
                  <a:pt x="4160" y="134"/>
                  <a:pt x="4159" y="134"/>
                  <a:pt x="4157" y="133"/>
                </a:cubicBezTo>
                <a:cubicBezTo>
                  <a:pt x="4156" y="133"/>
                  <a:pt x="4155" y="133"/>
                  <a:pt x="4153" y="133"/>
                </a:cubicBezTo>
                <a:cubicBezTo>
                  <a:pt x="4151" y="133"/>
                  <a:pt x="4150" y="133"/>
                  <a:pt x="4149" y="134"/>
                </a:cubicBezTo>
                <a:cubicBezTo>
                  <a:pt x="4147" y="134"/>
                  <a:pt x="4146" y="135"/>
                  <a:pt x="4145" y="136"/>
                </a:cubicBezTo>
                <a:cubicBezTo>
                  <a:pt x="4144" y="137"/>
                  <a:pt x="4144" y="138"/>
                  <a:pt x="4143" y="139"/>
                </a:cubicBezTo>
                <a:cubicBezTo>
                  <a:pt x="4143" y="141"/>
                  <a:pt x="4143" y="142"/>
                  <a:pt x="4142" y="144"/>
                </a:cubicBezTo>
                <a:cubicBezTo>
                  <a:pt x="4147" y="144"/>
                  <a:pt x="4147" y="144"/>
                  <a:pt x="4147" y="144"/>
                </a:cubicBezTo>
                <a:cubicBezTo>
                  <a:pt x="4147" y="143"/>
                  <a:pt x="4147" y="142"/>
                  <a:pt x="4147" y="141"/>
                </a:cubicBezTo>
                <a:cubicBezTo>
                  <a:pt x="4147" y="140"/>
                  <a:pt x="4148" y="139"/>
                  <a:pt x="4148" y="139"/>
                </a:cubicBezTo>
                <a:cubicBezTo>
                  <a:pt x="4149" y="138"/>
                  <a:pt x="4149" y="137"/>
                  <a:pt x="4150" y="137"/>
                </a:cubicBezTo>
                <a:cubicBezTo>
                  <a:pt x="4151" y="137"/>
                  <a:pt x="4152" y="136"/>
                  <a:pt x="4153" y="136"/>
                </a:cubicBezTo>
                <a:cubicBezTo>
                  <a:pt x="4155" y="136"/>
                  <a:pt x="4156" y="137"/>
                  <a:pt x="4158" y="138"/>
                </a:cubicBezTo>
                <a:cubicBezTo>
                  <a:pt x="4159" y="139"/>
                  <a:pt x="4159" y="140"/>
                  <a:pt x="4159" y="142"/>
                </a:cubicBezTo>
                <a:cubicBezTo>
                  <a:pt x="4159" y="143"/>
                  <a:pt x="4159" y="144"/>
                  <a:pt x="4159" y="144"/>
                </a:cubicBezTo>
                <a:cubicBezTo>
                  <a:pt x="4158" y="145"/>
                  <a:pt x="4158" y="146"/>
                  <a:pt x="4157" y="146"/>
                </a:cubicBezTo>
                <a:cubicBezTo>
                  <a:pt x="4157" y="147"/>
                  <a:pt x="4156" y="147"/>
                  <a:pt x="4155" y="147"/>
                </a:cubicBezTo>
                <a:cubicBezTo>
                  <a:pt x="4154" y="147"/>
                  <a:pt x="4154" y="148"/>
                  <a:pt x="4153" y="148"/>
                </a:cubicBezTo>
                <a:cubicBezTo>
                  <a:pt x="4151" y="148"/>
                  <a:pt x="4151" y="148"/>
                  <a:pt x="4151" y="148"/>
                </a:cubicBezTo>
                <a:cubicBezTo>
                  <a:pt x="4151" y="148"/>
                  <a:pt x="4151" y="148"/>
                  <a:pt x="4151" y="147"/>
                </a:cubicBezTo>
                <a:cubicBezTo>
                  <a:pt x="4151" y="151"/>
                  <a:pt x="4151" y="151"/>
                  <a:pt x="4151" y="151"/>
                </a:cubicBezTo>
                <a:cubicBezTo>
                  <a:pt x="4152" y="151"/>
                  <a:pt x="4152" y="151"/>
                  <a:pt x="4153" y="151"/>
                </a:cubicBezTo>
                <a:cubicBezTo>
                  <a:pt x="4154" y="151"/>
                  <a:pt x="4155" y="151"/>
                  <a:pt x="4156" y="151"/>
                </a:cubicBezTo>
                <a:cubicBezTo>
                  <a:pt x="4157" y="152"/>
                  <a:pt x="4158" y="152"/>
                  <a:pt x="4159" y="153"/>
                </a:cubicBezTo>
                <a:cubicBezTo>
                  <a:pt x="4159" y="153"/>
                  <a:pt x="4160" y="154"/>
                  <a:pt x="4160" y="155"/>
                </a:cubicBezTo>
                <a:cubicBezTo>
                  <a:pt x="4161" y="155"/>
                  <a:pt x="4161" y="156"/>
                  <a:pt x="4161" y="157"/>
                </a:cubicBezTo>
                <a:cubicBezTo>
                  <a:pt x="4161" y="158"/>
                  <a:pt x="4161" y="159"/>
                  <a:pt x="4160" y="160"/>
                </a:cubicBezTo>
                <a:cubicBezTo>
                  <a:pt x="4160" y="161"/>
                  <a:pt x="4159" y="162"/>
                  <a:pt x="4158" y="162"/>
                </a:cubicBezTo>
                <a:cubicBezTo>
                  <a:pt x="4158" y="163"/>
                  <a:pt x="4157" y="163"/>
                  <a:pt x="4156" y="164"/>
                </a:cubicBezTo>
                <a:cubicBezTo>
                  <a:pt x="4155" y="164"/>
                  <a:pt x="4154" y="164"/>
                  <a:pt x="4153" y="164"/>
                </a:cubicBezTo>
                <a:cubicBezTo>
                  <a:pt x="4151" y="164"/>
                  <a:pt x="4149" y="163"/>
                  <a:pt x="4148" y="162"/>
                </a:cubicBezTo>
                <a:cubicBezTo>
                  <a:pt x="4147" y="161"/>
                  <a:pt x="4146" y="159"/>
                  <a:pt x="4146" y="157"/>
                </a:cubicBezTo>
                <a:cubicBezTo>
                  <a:pt x="4142" y="157"/>
                  <a:pt x="4142" y="157"/>
                  <a:pt x="4142" y="157"/>
                </a:cubicBezTo>
                <a:cubicBezTo>
                  <a:pt x="4142" y="158"/>
                  <a:pt x="4142" y="160"/>
                  <a:pt x="4143" y="161"/>
                </a:cubicBezTo>
                <a:cubicBezTo>
                  <a:pt x="4143" y="163"/>
                  <a:pt x="4144" y="164"/>
                  <a:pt x="4145" y="165"/>
                </a:cubicBezTo>
                <a:cubicBezTo>
                  <a:pt x="4146" y="166"/>
                  <a:pt x="4147" y="166"/>
                  <a:pt x="4148" y="167"/>
                </a:cubicBezTo>
                <a:cubicBezTo>
                  <a:pt x="4150" y="167"/>
                  <a:pt x="4151" y="168"/>
                  <a:pt x="4153" y="168"/>
                </a:cubicBezTo>
                <a:cubicBezTo>
                  <a:pt x="4155" y="168"/>
                  <a:pt x="4156" y="167"/>
                  <a:pt x="4158" y="167"/>
                </a:cubicBezTo>
                <a:cubicBezTo>
                  <a:pt x="4159" y="167"/>
                  <a:pt x="4161" y="166"/>
                  <a:pt x="4162" y="165"/>
                </a:cubicBezTo>
                <a:cubicBezTo>
                  <a:pt x="4163" y="164"/>
                  <a:pt x="4164" y="163"/>
                  <a:pt x="4164" y="162"/>
                </a:cubicBezTo>
                <a:cubicBezTo>
                  <a:pt x="4165" y="160"/>
                  <a:pt x="4165" y="159"/>
                  <a:pt x="4165" y="157"/>
                </a:cubicBezTo>
                <a:cubicBezTo>
                  <a:pt x="4165" y="155"/>
                  <a:pt x="4165" y="153"/>
                  <a:pt x="4164" y="152"/>
                </a:cubicBezTo>
                <a:cubicBezTo>
                  <a:pt x="4163" y="150"/>
                  <a:pt x="4161" y="149"/>
                  <a:pt x="4159" y="149"/>
                </a:cubicBezTo>
                <a:moveTo>
                  <a:pt x="4227" y="132"/>
                </a:moveTo>
                <a:cubicBezTo>
                  <a:pt x="4213" y="167"/>
                  <a:pt x="4213" y="167"/>
                  <a:pt x="4213" y="167"/>
                </a:cubicBezTo>
                <a:cubicBezTo>
                  <a:pt x="4218" y="167"/>
                  <a:pt x="4218" y="167"/>
                  <a:pt x="4218" y="167"/>
                </a:cubicBezTo>
                <a:cubicBezTo>
                  <a:pt x="4222" y="157"/>
                  <a:pt x="4222" y="157"/>
                  <a:pt x="4222" y="157"/>
                </a:cubicBezTo>
                <a:cubicBezTo>
                  <a:pt x="4237" y="157"/>
                  <a:pt x="4237" y="157"/>
                  <a:pt x="4237" y="157"/>
                </a:cubicBezTo>
                <a:cubicBezTo>
                  <a:pt x="4241" y="167"/>
                  <a:pt x="4241" y="167"/>
                  <a:pt x="4241" y="167"/>
                </a:cubicBezTo>
                <a:cubicBezTo>
                  <a:pt x="4246" y="167"/>
                  <a:pt x="4246" y="167"/>
                  <a:pt x="4246" y="167"/>
                </a:cubicBezTo>
                <a:cubicBezTo>
                  <a:pt x="4232" y="132"/>
                  <a:pt x="4232" y="132"/>
                  <a:pt x="4232" y="132"/>
                </a:cubicBezTo>
                <a:lnTo>
                  <a:pt x="4227" y="132"/>
                </a:lnTo>
                <a:close/>
                <a:moveTo>
                  <a:pt x="4223" y="153"/>
                </a:moveTo>
                <a:cubicBezTo>
                  <a:pt x="4229" y="137"/>
                  <a:pt x="4229" y="137"/>
                  <a:pt x="4229" y="137"/>
                </a:cubicBezTo>
                <a:cubicBezTo>
                  <a:pt x="4229" y="137"/>
                  <a:pt x="4229" y="137"/>
                  <a:pt x="4229" y="137"/>
                </a:cubicBezTo>
                <a:cubicBezTo>
                  <a:pt x="4235" y="153"/>
                  <a:pt x="4235" y="153"/>
                  <a:pt x="4235" y="153"/>
                </a:cubicBezTo>
                <a:lnTo>
                  <a:pt x="4223" y="153"/>
                </a:lnTo>
                <a:close/>
                <a:moveTo>
                  <a:pt x="4609" y="143"/>
                </a:moveTo>
                <a:cubicBezTo>
                  <a:pt x="4609" y="157"/>
                  <a:pt x="4609" y="157"/>
                  <a:pt x="4609" y="157"/>
                </a:cubicBezTo>
                <a:cubicBezTo>
                  <a:pt x="4612" y="157"/>
                  <a:pt x="4615" y="154"/>
                  <a:pt x="4615" y="151"/>
                </a:cubicBezTo>
                <a:cubicBezTo>
                  <a:pt x="4615" y="146"/>
                  <a:pt x="4612" y="143"/>
                  <a:pt x="4609" y="143"/>
                </a:cubicBezTo>
                <a:moveTo>
                  <a:pt x="4194" y="142"/>
                </a:moveTo>
                <a:cubicBezTo>
                  <a:pt x="4193" y="141"/>
                  <a:pt x="4193" y="140"/>
                  <a:pt x="4193" y="139"/>
                </a:cubicBezTo>
                <a:cubicBezTo>
                  <a:pt x="4192" y="137"/>
                  <a:pt x="4191" y="136"/>
                  <a:pt x="4191" y="136"/>
                </a:cubicBezTo>
                <a:cubicBezTo>
                  <a:pt x="4190" y="135"/>
                  <a:pt x="4189" y="134"/>
                  <a:pt x="4187" y="133"/>
                </a:cubicBezTo>
                <a:cubicBezTo>
                  <a:pt x="4186" y="133"/>
                  <a:pt x="4185" y="133"/>
                  <a:pt x="4183" y="133"/>
                </a:cubicBezTo>
                <a:cubicBezTo>
                  <a:pt x="4181" y="133"/>
                  <a:pt x="4179" y="133"/>
                  <a:pt x="4178" y="133"/>
                </a:cubicBezTo>
                <a:cubicBezTo>
                  <a:pt x="4177" y="134"/>
                  <a:pt x="4176" y="135"/>
                  <a:pt x="4175" y="136"/>
                </a:cubicBezTo>
                <a:cubicBezTo>
                  <a:pt x="4174" y="136"/>
                  <a:pt x="4174" y="137"/>
                  <a:pt x="4173" y="139"/>
                </a:cubicBezTo>
                <a:cubicBezTo>
                  <a:pt x="4173" y="140"/>
                  <a:pt x="4172" y="141"/>
                  <a:pt x="4172" y="142"/>
                </a:cubicBezTo>
                <a:cubicBezTo>
                  <a:pt x="4172" y="144"/>
                  <a:pt x="4171" y="145"/>
                  <a:pt x="4171" y="146"/>
                </a:cubicBezTo>
                <a:cubicBezTo>
                  <a:pt x="4171" y="148"/>
                  <a:pt x="4171" y="149"/>
                  <a:pt x="4171" y="150"/>
                </a:cubicBezTo>
                <a:cubicBezTo>
                  <a:pt x="4171" y="152"/>
                  <a:pt x="4171" y="153"/>
                  <a:pt x="4171" y="154"/>
                </a:cubicBezTo>
                <a:cubicBezTo>
                  <a:pt x="4171" y="156"/>
                  <a:pt x="4172" y="157"/>
                  <a:pt x="4172" y="158"/>
                </a:cubicBezTo>
                <a:cubicBezTo>
                  <a:pt x="4172" y="159"/>
                  <a:pt x="4173" y="161"/>
                  <a:pt x="4173" y="162"/>
                </a:cubicBezTo>
                <a:cubicBezTo>
                  <a:pt x="4174" y="163"/>
                  <a:pt x="4174" y="164"/>
                  <a:pt x="4175" y="165"/>
                </a:cubicBezTo>
                <a:cubicBezTo>
                  <a:pt x="4176" y="166"/>
                  <a:pt x="4177" y="166"/>
                  <a:pt x="4178" y="167"/>
                </a:cubicBezTo>
                <a:cubicBezTo>
                  <a:pt x="4179" y="167"/>
                  <a:pt x="4181" y="168"/>
                  <a:pt x="4183" y="168"/>
                </a:cubicBezTo>
                <a:cubicBezTo>
                  <a:pt x="4185" y="168"/>
                  <a:pt x="4186" y="167"/>
                  <a:pt x="4187" y="167"/>
                </a:cubicBezTo>
                <a:cubicBezTo>
                  <a:pt x="4189" y="166"/>
                  <a:pt x="4190" y="166"/>
                  <a:pt x="4191" y="165"/>
                </a:cubicBezTo>
                <a:cubicBezTo>
                  <a:pt x="4191" y="164"/>
                  <a:pt x="4192" y="163"/>
                  <a:pt x="4193" y="162"/>
                </a:cubicBezTo>
                <a:cubicBezTo>
                  <a:pt x="4193" y="161"/>
                  <a:pt x="4193" y="159"/>
                  <a:pt x="4194" y="158"/>
                </a:cubicBezTo>
                <a:cubicBezTo>
                  <a:pt x="4194" y="157"/>
                  <a:pt x="4194" y="156"/>
                  <a:pt x="4194" y="154"/>
                </a:cubicBezTo>
                <a:cubicBezTo>
                  <a:pt x="4194" y="153"/>
                  <a:pt x="4194" y="152"/>
                  <a:pt x="4194" y="150"/>
                </a:cubicBezTo>
                <a:cubicBezTo>
                  <a:pt x="4194" y="149"/>
                  <a:pt x="4194" y="148"/>
                  <a:pt x="4194" y="146"/>
                </a:cubicBezTo>
                <a:cubicBezTo>
                  <a:pt x="4194" y="145"/>
                  <a:pt x="4194" y="144"/>
                  <a:pt x="4194" y="142"/>
                </a:cubicBezTo>
                <a:moveTo>
                  <a:pt x="4190" y="155"/>
                </a:moveTo>
                <a:cubicBezTo>
                  <a:pt x="4190" y="156"/>
                  <a:pt x="4189" y="158"/>
                  <a:pt x="4189" y="159"/>
                </a:cubicBezTo>
                <a:cubicBezTo>
                  <a:pt x="4189" y="160"/>
                  <a:pt x="4188" y="162"/>
                  <a:pt x="4187" y="163"/>
                </a:cubicBezTo>
                <a:cubicBezTo>
                  <a:pt x="4186" y="164"/>
                  <a:pt x="4185" y="164"/>
                  <a:pt x="4183" y="164"/>
                </a:cubicBezTo>
                <a:cubicBezTo>
                  <a:pt x="4181" y="164"/>
                  <a:pt x="4180" y="164"/>
                  <a:pt x="4179" y="163"/>
                </a:cubicBezTo>
                <a:cubicBezTo>
                  <a:pt x="4178" y="162"/>
                  <a:pt x="4177" y="160"/>
                  <a:pt x="4177" y="159"/>
                </a:cubicBezTo>
                <a:cubicBezTo>
                  <a:pt x="4176" y="158"/>
                  <a:pt x="4176" y="156"/>
                  <a:pt x="4176" y="155"/>
                </a:cubicBezTo>
                <a:cubicBezTo>
                  <a:pt x="4176" y="153"/>
                  <a:pt x="4176" y="151"/>
                  <a:pt x="4176" y="150"/>
                </a:cubicBezTo>
                <a:cubicBezTo>
                  <a:pt x="4176" y="149"/>
                  <a:pt x="4176" y="148"/>
                  <a:pt x="4176" y="147"/>
                </a:cubicBezTo>
                <a:cubicBezTo>
                  <a:pt x="4176" y="146"/>
                  <a:pt x="4176" y="145"/>
                  <a:pt x="4176" y="144"/>
                </a:cubicBezTo>
                <a:cubicBezTo>
                  <a:pt x="4176" y="143"/>
                  <a:pt x="4176" y="142"/>
                  <a:pt x="4177" y="141"/>
                </a:cubicBezTo>
                <a:cubicBezTo>
                  <a:pt x="4177" y="140"/>
                  <a:pt x="4177" y="140"/>
                  <a:pt x="4178" y="139"/>
                </a:cubicBezTo>
                <a:cubicBezTo>
                  <a:pt x="4178" y="138"/>
                  <a:pt x="4179" y="137"/>
                  <a:pt x="4180" y="137"/>
                </a:cubicBezTo>
                <a:cubicBezTo>
                  <a:pt x="4181" y="137"/>
                  <a:pt x="4182" y="136"/>
                  <a:pt x="4183" y="136"/>
                </a:cubicBezTo>
                <a:cubicBezTo>
                  <a:pt x="4184" y="136"/>
                  <a:pt x="4185" y="137"/>
                  <a:pt x="4186" y="137"/>
                </a:cubicBezTo>
                <a:cubicBezTo>
                  <a:pt x="4187" y="137"/>
                  <a:pt x="4187" y="138"/>
                  <a:pt x="4188" y="139"/>
                </a:cubicBezTo>
                <a:cubicBezTo>
                  <a:pt x="4188" y="140"/>
                  <a:pt x="4189" y="140"/>
                  <a:pt x="4189" y="141"/>
                </a:cubicBezTo>
                <a:cubicBezTo>
                  <a:pt x="4189" y="142"/>
                  <a:pt x="4189" y="143"/>
                  <a:pt x="4190" y="144"/>
                </a:cubicBezTo>
                <a:cubicBezTo>
                  <a:pt x="4190" y="145"/>
                  <a:pt x="4190" y="146"/>
                  <a:pt x="4190" y="147"/>
                </a:cubicBezTo>
                <a:cubicBezTo>
                  <a:pt x="4190" y="148"/>
                  <a:pt x="4190" y="149"/>
                  <a:pt x="4190" y="150"/>
                </a:cubicBezTo>
                <a:cubicBezTo>
                  <a:pt x="4190" y="151"/>
                  <a:pt x="4190" y="153"/>
                  <a:pt x="4190" y="155"/>
                </a:cubicBezTo>
                <a:moveTo>
                  <a:pt x="4117" y="136"/>
                </a:moveTo>
                <a:cubicBezTo>
                  <a:pt x="4116" y="135"/>
                  <a:pt x="4115" y="134"/>
                  <a:pt x="4113" y="133"/>
                </a:cubicBezTo>
                <a:cubicBezTo>
                  <a:pt x="4112" y="133"/>
                  <a:pt x="4110" y="133"/>
                  <a:pt x="4109" y="133"/>
                </a:cubicBezTo>
                <a:cubicBezTo>
                  <a:pt x="4107" y="133"/>
                  <a:pt x="4106" y="133"/>
                  <a:pt x="4104" y="134"/>
                </a:cubicBezTo>
                <a:cubicBezTo>
                  <a:pt x="4103" y="134"/>
                  <a:pt x="4102" y="135"/>
                  <a:pt x="4101" y="136"/>
                </a:cubicBezTo>
                <a:cubicBezTo>
                  <a:pt x="4100" y="137"/>
                  <a:pt x="4099" y="138"/>
                  <a:pt x="4098" y="139"/>
                </a:cubicBezTo>
                <a:cubicBezTo>
                  <a:pt x="4098" y="141"/>
                  <a:pt x="4097" y="142"/>
                  <a:pt x="4097" y="144"/>
                </a:cubicBezTo>
                <a:cubicBezTo>
                  <a:pt x="4097" y="146"/>
                  <a:pt x="4098" y="147"/>
                  <a:pt x="4098" y="149"/>
                </a:cubicBezTo>
                <a:cubicBezTo>
                  <a:pt x="4099" y="150"/>
                  <a:pt x="4099" y="151"/>
                  <a:pt x="4100" y="152"/>
                </a:cubicBezTo>
                <a:cubicBezTo>
                  <a:pt x="4101" y="153"/>
                  <a:pt x="4102" y="154"/>
                  <a:pt x="4104" y="155"/>
                </a:cubicBezTo>
                <a:cubicBezTo>
                  <a:pt x="4105" y="155"/>
                  <a:pt x="4107" y="155"/>
                  <a:pt x="4108" y="155"/>
                </a:cubicBezTo>
                <a:cubicBezTo>
                  <a:pt x="4110" y="155"/>
                  <a:pt x="4112" y="155"/>
                  <a:pt x="4113" y="154"/>
                </a:cubicBezTo>
                <a:cubicBezTo>
                  <a:pt x="4114" y="153"/>
                  <a:pt x="4116" y="152"/>
                  <a:pt x="4116" y="151"/>
                </a:cubicBezTo>
                <a:cubicBezTo>
                  <a:pt x="4116" y="151"/>
                  <a:pt x="4116" y="151"/>
                  <a:pt x="4116" y="151"/>
                </a:cubicBezTo>
                <a:cubicBezTo>
                  <a:pt x="4116" y="155"/>
                  <a:pt x="4116" y="159"/>
                  <a:pt x="4114" y="161"/>
                </a:cubicBezTo>
                <a:cubicBezTo>
                  <a:pt x="4113" y="163"/>
                  <a:pt x="4111" y="164"/>
                  <a:pt x="4109" y="164"/>
                </a:cubicBezTo>
                <a:cubicBezTo>
                  <a:pt x="4107" y="164"/>
                  <a:pt x="4106" y="164"/>
                  <a:pt x="4104" y="163"/>
                </a:cubicBezTo>
                <a:cubicBezTo>
                  <a:pt x="4103" y="162"/>
                  <a:pt x="4103" y="161"/>
                  <a:pt x="4102" y="159"/>
                </a:cubicBezTo>
                <a:cubicBezTo>
                  <a:pt x="4098" y="159"/>
                  <a:pt x="4098" y="159"/>
                  <a:pt x="4098" y="159"/>
                </a:cubicBezTo>
                <a:cubicBezTo>
                  <a:pt x="4098" y="162"/>
                  <a:pt x="4100" y="164"/>
                  <a:pt x="4101" y="166"/>
                </a:cubicBezTo>
                <a:cubicBezTo>
                  <a:pt x="4103" y="167"/>
                  <a:pt x="4106" y="168"/>
                  <a:pt x="4109" y="168"/>
                </a:cubicBezTo>
                <a:cubicBezTo>
                  <a:pt x="4113" y="168"/>
                  <a:pt x="4116" y="166"/>
                  <a:pt x="4118" y="163"/>
                </a:cubicBezTo>
                <a:cubicBezTo>
                  <a:pt x="4120" y="160"/>
                  <a:pt x="4121" y="155"/>
                  <a:pt x="4121" y="149"/>
                </a:cubicBezTo>
                <a:cubicBezTo>
                  <a:pt x="4121" y="146"/>
                  <a:pt x="4120" y="143"/>
                  <a:pt x="4120" y="141"/>
                </a:cubicBezTo>
                <a:cubicBezTo>
                  <a:pt x="4119" y="139"/>
                  <a:pt x="4118" y="137"/>
                  <a:pt x="4117" y="136"/>
                </a:cubicBezTo>
                <a:moveTo>
                  <a:pt x="4115" y="147"/>
                </a:moveTo>
                <a:cubicBezTo>
                  <a:pt x="4115" y="148"/>
                  <a:pt x="4114" y="149"/>
                  <a:pt x="4114" y="150"/>
                </a:cubicBezTo>
                <a:cubicBezTo>
                  <a:pt x="4113" y="150"/>
                  <a:pt x="4112" y="151"/>
                  <a:pt x="4112" y="151"/>
                </a:cubicBezTo>
                <a:cubicBezTo>
                  <a:pt x="4111" y="152"/>
                  <a:pt x="4110" y="152"/>
                  <a:pt x="4109" y="152"/>
                </a:cubicBezTo>
                <a:cubicBezTo>
                  <a:pt x="4108" y="152"/>
                  <a:pt x="4107" y="152"/>
                  <a:pt x="4106" y="151"/>
                </a:cubicBezTo>
                <a:cubicBezTo>
                  <a:pt x="4105" y="151"/>
                  <a:pt x="4104" y="150"/>
                  <a:pt x="4104" y="150"/>
                </a:cubicBezTo>
                <a:cubicBezTo>
                  <a:pt x="4103" y="149"/>
                  <a:pt x="4103" y="148"/>
                  <a:pt x="4102" y="147"/>
                </a:cubicBezTo>
                <a:cubicBezTo>
                  <a:pt x="4102" y="146"/>
                  <a:pt x="4102" y="145"/>
                  <a:pt x="4102" y="145"/>
                </a:cubicBezTo>
                <a:cubicBezTo>
                  <a:pt x="4102" y="143"/>
                  <a:pt x="4102" y="142"/>
                  <a:pt x="4102" y="141"/>
                </a:cubicBezTo>
                <a:cubicBezTo>
                  <a:pt x="4102" y="140"/>
                  <a:pt x="4103" y="140"/>
                  <a:pt x="4103" y="139"/>
                </a:cubicBezTo>
                <a:cubicBezTo>
                  <a:pt x="4104" y="138"/>
                  <a:pt x="4105" y="137"/>
                  <a:pt x="4105" y="137"/>
                </a:cubicBezTo>
                <a:cubicBezTo>
                  <a:pt x="4106" y="137"/>
                  <a:pt x="4107" y="136"/>
                  <a:pt x="4109" y="136"/>
                </a:cubicBezTo>
                <a:cubicBezTo>
                  <a:pt x="4110" y="136"/>
                  <a:pt x="4111" y="137"/>
                  <a:pt x="4112" y="137"/>
                </a:cubicBezTo>
                <a:cubicBezTo>
                  <a:pt x="4113" y="137"/>
                  <a:pt x="4113" y="138"/>
                  <a:pt x="4114" y="139"/>
                </a:cubicBezTo>
                <a:cubicBezTo>
                  <a:pt x="4115" y="139"/>
                  <a:pt x="4115" y="140"/>
                  <a:pt x="4115" y="141"/>
                </a:cubicBezTo>
                <a:cubicBezTo>
                  <a:pt x="4116" y="142"/>
                  <a:pt x="4116" y="143"/>
                  <a:pt x="4116" y="144"/>
                </a:cubicBezTo>
                <a:cubicBezTo>
                  <a:pt x="4116" y="145"/>
                  <a:pt x="4116" y="146"/>
                  <a:pt x="4115" y="147"/>
                </a:cubicBezTo>
                <a:moveTo>
                  <a:pt x="4129" y="167"/>
                </a:moveTo>
                <a:cubicBezTo>
                  <a:pt x="4134" y="167"/>
                  <a:pt x="4134" y="167"/>
                  <a:pt x="4134" y="167"/>
                </a:cubicBezTo>
                <a:cubicBezTo>
                  <a:pt x="4134" y="162"/>
                  <a:pt x="4134" y="162"/>
                  <a:pt x="4134" y="162"/>
                </a:cubicBezTo>
                <a:cubicBezTo>
                  <a:pt x="4129" y="162"/>
                  <a:pt x="4129" y="162"/>
                  <a:pt x="4129" y="162"/>
                </a:cubicBezTo>
                <a:lnTo>
                  <a:pt x="4129" y="167"/>
                </a:lnTo>
                <a:close/>
                <a:moveTo>
                  <a:pt x="4129" y="147"/>
                </a:moveTo>
                <a:cubicBezTo>
                  <a:pt x="4134" y="147"/>
                  <a:pt x="4134" y="147"/>
                  <a:pt x="4134" y="147"/>
                </a:cubicBezTo>
                <a:cubicBezTo>
                  <a:pt x="4134" y="142"/>
                  <a:pt x="4134" y="142"/>
                  <a:pt x="4134" y="142"/>
                </a:cubicBezTo>
                <a:cubicBezTo>
                  <a:pt x="4129" y="142"/>
                  <a:pt x="4129" y="142"/>
                  <a:pt x="4129" y="142"/>
                </a:cubicBezTo>
                <a:lnTo>
                  <a:pt x="4129" y="147"/>
                </a:lnTo>
                <a:close/>
                <a:moveTo>
                  <a:pt x="4452" y="141"/>
                </a:moveTo>
                <a:cubicBezTo>
                  <a:pt x="4454" y="143"/>
                  <a:pt x="4455" y="145"/>
                  <a:pt x="4457" y="147"/>
                </a:cubicBezTo>
                <a:cubicBezTo>
                  <a:pt x="4462" y="142"/>
                  <a:pt x="4467" y="139"/>
                  <a:pt x="4473" y="139"/>
                </a:cubicBezTo>
                <a:cubicBezTo>
                  <a:pt x="4480" y="139"/>
                  <a:pt x="4485" y="142"/>
                  <a:pt x="4489" y="147"/>
                </a:cubicBezTo>
                <a:cubicBezTo>
                  <a:pt x="4491" y="145"/>
                  <a:pt x="4493" y="143"/>
                  <a:pt x="4495" y="141"/>
                </a:cubicBezTo>
                <a:cubicBezTo>
                  <a:pt x="4483" y="127"/>
                  <a:pt x="4462" y="129"/>
                  <a:pt x="4452" y="141"/>
                </a:cubicBezTo>
                <a:moveTo>
                  <a:pt x="4597" y="131"/>
                </a:moveTo>
                <a:cubicBezTo>
                  <a:pt x="4545" y="131"/>
                  <a:pt x="4545" y="131"/>
                  <a:pt x="4545" y="131"/>
                </a:cubicBezTo>
                <a:cubicBezTo>
                  <a:pt x="4540" y="131"/>
                  <a:pt x="4537" y="134"/>
                  <a:pt x="4537" y="140"/>
                </a:cubicBezTo>
                <a:cubicBezTo>
                  <a:pt x="4536" y="147"/>
                  <a:pt x="4536" y="153"/>
                  <a:pt x="4537" y="160"/>
                </a:cubicBezTo>
                <a:cubicBezTo>
                  <a:pt x="4537" y="166"/>
                  <a:pt x="4540" y="169"/>
                  <a:pt x="4545" y="169"/>
                </a:cubicBezTo>
                <a:cubicBezTo>
                  <a:pt x="4554" y="169"/>
                  <a:pt x="4562" y="169"/>
                  <a:pt x="4571" y="169"/>
                </a:cubicBezTo>
                <a:cubicBezTo>
                  <a:pt x="4580" y="169"/>
                  <a:pt x="4588" y="169"/>
                  <a:pt x="4597" y="169"/>
                </a:cubicBezTo>
                <a:cubicBezTo>
                  <a:pt x="4602" y="169"/>
                  <a:pt x="4605" y="166"/>
                  <a:pt x="4605" y="160"/>
                </a:cubicBezTo>
                <a:cubicBezTo>
                  <a:pt x="4606" y="153"/>
                  <a:pt x="4605" y="147"/>
                  <a:pt x="4605" y="140"/>
                </a:cubicBezTo>
                <a:cubicBezTo>
                  <a:pt x="4605" y="134"/>
                  <a:pt x="4602" y="131"/>
                  <a:pt x="4597" y="131"/>
                </a:cubicBezTo>
                <a:moveTo>
                  <a:pt x="4602" y="160"/>
                </a:moveTo>
                <a:cubicBezTo>
                  <a:pt x="4602" y="164"/>
                  <a:pt x="4601" y="166"/>
                  <a:pt x="4597" y="166"/>
                </a:cubicBezTo>
                <a:cubicBezTo>
                  <a:pt x="4545" y="166"/>
                  <a:pt x="4545" y="166"/>
                  <a:pt x="4545" y="166"/>
                </a:cubicBezTo>
                <a:cubicBezTo>
                  <a:pt x="4541" y="166"/>
                  <a:pt x="4540" y="164"/>
                  <a:pt x="4540" y="160"/>
                </a:cubicBezTo>
                <a:cubicBezTo>
                  <a:pt x="4540" y="153"/>
                  <a:pt x="4540" y="147"/>
                  <a:pt x="4540" y="140"/>
                </a:cubicBezTo>
                <a:cubicBezTo>
                  <a:pt x="4540" y="136"/>
                  <a:pt x="4541" y="134"/>
                  <a:pt x="4545" y="134"/>
                </a:cubicBezTo>
                <a:cubicBezTo>
                  <a:pt x="4554" y="134"/>
                  <a:pt x="4562" y="134"/>
                  <a:pt x="4571" y="134"/>
                </a:cubicBezTo>
                <a:cubicBezTo>
                  <a:pt x="4580" y="134"/>
                  <a:pt x="4588" y="134"/>
                  <a:pt x="4597" y="134"/>
                </a:cubicBezTo>
                <a:cubicBezTo>
                  <a:pt x="4601" y="134"/>
                  <a:pt x="4602" y="136"/>
                  <a:pt x="4602" y="140"/>
                </a:cubicBezTo>
                <a:cubicBezTo>
                  <a:pt x="4602" y="147"/>
                  <a:pt x="4602" y="153"/>
                  <a:pt x="4602" y="160"/>
                </a:cubicBezTo>
                <a:moveTo>
                  <a:pt x="4473" y="157"/>
                </a:moveTo>
                <a:cubicBezTo>
                  <a:pt x="4470" y="157"/>
                  <a:pt x="4467" y="159"/>
                  <a:pt x="4467" y="163"/>
                </a:cubicBezTo>
                <a:cubicBezTo>
                  <a:pt x="4467" y="166"/>
                  <a:pt x="4470" y="169"/>
                  <a:pt x="4473" y="169"/>
                </a:cubicBezTo>
                <a:cubicBezTo>
                  <a:pt x="4477" y="169"/>
                  <a:pt x="4479" y="166"/>
                  <a:pt x="4479" y="163"/>
                </a:cubicBezTo>
                <a:cubicBezTo>
                  <a:pt x="4479" y="159"/>
                  <a:pt x="4477" y="157"/>
                  <a:pt x="4473" y="157"/>
                </a:cubicBezTo>
                <a:moveTo>
                  <a:pt x="4460" y="151"/>
                </a:moveTo>
                <a:cubicBezTo>
                  <a:pt x="4462" y="152"/>
                  <a:pt x="4464" y="154"/>
                  <a:pt x="4466" y="156"/>
                </a:cubicBezTo>
                <a:cubicBezTo>
                  <a:pt x="4468" y="154"/>
                  <a:pt x="4470" y="153"/>
                  <a:pt x="4473" y="153"/>
                </a:cubicBezTo>
                <a:cubicBezTo>
                  <a:pt x="4476" y="153"/>
                  <a:pt x="4479" y="154"/>
                  <a:pt x="4481" y="156"/>
                </a:cubicBezTo>
                <a:cubicBezTo>
                  <a:pt x="4483" y="154"/>
                  <a:pt x="4485" y="152"/>
                  <a:pt x="4487" y="151"/>
                </a:cubicBezTo>
                <a:cubicBezTo>
                  <a:pt x="4480" y="142"/>
                  <a:pt x="4467" y="142"/>
                  <a:pt x="4460" y="151"/>
                </a:cubicBezTo>
                <a:moveTo>
                  <a:pt x="4547" y="138"/>
                </a:moveTo>
                <a:cubicBezTo>
                  <a:pt x="4545" y="138"/>
                  <a:pt x="4543" y="139"/>
                  <a:pt x="4543" y="142"/>
                </a:cubicBezTo>
                <a:cubicBezTo>
                  <a:pt x="4543" y="147"/>
                  <a:pt x="4543" y="152"/>
                  <a:pt x="4543" y="158"/>
                </a:cubicBezTo>
                <a:cubicBezTo>
                  <a:pt x="4543" y="161"/>
                  <a:pt x="4544" y="162"/>
                  <a:pt x="4548" y="162"/>
                </a:cubicBezTo>
                <a:cubicBezTo>
                  <a:pt x="4560" y="162"/>
                  <a:pt x="4572" y="162"/>
                  <a:pt x="4584" y="162"/>
                </a:cubicBezTo>
                <a:cubicBezTo>
                  <a:pt x="4585" y="162"/>
                  <a:pt x="4585" y="162"/>
                  <a:pt x="4586" y="162"/>
                </a:cubicBezTo>
                <a:cubicBezTo>
                  <a:pt x="4586" y="138"/>
                  <a:pt x="4586" y="138"/>
                  <a:pt x="4586" y="138"/>
                </a:cubicBezTo>
                <a:cubicBezTo>
                  <a:pt x="4586" y="138"/>
                  <a:pt x="4585" y="138"/>
                  <a:pt x="4585" y="138"/>
                </a:cubicBezTo>
                <a:cubicBezTo>
                  <a:pt x="4572" y="138"/>
                  <a:pt x="4560" y="138"/>
                  <a:pt x="4547" y="138"/>
                </a:cubicBezTo>
                <a:moveTo>
                  <a:pt x="4369" y="153"/>
                </a:moveTo>
                <a:cubicBezTo>
                  <a:pt x="4369" y="153"/>
                  <a:pt x="4369" y="153"/>
                  <a:pt x="4369" y="153"/>
                </a:cubicBezTo>
                <a:cubicBezTo>
                  <a:pt x="4366" y="153"/>
                  <a:pt x="4363" y="156"/>
                  <a:pt x="4363" y="159"/>
                </a:cubicBezTo>
                <a:cubicBezTo>
                  <a:pt x="4363" y="164"/>
                  <a:pt x="4363" y="164"/>
                  <a:pt x="4363" y="164"/>
                </a:cubicBezTo>
                <a:cubicBezTo>
                  <a:pt x="4363" y="167"/>
                  <a:pt x="4366" y="170"/>
                  <a:pt x="4369" y="170"/>
                </a:cubicBezTo>
                <a:cubicBezTo>
                  <a:pt x="4369" y="170"/>
                  <a:pt x="4369" y="170"/>
                  <a:pt x="4369" y="170"/>
                </a:cubicBezTo>
                <a:cubicBezTo>
                  <a:pt x="4373" y="170"/>
                  <a:pt x="4375" y="167"/>
                  <a:pt x="4375" y="164"/>
                </a:cubicBezTo>
                <a:cubicBezTo>
                  <a:pt x="4375" y="159"/>
                  <a:pt x="4375" y="159"/>
                  <a:pt x="4375" y="159"/>
                </a:cubicBezTo>
                <a:cubicBezTo>
                  <a:pt x="4375" y="156"/>
                  <a:pt x="4373" y="153"/>
                  <a:pt x="4369" y="153"/>
                </a:cubicBezTo>
                <a:moveTo>
                  <a:pt x="4408" y="132"/>
                </a:moveTo>
                <a:cubicBezTo>
                  <a:pt x="4407" y="132"/>
                  <a:pt x="4407" y="132"/>
                  <a:pt x="4407" y="132"/>
                </a:cubicBezTo>
                <a:cubicBezTo>
                  <a:pt x="4404" y="132"/>
                  <a:pt x="4402" y="135"/>
                  <a:pt x="4402" y="138"/>
                </a:cubicBezTo>
                <a:cubicBezTo>
                  <a:pt x="4402" y="164"/>
                  <a:pt x="4402" y="164"/>
                  <a:pt x="4402" y="164"/>
                </a:cubicBezTo>
                <a:cubicBezTo>
                  <a:pt x="4402" y="167"/>
                  <a:pt x="4404" y="170"/>
                  <a:pt x="4407" y="170"/>
                </a:cubicBezTo>
                <a:cubicBezTo>
                  <a:pt x="4408" y="170"/>
                  <a:pt x="4408" y="170"/>
                  <a:pt x="4408" y="170"/>
                </a:cubicBezTo>
                <a:cubicBezTo>
                  <a:pt x="4411" y="170"/>
                  <a:pt x="4414" y="167"/>
                  <a:pt x="4414" y="164"/>
                </a:cubicBezTo>
                <a:cubicBezTo>
                  <a:pt x="4414" y="138"/>
                  <a:pt x="4414" y="138"/>
                  <a:pt x="4414" y="138"/>
                </a:cubicBezTo>
                <a:cubicBezTo>
                  <a:pt x="4414" y="135"/>
                  <a:pt x="4411" y="132"/>
                  <a:pt x="4408" y="132"/>
                </a:cubicBezTo>
                <a:moveTo>
                  <a:pt x="4268" y="162"/>
                </a:moveTo>
                <a:cubicBezTo>
                  <a:pt x="4257" y="132"/>
                  <a:pt x="4257" y="132"/>
                  <a:pt x="4257" y="132"/>
                </a:cubicBezTo>
                <a:cubicBezTo>
                  <a:pt x="4251" y="132"/>
                  <a:pt x="4251" y="132"/>
                  <a:pt x="4251" y="132"/>
                </a:cubicBezTo>
                <a:cubicBezTo>
                  <a:pt x="4251" y="167"/>
                  <a:pt x="4251" y="167"/>
                  <a:pt x="4251" y="167"/>
                </a:cubicBezTo>
                <a:cubicBezTo>
                  <a:pt x="4255" y="167"/>
                  <a:pt x="4255" y="167"/>
                  <a:pt x="4255" y="167"/>
                </a:cubicBezTo>
                <a:cubicBezTo>
                  <a:pt x="4255" y="138"/>
                  <a:pt x="4255" y="138"/>
                  <a:pt x="4255" y="138"/>
                </a:cubicBezTo>
                <a:cubicBezTo>
                  <a:pt x="4256" y="138"/>
                  <a:pt x="4256" y="138"/>
                  <a:pt x="4256" y="138"/>
                </a:cubicBezTo>
                <a:cubicBezTo>
                  <a:pt x="4266" y="167"/>
                  <a:pt x="4266" y="167"/>
                  <a:pt x="4266" y="167"/>
                </a:cubicBezTo>
                <a:cubicBezTo>
                  <a:pt x="4270" y="167"/>
                  <a:pt x="4270" y="167"/>
                  <a:pt x="4270" y="167"/>
                </a:cubicBezTo>
                <a:cubicBezTo>
                  <a:pt x="4281" y="138"/>
                  <a:pt x="4281" y="138"/>
                  <a:pt x="4281" y="138"/>
                </a:cubicBezTo>
                <a:cubicBezTo>
                  <a:pt x="4281" y="138"/>
                  <a:pt x="4281" y="138"/>
                  <a:pt x="4281" y="138"/>
                </a:cubicBezTo>
                <a:cubicBezTo>
                  <a:pt x="4281" y="167"/>
                  <a:pt x="4281" y="167"/>
                  <a:pt x="4281" y="167"/>
                </a:cubicBezTo>
                <a:cubicBezTo>
                  <a:pt x="4286" y="167"/>
                  <a:pt x="4286" y="167"/>
                  <a:pt x="4286" y="167"/>
                </a:cubicBezTo>
                <a:cubicBezTo>
                  <a:pt x="4286" y="132"/>
                  <a:pt x="4286" y="132"/>
                  <a:pt x="4286" y="132"/>
                </a:cubicBezTo>
                <a:cubicBezTo>
                  <a:pt x="4279" y="132"/>
                  <a:pt x="4279" y="132"/>
                  <a:pt x="4279" y="132"/>
                </a:cubicBezTo>
                <a:lnTo>
                  <a:pt x="4268" y="162"/>
                </a:lnTo>
                <a:close/>
                <a:moveTo>
                  <a:pt x="4389" y="143"/>
                </a:moveTo>
                <a:cubicBezTo>
                  <a:pt x="4388" y="143"/>
                  <a:pt x="4388" y="143"/>
                  <a:pt x="4388" y="143"/>
                </a:cubicBezTo>
                <a:cubicBezTo>
                  <a:pt x="4385" y="143"/>
                  <a:pt x="4382" y="145"/>
                  <a:pt x="4382" y="149"/>
                </a:cubicBezTo>
                <a:cubicBezTo>
                  <a:pt x="4382" y="164"/>
                  <a:pt x="4382" y="164"/>
                  <a:pt x="4382" y="164"/>
                </a:cubicBezTo>
                <a:cubicBezTo>
                  <a:pt x="4382" y="167"/>
                  <a:pt x="4385" y="170"/>
                  <a:pt x="4388" y="170"/>
                </a:cubicBezTo>
                <a:cubicBezTo>
                  <a:pt x="4389" y="170"/>
                  <a:pt x="4389" y="170"/>
                  <a:pt x="4389" y="170"/>
                </a:cubicBezTo>
                <a:cubicBezTo>
                  <a:pt x="4392" y="170"/>
                  <a:pt x="4395" y="167"/>
                  <a:pt x="4395" y="164"/>
                </a:cubicBezTo>
                <a:cubicBezTo>
                  <a:pt x="4395" y="149"/>
                  <a:pt x="4395" y="149"/>
                  <a:pt x="4395" y="149"/>
                </a:cubicBezTo>
                <a:cubicBezTo>
                  <a:pt x="4395" y="145"/>
                  <a:pt x="4392" y="143"/>
                  <a:pt x="4389" y="143"/>
                </a:cubicBezTo>
              </a:path>
            </a:pathLst>
          </a:custGeom>
          <a:solidFill>
            <a:srgbClr val="2F3941"/>
          </a:solidFill>
          <a:ln>
            <a:noFill/>
          </a:ln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351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Phone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7F783002-8F8A-FBB7-9005-A3E9DA77F3E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E3472D1-4B64-879E-FC55-008D4C09C50F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E2319061-5E8A-C1BC-FF0A-0BE78113563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85B7C98-996D-42AA-ADBA-070B74562D6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016CC601-9393-25C4-6674-7B88BF8DC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extplatzhalter 17">
            <a:extLst>
              <a:ext uri="{FF2B5EF4-FFF2-40B4-BE49-F238E27FC236}">
                <a16:creationId xmlns:a16="http://schemas.microsoft.com/office/drawing/2014/main" id="{B30282F7-085A-DDAD-EA25-162290BDA0D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Bildplatzhalter 29">
            <a:extLst>
              <a:ext uri="{FF2B5EF4-FFF2-40B4-BE49-F238E27FC236}">
                <a16:creationId xmlns:a16="http://schemas.microsoft.com/office/drawing/2014/main" id="{7B5E4907-F1DD-6ECA-3064-2B62D53AEE8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98614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/>
            </a:lvl1pPr>
          </a:lstStyle>
          <a:p>
            <a:endParaRPr lang="de-DE"/>
          </a:p>
        </p:txBody>
      </p:sp>
      <p:sp>
        <p:nvSpPr>
          <p:cNvPr id="3" name="Bildplatzhalter 3">
            <a:extLst>
              <a:ext uri="{FF2B5EF4-FFF2-40B4-BE49-F238E27FC236}">
                <a16:creationId xmlns:a16="http://schemas.microsoft.com/office/drawing/2014/main" id="{52EC50AA-D505-1B2C-E78F-05866510C53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498614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endParaRPr lang="de-DE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23209D3D-D9DA-3325-750C-18537F7F4FA1}"/>
              </a:ext>
            </a:extLst>
          </p:cNvPr>
          <p:cNvGrpSpPr/>
          <p:nvPr userDrawn="1"/>
        </p:nvGrpSpPr>
        <p:grpSpPr>
          <a:xfrm>
            <a:off x="7452799" y="1458000"/>
            <a:ext cx="2311134" cy="4894165"/>
            <a:chOff x="7452799" y="1458000"/>
            <a:chExt cx="2311134" cy="489416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1D306598-7BD5-EC02-730C-E7162A00980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52799" y="1458000"/>
              <a:ext cx="2311134" cy="4894165"/>
            </a:xfrm>
            <a:custGeom>
              <a:avLst/>
              <a:gdLst>
                <a:gd name="T0" fmla="*/ 1381 w 1617"/>
                <a:gd name="T1" fmla="*/ 0 h 3426"/>
                <a:gd name="T2" fmla="*/ 237 w 1617"/>
                <a:gd name="T3" fmla="*/ 0 h 3426"/>
                <a:gd name="T4" fmla="*/ 0 w 1617"/>
                <a:gd name="T5" fmla="*/ 239 h 3426"/>
                <a:gd name="T6" fmla="*/ 0 w 1617"/>
                <a:gd name="T7" fmla="*/ 3187 h 3426"/>
                <a:gd name="T8" fmla="*/ 237 w 1617"/>
                <a:gd name="T9" fmla="*/ 3426 h 3426"/>
                <a:gd name="T10" fmla="*/ 1381 w 1617"/>
                <a:gd name="T11" fmla="*/ 3426 h 3426"/>
                <a:gd name="T12" fmla="*/ 1617 w 1617"/>
                <a:gd name="T13" fmla="*/ 3187 h 3426"/>
                <a:gd name="T14" fmla="*/ 1617 w 1617"/>
                <a:gd name="T15" fmla="*/ 239 h 3426"/>
                <a:gd name="T16" fmla="*/ 1381 w 1617"/>
                <a:gd name="T17" fmla="*/ 0 h 3426"/>
                <a:gd name="T18" fmla="*/ 1575 w 1617"/>
                <a:gd name="T19" fmla="*/ 3193 h 3426"/>
                <a:gd name="T20" fmla="*/ 1385 w 1617"/>
                <a:gd name="T21" fmla="*/ 3383 h 3426"/>
                <a:gd name="T22" fmla="*/ 233 w 1617"/>
                <a:gd name="T23" fmla="*/ 3383 h 3426"/>
                <a:gd name="T24" fmla="*/ 43 w 1617"/>
                <a:gd name="T25" fmla="*/ 3193 h 3426"/>
                <a:gd name="T26" fmla="*/ 43 w 1617"/>
                <a:gd name="T27" fmla="*/ 233 h 3426"/>
                <a:gd name="T28" fmla="*/ 233 w 1617"/>
                <a:gd name="T29" fmla="*/ 43 h 3426"/>
                <a:gd name="T30" fmla="*/ 417 w 1617"/>
                <a:gd name="T31" fmla="*/ 43 h 3426"/>
                <a:gd name="T32" fmla="*/ 417 w 1617"/>
                <a:gd name="T33" fmla="*/ 77 h 3426"/>
                <a:gd name="T34" fmla="*/ 487 w 1617"/>
                <a:gd name="T35" fmla="*/ 153 h 3426"/>
                <a:gd name="T36" fmla="*/ 1130 w 1617"/>
                <a:gd name="T37" fmla="*/ 153 h 3426"/>
                <a:gd name="T38" fmla="*/ 1201 w 1617"/>
                <a:gd name="T39" fmla="*/ 77 h 3426"/>
                <a:gd name="T40" fmla="*/ 1201 w 1617"/>
                <a:gd name="T41" fmla="*/ 43 h 3426"/>
                <a:gd name="T42" fmla="*/ 1385 w 1617"/>
                <a:gd name="T43" fmla="*/ 43 h 3426"/>
                <a:gd name="T44" fmla="*/ 1575 w 1617"/>
                <a:gd name="T45" fmla="*/ 233 h 3426"/>
                <a:gd name="T46" fmla="*/ 1575 w 1617"/>
                <a:gd name="T47" fmla="*/ 3193 h 3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17" h="3426">
                  <a:moveTo>
                    <a:pt x="1381" y="0"/>
                  </a:moveTo>
                  <a:cubicBezTo>
                    <a:pt x="237" y="0"/>
                    <a:pt x="237" y="0"/>
                    <a:pt x="237" y="0"/>
                  </a:cubicBezTo>
                  <a:cubicBezTo>
                    <a:pt x="98" y="0"/>
                    <a:pt x="0" y="99"/>
                    <a:pt x="0" y="239"/>
                  </a:cubicBezTo>
                  <a:cubicBezTo>
                    <a:pt x="0" y="3187"/>
                    <a:pt x="0" y="3187"/>
                    <a:pt x="0" y="3187"/>
                  </a:cubicBezTo>
                  <a:cubicBezTo>
                    <a:pt x="0" y="3328"/>
                    <a:pt x="98" y="3426"/>
                    <a:pt x="237" y="3426"/>
                  </a:cubicBezTo>
                  <a:cubicBezTo>
                    <a:pt x="1381" y="3426"/>
                    <a:pt x="1381" y="3426"/>
                    <a:pt x="1381" y="3426"/>
                  </a:cubicBezTo>
                  <a:cubicBezTo>
                    <a:pt x="1520" y="3426"/>
                    <a:pt x="1617" y="3328"/>
                    <a:pt x="1617" y="3187"/>
                  </a:cubicBezTo>
                  <a:cubicBezTo>
                    <a:pt x="1617" y="239"/>
                    <a:pt x="1617" y="239"/>
                    <a:pt x="1617" y="239"/>
                  </a:cubicBezTo>
                  <a:cubicBezTo>
                    <a:pt x="1617" y="99"/>
                    <a:pt x="1520" y="0"/>
                    <a:pt x="1381" y="0"/>
                  </a:cubicBezTo>
                  <a:moveTo>
                    <a:pt x="1575" y="3193"/>
                  </a:moveTo>
                  <a:cubicBezTo>
                    <a:pt x="1575" y="3298"/>
                    <a:pt x="1490" y="3383"/>
                    <a:pt x="1385" y="3383"/>
                  </a:cubicBezTo>
                  <a:cubicBezTo>
                    <a:pt x="233" y="3383"/>
                    <a:pt x="233" y="3383"/>
                    <a:pt x="233" y="3383"/>
                  </a:cubicBezTo>
                  <a:cubicBezTo>
                    <a:pt x="128" y="3383"/>
                    <a:pt x="43" y="3298"/>
                    <a:pt x="43" y="3193"/>
                  </a:cubicBezTo>
                  <a:cubicBezTo>
                    <a:pt x="43" y="233"/>
                    <a:pt x="43" y="233"/>
                    <a:pt x="43" y="233"/>
                  </a:cubicBezTo>
                  <a:cubicBezTo>
                    <a:pt x="43" y="128"/>
                    <a:pt x="128" y="43"/>
                    <a:pt x="233" y="43"/>
                  </a:cubicBezTo>
                  <a:cubicBezTo>
                    <a:pt x="417" y="43"/>
                    <a:pt x="417" y="43"/>
                    <a:pt x="417" y="43"/>
                  </a:cubicBezTo>
                  <a:cubicBezTo>
                    <a:pt x="417" y="77"/>
                    <a:pt x="417" y="77"/>
                    <a:pt x="417" y="77"/>
                  </a:cubicBezTo>
                  <a:cubicBezTo>
                    <a:pt x="417" y="108"/>
                    <a:pt x="436" y="153"/>
                    <a:pt x="487" y="153"/>
                  </a:cubicBezTo>
                  <a:cubicBezTo>
                    <a:pt x="1130" y="153"/>
                    <a:pt x="1130" y="153"/>
                    <a:pt x="1130" y="153"/>
                  </a:cubicBezTo>
                  <a:cubicBezTo>
                    <a:pt x="1181" y="153"/>
                    <a:pt x="1201" y="108"/>
                    <a:pt x="1201" y="77"/>
                  </a:cubicBezTo>
                  <a:cubicBezTo>
                    <a:pt x="1201" y="43"/>
                    <a:pt x="1201" y="43"/>
                    <a:pt x="1201" y="43"/>
                  </a:cubicBezTo>
                  <a:cubicBezTo>
                    <a:pt x="1385" y="43"/>
                    <a:pt x="1385" y="43"/>
                    <a:pt x="1385" y="43"/>
                  </a:cubicBezTo>
                  <a:cubicBezTo>
                    <a:pt x="1490" y="43"/>
                    <a:pt x="1575" y="128"/>
                    <a:pt x="1575" y="233"/>
                  </a:cubicBezTo>
                  <a:lnTo>
                    <a:pt x="1575" y="3193"/>
                  </a:lnTo>
                  <a:close/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AE3FBFC6-F9F8-DBEF-AD5D-058CC2FF99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31937" y="1530506"/>
              <a:ext cx="552859" cy="60044"/>
            </a:xfrm>
            <a:custGeom>
              <a:avLst/>
              <a:gdLst>
                <a:gd name="T0" fmla="*/ 22 w 387"/>
                <a:gd name="T1" fmla="*/ 0 h 42"/>
                <a:gd name="T2" fmla="*/ 0 w 387"/>
                <a:gd name="T3" fmla="*/ 21 h 42"/>
                <a:gd name="T4" fmla="*/ 22 w 387"/>
                <a:gd name="T5" fmla="*/ 42 h 42"/>
                <a:gd name="T6" fmla="*/ 43 w 387"/>
                <a:gd name="T7" fmla="*/ 21 h 42"/>
                <a:gd name="T8" fmla="*/ 22 w 387"/>
                <a:gd name="T9" fmla="*/ 0 h 42"/>
                <a:gd name="T10" fmla="*/ 376 w 387"/>
                <a:gd name="T11" fmla="*/ 9 h 42"/>
                <a:gd name="T12" fmla="*/ 99 w 387"/>
                <a:gd name="T13" fmla="*/ 9 h 42"/>
                <a:gd name="T14" fmla="*/ 88 w 387"/>
                <a:gd name="T15" fmla="*/ 21 h 42"/>
                <a:gd name="T16" fmla="*/ 88 w 387"/>
                <a:gd name="T17" fmla="*/ 22 h 42"/>
                <a:gd name="T18" fmla="*/ 99 w 387"/>
                <a:gd name="T19" fmla="*/ 33 h 42"/>
                <a:gd name="T20" fmla="*/ 376 w 387"/>
                <a:gd name="T21" fmla="*/ 33 h 42"/>
                <a:gd name="T22" fmla="*/ 387 w 387"/>
                <a:gd name="T23" fmla="*/ 22 h 42"/>
                <a:gd name="T24" fmla="*/ 387 w 387"/>
                <a:gd name="T25" fmla="*/ 21 h 42"/>
                <a:gd name="T26" fmla="*/ 376 w 387"/>
                <a:gd name="T27" fmla="*/ 9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87" h="42">
                  <a:moveTo>
                    <a:pt x="22" y="0"/>
                  </a:moveTo>
                  <a:cubicBezTo>
                    <a:pt x="10" y="0"/>
                    <a:pt x="0" y="9"/>
                    <a:pt x="0" y="21"/>
                  </a:cubicBezTo>
                  <a:cubicBezTo>
                    <a:pt x="0" y="33"/>
                    <a:pt x="10" y="42"/>
                    <a:pt x="22" y="42"/>
                  </a:cubicBezTo>
                  <a:cubicBezTo>
                    <a:pt x="33" y="42"/>
                    <a:pt x="43" y="33"/>
                    <a:pt x="43" y="21"/>
                  </a:cubicBezTo>
                  <a:cubicBezTo>
                    <a:pt x="43" y="9"/>
                    <a:pt x="33" y="0"/>
                    <a:pt x="22" y="0"/>
                  </a:cubicBezTo>
                  <a:moveTo>
                    <a:pt x="376" y="9"/>
                  </a:moveTo>
                  <a:cubicBezTo>
                    <a:pt x="99" y="9"/>
                    <a:pt x="99" y="9"/>
                    <a:pt x="99" y="9"/>
                  </a:cubicBezTo>
                  <a:cubicBezTo>
                    <a:pt x="93" y="9"/>
                    <a:pt x="88" y="14"/>
                    <a:pt x="88" y="21"/>
                  </a:cubicBezTo>
                  <a:cubicBezTo>
                    <a:pt x="88" y="22"/>
                    <a:pt x="88" y="22"/>
                    <a:pt x="88" y="22"/>
                  </a:cubicBezTo>
                  <a:cubicBezTo>
                    <a:pt x="88" y="28"/>
                    <a:pt x="93" y="33"/>
                    <a:pt x="99" y="33"/>
                  </a:cubicBezTo>
                  <a:cubicBezTo>
                    <a:pt x="376" y="33"/>
                    <a:pt x="376" y="33"/>
                    <a:pt x="376" y="33"/>
                  </a:cubicBezTo>
                  <a:cubicBezTo>
                    <a:pt x="382" y="33"/>
                    <a:pt x="387" y="28"/>
                    <a:pt x="387" y="22"/>
                  </a:cubicBezTo>
                  <a:cubicBezTo>
                    <a:pt x="387" y="21"/>
                    <a:pt x="387" y="21"/>
                    <a:pt x="387" y="21"/>
                  </a:cubicBezTo>
                  <a:cubicBezTo>
                    <a:pt x="387" y="14"/>
                    <a:pt x="382" y="9"/>
                    <a:pt x="376" y="9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24680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Phone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7F783002-8F8A-FBB7-9005-A3E9DA77F3E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E3472D1-4B64-879E-FC55-008D4C09C50F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E2319061-5E8A-C1BC-FF0A-0BE78113563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AFABE2B-6943-41E0-4A57-CC1A8CC35CB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5AAFD30-D8B1-0E99-35A8-78543FBD1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5F93C807-CE44-DEF3-7C4D-DCAE4A2ACA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Bildplatzhalter 29">
            <a:extLst>
              <a:ext uri="{FF2B5EF4-FFF2-40B4-BE49-F238E27FC236}">
                <a16:creationId xmlns:a16="http://schemas.microsoft.com/office/drawing/2014/main" id="{A3BCFB82-5A94-7096-C76C-C0DCA3582FE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" name="Bildplatzhalter 29">
            <a:extLst>
              <a:ext uri="{FF2B5EF4-FFF2-40B4-BE49-F238E27FC236}">
                <a16:creationId xmlns:a16="http://schemas.microsoft.com/office/drawing/2014/main" id="{900B74CE-E412-2148-8BB7-A024A4C1BCA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731181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17038BE3-6F27-AF6B-366B-0978CF56F6F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96000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endParaRPr lang="de-DE"/>
          </a:p>
        </p:txBody>
      </p:sp>
      <p:sp>
        <p:nvSpPr>
          <p:cNvPr id="9" name="Bildplatzhalter 16">
            <a:extLst>
              <a:ext uri="{FF2B5EF4-FFF2-40B4-BE49-F238E27FC236}">
                <a16:creationId xmlns:a16="http://schemas.microsoft.com/office/drawing/2014/main" id="{AB4244BB-8AA3-5D5A-AD32-9DFC6E9E450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731181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endParaRPr lang="de-DE"/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A8DB6826-C583-99C8-C829-27629BA54A29}"/>
              </a:ext>
            </a:extLst>
          </p:cNvPr>
          <p:cNvGrpSpPr/>
          <p:nvPr userDrawn="1"/>
        </p:nvGrpSpPr>
        <p:grpSpPr>
          <a:xfrm>
            <a:off x="6048375" y="1458000"/>
            <a:ext cx="2311134" cy="4894165"/>
            <a:chOff x="6048375" y="1458000"/>
            <a:chExt cx="2311134" cy="4894165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91C9815A-B964-7CCE-2103-9BA3B4D191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48375" y="1458000"/>
              <a:ext cx="2311134" cy="4894165"/>
            </a:xfrm>
            <a:custGeom>
              <a:avLst/>
              <a:gdLst>
                <a:gd name="T0" fmla="*/ 1381 w 1617"/>
                <a:gd name="T1" fmla="*/ 0 h 3426"/>
                <a:gd name="T2" fmla="*/ 237 w 1617"/>
                <a:gd name="T3" fmla="*/ 0 h 3426"/>
                <a:gd name="T4" fmla="*/ 0 w 1617"/>
                <a:gd name="T5" fmla="*/ 239 h 3426"/>
                <a:gd name="T6" fmla="*/ 0 w 1617"/>
                <a:gd name="T7" fmla="*/ 3187 h 3426"/>
                <a:gd name="T8" fmla="*/ 237 w 1617"/>
                <a:gd name="T9" fmla="*/ 3426 h 3426"/>
                <a:gd name="T10" fmla="*/ 1381 w 1617"/>
                <a:gd name="T11" fmla="*/ 3426 h 3426"/>
                <a:gd name="T12" fmla="*/ 1617 w 1617"/>
                <a:gd name="T13" fmla="*/ 3187 h 3426"/>
                <a:gd name="T14" fmla="*/ 1617 w 1617"/>
                <a:gd name="T15" fmla="*/ 239 h 3426"/>
                <a:gd name="T16" fmla="*/ 1381 w 1617"/>
                <a:gd name="T17" fmla="*/ 0 h 3426"/>
                <a:gd name="T18" fmla="*/ 1575 w 1617"/>
                <a:gd name="T19" fmla="*/ 3193 h 3426"/>
                <a:gd name="T20" fmla="*/ 1385 w 1617"/>
                <a:gd name="T21" fmla="*/ 3383 h 3426"/>
                <a:gd name="T22" fmla="*/ 233 w 1617"/>
                <a:gd name="T23" fmla="*/ 3383 h 3426"/>
                <a:gd name="T24" fmla="*/ 43 w 1617"/>
                <a:gd name="T25" fmla="*/ 3193 h 3426"/>
                <a:gd name="T26" fmla="*/ 43 w 1617"/>
                <a:gd name="T27" fmla="*/ 233 h 3426"/>
                <a:gd name="T28" fmla="*/ 233 w 1617"/>
                <a:gd name="T29" fmla="*/ 43 h 3426"/>
                <a:gd name="T30" fmla="*/ 417 w 1617"/>
                <a:gd name="T31" fmla="*/ 43 h 3426"/>
                <a:gd name="T32" fmla="*/ 417 w 1617"/>
                <a:gd name="T33" fmla="*/ 77 h 3426"/>
                <a:gd name="T34" fmla="*/ 487 w 1617"/>
                <a:gd name="T35" fmla="*/ 153 h 3426"/>
                <a:gd name="T36" fmla="*/ 1130 w 1617"/>
                <a:gd name="T37" fmla="*/ 153 h 3426"/>
                <a:gd name="T38" fmla="*/ 1201 w 1617"/>
                <a:gd name="T39" fmla="*/ 77 h 3426"/>
                <a:gd name="T40" fmla="*/ 1201 w 1617"/>
                <a:gd name="T41" fmla="*/ 43 h 3426"/>
                <a:gd name="T42" fmla="*/ 1385 w 1617"/>
                <a:gd name="T43" fmla="*/ 43 h 3426"/>
                <a:gd name="T44" fmla="*/ 1575 w 1617"/>
                <a:gd name="T45" fmla="*/ 233 h 3426"/>
                <a:gd name="T46" fmla="*/ 1575 w 1617"/>
                <a:gd name="T47" fmla="*/ 3193 h 3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17" h="3426">
                  <a:moveTo>
                    <a:pt x="1381" y="0"/>
                  </a:moveTo>
                  <a:cubicBezTo>
                    <a:pt x="237" y="0"/>
                    <a:pt x="237" y="0"/>
                    <a:pt x="237" y="0"/>
                  </a:cubicBezTo>
                  <a:cubicBezTo>
                    <a:pt x="98" y="0"/>
                    <a:pt x="0" y="99"/>
                    <a:pt x="0" y="239"/>
                  </a:cubicBezTo>
                  <a:cubicBezTo>
                    <a:pt x="0" y="3187"/>
                    <a:pt x="0" y="3187"/>
                    <a:pt x="0" y="3187"/>
                  </a:cubicBezTo>
                  <a:cubicBezTo>
                    <a:pt x="0" y="3328"/>
                    <a:pt x="98" y="3426"/>
                    <a:pt x="237" y="3426"/>
                  </a:cubicBezTo>
                  <a:cubicBezTo>
                    <a:pt x="1381" y="3426"/>
                    <a:pt x="1381" y="3426"/>
                    <a:pt x="1381" y="3426"/>
                  </a:cubicBezTo>
                  <a:cubicBezTo>
                    <a:pt x="1520" y="3426"/>
                    <a:pt x="1617" y="3328"/>
                    <a:pt x="1617" y="3187"/>
                  </a:cubicBezTo>
                  <a:cubicBezTo>
                    <a:pt x="1617" y="239"/>
                    <a:pt x="1617" y="239"/>
                    <a:pt x="1617" y="239"/>
                  </a:cubicBezTo>
                  <a:cubicBezTo>
                    <a:pt x="1617" y="99"/>
                    <a:pt x="1520" y="0"/>
                    <a:pt x="1381" y="0"/>
                  </a:cubicBezTo>
                  <a:moveTo>
                    <a:pt x="1575" y="3193"/>
                  </a:moveTo>
                  <a:cubicBezTo>
                    <a:pt x="1575" y="3298"/>
                    <a:pt x="1490" y="3383"/>
                    <a:pt x="1385" y="3383"/>
                  </a:cubicBezTo>
                  <a:cubicBezTo>
                    <a:pt x="233" y="3383"/>
                    <a:pt x="233" y="3383"/>
                    <a:pt x="233" y="3383"/>
                  </a:cubicBezTo>
                  <a:cubicBezTo>
                    <a:pt x="128" y="3383"/>
                    <a:pt x="43" y="3298"/>
                    <a:pt x="43" y="3193"/>
                  </a:cubicBezTo>
                  <a:cubicBezTo>
                    <a:pt x="43" y="233"/>
                    <a:pt x="43" y="233"/>
                    <a:pt x="43" y="233"/>
                  </a:cubicBezTo>
                  <a:cubicBezTo>
                    <a:pt x="43" y="128"/>
                    <a:pt x="128" y="43"/>
                    <a:pt x="233" y="43"/>
                  </a:cubicBezTo>
                  <a:cubicBezTo>
                    <a:pt x="417" y="43"/>
                    <a:pt x="417" y="43"/>
                    <a:pt x="417" y="43"/>
                  </a:cubicBezTo>
                  <a:cubicBezTo>
                    <a:pt x="417" y="77"/>
                    <a:pt x="417" y="77"/>
                    <a:pt x="417" y="77"/>
                  </a:cubicBezTo>
                  <a:cubicBezTo>
                    <a:pt x="417" y="108"/>
                    <a:pt x="436" y="153"/>
                    <a:pt x="487" y="153"/>
                  </a:cubicBezTo>
                  <a:cubicBezTo>
                    <a:pt x="1130" y="153"/>
                    <a:pt x="1130" y="153"/>
                    <a:pt x="1130" y="153"/>
                  </a:cubicBezTo>
                  <a:cubicBezTo>
                    <a:pt x="1181" y="153"/>
                    <a:pt x="1201" y="108"/>
                    <a:pt x="1201" y="77"/>
                  </a:cubicBezTo>
                  <a:cubicBezTo>
                    <a:pt x="1201" y="43"/>
                    <a:pt x="1201" y="43"/>
                    <a:pt x="1201" y="43"/>
                  </a:cubicBezTo>
                  <a:cubicBezTo>
                    <a:pt x="1385" y="43"/>
                    <a:pt x="1385" y="43"/>
                    <a:pt x="1385" y="43"/>
                  </a:cubicBezTo>
                  <a:cubicBezTo>
                    <a:pt x="1490" y="43"/>
                    <a:pt x="1575" y="128"/>
                    <a:pt x="1575" y="233"/>
                  </a:cubicBezTo>
                  <a:lnTo>
                    <a:pt x="1575" y="3193"/>
                  </a:lnTo>
                  <a:close/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AC99D9E6-BA1B-2FAF-526F-8651CEC7574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27513" y="1530506"/>
              <a:ext cx="552859" cy="60044"/>
            </a:xfrm>
            <a:custGeom>
              <a:avLst/>
              <a:gdLst>
                <a:gd name="T0" fmla="*/ 22 w 387"/>
                <a:gd name="T1" fmla="*/ 0 h 42"/>
                <a:gd name="T2" fmla="*/ 0 w 387"/>
                <a:gd name="T3" fmla="*/ 21 h 42"/>
                <a:gd name="T4" fmla="*/ 22 w 387"/>
                <a:gd name="T5" fmla="*/ 42 h 42"/>
                <a:gd name="T6" fmla="*/ 43 w 387"/>
                <a:gd name="T7" fmla="*/ 21 h 42"/>
                <a:gd name="T8" fmla="*/ 22 w 387"/>
                <a:gd name="T9" fmla="*/ 0 h 42"/>
                <a:gd name="T10" fmla="*/ 376 w 387"/>
                <a:gd name="T11" fmla="*/ 9 h 42"/>
                <a:gd name="T12" fmla="*/ 99 w 387"/>
                <a:gd name="T13" fmla="*/ 9 h 42"/>
                <a:gd name="T14" fmla="*/ 88 w 387"/>
                <a:gd name="T15" fmla="*/ 21 h 42"/>
                <a:gd name="T16" fmla="*/ 88 w 387"/>
                <a:gd name="T17" fmla="*/ 22 h 42"/>
                <a:gd name="T18" fmla="*/ 99 w 387"/>
                <a:gd name="T19" fmla="*/ 33 h 42"/>
                <a:gd name="T20" fmla="*/ 376 w 387"/>
                <a:gd name="T21" fmla="*/ 33 h 42"/>
                <a:gd name="T22" fmla="*/ 387 w 387"/>
                <a:gd name="T23" fmla="*/ 22 h 42"/>
                <a:gd name="T24" fmla="*/ 387 w 387"/>
                <a:gd name="T25" fmla="*/ 21 h 42"/>
                <a:gd name="T26" fmla="*/ 376 w 387"/>
                <a:gd name="T27" fmla="*/ 9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87" h="42">
                  <a:moveTo>
                    <a:pt x="22" y="0"/>
                  </a:moveTo>
                  <a:cubicBezTo>
                    <a:pt x="10" y="0"/>
                    <a:pt x="0" y="9"/>
                    <a:pt x="0" y="21"/>
                  </a:cubicBezTo>
                  <a:cubicBezTo>
                    <a:pt x="0" y="33"/>
                    <a:pt x="10" y="42"/>
                    <a:pt x="22" y="42"/>
                  </a:cubicBezTo>
                  <a:cubicBezTo>
                    <a:pt x="33" y="42"/>
                    <a:pt x="43" y="33"/>
                    <a:pt x="43" y="21"/>
                  </a:cubicBezTo>
                  <a:cubicBezTo>
                    <a:pt x="43" y="9"/>
                    <a:pt x="33" y="0"/>
                    <a:pt x="22" y="0"/>
                  </a:cubicBezTo>
                  <a:moveTo>
                    <a:pt x="376" y="9"/>
                  </a:moveTo>
                  <a:cubicBezTo>
                    <a:pt x="99" y="9"/>
                    <a:pt x="99" y="9"/>
                    <a:pt x="99" y="9"/>
                  </a:cubicBezTo>
                  <a:cubicBezTo>
                    <a:pt x="93" y="9"/>
                    <a:pt x="88" y="14"/>
                    <a:pt x="88" y="21"/>
                  </a:cubicBezTo>
                  <a:cubicBezTo>
                    <a:pt x="88" y="22"/>
                    <a:pt x="88" y="22"/>
                    <a:pt x="88" y="22"/>
                  </a:cubicBezTo>
                  <a:cubicBezTo>
                    <a:pt x="88" y="28"/>
                    <a:pt x="93" y="33"/>
                    <a:pt x="99" y="33"/>
                  </a:cubicBezTo>
                  <a:cubicBezTo>
                    <a:pt x="376" y="33"/>
                    <a:pt x="376" y="33"/>
                    <a:pt x="376" y="33"/>
                  </a:cubicBezTo>
                  <a:cubicBezTo>
                    <a:pt x="382" y="33"/>
                    <a:pt x="387" y="28"/>
                    <a:pt x="387" y="22"/>
                  </a:cubicBezTo>
                  <a:cubicBezTo>
                    <a:pt x="387" y="21"/>
                    <a:pt x="387" y="21"/>
                    <a:pt x="387" y="21"/>
                  </a:cubicBezTo>
                  <a:cubicBezTo>
                    <a:pt x="387" y="14"/>
                    <a:pt x="382" y="9"/>
                    <a:pt x="376" y="9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DB17C8A6-3E5C-5F1D-6E26-4A4B29FE73F1}"/>
              </a:ext>
            </a:extLst>
          </p:cNvPr>
          <p:cNvGrpSpPr/>
          <p:nvPr userDrawn="1"/>
        </p:nvGrpSpPr>
        <p:grpSpPr>
          <a:xfrm>
            <a:off x="8682614" y="1455063"/>
            <a:ext cx="2311134" cy="4894165"/>
            <a:chOff x="6048375" y="1458000"/>
            <a:chExt cx="2311134" cy="489416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03BE550E-585F-AFA4-E439-130C47136E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48375" y="1458000"/>
              <a:ext cx="2311134" cy="4894165"/>
            </a:xfrm>
            <a:custGeom>
              <a:avLst/>
              <a:gdLst>
                <a:gd name="T0" fmla="*/ 1381 w 1617"/>
                <a:gd name="T1" fmla="*/ 0 h 3426"/>
                <a:gd name="T2" fmla="*/ 237 w 1617"/>
                <a:gd name="T3" fmla="*/ 0 h 3426"/>
                <a:gd name="T4" fmla="*/ 0 w 1617"/>
                <a:gd name="T5" fmla="*/ 239 h 3426"/>
                <a:gd name="T6" fmla="*/ 0 w 1617"/>
                <a:gd name="T7" fmla="*/ 3187 h 3426"/>
                <a:gd name="T8" fmla="*/ 237 w 1617"/>
                <a:gd name="T9" fmla="*/ 3426 h 3426"/>
                <a:gd name="T10" fmla="*/ 1381 w 1617"/>
                <a:gd name="T11" fmla="*/ 3426 h 3426"/>
                <a:gd name="T12" fmla="*/ 1617 w 1617"/>
                <a:gd name="T13" fmla="*/ 3187 h 3426"/>
                <a:gd name="T14" fmla="*/ 1617 w 1617"/>
                <a:gd name="T15" fmla="*/ 239 h 3426"/>
                <a:gd name="T16" fmla="*/ 1381 w 1617"/>
                <a:gd name="T17" fmla="*/ 0 h 3426"/>
                <a:gd name="T18" fmla="*/ 1575 w 1617"/>
                <a:gd name="T19" fmla="*/ 3193 h 3426"/>
                <a:gd name="T20" fmla="*/ 1385 w 1617"/>
                <a:gd name="T21" fmla="*/ 3383 h 3426"/>
                <a:gd name="T22" fmla="*/ 233 w 1617"/>
                <a:gd name="T23" fmla="*/ 3383 h 3426"/>
                <a:gd name="T24" fmla="*/ 43 w 1617"/>
                <a:gd name="T25" fmla="*/ 3193 h 3426"/>
                <a:gd name="T26" fmla="*/ 43 w 1617"/>
                <a:gd name="T27" fmla="*/ 233 h 3426"/>
                <a:gd name="T28" fmla="*/ 233 w 1617"/>
                <a:gd name="T29" fmla="*/ 43 h 3426"/>
                <a:gd name="T30" fmla="*/ 417 w 1617"/>
                <a:gd name="T31" fmla="*/ 43 h 3426"/>
                <a:gd name="T32" fmla="*/ 417 w 1617"/>
                <a:gd name="T33" fmla="*/ 77 h 3426"/>
                <a:gd name="T34" fmla="*/ 487 w 1617"/>
                <a:gd name="T35" fmla="*/ 153 h 3426"/>
                <a:gd name="T36" fmla="*/ 1130 w 1617"/>
                <a:gd name="T37" fmla="*/ 153 h 3426"/>
                <a:gd name="T38" fmla="*/ 1201 w 1617"/>
                <a:gd name="T39" fmla="*/ 77 h 3426"/>
                <a:gd name="T40" fmla="*/ 1201 w 1617"/>
                <a:gd name="T41" fmla="*/ 43 h 3426"/>
                <a:gd name="T42" fmla="*/ 1385 w 1617"/>
                <a:gd name="T43" fmla="*/ 43 h 3426"/>
                <a:gd name="T44" fmla="*/ 1575 w 1617"/>
                <a:gd name="T45" fmla="*/ 233 h 3426"/>
                <a:gd name="T46" fmla="*/ 1575 w 1617"/>
                <a:gd name="T47" fmla="*/ 3193 h 3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17" h="3426">
                  <a:moveTo>
                    <a:pt x="1381" y="0"/>
                  </a:moveTo>
                  <a:cubicBezTo>
                    <a:pt x="237" y="0"/>
                    <a:pt x="237" y="0"/>
                    <a:pt x="237" y="0"/>
                  </a:cubicBezTo>
                  <a:cubicBezTo>
                    <a:pt x="98" y="0"/>
                    <a:pt x="0" y="99"/>
                    <a:pt x="0" y="239"/>
                  </a:cubicBezTo>
                  <a:cubicBezTo>
                    <a:pt x="0" y="3187"/>
                    <a:pt x="0" y="3187"/>
                    <a:pt x="0" y="3187"/>
                  </a:cubicBezTo>
                  <a:cubicBezTo>
                    <a:pt x="0" y="3328"/>
                    <a:pt x="98" y="3426"/>
                    <a:pt x="237" y="3426"/>
                  </a:cubicBezTo>
                  <a:cubicBezTo>
                    <a:pt x="1381" y="3426"/>
                    <a:pt x="1381" y="3426"/>
                    <a:pt x="1381" y="3426"/>
                  </a:cubicBezTo>
                  <a:cubicBezTo>
                    <a:pt x="1520" y="3426"/>
                    <a:pt x="1617" y="3328"/>
                    <a:pt x="1617" y="3187"/>
                  </a:cubicBezTo>
                  <a:cubicBezTo>
                    <a:pt x="1617" y="239"/>
                    <a:pt x="1617" y="239"/>
                    <a:pt x="1617" y="239"/>
                  </a:cubicBezTo>
                  <a:cubicBezTo>
                    <a:pt x="1617" y="99"/>
                    <a:pt x="1520" y="0"/>
                    <a:pt x="1381" y="0"/>
                  </a:cubicBezTo>
                  <a:moveTo>
                    <a:pt x="1575" y="3193"/>
                  </a:moveTo>
                  <a:cubicBezTo>
                    <a:pt x="1575" y="3298"/>
                    <a:pt x="1490" y="3383"/>
                    <a:pt x="1385" y="3383"/>
                  </a:cubicBezTo>
                  <a:cubicBezTo>
                    <a:pt x="233" y="3383"/>
                    <a:pt x="233" y="3383"/>
                    <a:pt x="233" y="3383"/>
                  </a:cubicBezTo>
                  <a:cubicBezTo>
                    <a:pt x="128" y="3383"/>
                    <a:pt x="43" y="3298"/>
                    <a:pt x="43" y="3193"/>
                  </a:cubicBezTo>
                  <a:cubicBezTo>
                    <a:pt x="43" y="233"/>
                    <a:pt x="43" y="233"/>
                    <a:pt x="43" y="233"/>
                  </a:cubicBezTo>
                  <a:cubicBezTo>
                    <a:pt x="43" y="128"/>
                    <a:pt x="128" y="43"/>
                    <a:pt x="233" y="43"/>
                  </a:cubicBezTo>
                  <a:cubicBezTo>
                    <a:pt x="417" y="43"/>
                    <a:pt x="417" y="43"/>
                    <a:pt x="417" y="43"/>
                  </a:cubicBezTo>
                  <a:cubicBezTo>
                    <a:pt x="417" y="77"/>
                    <a:pt x="417" y="77"/>
                    <a:pt x="417" y="77"/>
                  </a:cubicBezTo>
                  <a:cubicBezTo>
                    <a:pt x="417" y="108"/>
                    <a:pt x="436" y="153"/>
                    <a:pt x="487" y="153"/>
                  </a:cubicBezTo>
                  <a:cubicBezTo>
                    <a:pt x="1130" y="153"/>
                    <a:pt x="1130" y="153"/>
                    <a:pt x="1130" y="153"/>
                  </a:cubicBezTo>
                  <a:cubicBezTo>
                    <a:pt x="1181" y="153"/>
                    <a:pt x="1201" y="108"/>
                    <a:pt x="1201" y="77"/>
                  </a:cubicBezTo>
                  <a:cubicBezTo>
                    <a:pt x="1201" y="43"/>
                    <a:pt x="1201" y="43"/>
                    <a:pt x="1201" y="43"/>
                  </a:cubicBezTo>
                  <a:cubicBezTo>
                    <a:pt x="1385" y="43"/>
                    <a:pt x="1385" y="43"/>
                    <a:pt x="1385" y="43"/>
                  </a:cubicBezTo>
                  <a:cubicBezTo>
                    <a:pt x="1490" y="43"/>
                    <a:pt x="1575" y="128"/>
                    <a:pt x="1575" y="233"/>
                  </a:cubicBezTo>
                  <a:lnTo>
                    <a:pt x="1575" y="3193"/>
                  </a:lnTo>
                  <a:close/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9CC113CE-6BF6-BFE9-718B-6BC578EAA5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27513" y="1530506"/>
              <a:ext cx="552859" cy="60044"/>
            </a:xfrm>
            <a:custGeom>
              <a:avLst/>
              <a:gdLst>
                <a:gd name="T0" fmla="*/ 22 w 387"/>
                <a:gd name="T1" fmla="*/ 0 h 42"/>
                <a:gd name="T2" fmla="*/ 0 w 387"/>
                <a:gd name="T3" fmla="*/ 21 h 42"/>
                <a:gd name="T4" fmla="*/ 22 w 387"/>
                <a:gd name="T5" fmla="*/ 42 h 42"/>
                <a:gd name="T6" fmla="*/ 43 w 387"/>
                <a:gd name="T7" fmla="*/ 21 h 42"/>
                <a:gd name="T8" fmla="*/ 22 w 387"/>
                <a:gd name="T9" fmla="*/ 0 h 42"/>
                <a:gd name="T10" fmla="*/ 376 w 387"/>
                <a:gd name="T11" fmla="*/ 9 h 42"/>
                <a:gd name="T12" fmla="*/ 99 w 387"/>
                <a:gd name="T13" fmla="*/ 9 h 42"/>
                <a:gd name="T14" fmla="*/ 88 w 387"/>
                <a:gd name="T15" fmla="*/ 21 h 42"/>
                <a:gd name="T16" fmla="*/ 88 w 387"/>
                <a:gd name="T17" fmla="*/ 22 h 42"/>
                <a:gd name="T18" fmla="*/ 99 w 387"/>
                <a:gd name="T19" fmla="*/ 33 h 42"/>
                <a:gd name="T20" fmla="*/ 376 w 387"/>
                <a:gd name="T21" fmla="*/ 33 h 42"/>
                <a:gd name="T22" fmla="*/ 387 w 387"/>
                <a:gd name="T23" fmla="*/ 22 h 42"/>
                <a:gd name="T24" fmla="*/ 387 w 387"/>
                <a:gd name="T25" fmla="*/ 21 h 42"/>
                <a:gd name="T26" fmla="*/ 376 w 387"/>
                <a:gd name="T27" fmla="*/ 9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87" h="42">
                  <a:moveTo>
                    <a:pt x="22" y="0"/>
                  </a:moveTo>
                  <a:cubicBezTo>
                    <a:pt x="10" y="0"/>
                    <a:pt x="0" y="9"/>
                    <a:pt x="0" y="21"/>
                  </a:cubicBezTo>
                  <a:cubicBezTo>
                    <a:pt x="0" y="33"/>
                    <a:pt x="10" y="42"/>
                    <a:pt x="22" y="42"/>
                  </a:cubicBezTo>
                  <a:cubicBezTo>
                    <a:pt x="33" y="42"/>
                    <a:pt x="43" y="33"/>
                    <a:pt x="43" y="21"/>
                  </a:cubicBezTo>
                  <a:cubicBezTo>
                    <a:pt x="43" y="9"/>
                    <a:pt x="33" y="0"/>
                    <a:pt x="22" y="0"/>
                  </a:cubicBezTo>
                  <a:moveTo>
                    <a:pt x="376" y="9"/>
                  </a:moveTo>
                  <a:cubicBezTo>
                    <a:pt x="99" y="9"/>
                    <a:pt x="99" y="9"/>
                    <a:pt x="99" y="9"/>
                  </a:cubicBezTo>
                  <a:cubicBezTo>
                    <a:pt x="93" y="9"/>
                    <a:pt x="88" y="14"/>
                    <a:pt x="88" y="21"/>
                  </a:cubicBezTo>
                  <a:cubicBezTo>
                    <a:pt x="88" y="22"/>
                    <a:pt x="88" y="22"/>
                    <a:pt x="88" y="22"/>
                  </a:cubicBezTo>
                  <a:cubicBezTo>
                    <a:pt x="88" y="28"/>
                    <a:pt x="93" y="33"/>
                    <a:pt x="99" y="33"/>
                  </a:cubicBezTo>
                  <a:cubicBezTo>
                    <a:pt x="376" y="33"/>
                    <a:pt x="376" y="33"/>
                    <a:pt x="376" y="33"/>
                  </a:cubicBezTo>
                  <a:cubicBezTo>
                    <a:pt x="382" y="33"/>
                    <a:pt x="387" y="28"/>
                    <a:pt x="387" y="22"/>
                  </a:cubicBezTo>
                  <a:cubicBezTo>
                    <a:pt x="387" y="21"/>
                    <a:pt x="387" y="21"/>
                    <a:pt x="387" y="21"/>
                  </a:cubicBezTo>
                  <a:cubicBezTo>
                    <a:pt x="387" y="14"/>
                    <a:pt x="382" y="9"/>
                    <a:pt x="376" y="9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82219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Numb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D2C738C5-CE17-8F75-ADAC-39B90FA84D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64121" y="1295861"/>
            <a:ext cx="2110924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781407F7-B6AC-4E72-B6AC-77BC56A3AE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93435" y="1808163"/>
            <a:ext cx="2039475" cy="44631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26" name="Textplatzhalter 17">
            <a:extLst>
              <a:ext uri="{FF2B5EF4-FFF2-40B4-BE49-F238E27FC236}">
                <a16:creationId xmlns:a16="http://schemas.microsoft.com/office/drawing/2014/main" id="{A091C3CC-3F3F-23FE-602C-3411500BF0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7190" y="2617150"/>
            <a:ext cx="1422872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29" name="Textplatzhalter 24">
            <a:extLst>
              <a:ext uri="{FF2B5EF4-FFF2-40B4-BE49-F238E27FC236}">
                <a16:creationId xmlns:a16="http://schemas.microsoft.com/office/drawing/2014/main" id="{E1B4253D-A3DF-0CF2-D8A6-BD53847BB4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716839" y="3079886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30" name="Textplatzhalter 17">
            <a:extLst>
              <a:ext uri="{FF2B5EF4-FFF2-40B4-BE49-F238E27FC236}">
                <a16:creationId xmlns:a16="http://schemas.microsoft.com/office/drawing/2014/main" id="{96B47188-9DE9-83A5-4351-EF7BE32A85C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08364" y="3942865"/>
            <a:ext cx="2651320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00%</a:t>
            </a:r>
          </a:p>
        </p:txBody>
      </p:sp>
      <p:sp>
        <p:nvSpPr>
          <p:cNvPr id="31" name="Textplatzhalter 24">
            <a:extLst>
              <a:ext uri="{FF2B5EF4-FFF2-40B4-BE49-F238E27FC236}">
                <a16:creationId xmlns:a16="http://schemas.microsoft.com/office/drawing/2014/main" id="{52FB245C-0815-D83A-0EAA-EA17BEF16B1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66461" y="4405601"/>
            <a:ext cx="1656998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32" name="Textplatzhalter 17">
            <a:extLst>
              <a:ext uri="{FF2B5EF4-FFF2-40B4-BE49-F238E27FC236}">
                <a16:creationId xmlns:a16="http://schemas.microsoft.com/office/drawing/2014/main" id="{007CD200-62FF-17FA-0BA7-16E6A6F1EB2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6323" y="5268287"/>
            <a:ext cx="2110924" cy="106966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&gt;00</a:t>
            </a:r>
          </a:p>
        </p:txBody>
      </p:sp>
      <p:sp>
        <p:nvSpPr>
          <p:cNvPr id="33" name="Textplatzhalter 24">
            <a:extLst>
              <a:ext uri="{FF2B5EF4-FFF2-40B4-BE49-F238E27FC236}">
                <a16:creationId xmlns:a16="http://schemas.microsoft.com/office/drawing/2014/main" id="{CC6694AC-DF0F-CE8B-5A82-C6C614FF44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34024" y="5731023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33906E0-6D46-195B-33C1-D09180C9E89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8E9054D-2B23-A000-5E11-8D12948E29A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5F0F97F8-B6AF-0A50-6FE0-FEC64B2BB12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58812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FCEA20B0-21B2-D36B-5E43-43A9246AE6A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1BDD9D7E-C4A9-0B76-5A01-A25FD8BDB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D52585E2-29D8-9C9F-5360-87974B4BE9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6044148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Numbers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8E9054D-2B23-A000-5E11-8D12948E29A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platzhalter 17">
            <a:extLst>
              <a:ext uri="{FF2B5EF4-FFF2-40B4-BE49-F238E27FC236}">
                <a16:creationId xmlns:a16="http://schemas.microsoft.com/office/drawing/2014/main" id="{464BD83E-8778-CC97-4712-99AFB58E50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64121" y="1295861"/>
            <a:ext cx="2110924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16" name="Textplatzhalter 24">
            <a:extLst>
              <a:ext uri="{FF2B5EF4-FFF2-40B4-BE49-F238E27FC236}">
                <a16:creationId xmlns:a16="http://schemas.microsoft.com/office/drawing/2014/main" id="{FBCB321B-95A1-BEB1-0D24-83F6BEE520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93435" y="1808163"/>
            <a:ext cx="2039475" cy="44631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0ED7772D-CD08-A72F-BA2F-2DBE2B6D554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34007" y="3083836"/>
            <a:ext cx="1422872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</a:t>
            </a:r>
          </a:p>
        </p:txBody>
      </p:sp>
      <p:sp>
        <p:nvSpPr>
          <p:cNvPr id="19" name="Textplatzhalter 24">
            <a:extLst>
              <a:ext uri="{FF2B5EF4-FFF2-40B4-BE49-F238E27FC236}">
                <a16:creationId xmlns:a16="http://schemas.microsoft.com/office/drawing/2014/main" id="{8A4C226E-A367-B142-EA1F-8C4338098F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3656" y="3546572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8AF69B83-0099-07DC-2AF2-62DA1EF8864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08364" y="4594080"/>
            <a:ext cx="2651320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00%</a:t>
            </a:r>
          </a:p>
        </p:txBody>
      </p:sp>
      <p:sp>
        <p:nvSpPr>
          <p:cNvPr id="21" name="Textplatzhalter 24">
            <a:extLst>
              <a:ext uri="{FF2B5EF4-FFF2-40B4-BE49-F238E27FC236}">
                <a16:creationId xmlns:a16="http://schemas.microsoft.com/office/drawing/2014/main" id="{24212708-A85E-62D4-39B6-FC62619C21D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66461" y="5056816"/>
            <a:ext cx="1656998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22" name="Textplatzhalter 17">
            <a:extLst>
              <a:ext uri="{FF2B5EF4-FFF2-40B4-BE49-F238E27FC236}">
                <a16:creationId xmlns:a16="http://schemas.microsoft.com/office/drawing/2014/main" id="{91901F5D-7B87-BE07-0D0B-9793ED04A80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11478" y="5268287"/>
            <a:ext cx="2110924" cy="106966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&gt;00</a:t>
            </a:r>
          </a:p>
        </p:txBody>
      </p:sp>
      <p:sp>
        <p:nvSpPr>
          <p:cNvPr id="23" name="Textplatzhalter 24">
            <a:extLst>
              <a:ext uri="{FF2B5EF4-FFF2-40B4-BE49-F238E27FC236}">
                <a16:creationId xmlns:a16="http://schemas.microsoft.com/office/drawing/2014/main" id="{01264C22-8F84-ACBF-EFF8-2FBCA5FE86E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29179" y="5731023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24" name="Textplatzhalter 17">
            <a:extLst>
              <a:ext uri="{FF2B5EF4-FFF2-40B4-BE49-F238E27FC236}">
                <a16:creationId xmlns:a16="http://schemas.microsoft.com/office/drawing/2014/main" id="{F252CA67-FFA3-A81F-D76A-858E367B66C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58542" y="1638679"/>
            <a:ext cx="2110924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34" name="Textplatzhalter 24">
            <a:extLst>
              <a:ext uri="{FF2B5EF4-FFF2-40B4-BE49-F238E27FC236}">
                <a16:creationId xmlns:a16="http://schemas.microsoft.com/office/drawing/2014/main" id="{90349DD5-DB65-C386-0CB6-8DFE86A1E0A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87856" y="2150981"/>
            <a:ext cx="2039475" cy="44631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35" name="Textplatzhalter 17">
            <a:extLst>
              <a:ext uri="{FF2B5EF4-FFF2-40B4-BE49-F238E27FC236}">
                <a16:creationId xmlns:a16="http://schemas.microsoft.com/office/drawing/2014/main" id="{B5E01315-A857-14B2-E06B-ED59F947E98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1611" y="3511934"/>
            <a:ext cx="1422872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36" name="Textplatzhalter 24">
            <a:extLst>
              <a:ext uri="{FF2B5EF4-FFF2-40B4-BE49-F238E27FC236}">
                <a16:creationId xmlns:a16="http://schemas.microsoft.com/office/drawing/2014/main" id="{125F58F5-82E2-C17F-6D38-86D242329C3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11260" y="3974670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44DCDCE-03BC-B2FC-0050-051E2CF2A909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436147B-532D-42CF-E249-BF9382B43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FE5329AE-E1AB-5B6B-7B92-493CC6B69F0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314599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Numbers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A7BA29A0-0475-CB59-42A6-F43F0CE81F2A}"/>
              </a:ext>
            </a:extLst>
          </p:cNvPr>
          <p:cNvGrpSpPr/>
          <p:nvPr userDrawn="1"/>
        </p:nvGrpSpPr>
        <p:grpSpPr>
          <a:xfrm>
            <a:off x="4239231" y="4062465"/>
            <a:ext cx="3713538" cy="1296000"/>
            <a:chOff x="4245504" y="4062465"/>
            <a:chExt cx="3713538" cy="1296000"/>
          </a:xfrm>
        </p:grpSpPr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FBD1D0BB-D5D1-451E-362D-0850AB2250B4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245504" y="4062465"/>
              <a:ext cx="0" cy="1296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Gerader Verbinder 7">
              <a:extLst>
                <a:ext uri="{FF2B5EF4-FFF2-40B4-BE49-F238E27FC236}">
                  <a16:creationId xmlns:a16="http://schemas.microsoft.com/office/drawing/2014/main" id="{F3ED77D0-18D5-6B3B-87CB-672BC1E5AB3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7959042" y="4062465"/>
              <a:ext cx="0" cy="1296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platzhalter 17">
            <a:extLst>
              <a:ext uri="{FF2B5EF4-FFF2-40B4-BE49-F238E27FC236}">
                <a16:creationId xmlns:a16="http://schemas.microsoft.com/office/drawing/2014/main" id="{E7B6069A-40C8-94D1-CEED-4528869F144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77538" y="4132505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300</a:t>
            </a:r>
          </a:p>
        </p:txBody>
      </p:sp>
      <p:sp>
        <p:nvSpPr>
          <p:cNvPr id="24" name="Textplatzhalter 24">
            <a:extLst>
              <a:ext uri="{FF2B5EF4-FFF2-40B4-BE49-F238E27FC236}">
                <a16:creationId xmlns:a16="http://schemas.microsoft.com/office/drawing/2014/main" id="{AEA58E8D-4488-9CB9-F626-5C7FA38C9E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77540" y="4898172"/>
            <a:ext cx="1685652" cy="26988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endParaRPr lang="de-DE"/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81F0644D-B565-F04C-F55D-0061E019FFB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77538" y="5212659"/>
            <a:ext cx="1685656" cy="65105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26" name="Textplatzhalter 17">
            <a:extLst>
              <a:ext uri="{FF2B5EF4-FFF2-40B4-BE49-F238E27FC236}">
                <a16:creationId xmlns:a16="http://schemas.microsoft.com/office/drawing/2014/main" id="{CA83C053-EC74-8221-0420-66FC3ABE8C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53172" y="4132505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29" name="Textplatzhalter 24">
            <a:extLst>
              <a:ext uri="{FF2B5EF4-FFF2-40B4-BE49-F238E27FC236}">
                <a16:creationId xmlns:a16="http://schemas.microsoft.com/office/drawing/2014/main" id="{0E2E8157-2D1A-CC25-EF26-EE00ED45533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53174" y="4898172"/>
            <a:ext cx="1685652" cy="26988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endParaRPr lang="de-DE"/>
          </a:p>
        </p:txBody>
      </p:sp>
      <p:sp>
        <p:nvSpPr>
          <p:cNvPr id="30" name="Textplatzhalter 24">
            <a:extLst>
              <a:ext uri="{FF2B5EF4-FFF2-40B4-BE49-F238E27FC236}">
                <a16:creationId xmlns:a16="http://schemas.microsoft.com/office/drawing/2014/main" id="{493D4D73-AAB1-516F-EFB3-C35E3D4944E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53172" y="5212659"/>
            <a:ext cx="1685656" cy="65105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31" name="Textplatzhalter 17">
            <a:extLst>
              <a:ext uri="{FF2B5EF4-FFF2-40B4-BE49-F238E27FC236}">
                <a16:creationId xmlns:a16="http://schemas.microsoft.com/office/drawing/2014/main" id="{A5CC053B-77E9-3D89-5EA6-578756D7BA6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66710" y="4132505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32" name="Textplatzhalter 24">
            <a:extLst>
              <a:ext uri="{FF2B5EF4-FFF2-40B4-BE49-F238E27FC236}">
                <a16:creationId xmlns:a16="http://schemas.microsoft.com/office/drawing/2014/main" id="{ACE9A6AB-AB41-F08B-0FCF-609545138CE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66712" y="4898172"/>
            <a:ext cx="1685652" cy="26988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endParaRPr lang="de-DE"/>
          </a:p>
        </p:txBody>
      </p:sp>
      <p:sp>
        <p:nvSpPr>
          <p:cNvPr id="33" name="Textplatzhalter 24">
            <a:extLst>
              <a:ext uri="{FF2B5EF4-FFF2-40B4-BE49-F238E27FC236}">
                <a16:creationId xmlns:a16="http://schemas.microsoft.com/office/drawing/2014/main" id="{610A1C2C-95D4-5095-F370-2EFD0D93BB3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966710" y="5212659"/>
            <a:ext cx="1685656" cy="65105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34" name="Textplatzhalter 33">
            <a:extLst>
              <a:ext uri="{FF2B5EF4-FFF2-40B4-BE49-F238E27FC236}">
                <a16:creationId xmlns:a16="http://schemas.microsoft.com/office/drawing/2014/main" id="{48D5DE7D-B7B0-B4AE-DACB-4ABEF6F8D7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58811" y="1808163"/>
            <a:ext cx="3580419" cy="70646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</a:t>
            </a:r>
            <a:endParaRPr lang="de-DE"/>
          </a:p>
        </p:txBody>
      </p:sp>
      <p:sp>
        <p:nvSpPr>
          <p:cNvPr id="35" name="Textplatzhalter 24">
            <a:extLst>
              <a:ext uri="{FF2B5EF4-FFF2-40B4-BE49-F238E27FC236}">
                <a16:creationId xmlns:a16="http://schemas.microsoft.com/office/drawing/2014/main" id="{C02373F9-D0E0-094A-737A-AB20359CE99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677538" y="3920770"/>
            <a:ext cx="1685656" cy="18298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000" b="0" spc="3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sz="1200" b="0">
                <a:effectLst/>
                <a:latin typeface="+mj-lt"/>
                <a:ea typeface="Open Sans" pitchFamily="2" charset="0"/>
                <a:cs typeface="Sora" pitchFamily="2" charset="0"/>
              </a:rPr>
              <a:t>Projekte</a:t>
            </a:r>
            <a:endParaRPr lang="de-DE"/>
          </a:p>
        </p:txBody>
      </p:sp>
      <p:sp>
        <p:nvSpPr>
          <p:cNvPr id="36" name="Textplatzhalter 24">
            <a:extLst>
              <a:ext uri="{FF2B5EF4-FFF2-40B4-BE49-F238E27FC236}">
                <a16:creationId xmlns:a16="http://schemas.microsoft.com/office/drawing/2014/main" id="{5DFC2D4C-660D-4062-0F81-9BE7729BEEF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53172" y="3917170"/>
            <a:ext cx="1685656" cy="18298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000" b="0" spc="3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sz="1200" b="0">
                <a:effectLst/>
                <a:latin typeface="+mj-lt"/>
                <a:ea typeface="Open Sans" pitchFamily="2" charset="0"/>
                <a:cs typeface="Sora" pitchFamily="2" charset="0"/>
              </a:rPr>
              <a:t>Projekte</a:t>
            </a:r>
            <a:endParaRPr lang="de-DE"/>
          </a:p>
        </p:txBody>
      </p:sp>
      <p:sp>
        <p:nvSpPr>
          <p:cNvPr id="37" name="Textplatzhalter 24">
            <a:extLst>
              <a:ext uri="{FF2B5EF4-FFF2-40B4-BE49-F238E27FC236}">
                <a16:creationId xmlns:a16="http://schemas.microsoft.com/office/drawing/2014/main" id="{F817B4CC-A1CF-4A82-CCEC-9CA1D438A5C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966710" y="3924678"/>
            <a:ext cx="1685656" cy="18298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000" b="0" spc="3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sz="1200" b="0">
                <a:effectLst/>
                <a:latin typeface="+mj-lt"/>
                <a:ea typeface="Open Sans" pitchFamily="2" charset="0"/>
                <a:cs typeface="Sora" pitchFamily="2" charset="0"/>
              </a:rPr>
              <a:t>Projekte</a:t>
            </a:r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38CCA27-A28D-4F94-2D7A-F51807EF2577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C1C88693-ED94-4510-BF50-3DE7B29C01B7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C0D992E9-5480-97A0-8402-7ADE1DAD4CA3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2DB024EA-C06B-7640-6138-C8CA8BA1B4C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itel 20">
            <a:extLst>
              <a:ext uri="{FF2B5EF4-FFF2-40B4-BE49-F238E27FC236}">
                <a16:creationId xmlns:a16="http://schemas.microsoft.com/office/drawing/2014/main" id="{DB5B60A7-D2B1-3134-8D0E-652CDEB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04096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Numbers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A7BA29A0-0475-CB59-42A6-F43F0CE81F2A}"/>
              </a:ext>
            </a:extLst>
          </p:cNvPr>
          <p:cNvGrpSpPr/>
          <p:nvPr userDrawn="1"/>
        </p:nvGrpSpPr>
        <p:grpSpPr>
          <a:xfrm>
            <a:off x="4239231" y="4525761"/>
            <a:ext cx="3713538" cy="1296000"/>
            <a:chOff x="4245504" y="4062465"/>
            <a:chExt cx="3713538" cy="1296000"/>
          </a:xfrm>
        </p:grpSpPr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FBD1D0BB-D5D1-451E-362D-0850AB2250B4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245504" y="4062465"/>
              <a:ext cx="0" cy="1296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Gerader Verbinder 7">
              <a:extLst>
                <a:ext uri="{FF2B5EF4-FFF2-40B4-BE49-F238E27FC236}">
                  <a16:creationId xmlns:a16="http://schemas.microsoft.com/office/drawing/2014/main" id="{F3ED77D0-18D5-6B3B-87CB-672BC1E5AB3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7959042" y="4062465"/>
              <a:ext cx="0" cy="1296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platzhalter 17">
            <a:extLst>
              <a:ext uri="{FF2B5EF4-FFF2-40B4-BE49-F238E27FC236}">
                <a16:creationId xmlns:a16="http://schemas.microsoft.com/office/drawing/2014/main" id="{E7B6069A-40C8-94D1-CEED-4528869F144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77538" y="4595801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1000</a:t>
            </a:r>
          </a:p>
        </p:txBody>
      </p:sp>
      <p:sp>
        <p:nvSpPr>
          <p:cNvPr id="24" name="Textplatzhalter 24">
            <a:extLst>
              <a:ext uri="{FF2B5EF4-FFF2-40B4-BE49-F238E27FC236}">
                <a16:creationId xmlns:a16="http://schemas.microsoft.com/office/drawing/2014/main" id="{AEA58E8D-4488-9CB9-F626-5C7FA38C9E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77540" y="5361468"/>
            <a:ext cx="1685652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26" name="Textplatzhalter 17">
            <a:extLst>
              <a:ext uri="{FF2B5EF4-FFF2-40B4-BE49-F238E27FC236}">
                <a16:creationId xmlns:a16="http://schemas.microsoft.com/office/drawing/2014/main" id="{CA83C053-EC74-8221-0420-66FC3ABE8C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53172" y="4595801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1.1</a:t>
            </a:r>
          </a:p>
        </p:txBody>
      </p:sp>
      <p:sp>
        <p:nvSpPr>
          <p:cNvPr id="29" name="Textplatzhalter 24">
            <a:extLst>
              <a:ext uri="{FF2B5EF4-FFF2-40B4-BE49-F238E27FC236}">
                <a16:creationId xmlns:a16="http://schemas.microsoft.com/office/drawing/2014/main" id="{0E2E8157-2D1A-CC25-EF26-EE00ED45533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53174" y="5361468"/>
            <a:ext cx="1685652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31" name="Textplatzhalter 17">
            <a:extLst>
              <a:ext uri="{FF2B5EF4-FFF2-40B4-BE49-F238E27FC236}">
                <a16:creationId xmlns:a16="http://schemas.microsoft.com/office/drawing/2014/main" id="{A5CC053B-77E9-3D89-5EA6-578756D7BA6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66710" y="4595801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32" name="Textplatzhalter 24">
            <a:extLst>
              <a:ext uri="{FF2B5EF4-FFF2-40B4-BE49-F238E27FC236}">
                <a16:creationId xmlns:a16="http://schemas.microsoft.com/office/drawing/2014/main" id="{ACE9A6AB-AB41-F08B-0FCF-609545138CE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66712" y="5361468"/>
            <a:ext cx="1685652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C1C88693-ED94-4510-BF50-3DE7B29C01B7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B7C1FF4C-BB20-F196-8766-DBFD7C251171}"/>
              </a:ext>
            </a:extLst>
          </p:cNvPr>
          <p:cNvGrpSpPr/>
          <p:nvPr userDrawn="1"/>
        </p:nvGrpSpPr>
        <p:grpSpPr>
          <a:xfrm>
            <a:off x="4239231" y="2378900"/>
            <a:ext cx="3713538" cy="1296000"/>
            <a:chOff x="4245504" y="4062465"/>
            <a:chExt cx="3713538" cy="1296000"/>
          </a:xfrm>
        </p:grpSpPr>
        <p:cxnSp>
          <p:nvCxnSpPr>
            <p:cNvPr id="17" name="Gerader Verbinder 16">
              <a:extLst>
                <a:ext uri="{FF2B5EF4-FFF2-40B4-BE49-F238E27FC236}">
                  <a16:creationId xmlns:a16="http://schemas.microsoft.com/office/drawing/2014/main" id="{58DEA858-43FF-4415-DE89-277020C5EAF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245504" y="4062465"/>
              <a:ext cx="0" cy="1296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94AEF92F-434C-2FFD-CF05-7C8B68850385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7959042" y="4062465"/>
              <a:ext cx="0" cy="1296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0ECD0387-F61D-490D-FE26-5366E11DC75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677538" y="2448940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21" name="Textplatzhalter 24">
            <a:extLst>
              <a:ext uri="{FF2B5EF4-FFF2-40B4-BE49-F238E27FC236}">
                <a16:creationId xmlns:a16="http://schemas.microsoft.com/office/drawing/2014/main" id="{E166CB07-9F81-7EAD-7135-BBEA879EC29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677540" y="3214607"/>
            <a:ext cx="1685652" cy="595829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22" name="Textplatzhalter 17">
            <a:extLst>
              <a:ext uri="{FF2B5EF4-FFF2-40B4-BE49-F238E27FC236}">
                <a16:creationId xmlns:a16="http://schemas.microsoft.com/office/drawing/2014/main" id="{B26F895C-2B40-786C-429E-81F4483FE46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253172" y="2448940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</a:t>
            </a:r>
          </a:p>
        </p:txBody>
      </p:sp>
      <p:sp>
        <p:nvSpPr>
          <p:cNvPr id="38" name="Textplatzhalter 24">
            <a:extLst>
              <a:ext uri="{FF2B5EF4-FFF2-40B4-BE49-F238E27FC236}">
                <a16:creationId xmlns:a16="http://schemas.microsoft.com/office/drawing/2014/main" id="{5ADD81B7-6B3B-7274-726E-357BB9C52F9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253174" y="3214607"/>
            <a:ext cx="1685652" cy="595829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39" name="Textplatzhalter 17">
            <a:extLst>
              <a:ext uri="{FF2B5EF4-FFF2-40B4-BE49-F238E27FC236}">
                <a16:creationId xmlns:a16="http://schemas.microsoft.com/office/drawing/2014/main" id="{E3D7BC02-47FA-22EB-FE72-4D8D52E04A6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966710" y="2448940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</a:t>
            </a:r>
          </a:p>
        </p:txBody>
      </p:sp>
      <p:sp>
        <p:nvSpPr>
          <p:cNvPr id="40" name="Textplatzhalter 24">
            <a:extLst>
              <a:ext uri="{FF2B5EF4-FFF2-40B4-BE49-F238E27FC236}">
                <a16:creationId xmlns:a16="http://schemas.microsoft.com/office/drawing/2014/main" id="{0F3E8A97-495E-6B17-D01C-EEB4FB8912D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966712" y="3214607"/>
            <a:ext cx="1685652" cy="595829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27" name="Fußzeilenplatzhalter 26">
            <a:extLst>
              <a:ext uri="{FF2B5EF4-FFF2-40B4-BE49-F238E27FC236}">
                <a16:creationId xmlns:a16="http://schemas.microsoft.com/office/drawing/2014/main" id="{BC528E42-9C11-61B7-B7E2-1A1BCBC79B48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8" name="Titel 27">
            <a:extLst>
              <a:ext uri="{FF2B5EF4-FFF2-40B4-BE49-F238E27FC236}">
                <a16:creationId xmlns:a16="http://schemas.microsoft.com/office/drawing/2014/main" id="{8FEAFCC1-E8E6-0013-4806-1E43140F9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0" name="Textplatzhalter 17">
            <a:extLst>
              <a:ext uri="{FF2B5EF4-FFF2-40B4-BE49-F238E27FC236}">
                <a16:creationId xmlns:a16="http://schemas.microsoft.com/office/drawing/2014/main" id="{E3BA15D6-C8CD-27F9-7BEE-4D69CE31080C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809209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Statement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454F6B8C-4F87-2244-4BC5-741A66267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799" y="3827849"/>
            <a:ext cx="10875600" cy="234911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1600" b="1">
                <a:solidFill>
                  <a:schemeClr val="bg1"/>
                </a:solidFill>
              </a:defRPr>
            </a:lvl2pPr>
            <a:lvl3pPr marL="914400" indent="0">
              <a:buNone/>
              <a:defRPr sz="1600" b="1">
                <a:solidFill>
                  <a:schemeClr val="bg1"/>
                </a:solidFill>
              </a:defRPr>
            </a:lvl3pPr>
            <a:lvl4pPr marL="1371600" indent="0">
              <a:buNone/>
              <a:defRPr sz="1600" b="1">
                <a:solidFill>
                  <a:schemeClr val="bg1"/>
                </a:solidFill>
              </a:defRPr>
            </a:lvl4pPr>
            <a:lvl5pPr marL="1828800" indent="0">
              <a:buNone/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F86A3554-534D-D127-DCF0-58C57506EA18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9008"/>
          <a:stretch/>
        </p:blipFill>
        <p:spPr>
          <a:xfrm>
            <a:off x="8780393" y="2797200"/>
            <a:ext cx="3411607" cy="2687150"/>
          </a:xfrm>
          <a:prstGeom prst="rect">
            <a:avLst/>
          </a:prstGeom>
        </p:spPr>
      </p:pic>
      <p:sp>
        <p:nvSpPr>
          <p:cNvPr id="34" name="Textplatzhalter 33">
            <a:extLst>
              <a:ext uri="{FF2B5EF4-FFF2-40B4-BE49-F238E27FC236}">
                <a16:creationId xmlns:a16="http://schemas.microsoft.com/office/drawing/2014/main" id="{503E446B-C915-7208-68EB-2F475AFD84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61660" y="2349140"/>
            <a:ext cx="6371528" cy="11413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6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9600"/>
            </a:lvl2pPr>
            <a:lvl3pPr marL="914400" indent="0">
              <a:buNone/>
              <a:defRPr sz="9600"/>
            </a:lvl3pPr>
            <a:lvl4pPr marL="1371600" indent="0">
              <a:buNone/>
              <a:defRPr sz="9600"/>
            </a:lvl4pPr>
            <a:lvl5pPr marL="1828800" indent="0">
              <a:buNone/>
              <a:defRPr sz="9600"/>
            </a:lvl5pPr>
          </a:lstStyle>
          <a:p>
            <a:pPr lvl="0"/>
            <a:r>
              <a:rPr lang="de-DE"/>
              <a:t>KEYWORD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6099C07-01B4-9C15-824D-A167FAAA900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5B538B9-EE2B-C5A5-0BF2-7EE231BE04F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0" y="3552483"/>
            <a:ext cx="658814" cy="137683"/>
          </a:xfrm>
          <a:prstGeom prst="rect">
            <a:avLst/>
          </a:prstGeom>
        </p:spPr>
      </p:pic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D9F877EB-AD36-6ED0-574A-91C23B2F40C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A9E41E50-6542-6018-482F-6ACEB78EB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41486753-22F6-63EB-6ECA-6251DED3A1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18571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Statement 1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454F6B8C-4F87-2244-4BC5-741A66267B0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8800" y="1807200"/>
            <a:ext cx="10875600" cy="453618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None/>
              <a:defRPr sz="1600" b="1">
                <a:solidFill>
                  <a:schemeClr val="bg1"/>
                </a:solidFill>
              </a:defRPr>
            </a:lvl2pPr>
            <a:lvl3pPr marL="914400" indent="0">
              <a:buNone/>
              <a:defRPr sz="1600" b="1">
                <a:solidFill>
                  <a:schemeClr val="bg1"/>
                </a:solidFill>
              </a:defRPr>
            </a:lvl3pPr>
            <a:lvl4pPr marL="1371600" indent="0">
              <a:buNone/>
              <a:defRPr sz="1600" b="1">
                <a:solidFill>
                  <a:schemeClr val="bg1"/>
                </a:solidFill>
              </a:defRPr>
            </a:lvl4pPr>
            <a:lvl5pPr marL="1828800" indent="0">
              <a:buNone/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„Platz für Statements &amp; mehr“</a:t>
            </a:r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F86A3554-534D-D127-DCF0-58C57506EA18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9008"/>
          <a:stretch/>
        </p:blipFill>
        <p:spPr>
          <a:xfrm>
            <a:off x="8780393" y="2794708"/>
            <a:ext cx="3411607" cy="2687150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6099C07-01B4-9C15-824D-A167FAAA900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52A8D6D-0A96-78D0-3895-A3F54133DCC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22985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Statement 2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fik 30">
            <a:extLst>
              <a:ext uri="{FF2B5EF4-FFF2-40B4-BE49-F238E27FC236}">
                <a16:creationId xmlns:a16="http://schemas.microsoft.com/office/drawing/2014/main" id="{F86A3554-534D-D127-DCF0-58C57506EA18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9008"/>
          <a:stretch/>
        </p:blipFill>
        <p:spPr>
          <a:xfrm>
            <a:off x="8780393" y="2794708"/>
            <a:ext cx="3411607" cy="2687150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6099C07-01B4-9C15-824D-A167FAAA900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661536-73BB-9C23-0532-1D93E2CE91A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8800" y="1807200"/>
            <a:ext cx="10875600" cy="398843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6000" b="1">
                <a:solidFill>
                  <a:schemeClr val="bg1"/>
                </a:solidFill>
              </a:defRPr>
            </a:lvl1pPr>
            <a:lvl2pPr marL="457200" indent="0">
              <a:buNone/>
              <a:defRPr sz="1600" b="1">
                <a:solidFill>
                  <a:schemeClr val="bg1"/>
                </a:solidFill>
              </a:defRPr>
            </a:lvl2pPr>
            <a:lvl3pPr marL="914400" indent="0">
              <a:buNone/>
              <a:defRPr sz="1600" b="1">
                <a:solidFill>
                  <a:schemeClr val="bg1"/>
                </a:solidFill>
              </a:defRPr>
            </a:lvl3pPr>
            <a:lvl4pPr marL="1371600" indent="0">
              <a:buNone/>
              <a:defRPr sz="1600" b="1">
                <a:solidFill>
                  <a:schemeClr val="bg1"/>
                </a:solidFill>
              </a:defRPr>
            </a:lvl4pPr>
            <a:lvl5pPr marL="1828800" indent="0">
              <a:buNone/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„Platz für lange Statements, Sprüche, Zitate &amp; Co.</a:t>
            </a:r>
            <a:br>
              <a:rPr lang="de-DE"/>
            </a:br>
            <a:r>
              <a:rPr lang="de-DE"/>
              <a:t> Mit Quellenangabe </a:t>
            </a:r>
            <a:br>
              <a:rPr lang="de-DE"/>
            </a:br>
            <a:r>
              <a:rPr lang="de-DE"/>
              <a:t>oder Autor“</a:t>
            </a:r>
          </a:p>
        </p:txBody>
      </p:sp>
      <p:sp>
        <p:nvSpPr>
          <p:cNvPr id="14" name="Textplatzhalter 4">
            <a:extLst>
              <a:ext uri="{FF2B5EF4-FFF2-40B4-BE49-F238E27FC236}">
                <a16:creationId xmlns:a16="http://schemas.microsoft.com/office/drawing/2014/main" id="{B754EBAC-E16C-096E-A3ED-21FAF5D60DD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814" y="5957739"/>
            <a:ext cx="10874374" cy="3208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b="0"/>
            </a:lvl2pPr>
            <a:lvl3pPr marL="914400" indent="0" algn="ctr">
              <a:buNone/>
              <a:defRPr b="0"/>
            </a:lvl3pPr>
            <a:lvl4pPr marL="1371600" indent="0" algn="ctr">
              <a:buNone/>
              <a:defRPr b="0"/>
            </a:lvl4pPr>
            <a:lvl5pPr marL="1828800" indent="0" algn="ctr">
              <a:buNone/>
              <a:defRPr b="0"/>
            </a:lvl5pPr>
          </a:lstStyle>
          <a:p>
            <a:pPr lvl="0"/>
            <a:r>
              <a:rPr lang="de-DE"/>
              <a:t>Autor / Quellenangabe</a:t>
            </a:r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FFD1D5F9-E4D0-11B2-3524-45C127256D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897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Brea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37976C26-78A6-624E-DAD4-0DE213156E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8800" y="1808163"/>
            <a:ext cx="10885465" cy="13383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LUNCH BREAK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51D0CE84-41B1-6D79-9631-C2D087737F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8542" y="549275"/>
            <a:ext cx="1041663" cy="589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platzhalter 47">
            <a:extLst>
              <a:ext uri="{FF2B5EF4-FFF2-40B4-BE49-F238E27FC236}">
                <a16:creationId xmlns:a16="http://schemas.microsoft.com/office/drawing/2014/main" id="{76E72628-9A9C-9C8E-A85B-3BCDC0B1AF4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8813" y="3339268"/>
            <a:ext cx="2338828" cy="27874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2200" b="1" spc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 sz="4000"/>
            </a:lvl2pPr>
            <a:lvl3pPr marL="914400" indent="0">
              <a:buFontTx/>
              <a:buNone/>
              <a:defRPr sz="4000"/>
            </a:lvl3pPr>
            <a:lvl4pPr marL="1371600" indent="0">
              <a:buFontTx/>
              <a:buNone/>
              <a:defRPr sz="4000"/>
            </a:lvl4pPr>
            <a:lvl5pPr marL="1828800" indent="0">
              <a:buFontTx/>
              <a:buNone/>
              <a:defRPr sz="4000"/>
            </a:lvl5pPr>
          </a:lstStyle>
          <a:p>
            <a:pPr lvl="0"/>
            <a:r>
              <a:rPr lang="de-DE"/>
              <a:t>00:00 – 00:00 Uhr</a:t>
            </a:r>
          </a:p>
        </p:txBody>
      </p:sp>
      <p:sp>
        <p:nvSpPr>
          <p:cNvPr id="8" name="Foliennummernplatzhalter 21">
            <a:extLst>
              <a:ext uri="{FF2B5EF4-FFF2-40B4-BE49-F238E27FC236}">
                <a16:creationId xmlns:a16="http://schemas.microsoft.com/office/drawing/2014/main" id="{0F89045D-698C-C921-C774-A0192223B5C6}"/>
              </a:ext>
            </a:extLst>
          </p:cNvPr>
          <p:cNvSpPr txBox="1">
            <a:spLocks/>
          </p:cNvSpPr>
          <p:nvPr userDrawn="1"/>
        </p:nvSpPr>
        <p:spPr>
          <a:xfrm>
            <a:off x="11318005" y="6538125"/>
            <a:ext cx="215183" cy="122917"/>
          </a:xfrm>
          <a:prstGeom prst="rect">
            <a:avLst/>
          </a:prstGeom>
        </p:spPr>
        <p:txBody>
          <a:bodyPr/>
          <a:lstStyle>
            <a:defPPr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>
              <a:solidFill>
                <a:schemeClr val="bg2"/>
              </a:solidFill>
            </a:endParaRP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93F320E8-BC7A-4AFB-91F1-F357DC912366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4" name="Foliennummernplatzhalter 23">
            <a:extLst>
              <a:ext uri="{FF2B5EF4-FFF2-40B4-BE49-F238E27FC236}">
                <a16:creationId xmlns:a16="http://schemas.microsoft.com/office/drawing/2014/main" id="{D17C45FD-4A8C-72AD-38C2-187BFD8EB25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86C4D638-C8E5-8A92-1C5B-A0C2B39E12C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28256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Break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37976C26-78A6-624E-DAD4-0DE213156E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8800" y="1808163"/>
            <a:ext cx="10885465" cy="13383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KAFFEEPAUSE</a:t>
            </a:r>
          </a:p>
        </p:txBody>
      </p:sp>
      <p:sp>
        <p:nvSpPr>
          <p:cNvPr id="7" name="Textplatzhalter 47">
            <a:extLst>
              <a:ext uri="{FF2B5EF4-FFF2-40B4-BE49-F238E27FC236}">
                <a16:creationId xmlns:a16="http://schemas.microsoft.com/office/drawing/2014/main" id="{76E72628-9A9C-9C8E-A85B-3BCDC0B1AF4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8813" y="3339268"/>
            <a:ext cx="2338828" cy="27874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2200" b="1" spc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 sz="4000"/>
            </a:lvl2pPr>
            <a:lvl3pPr marL="914400" indent="0">
              <a:buFontTx/>
              <a:buNone/>
              <a:defRPr sz="4000"/>
            </a:lvl3pPr>
            <a:lvl4pPr marL="1371600" indent="0">
              <a:buFontTx/>
              <a:buNone/>
              <a:defRPr sz="4000"/>
            </a:lvl4pPr>
            <a:lvl5pPr marL="1828800" indent="0">
              <a:buFontTx/>
              <a:buNone/>
              <a:defRPr sz="4000"/>
            </a:lvl5pPr>
          </a:lstStyle>
          <a:p>
            <a:pPr lvl="0"/>
            <a:r>
              <a:rPr lang="de-DE"/>
              <a:t>00:00 – 00:00 Uhr</a:t>
            </a:r>
          </a:p>
        </p:txBody>
      </p:sp>
      <p:pic>
        <p:nvPicPr>
          <p:cNvPr id="2050" name="Picture 2" descr="Ein Bild, das Design, Grafiken, Schrift, Clipart enthält.&#10;&#10;Automatisch generierte Beschreibung">
            <a:extLst>
              <a:ext uri="{FF2B5EF4-FFF2-40B4-BE49-F238E27FC236}">
                <a16:creationId xmlns:a16="http://schemas.microsoft.com/office/drawing/2014/main" id="{405B16C3-8821-B49C-1DDB-8C37A89C37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8541" y="561471"/>
            <a:ext cx="820479" cy="577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DFEB5CC8-23B5-DE3B-0F55-C279A646017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8659E214-4056-E6B0-FFDA-BDF765F2751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CE0FD4C3-E448-E95E-CB78-F12A7F45E1B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04864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Thank Yo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37976C26-78A6-624E-DAD4-0DE213156E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8541" y="1808163"/>
            <a:ext cx="10885465" cy="133837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96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THANK YOU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6722D19C-5DE4-5CA1-7053-363A776252C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2E04811-2901-B3EA-7C35-4129D15D4E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16D9F57E-680C-A595-D1A7-95D26CA53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6355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itybo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E752FF5E-4524-C9B9-4F0B-51F064476B45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EB62D29-1D71-A85F-A77E-8A1FEDC9172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AE2652B-EE30-8F95-CE76-CC449B4C47C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baseline="0"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30DA1DDB-FEF4-3F2E-5211-1323A3112BD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679E75D4-7517-E880-0566-8E2718F75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0EDE1D84-5B78-074B-3EE2-4C109B80DFE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0433369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Citybo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14BAFACA-41F5-59AF-BC5D-A1A110D629E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2" y="1532797"/>
            <a:ext cx="658814" cy="137683"/>
          </a:xfrm>
          <a:prstGeom prst="rect">
            <a:avLst/>
          </a:prstGeom>
        </p:spPr>
      </p:pic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0FFAB10-3C2D-E58A-7F38-A056849D559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A33F7D0B-9E83-D593-6C10-BF79753A115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8EF99966-4C52-5294-D793-40624DA351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A8C3BC26-989D-BC4C-E9A7-7B1F0E369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882DFE73-C16B-5DCF-1984-AE565524D75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9908263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Peop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C3130B1-9899-DCD5-4842-ADFE2A9EC5B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2" y="1532797"/>
            <a:ext cx="658814" cy="137683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21945C6-7BC4-8F25-98FD-6C017BCFF40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999B2A-40E9-664B-43DF-7DABFC26AC3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1454182F-0568-AC12-6E00-F98C24106D4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225B04EA-DDD5-D6A2-C07B-9518BFCF43A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9B42037B-7401-DE37-99EE-513804007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041917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Peopl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C3130B1-9899-DCD5-4842-ADFE2A9EC5B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2" y="1532797"/>
            <a:ext cx="658814" cy="137683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D839311-2A18-05C9-98F2-8F5F0AFAE27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3663BE5-E0A8-07EE-589C-1A8D9E8F436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511E4FB8-9364-B73D-F641-7FBBE621B76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165E39E0-5FFF-42BC-2E9C-BE766C0AA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46A43E3F-B8CD-4C56-969F-95D576AD93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775015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Peopl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C3130B1-9899-DCD5-4842-ADFE2A9EC5B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2" y="1532797"/>
            <a:ext cx="658814" cy="137683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B5BDD3A4-7205-C9A0-D3D0-4317BFC242C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7326301D-4D64-E66D-845C-6FC4E996D5E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3B6DB9F7-5043-ADAB-9055-FFE5142E796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F43C0FCC-BB03-6109-74BF-709DA15F4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79ACF6B5-77F9-56C3-780E-F2C993F67D6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3620932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Mode/Gray People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C3130B1-9899-DCD5-4842-ADFE2A9EC5B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2" y="1532797"/>
            <a:ext cx="658814" cy="137683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7DF4B5FE-77F0-96B3-EEAF-8D00B68A145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A1730D6-EB19-A96B-7638-616440C3757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87421BB5-2FF2-7E7B-3FF5-40504DE01BC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6F4D58B3-9AC8-F367-D764-CD0D29A0A94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B7B65401-C228-BBEB-941C-1CABE739D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700518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Color/Gray Statem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454F6B8C-4F87-2244-4BC5-741A66267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799" y="3827849"/>
            <a:ext cx="10875600" cy="234911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1600" b="1">
                <a:solidFill>
                  <a:schemeClr val="bg1"/>
                </a:solidFill>
              </a:defRPr>
            </a:lvl2pPr>
            <a:lvl3pPr marL="914400" indent="0">
              <a:buNone/>
              <a:defRPr sz="1600" b="1">
                <a:solidFill>
                  <a:schemeClr val="bg1"/>
                </a:solidFill>
              </a:defRPr>
            </a:lvl3pPr>
            <a:lvl4pPr marL="1371600" indent="0">
              <a:buNone/>
              <a:defRPr sz="1600" b="1">
                <a:solidFill>
                  <a:schemeClr val="bg1"/>
                </a:solidFill>
              </a:defRPr>
            </a:lvl4pPr>
            <a:lvl5pPr marL="1828800" indent="0">
              <a:buNone/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F86A3554-534D-D127-DCF0-58C57506EA18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008"/>
          <a:stretch/>
        </p:blipFill>
        <p:spPr>
          <a:xfrm>
            <a:off x="8780393" y="2798419"/>
            <a:ext cx="3411607" cy="2687150"/>
          </a:xfrm>
          <a:prstGeom prst="rect">
            <a:avLst/>
          </a:prstGeom>
        </p:spPr>
      </p:pic>
      <p:sp>
        <p:nvSpPr>
          <p:cNvPr id="34" name="Textplatzhalter 33">
            <a:extLst>
              <a:ext uri="{FF2B5EF4-FFF2-40B4-BE49-F238E27FC236}">
                <a16:creationId xmlns:a16="http://schemas.microsoft.com/office/drawing/2014/main" id="{503E446B-C915-7208-68EB-2F475AFD84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61660" y="2349140"/>
            <a:ext cx="6371528" cy="11413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6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9600"/>
            </a:lvl2pPr>
            <a:lvl3pPr marL="914400" indent="0">
              <a:buNone/>
              <a:defRPr sz="9600"/>
            </a:lvl3pPr>
            <a:lvl4pPr marL="1371600" indent="0">
              <a:buNone/>
              <a:defRPr sz="9600"/>
            </a:lvl4pPr>
            <a:lvl5pPr marL="1828800" indent="0">
              <a:buNone/>
              <a:defRPr sz="9600"/>
            </a:lvl5pPr>
          </a:lstStyle>
          <a:p>
            <a:pPr lvl="0"/>
            <a:r>
              <a:rPr lang="de-DE"/>
              <a:t>KEYWORD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6099C07-01B4-9C15-824D-A167FAAA900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5B538B9-EE2B-C5A5-0BF2-7EE231BE04F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60" t="1" r="-1" b="-1"/>
          <a:stretch/>
        </p:blipFill>
        <p:spPr>
          <a:xfrm>
            <a:off x="0" y="3552483"/>
            <a:ext cx="658814" cy="137683"/>
          </a:xfrm>
          <a:prstGeom prst="rect">
            <a:avLst/>
          </a:prstGeom>
        </p:spPr>
      </p:pic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D9F877EB-AD36-6ED0-574A-91C23B2F40C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A9E41E50-6542-6018-482F-6ACEB78EB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41486753-22F6-63EB-6ECA-6251DED3A1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6541987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Color/Gray Statement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454F6B8C-4F87-2244-4BC5-741A66267B0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8800" y="1807200"/>
            <a:ext cx="10875600" cy="453618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9600" b="1">
                <a:solidFill>
                  <a:schemeClr val="bg1"/>
                </a:solidFill>
              </a:defRPr>
            </a:lvl1pPr>
            <a:lvl2pPr marL="457200" indent="0">
              <a:buNone/>
              <a:defRPr sz="1600" b="1">
                <a:solidFill>
                  <a:schemeClr val="bg1"/>
                </a:solidFill>
              </a:defRPr>
            </a:lvl2pPr>
            <a:lvl3pPr marL="914400" indent="0">
              <a:buNone/>
              <a:defRPr sz="1600" b="1">
                <a:solidFill>
                  <a:schemeClr val="bg1"/>
                </a:solidFill>
              </a:defRPr>
            </a:lvl3pPr>
            <a:lvl4pPr marL="1371600" indent="0">
              <a:buNone/>
              <a:defRPr sz="1600" b="1">
                <a:solidFill>
                  <a:schemeClr val="bg1"/>
                </a:solidFill>
              </a:defRPr>
            </a:lvl4pPr>
            <a:lvl5pPr marL="1828800" indent="0">
              <a:buNone/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„Platz für Statements &amp; mehr“</a:t>
            </a:r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F86A3554-534D-D127-DCF0-58C57506EA18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008"/>
          <a:stretch/>
        </p:blipFill>
        <p:spPr>
          <a:xfrm>
            <a:off x="8780393" y="2797200"/>
            <a:ext cx="3411607" cy="2687150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6099C07-01B4-9C15-824D-A167FAAA900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52A8D6D-0A96-78D0-3895-A3F54133DCC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21594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Color/Gray Statement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fik 30">
            <a:extLst>
              <a:ext uri="{FF2B5EF4-FFF2-40B4-BE49-F238E27FC236}">
                <a16:creationId xmlns:a16="http://schemas.microsoft.com/office/drawing/2014/main" id="{F86A3554-534D-D127-DCF0-58C57506EA18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008"/>
          <a:stretch/>
        </p:blipFill>
        <p:spPr>
          <a:xfrm>
            <a:off x="8780393" y="2797200"/>
            <a:ext cx="3411607" cy="2687150"/>
          </a:xfrm>
          <a:prstGeom prst="rect">
            <a:avLst/>
          </a:prstGeom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6099C07-01B4-9C15-824D-A167FAAA900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661536-73BB-9C23-0532-1D93E2CE91A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8800" y="1807200"/>
            <a:ext cx="10875600" cy="398843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6000" b="1">
                <a:solidFill>
                  <a:schemeClr val="bg1"/>
                </a:solidFill>
              </a:defRPr>
            </a:lvl1pPr>
            <a:lvl2pPr marL="457200" indent="0">
              <a:buNone/>
              <a:defRPr sz="1600" b="1">
                <a:solidFill>
                  <a:schemeClr val="bg1"/>
                </a:solidFill>
              </a:defRPr>
            </a:lvl2pPr>
            <a:lvl3pPr marL="914400" indent="0">
              <a:buNone/>
              <a:defRPr sz="1600" b="1">
                <a:solidFill>
                  <a:schemeClr val="bg1"/>
                </a:solidFill>
              </a:defRPr>
            </a:lvl3pPr>
            <a:lvl4pPr marL="1371600" indent="0">
              <a:buNone/>
              <a:defRPr sz="1600" b="1">
                <a:solidFill>
                  <a:schemeClr val="bg1"/>
                </a:solidFill>
              </a:defRPr>
            </a:lvl4pPr>
            <a:lvl5pPr marL="1828800" indent="0">
              <a:buNone/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„Platz für lange Statements, Sprüche, Zitate &amp; Co.</a:t>
            </a:r>
            <a:br>
              <a:rPr lang="de-DE"/>
            </a:br>
            <a:r>
              <a:rPr lang="de-DE"/>
              <a:t> Mit Quellenangabe </a:t>
            </a:r>
            <a:br>
              <a:rPr lang="de-DE"/>
            </a:br>
            <a:r>
              <a:rPr lang="de-DE"/>
              <a:t>oder Autor“</a:t>
            </a:r>
          </a:p>
        </p:txBody>
      </p:sp>
      <p:sp>
        <p:nvSpPr>
          <p:cNvPr id="14" name="Textplatzhalter 4">
            <a:extLst>
              <a:ext uri="{FF2B5EF4-FFF2-40B4-BE49-F238E27FC236}">
                <a16:creationId xmlns:a16="http://schemas.microsoft.com/office/drawing/2014/main" id="{B754EBAC-E16C-096E-A3ED-21FAF5D60DD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814" y="5957739"/>
            <a:ext cx="10874374" cy="3208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b="0"/>
            </a:lvl2pPr>
            <a:lvl3pPr marL="914400" indent="0" algn="ctr">
              <a:buNone/>
              <a:defRPr b="0"/>
            </a:lvl3pPr>
            <a:lvl4pPr marL="1371600" indent="0" algn="ctr">
              <a:buNone/>
              <a:defRPr b="0"/>
            </a:lvl4pPr>
            <a:lvl5pPr marL="1828800" indent="0" algn="ctr">
              <a:buNone/>
              <a:defRPr b="0"/>
            </a:lvl5pPr>
          </a:lstStyle>
          <a:p>
            <a:pPr lvl="0"/>
            <a:r>
              <a:rPr lang="de-DE"/>
              <a:t>Autor / Quellenangabe</a:t>
            </a:r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FFD1D5F9-E4D0-11B2-3524-45C127256D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28694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8">
            <a:extLst>
              <a:ext uri="{FF2B5EF4-FFF2-40B4-BE49-F238E27FC236}">
                <a16:creationId xmlns:a16="http://schemas.microsoft.com/office/drawing/2014/main" id="{3F56C7C4-697E-B228-69A0-A9322722723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7F09C3FC-8512-48B6-D7C9-C340604A4B9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9B6711F1-AEF6-F3AF-C2A6-F43E32139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C7AA3C1F-1278-0294-79D0-0066365D226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90967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  <p15:guide id="3" orient="horz" pos="1139" userDrawn="1">
          <p15:clr>
            <a:srgbClr val="FBAE40"/>
          </p15:clr>
        </p15:guide>
      </p15:sldGuideLst>
    </p:ext>
  </p:extLst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Empt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11F28744-F3E2-E92C-82E6-48AEAA12EFF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9" name="Foliennummernplatzhalter 18">
            <a:extLst>
              <a:ext uri="{FF2B5EF4-FFF2-40B4-BE49-F238E27FC236}">
                <a16:creationId xmlns:a16="http://schemas.microsoft.com/office/drawing/2014/main" id="{EDDF4054-F96A-B12C-7738-A469A13E87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9AED8F97-3298-EA51-B1D2-BC39055C729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939DF9E1-BA64-F999-0D30-3D78F2420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C66650B4-455B-6DF5-8E4A-31F746CE8C1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610139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997" userDrawn="1">
          <p15:clr>
            <a:srgbClr val="FBAE40"/>
          </p15:clr>
        </p15:guide>
        <p15:guide id="3" orient="horz" pos="1139" userDrawn="1">
          <p15:clr>
            <a:srgbClr val="FBAE40"/>
          </p15:clr>
        </p15:guide>
      </p15:sldGuideLst>
    </p:ext>
  </p:extLst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18">
            <a:extLst>
              <a:ext uri="{FF2B5EF4-FFF2-40B4-BE49-F238E27FC236}">
                <a16:creationId xmlns:a16="http://schemas.microsoft.com/office/drawing/2014/main" id="{7097C519-8FF8-D3AD-264C-FD167052FB1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A5435FC5-ED45-DE8A-404D-15F749E2785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3C8E6A85-72D5-522B-0893-FD2E44AFE2B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81B5E584-200A-D585-E985-A464C3F7111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A5442BA0-630B-8E4D-E7FB-FB7AE43A0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BBD72F61-927C-DE69-FCBD-86030AA4D72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52105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8728EB9F-DE6F-A6C2-E478-993ACDCB31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79728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C94A513C-3E6D-678A-E521-EE0F8DBC316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5D70DCA7-6E2D-FB1B-0DF5-8F58F8263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79998472-1711-A5FD-89AA-CC968A3FE70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3457174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F4FE8932-A6BE-5FB5-3425-21D79A92DA5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83610942-50A8-E78C-C3BF-FB5D8ED7670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D37B1D9E-FB9A-4953-2A9E-0CF30F223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baseline="0"/>
            </a:lvl1pPr>
          </a:lstStyle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3788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8163"/>
            <a:ext cx="35136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C3A80510-A6A3-D9AE-4F52-08D4117A463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39200" y="1808163"/>
            <a:ext cx="719371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1FE6FC93-82E5-818B-8CC1-DAE1F2B676A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5CF9B05A-F8D0-0515-E964-FC3567912F2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2F3B5157-937B-FAE5-144C-2F80500EE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181329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7CC98CD7-F997-EEDA-026F-8CD073900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800" y="3788228"/>
            <a:ext cx="10864647" cy="25559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tx1"/>
                </a:solidFill>
              </a:defRPr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A627E51-4864-561C-19D8-0C45B04198C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03F3F578-065E-EE79-686F-36C9B6D9F78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91287C8F-31C6-34B7-ED8F-D2186FFD93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F003CA5C-6C68-F260-879D-3BC9EC004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217885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F295AE0C-F0A0-991B-B140-989EB9CAD4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8813" y="1808162"/>
            <a:ext cx="10874375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Picture</a:t>
            </a:r>
          </a:p>
        </p:txBody>
      </p:sp>
      <p:sp>
        <p:nvSpPr>
          <p:cNvPr id="8" name="Foliennummernplatzhalter 18">
            <a:extLst>
              <a:ext uri="{FF2B5EF4-FFF2-40B4-BE49-F238E27FC236}">
                <a16:creationId xmlns:a16="http://schemas.microsoft.com/office/drawing/2014/main" id="{7097C519-8FF8-D3AD-264C-FD167052FB1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98C40852-4AB9-F11F-FB16-79A5895D816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31074367-5907-55F1-8929-5D74B8E6BB0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7EF7C0C8-BE09-FFB8-D362-CE357BE09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673040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F295AE0C-F0A0-991B-B140-989EB9CAD4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600" y="1808162"/>
            <a:ext cx="12193200" cy="4536000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Picture</a:t>
            </a:r>
          </a:p>
        </p:txBody>
      </p:sp>
      <p:sp>
        <p:nvSpPr>
          <p:cNvPr id="8" name="Foliennummernplatzhalter 18">
            <a:extLst>
              <a:ext uri="{FF2B5EF4-FFF2-40B4-BE49-F238E27FC236}">
                <a16:creationId xmlns:a16="http://schemas.microsoft.com/office/drawing/2014/main" id="{7097C519-8FF8-D3AD-264C-FD167052FB1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74EFCADA-0A87-541C-3C1F-6F193D67499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C83EF582-B99C-F82E-7B26-3B155BB3891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82D62C2D-6A9D-40D5-569E-016F32452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7923324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54F2A18A-A771-DE68-87E8-7B42541331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8813" y="1807200"/>
            <a:ext cx="5353460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Picture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FD9FAA7E-D7BF-455D-6F89-7675F141A29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73093" y="1807200"/>
            <a:ext cx="5353460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Picture</a:t>
            </a:r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9205598F-47D4-4FD9-0433-DCB70419884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C3A6BC75-3212-0B0A-CB7D-4D910DC8CC8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9D296CA3-41B7-15BE-6513-69472B180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039030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0091DD53-8E82-014E-BE05-8571C5FDFBE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019590" y="1807200"/>
            <a:ext cx="3513599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D830462E-8272-89E7-7AE1-49D09586028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39201" y="1807200"/>
            <a:ext cx="3513599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D1C53CAA-4DD4-AA7C-27F7-3F0D08A169B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8813" y="1807200"/>
            <a:ext cx="3513599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480365CF-1F28-33DF-0EDB-9DFBB998476C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4D3A061A-7D37-739C-A264-2BB0DEF4B9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B8F3E3F8-88E8-BD38-70DD-09E9900A6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2066527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D1C53CAA-4DD4-AA7C-27F7-3F0D08A169B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8813" y="1801954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0091DD53-8E82-014E-BE05-8571C5FDFBE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019590" y="1801954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D830462E-8272-89E7-7AE1-49D09586028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39201" y="1801954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A6B536E5-2CFC-80FB-79EE-5747749E5CC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58813" y="4060319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68BAED4C-07C7-DDED-FBC2-1AC7DCE182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019590" y="4060319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B2E59335-9009-FACC-7E82-F867E4950284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339201" y="4060319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0FE34400-6178-62D7-73EE-B90FA53675D1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636C17BD-0834-E94A-286E-92A882F2653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Titel 22">
            <a:extLst>
              <a:ext uri="{FF2B5EF4-FFF2-40B4-BE49-F238E27FC236}">
                <a16:creationId xmlns:a16="http://schemas.microsoft.com/office/drawing/2014/main" id="{093D6516-E180-0F93-83A3-5CEFB277D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4868594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0D97E437-107A-FF06-85EB-2DF58253C39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53406" y="1808163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8BA064-8075-E801-0D81-DD656C63E0E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87869FBE-9C86-7817-BEA6-3DCDD2A658C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448000" y="1808163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1147468C-8EC9-9468-CE31-40123E99DD2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58812" y="1808163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9F1E4947-89E7-40B1-8FCF-0F19D7E4ED2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F0578141-BA08-2449-3A27-4C5B9A42A99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09EC0708-D4CB-A74F-16F6-F741EE8A4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409195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A627E51-4864-561C-19D8-0C45B04198C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4825B1BD-6F5C-73F6-5730-50C5E37F8BF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415834" y="1808162"/>
            <a:ext cx="6117353" cy="4537076"/>
          </a:xfrm>
          <a:custGeom>
            <a:avLst/>
            <a:gdLst>
              <a:gd name="connsiteX0" fmla="*/ 0 w 4494831"/>
              <a:gd name="connsiteY0" fmla="*/ 0 h 3239614"/>
              <a:gd name="connsiteX1" fmla="*/ 4494831 w 4494831"/>
              <a:gd name="connsiteY1" fmla="*/ 0 h 3239614"/>
              <a:gd name="connsiteX2" fmla="*/ 4494831 w 4494831"/>
              <a:gd name="connsiteY2" fmla="*/ 3239614 h 3239614"/>
              <a:gd name="connsiteX3" fmla="*/ 0 w 4494831"/>
              <a:gd name="connsiteY3" fmla="*/ 3239614 h 3239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4831" h="3239614">
                <a:moveTo>
                  <a:pt x="0" y="0"/>
                </a:moveTo>
                <a:lnTo>
                  <a:pt x="4494831" y="0"/>
                </a:lnTo>
                <a:lnTo>
                  <a:pt x="4494831" y="3239614"/>
                </a:lnTo>
                <a:lnTo>
                  <a:pt x="0" y="323961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EA26E8C4-BD4C-AB31-E71C-DAD77784689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58800" y="1808163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8FA4F822-5D40-51E9-8311-31F89ADC8D6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58800" y="3392700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FF657CE7-7058-2F14-F219-936C8D49601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58800" y="4977238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Picture Placeholder 10">
            <a:extLst>
              <a:ext uri="{FF2B5EF4-FFF2-40B4-BE49-F238E27FC236}">
                <a16:creationId xmlns:a16="http://schemas.microsoft.com/office/drawing/2014/main" id="{51F0A19C-2C72-A5E3-D811-ED56A8011DE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038607" y="1808163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3A13C34A-2A70-9358-9EC4-486760C21D1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038607" y="3392701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4" name="Picture Placeholder 14">
            <a:extLst>
              <a:ext uri="{FF2B5EF4-FFF2-40B4-BE49-F238E27FC236}">
                <a16:creationId xmlns:a16="http://schemas.microsoft.com/office/drawing/2014/main" id="{B99003E6-91ED-853C-06C0-C3263E8D38C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038607" y="4977238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803E2380-5025-64D3-7796-D427243CE44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8BDF3E8D-018E-406B-C77A-F863C88894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7EB89D15-444B-D1F0-D453-C3D2E3B11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98666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A59E2A6E-0894-646C-B9EC-689D1F5A1C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953837" y="1808162"/>
            <a:ext cx="7238163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BBA0EDFE-4B65-A9A5-7816-292CE8E105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3BC147AA-4F02-C7C4-11DC-3147B61D151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DB200F90-7752-78AB-8C03-DFC93D1C7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548382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ildplatzhalter 2">
            <a:extLst>
              <a:ext uri="{FF2B5EF4-FFF2-40B4-BE49-F238E27FC236}">
                <a16:creationId xmlns:a16="http://schemas.microsoft.com/office/drawing/2014/main" id="{04218D4A-199F-C473-96CD-22B714A2D46F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58813" y="2384599"/>
            <a:ext cx="2160001" cy="2340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7AC62B63-66AE-E663-5544-E8A01388E28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96C79B59-0E3B-A8D8-31C4-7830AF4171E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CC6D1AAE-8254-44A4-B5FC-CBC29A15F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213153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ildplatzhalter 7">
            <a:extLst>
              <a:ext uri="{FF2B5EF4-FFF2-40B4-BE49-F238E27FC236}">
                <a16:creationId xmlns:a16="http://schemas.microsoft.com/office/drawing/2014/main" id="{82C59924-54FD-F18E-428C-4F41A3C0EB6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1"/>
            <a:ext cx="12192000" cy="6345238"/>
          </a:xfrm>
          <a:custGeom>
            <a:avLst/>
            <a:gdLst>
              <a:gd name="connsiteX0" fmla="*/ 0 w 12192000"/>
              <a:gd name="connsiteY0" fmla="*/ 0 h 6345238"/>
              <a:gd name="connsiteX1" fmla="*/ 11134439 w 12192000"/>
              <a:gd name="connsiteY1" fmla="*/ 0 h 6345238"/>
              <a:gd name="connsiteX2" fmla="*/ 12192000 w 12192000"/>
              <a:gd name="connsiteY2" fmla="*/ 1057561 h 6345238"/>
              <a:gd name="connsiteX3" fmla="*/ 12192000 w 12192000"/>
              <a:gd name="connsiteY3" fmla="*/ 6345238 h 6345238"/>
              <a:gd name="connsiteX4" fmla="*/ 0 w 12192000"/>
              <a:gd name="connsiteY4" fmla="*/ 6345238 h 6345238"/>
              <a:gd name="connsiteX5" fmla="*/ 0 w 12192000"/>
              <a:gd name="connsiteY5" fmla="*/ 0 h 6345238"/>
              <a:gd name="connsiteX0" fmla="*/ 0 w 12192000"/>
              <a:gd name="connsiteY0" fmla="*/ 0 h 6345238"/>
              <a:gd name="connsiteX1" fmla="*/ 5307571 w 12192000"/>
              <a:gd name="connsiteY1" fmla="*/ 0 h 6345238"/>
              <a:gd name="connsiteX2" fmla="*/ 12192000 w 12192000"/>
              <a:gd name="connsiteY2" fmla="*/ 1057561 h 6345238"/>
              <a:gd name="connsiteX3" fmla="*/ 12192000 w 12192000"/>
              <a:gd name="connsiteY3" fmla="*/ 6345238 h 6345238"/>
              <a:gd name="connsiteX4" fmla="*/ 0 w 12192000"/>
              <a:gd name="connsiteY4" fmla="*/ 6345238 h 6345238"/>
              <a:gd name="connsiteX5" fmla="*/ 0 w 12192000"/>
              <a:gd name="connsiteY5" fmla="*/ 0 h 6345238"/>
              <a:gd name="connsiteX0" fmla="*/ 0 w 12192000"/>
              <a:gd name="connsiteY0" fmla="*/ 0 h 6345238"/>
              <a:gd name="connsiteX1" fmla="*/ 5307571 w 12192000"/>
              <a:gd name="connsiteY1" fmla="*/ 0 h 6345238"/>
              <a:gd name="connsiteX2" fmla="*/ 12192000 w 12192000"/>
              <a:gd name="connsiteY2" fmla="*/ 1448086 h 6345238"/>
              <a:gd name="connsiteX3" fmla="*/ 12192000 w 12192000"/>
              <a:gd name="connsiteY3" fmla="*/ 6345238 h 6345238"/>
              <a:gd name="connsiteX4" fmla="*/ 0 w 12192000"/>
              <a:gd name="connsiteY4" fmla="*/ 6345238 h 6345238"/>
              <a:gd name="connsiteX5" fmla="*/ 0 w 12192000"/>
              <a:gd name="connsiteY5" fmla="*/ 0 h 6345238"/>
              <a:gd name="connsiteX0" fmla="*/ 0 w 12192000"/>
              <a:gd name="connsiteY0" fmla="*/ 0 h 6345238"/>
              <a:gd name="connsiteX1" fmla="*/ 5326621 w 12192000"/>
              <a:gd name="connsiteY1" fmla="*/ 0 h 6345238"/>
              <a:gd name="connsiteX2" fmla="*/ 12192000 w 12192000"/>
              <a:gd name="connsiteY2" fmla="*/ 1448086 h 6345238"/>
              <a:gd name="connsiteX3" fmla="*/ 12192000 w 12192000"/>
              <a:gd name="connsiteY3" fmla="*/ 6345238 h 6345238"/>
              <a:gd name="connsiteX4" fmla="*/ 0 w 12192000"/>
              <a:gd name="connsiteY4" fmla="*/ 6345238 h 6345238"/>
              <a:gd name="connsiteX5" fmla="*/ 0 w 12192000"/>
              <a:gd name="connsiteY5" fmla="*/ 0 h 6345238"/>
              <a:gd name="connsiteX0" fmla="*/ 0 w 12192000"/>
              <a:gd name="connsiteY0" fmla="*/ 0 h 6345238"/>
              <a:gd name="connsiteX1" fmla="*/ 5326621 w 12192000"/>
              <a:gd name="connsiteY1" fmla="*/ 0 h 6345238"/>
              <a:gd name="connsiteX2" fmla="*/ 12192000 w 12192000"/>
              <a:gd name="connsiteY2" fmla="*/ 1452848 h 6345238"/>
              <a:gd name="connsiteX3" fmla="*/ 12192000 w 12192000"/>
              <a:gd name="connsiteY3" fmla="*/ 6345238 h 6345238"/>
              <a:gd name="connsiteX4" fmla="*/ 0 w 12192000"/>
              <a:gd name="connsiteY4" fmla="*/ 6345238 h 6345238"/>
              <a:gd name="connsiteX5" fmla="*/ 0 w 12192000"/>
              <a:gd name="connsiteY5" fmla="*/ 0 h 6345238"/>
              <a:gd name="connsiteX0" fmla="*/ 0 w 12192000"/>
              <a:gd name="connsiteY0" fmla="*/ 0 h 6345238"/>
              <a:gd name="connsiteX1" fmla="*/ 5336146 w 12192000"/>
              <a:gd name="connsiteY1" fmla="*/ 0 h 6345238"/>
              <a:gd name="connsiteX2" fmla="*/ 12192000 w 12192000"/>
              <a:gd name="connsiteY2" fmla="*/ 1452848 h 6345238"/>
              <a:gd name="connsiteX3" fmla="*/ 12192000 w 12192000"/>
              <a:gd name="connsiteY3" fmla="*/ 6345238 h 6345238"/>
              <a:gd name="connsiteX4" fmla="*/ 0 w 12192000"/>
              <a:gd name="connsiteY4" fmla="*/ 6345238 h 6345238"/>
              <a:gd name="connsiteX5" fmla="*/ 0 w 12192000"/>
              <a:gd name="connsiteY5" fmla="*/ 0 h 6345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345238">
                <a:moveTo>
                  <a:pt x="0" y="0"/>
                </a:moveTo>
                <a:lnTo>
                  <a:pt x="5336146" y="0"/>
                </a:lnTo>
                <a:lnTo>
                  <a:pt x="12192000" y="1452848"/>
                </a:lnTo>
                <a:lnTo>
                  <a:pt x="12192000" y="6345238"/>
                </a:lnTo>
                <a:lnTo>
                  <a:pt x="0" y="6345238"/>
                </a:lnTo>
                <a:lnTo>
                  <a:pt x="0" y="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B7FE752B-C990-C511-A418-99B3AAFCAE9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959738D4-E7C5-04A7-F232-2E02017418E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8015160E-A62A-761C-1601-AD3CAD175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285596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B0AF4C59-07E8-1B75-3F6F-3E36FC7A980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>
          <a:xfrm>
            <a:off x="658800" y="1808165"/>
            <a:ext cx="2449512" cy="3847416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tIns="720000" anchor="ctr"/>
          <a:lstStyle>
            <a:lvl1pPr marL="0" indent="0" algn="ctr">
              <a:buNone/>
              <a:defRPr sz="800"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84867A90-3126-7D21-1081-472CEF20DD2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>
          <a:xfrm>
            <a:off x="3173116" y="3341077"/>
            <a:ext cx="3671721" cy="231450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tIns="720000" anchor="ctr"/>
          <a:lstStyle>
            <a:lvl1pPr marL="0" indent="0" algn="ctr">
              <a:buNone/>
              <a:defRPr sz="800"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1AF8651F-50C2-89F5-FBAF-FAA255F9D11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 bwMode="gray">
          <a:xfrm>
            <a:off x="3173116" y="1808163"/>
            <a:ext cx="1800000" cy="145892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tIns="720000" anchor="ctr"/>
          <a:lstStyle>
            <a:lvl1pPr marL="0" indent="0" algn="ctr">
              <a:buNone/>
              <a:defRPr sz="800"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F5E2DEB6-8060-0A3D-C4AE-FF9FAC78FCA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gray">
          <a:xfrm>
            <a:off x="5044838" y="1808163"/>
            <a:ext cx="1800000" cy="145892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tIns="720000" anchor="ctr"/>
          <a:lstStyle>
            <a:lvl1pPr marL="0" indent="0" algn="ctr">
              <a:buNone/>
              <a:defRPr sz="800"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99F92596-EE9C-6927-2CD3-D88BB7B1875B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B8F6F5FD-F415-E1ED-1AE4-BFD954C4B1E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itel 20">
            <a:extLst>
              <a:ext uri="{FF2B5EF4-FFF2-40B4-BE49-F238E27FC236}">
                <a16:creationId xmlns:a16="http://schemas.microsoft.com/office/drawing/2014/main" id="{ED5B861A-B184-2F35-8956-4E1147637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64043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/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5AB30D0C-63C7-CEA9-B66D-8F025FC1DB8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8814" y="2650188"/>
            <a:ext cx="2612123" cy="3687763"/>
          </a:xfrm>
          <a:custGeom>
            <a:avLst/>
            <a:gdLst>
              <a:gd name="connsiteX0" fmla="*/ 0 w 2485705"/>
              <a:gd name="connsiteY0" fmla="*/ 0 h 3509288"/>
              <a:gd name="connsiteX1" fmla="*/ 2485705 w 2485705"/>
              <a:gd name="connsiteY1" fmla="*/ 0 h 3509288"/>
              <a:gd name="connsiteX2" fmla="*/ 2485705 w 2485705"/>
              <a:gd name="connsiteY2" fmla="*/ 3509288 h 3509288"/>
              <a:gd name="connsiteX3" fmla="*/ 0 w 2485705"/>
              <a:gd name="connsiteY3" fmla="*/ 3509288 h 3509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8">
                <a:moveTo>
                  <a:pt x="0" y="0"/>
                </a:moveTo>
                <a:lnTo>
                  <a:pt x="2485705" y="0"/>
                </a:lnTo>
                <a:lnTo>
                  <a:pt x="2485705" y="3509288"/>
                </a:lnTo>
                <a:lnTo>
                  <a:pt x="0" y="3509288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05212AB6-D77D-3421-18B6-A996E6DFAB0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19271" y="1808163"/>
            <a:ext cx="2612123" cy="3687762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AF27F708-63A1-8A33-7580-C6944AD0FC3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905624" y="5185887"/>
            <a:ext cx="4620103" cy="11593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5AC99773-03C0-51B3-A37A-0E2CBB5EC5D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905624" y="1800876"/>
            <a:ext cx="4620104" cy="17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 sz="2000" b="1"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Rectangle 19">
            <a:extLst>
              <a:ext uri="{FF2B5EF4-FFF2-40B4-BE49-F238E27FC236}">
                <a16:creationId xmlns:a16="http://schemas.microsoft.com/office/drawing/2014/main" id="{E84E3282-A06E-A8C5-4340-FF2AAFC9050E}"/>
              </a:ext>
            </a:extLst>
          </p:cNvPr>
          <p:cNvSpPr/>
          <p:nvPr userDrawn="1"/>
        </p:nvSpPr>
        <p:spPr>
          <a:xfrm>
            <a:off x="3419271" y="1800876"/>
            <a:ext cx="438150" cy="438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18" name="Rectangle 26">
            <a:extLst>
              <a:ext uri="{FF2B5EF4-FFF2-40B4-BE49-F238E27FC236}">
                <a16:creationId xmlns:a16="http://schemas.microsoft.com/office/drawing/2014/main" id="{E990190D-4E97-F2BC-3E90-4759B1DE023A}"/>
              </a:ext>
            </a:extLst>
          </p:cNvPr>
          <p:cNvSpPr/>
          <p:nvPr userDrawn="1"/>
        </p:nvSpPr>
        <p:spPr>
          <a:xfrm>
            <a:off x="666272" y="2650188"/>
            <a:ext cx="438150" cy="438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39AF8783-BEC8-7C6C-BF59-E9B75167832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05624" y="3914393"/>
            <a:ext cx="4620103" cy="11593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2459BC92-787C-D266-9636-A5E2A274E46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0A5858E2-DCA0-577B-990C-3CEC5C1EA45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Titel 22">
            <a:extLst>
              <a:ext uri="{FF2B5EF4-FFF2-40B4-BE49-F238E27FC236}">
                <a16:creationId xmlns:a16="http://schemas.microsoft.com/office/drawing/2014/main" id="{8F6114D9-63B3-AA68-7F04-499D12D14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607687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/Tex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692AD83D-68AA-EFB3-61EC-F41A80E953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58813" y="1808163"/>
            <a:ext cx="3744000" cy="45370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57839775-A056-A661-1D36-E3FCFE1426D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57863" y="1808163"/>
            <a:ext cx="3744000" cy="45370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" name="Inhaltsplatzhalter 2">
            <a:extLst>
              <a:ext uri="{FF2B5EF4-FFF2-40B4-BE49-F238E27FC236}">
                <a16:creationId xmlns:a16="http://schemas.microsoft.com/office/drawing/2014/main" id="{AB35FE18-F01D-5E96-8397-98293418E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2678" y="3248096"/>
            <a:ext cx="3134096" cy="25942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7" name="Inhaltsplatzhalter 2">
            <a:extLst>
              <a:ext uri="{FF2B5EF4-FFF2-40B4-BE49-F238E27FC236}">
                <a16:creationId xmlns:a16="http://schemas.microsoft.com/office/drawing/2014/main" id="{3D370077-F2C5-9C6F-0A3C-BCEA6E3369B3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72678" y="2182979"/>
            <a:ext cx="3134096" cy="8596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8" name="Inhaltsplatzhalter 2">
            <a:extLst>
              <a:ext uri="{FF2B5EF4-FFF2-40B4-BE49-F238E27FC236}">
                <a16:creationId xmlns:a16="http://schemas.microsoft.com/office/drawing/2014/main" id="{E782331D-27AA-F1E9-BB04-E35F84498B81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862815" y="3248096"/>
            <a:ext cx="3134096" cy="25942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9" name="Inhaltsplatzhalter 2">
            <a:extLst>
              <a:ext uri="{FF2B5EF4-FFF2-40B4-BE49-F238E27FC236}">
                <a16:creationId xmlns:a16="http://schemas.microsoft.com/office/drawing/2014/main" id="{7200E6A2-DFC2-8AA5-F92A-FF5C7091B1B2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862815" y="2182979"/>
            <a:ext cx="3134096" cy="8596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07FA46B-3B3F-3F32-490E-C4257186284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BF013105-6899-A90D-429D-16D40826CA2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448000" y="1808162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8561C170-8D4A-F865-24B9-6FDC13665C8B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C5E3F041-03DB-2E67-777E-A111FD4D87A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10E597D6-7F10-C324-2698-A25BEFBD2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9054458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/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">
            <a:extLst>
              <a:ext uri="{FF2B5EF4-FFF2-40B4-BE49-F238E27FC236}">
                <a16:creationId xmlns:a16="http://schemas.microsoft.com/office/drawing/2014/main" id="{BE398209-46F9-AEB2-0368-F7B53762EC5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58813" y="1808162"/>
            <a:ext cx="3744000" cy="45370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A604AC7F-624A-1143-FBB4-6E392986B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2678" y="3248096"/>
            <a:ext cx="3134096" cy="25942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71614C9C-D27A-26BF-9759-EB7FA6A0CD20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72678" y="2182979"/>
            <a:ext cx="3134096" cy="8596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0D97E437-107A-FF06-85EB-2DF58253C39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53406" y="1808162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8BA064-8075-E801-0D81-DD656C63E0E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87869FBE-9C86-7817-BEA6-3DCDD2A658C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448000" y="1808162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465CF2A-C22E-F821-B8A7-E87501CB8D7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2837C49F-FFEE-E090-3043-485BE51D518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itel 20">
            <a:extLst>
              <a:ext uri="{FF2B5EF4-FFF2-40B4-BE49-F238E27FC236}">
                <a16:creationId xmlns:a16="http://schemas.microsoft.com/office/drawing/2014/main" id="{DD7C0BFC-7A60-6BB2-E3DA-4F15A24E1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70177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/Tex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DE56C3CE-9937-575A-4799-87156AAEEF95}"/>
              </a:ext>
            </a:extLst>
          </p:cNvPr>
          <p:cNvSpPr/>
          <p:nvPr userDrawn="1"/>
        </p:nvSpPr>
        <p:spPr>
          <a:xfrm>
            <a:off x="0" y="0"/>
            <a:ext cx="6098400" cy="6346032"/>
          </a:xfrm>
          <a:prstGeom prst="rect">
            <a:avLst/>
          </a:prstGeom>
          <a:gradFill>
            <a:gsLst>
              <a:gs pos="0">
                <a:schemeClr val="bg1"/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de-DE">
              <a:solidFill>
                <a:schemeClr val="bg1"/>
              </a:solidFill>
            </a:endParaRP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3068061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CE01C8-95AF-7AD2-A082-F5F14A3CCD9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464849" y="1807200"/>
            <a:ext cx="3068061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AD2A60CA-F61B-4612-7D28-449D1492AC1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052094" y="1807200"/>
            <a:ext cx="4087813" cy="453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/>
            </a:lvl1pPr>
          </a:lstStyle>
          <a:p>
            <a:endParaRPr lang="de-DE"/>
          </a:p>
        </p:txBody>
      </p:sp>
      <p:pic>
        <p:nvPicPr>
          <p:cNvPr id="7" name="Grafik 2">
            <a:extLst>
              <a:ext uri="{FF2B5EF4-FFF2-40B4-BE49-F238E27FC236}">
                <a16:creationId xmlns:a16="http://schemas.microsoft.com/office/drawing/2014/main" id="{F6046537-086E-222E-F005-337547A6C5D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48"/>
          <a:stretch/>
        </p:blipFill>
        <p:spPr>
          <a:xfrm>
            <a:off x="5330548" y="1"/>
            <a:ext cx="6861452" cy="1457999"/>
          </a:xfrm>
          <a:prstGeom prst="rect">
            <a:avLst/>
          </a:prstGeom>
        </p:spPr>
      </p:pic>
      <p:sp>
        <p:nvSpPr>
          <p:cNvPr id="20" name="Titel 1">
            <a:extLst>
              <a:ext uri="{FF2B5EF4-FFF2-40B4-BE49-F238E27FC236}">
                <a16:creationId xmlns:a16="http://schemas.microsoft.com/office/drawing/2014/main" id="{1DC72D7D-BB20-B6EF-DBBD-2457CE2EF3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812" y="824416"/>
            <a:ext cx="5400000" cy="3129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cap="all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21" name="Textplatzhalter 42">
            <a:extLst>
              <a:ext uri="{FF2B5EF4-FFF2-40B4-BE49-F238E27FC236}">
                <a16:creationId xmlns:a16="http://schemas.microsoft.com/office/drawing/2014/main" id="{66FACB70-323C-3380-A5F0-00C10C6471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13" y="520049"/>
            <a:ext cx="5400000" cy="255763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None/>
              <a:defRPr sz="22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Fußzeilenplatzhalter 17">
            <a:extLst>
              <a:ext uri="{FF2B5EF4-FFF2-40B4-BE49-F238E27FC236}">
                <a16:creationId xmlns:a16="http://schemas.microsoft.com/office/drawing/2014/main" id="{04530240-F975-45AC-E381-3AE44B029DAC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grpSp>
        <p:nvGrpSpPr>
          <p:cNvPr id="19" name="Grafik 13">
            <a:extLst>
              <a:ext uri="{FF2B5EF4-FFF2-40B4-BE49-F238E27FC236}">
                <a16:creationId xmlns:a16="http://schemas.microsoft.com/office/drawing/2014/main" id="{DC5E7C4E-2E5B-CCEE-4E1A-B2C17B107AA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21200" y="489600"/>
            <a:ext cx="1209600" cy="299018"/>
            <a:chOff x="8501174" y="2383489"/>
            <a:chExt cx="2699861" cy="667416"/>
          </a:xfrm>
          <a:solidFill>
            <a:schemeClr val="tx1"/>
          </a:solidFill>
        </p:grpSpPr>
        <p:grpSp>
          <p:nvGrpSpPr>
            <p:cNvPr id="22" name="Grafik 13">
              <a:extLst>
                <a:ext uri="{FF2B5EF4-FFF2-40B4-BE49-F238E27FC236}">
                  <a16:creationId xmlns:a16="http://schemas.microsoft.com/office/drawing/2014/main" id="{FA825BA7-11F1-47A6-05D0-3064A43692CC}"/>
                </a:ext>
              </a:extLst>
            </p:cNvPr>
            <p:cNvGrpSpPr/>
            <p:nvPr/>
          </p:nvGrpSpPr>
          <p:grpSpPr>
            <a:xfrm>
              <a:off x="9461484" y="2955941"/>
              <a:ext cx="876871" cy="94964"/>
              <a:chOff x="9461484" y="2955941"/>
              <a:chExt cx="876871" cy="94964"/>
            </a:xfrm>
            <a:grpFill/>
          </p:grpSpPr>
          <p:sp>
            <p:nvSpPr>
              <p:cNvPr id="31" name="Freihandform: Form 30">
                <a:extLst>
                  <a:ext uri="{FF2B5EF4-FFF2-40B4-BE49-F238E27FC236}">
                    <a16:creationId xmlns:a16="http://schemas.microsoft.com/office/drawing/2014/main" id="{5F48D4E8-B01D-BD6C-C313-05C559864F9F}"/>
                  </a:ext>
                </a:extLst>
              </p:cNvPr>
              <p:cNvSpPr/>
              <p:nvPr/>
            </p:nvSpPr>
            <p:spPr>
              <a:xfrm>
                <a:off x="9461484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8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8 w 64198"/>
                  <a:gd name="connsiteY9" fmla="*/ 83820 h 91725"/>
                  <a:gd name="connsiteX10" fmla="*/ 48577 w 64198"/>
                  <a:gd name="connsiteY10" fmla="*/ 83820 h 91725"/>
                  <a:gd name="connsiteX11" fmla="*/ 47244 w 64198"/>
                  <a:gd name="connsiteY11" fmla="*/ 91726 h 91725"/>
                  <a:gd name="connsiteX12" fmla="*/ 190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8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8" y="83820"/>
                    </a:lnTo>
                    <a:lnTo>
                      <a:pt x="48577" y="83820"/>
                    </a:lnTo>
                    <a:lnTo>
                      <a:pt x="47244" y="91726"/>
                    </a:lnTo>
                    <a:lnTo>
                      <a:pt x="19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2" name="Freihandform: Form 31">
                <a:extLst>
                  <a:ext uri="{FF2B5EF4-FFF2-40B4-BE49-F238E27FC236}">
                    <a16:creationId xmlns:a16="http://schemas.microsoft.com/office/drawing/2014/main" id="{C07DBD52-76F7-6C8F-7469-CCE74A99F733}"/>
                  </a:ext>
                </a:extLst>
              </p:cNvPr>
              <p:cNvSpPr/>
              <p:nvPr/>
            </p:nvSpPr>
            <p:spPr>
              <a:xfrm>
                <a:off x="9534636" y="2957560"/>
                <a:ext cx="48387" cy="91725"/>
              </a:xfrm>
              <a:custGeom>
                <a:avLst/>
                <a:gdLst>
                  <a:gd name="connsiteX0" fmla="*/ 0 w 48387"/>
                  <a:gd name="connsiteY0" fmla="*/ 91726 h 91725"/>
                  <a:gd name="connsiteX1" fmla="*/ 19621 w 48387"/>
                  <a:gd name="connsiteY1" fmla="*/ 0 h 91725"/>
                  <a:gd name="connsiteX2" fmla="*/ 28956 w 48387"/>
                  <a:gd name="connsiteY2" fmla="*/ 0 h 91725"/>
                  <a:gd name="connsiteX3" fmla="*/ 10954 w 48387"/>
                  <a:gd name="connsiteY3" fmla="*/ 83820 h 91725"/>
                  <a:gd name="connsiteX4" fmla="*/ 48387 w 48387"/>
                  <a:gd name="connsiteY4" fmla="*/ 83820 h 91725"/>
                  <a:gd name="connsiteX5" fmla="*/ 46958 w 48387"/>
                  <a:gd name="connsiteY5" fmla="*/ 91726 h 91725"/>
                  <a:gd name="connsiteX6" fmla="*/ 95 w 48387"/>
                  <a:gd name="connsiteY6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8387" h="91725">
                    <a:moveTo>
                      <a:pt x="0" y="91726"/>
                    </a:moveTo>
                    <a:lnTo>
                      <a:pt x="19621" y="0"/>
                    </a:lnTo>
                    <a:lnTo>
                      <a:pt x="28956" y="0"/>
                    </a:lnTo>
                    <a:lnTo>
                      <a:pt x="10954" y="83820"/>
                    </a:lnTo>
                    <a:lnTo>
                      <a:pt x="48387" y="83820"/>
                    </a:lnTo>
                    <a:lnTo>
                      <a:pt x="46958" y="91726"/>
                    </a:lnTo>
                    <a:lnTo>
                      <a:pt x="95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3" name="Freihandform: Form 32">
                <a:extLst>
                  <a:ext uri="{FF2B5EF4-FFF2-40B4-BE49-F238E27FC236}">
                    <a16:creationId xmlns:a16="http://schemas.microsoft.com/office/drawing/2014/main" id="{35C8B72C-4B57-69AD-6B22-9D96C051274C}"/>
                  </a:ext>
                </a:extLst>
              </p:cNvPr>
              <p:cNvSpPr/>
              <p:nvPr/>
            </p:nvSpPr>
            <p:spPr>
              <a:xfrm>
                <a:off x="9605216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9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9 w 64198"/>
                  <a:gd name="connsiteY9" fmla="*/ 83820 h 91725"/>
                  <a:gd name="connsiteX10" fmla="*/ 48578 w 64198"/>
                  <a:gd name="connsiteY10" fmla="*/ 83820 h 91725"/>
                  <a:gd name="connsiteX11" fmla="*/ 47244 w 64198"/>
                  <a:gd name="connsiteY11" fmla="*/ 91726 h 91725"/>
                  <a:gd name="connsiteX12" fmla="*/ 191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9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9" y="83820"/>
                    </a:lnTo>
                    <a:lnTo>
                      <a:pt x="48578" y="83820"/>
                    </a:lnTo>
                    <a:lnTo>
                      <a:pt x="47244" y="91726"/>
                    </a:lnTo>
                    <a:lnTo>
                      <a:pt x="19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4" name="Freihandform: Form 33">
                <a:extLst>
                  <a:ext uri="{FF2B5EF4-FFF2-40B4-BE49-F238E27FC236}">
                    <a16:creationId xmlns:a16="http://schemas.microsoft.com/office/drawing/2014/main" id="{1765FA66-7F4C-D4FD-529F-349B3182C53D}"/>
                  </a:ext>
                </a:extLst>
              </p:cNvPr>
              <p:cNvSpPr/>
              <p:nvPr/>
            </p:nvSpPr>
            <p:spPr>
              <a:xfrm>
                <a:off x="9684179" y="2955941"/>
                <a:ext cx="79247" cy="94869"/>
              </a:xfrm>
              <a:custGeom>
                <a:avLst/>
                <a:gdLst>
                  <a:gd name="connsiteX0" fmla="*/ 60960 w 79247"/>
                  <a:gd name="connsiteY0" fmla="*/ 92012 h 94869"/>
                  <a:gd name="connsiteX1" fmla="*/ 43053 w 79247"/>
                  <a:gd name="connsiteY1" fmla="*/ 94869 h 94869"/>
                  <a:gd name="connsiteX2" fmla="*/ 0 w 79247"/>
                  <a:gd name="connsiteY2" fmla="*/ 54674 h 94869"/>
                  <a:gd name="connsiteX3" fmla="*/ 54673 w 79247"/>
                  <a:gd name="connsiteY3" fmla="*/ 0 h 94869"/>
                  <a:gd name="connsiteX4" fmla="*/ 79248 w 79247"/>
                  <a:gd name="connsiteY4" fmla="*/ 4763 h 94869"/>
                  <a:gd name="connsiteX5" fmla="*/ 76105 w 79247"/>
                  <a:gd name="connsiteY5" fmla="*/ 12382 h 94869"/>
                  <a:gd name="connsiteX6" fmla="*/ 54007 w 79247"/>
                  <a:gd name="connsiteY6" fmla="*/ 7906 h 94869"/>
                  <a:gd name="connsiteX7" fmla="*/ 9049 w 79247"/>
                  <a:gd name="connsiteY7" fmla="*/ 54769 h 94869"/>
                  <a:gd name="connsiteX8" fmla="*/ 42577 w 79247"/>
                  <a:gd name="connsiteY8" fmla="*/ 86963 h 94869"/>
                  <a:gd name="connsiteX9" fmla="*/ 62008 w 79247"/>
                  <a:gd name="connsiteY9" fmla="*/ 83915 h 94869"/>
                  <a:gd name="connsiteX10" fmla="*/ 60960 w 79247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7" h="94869">
                    <a:moveTo>
                      <a:pt x="60960" y="92012"/>
                    </a:moveTo>
                    <a:cubicBezTo>
                      <a:pt x="54293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9" y="0"/>
                      <a:pt x="54673" y="0"/>
                    </a:cubicBezTo>
                    <a:cubicBezTo>
                      <a:pt x="66199" y="0"/>
                      <a:pt x="72961" y="1810"/>
                      <a:pt x="79248" y="4763"/>
                    </a:cubicBezTo>
                    <a:lnTo>
                      <a:pt x="76105" y="12382"/>
                    </a:lnTo>
                    <a:cubicBezTo>
                      <a:pt x="69532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5" name="Freihandform: Form 34">
                <a:extLst>
                  <a:ext uri="{FF2B5EF4-FFF2-40B4-BE49-F238E27FC236}">
                    <a16:creationId xmlns:a16="http://schemas.microsoft.com/office/drawing/2014/main" id="{F18FA506-D9CB-B349-5CE9-B18C43D2BE83}"/>
                  </a:ext>
                </a:extLst>
              </p:cNvPr>
              <p:cNvSpPr/>
              <p:nvPr/>
            </p:nvSpPr>
            <p:spPr>
              <a:xfrm>
                <a:off x="9781905" y="2957560"/>
                <a:ext cx="66484" cy="91725"/>
              </a:xfrm>
              <a:custGeom>
                <a:avLst/>
                <a:gdLst>
                  <a:gd name="connsiteX0" fmla="*/ 9906 w 66484"/>
                  <a:gd name="connsiteY0" fmla="*/ 91726 h 91725"/>
                  <a:gd name="connsiteX1" fmla="*/ 27813 w 66484"/>
                  <a:gd name="connsiteY1" fmla="*/ 7906 h 91725"/>
                  <a:gd name="connsiteX2" fmla="*/ 0 w 66484"/>
                  <a:gd name="connsiteY2" fmla="*/ 7906 h 91725"/>
                  <a:gd name="connsiteX3" fmla="*/ 1715 w 66484"/>
                  <a:gd name="connsiteY3" fmla="*/ 0 h 91725"/>
                  <a:gd name="connsiteX4" fmla="*/ 66484 w 66484"/>
                  <a:gd name="connsiteY4" fmla="*/ 0 h 91725"/>
                  <a:gd name="connsiteX5" fmla="*/ 64865 w 66484"/>
                  <a:gd name="connsiteY5" fmla="*/ 7906 h 91725"/>
                  <a:gd name="connsiteX6" fmla="*/ 37052 w 66484"/>
                  <a:gd name="connsiteY6" fmla="*/ 7906 h 91725"/>
                  <a:gd name="connsiteX7" fmla="*/ 19431 w 66484"/>
                  <a:gd name="connsiteY7" fmla="*/ 91726 h 91725"/>
                  <a:gd name="connsiteX8" fmla="*/ 10001 w 66484"/>
                  <a:gd name="connsiteY8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6484" h="91725">
                    <a:moveTo>
                      <a:pt x="9906" y="91726"/>
                    </a:moveTo>
                    <a:lnTo>
                      <a:pt x="27813" y="7906"/>
                    </a:lnTo>
                    <a:lnTo>
                      <a:pt x="0" y="7906"/>
                    </a:lnTo>
                    <a:lnTo>
                      <a:pt x="1715" y="0"/>
                    </a:lnTo>
                    <a:lnTo>
                      <a:pt x="66484" y="0"/>
                    </a:lnTo>
                    <a:lnTo>
                      <a:pt x="64865" y="7906"/>
                    </a:lnTo>
                    <a:lnTo>
                      <a:pt x="37052" y="7906"/>
                    </a:lnTo>
                    <a:lnTo>
                      <a:pt x="19431" y="91726"/>
                    </a:lnTo>
                    <a:lnTo>
                      <a:pt x="1000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6" name="Freihandform: Form 35">
                <a:extLst>
                  <a:ext uri="{FF2B5EF4-FFF2-40B4-BE49-F238E27FC236}">
                    <a16:creationId xmlns:a16="http://schemas.microsoft.com/office/drawing/2014/main" id="{0EC5B28B-2B8C-2BB1-0DF4-923A05571AD7}"/>
                  </a:ext>
                </a:extLst>
              </p:cNvPr>
              <p:cNvSpPr/>
              <p:nvPr/>
            </p:nvSpPr>
            <p:spPr>
              <a:xfrm>
                <a:off x="9852104" y="2957560"/>
                <a:ext cx="65912" cy="91725"/>
              </a:xfrm>
              <a:custGeom>
                <a:avLst/>
                <a:gdLst>
                  <a:gd name="connsiteX0" fmla="*/ 49625 w 65912"/>
                  <a:gd name="connsiteY0" fmla="*/ 91726 h 91725"/>
                  <a:gd name="connsiteX1" fmla="*/ 41910 w 65912"/>
                  <a:gd name="connsiteY1" fmla="*/ 58769 h 91725"/>
                  <a:gd name="connsiteX2" fmla="*/ 29051 w 65912"/>
                  <a:gd name="connsiteY2" fmla="*/ 48482 h 91725"/>
                  <a:gd name="connsiteX3" fmla="*/ 18383 w 65912"/>
                  <a:gd name="connsiteY3" fmla="*/ 48482 h 91725"/>
                  <a:gd name="connsiteX4" fmla="*/ 9144 w 65912"/>
                  <a:gd name="connsiteY4" fmla="*/ 91726 h 91725"/>
                  <a:gd name="connsiteX5" fmla="*/ 0 w 65912"/>
                  <a:gd name="connsiteY5" fmla="*/ 91726 h 91725"/>
                  <a:gd name="connsiteX6" fmla="*/ 20003 w 65912"/>
                  <a:gd name="connsiteY6" fmla="*/ 0 h 91725"/>
                  <a:gd name="connsiteX7" fmla="*/ 42291 w 65912"/>
                  <a:gd name="connsiteY7" fmla="*/ 0 h 91725"/>
                  <a:gd name="connsiteX8" fmla="*/ 65913 w 65912"/>
                  <a:gd name="connsiteY8" fmla="*/ 20479 h 91725"/>
                  <a:gd name="connsiteX9" fmla="*/ 40005 w 65912"/>
                  <a:gd name="connsiteY9" fmla="*/ 45053 h 91725"/>
                  <a:gd name="connsiteX10" fmla="*/ 40005 w 65912"/>
                  <a:gd name="connsiteY10" fmla="*/ 45339 h 91725"/>
                  <a:gd name="connsiteX11" fmla="*/ 49721 w 65912"/>
                  <a:gd name="connsiteY11" fmla="*/ 56007 h 91725"/>
                  <a:gd name="connsiteX12" fmla="*/ 58483 w 65912"/>
                  <a:gd name="connsiteY12" fmla="*/ 91726 h 91725"/>
                  <a:gd name="connsiteX13" fmla="*/ 49530 w 65912"/>
                  <a:gd name="connsiteY13" fmla="*/ 91726 h 91725"/>
                  <a:gd name="connsiteX14" fmla="*/ 29242 w 65912"/>
                  <a:gd name="connsiteY14" fmla="*/ 40672 h 91725"/>
                  <a:gd name="connsiteX15" fmla="*/ 56864 w 65912"/>
                  <a:gd name="connsiteY15" fmla="*/ 21717 h 91725"/>
                  <a:gd name="connsiteX16" fmla="*/ 40291 w 65912"/>
                  <a:gd name="connsiteY16" fmla="*/ 7906 h 91725"/>
                  <a:gd name="connsiteX17" fmla="*/ 27051 w 65912"/>
                  <a:gd name="connsiteY17" fmla="*/ 7906 h 91725"/>
                  <a:gd name="connsiteX18" fmla="*/ 20098 w 65912"/>
                  <a:gd name="connsiteY18" fmla="*/ 40576 h 91725"/>
                  <a:gd name="connsiteX19" fmla="*/ 29242 w 65912"/>
                  <a:gd name="connsiteY19" fmla="*/ 4057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5912" h="91725">
                    <a:moveTo>
                      <a:pt x="49625" y="91726"/>
                    </a:moveTo>
                    <a:lnTo>
                      <a:pt x="41910" y="58769"/>
                    </a:lnTo>
                    <a:cubicBezTo>
                      <a:pt x="39910" y="50578"/>
                      <a:pt x="36481" y="48482"/>
                      <a:pt x="29051" y="48482"/>
                    </a:cubicBezTo>
                    <a:lnTo>
                      <a:pt x="18383" y="48482"/>
                    </a:lnTo>
                    <a:lnTo>
                      <a:pt x="9144" y="91726"/>
                    </a:lnTo>
                    <a:lnTo>
                      <a:pt x="0" y="91726"/>
                    </a:lnTo>
                    <a:lnTo>
                      <a:pt x="20003" y="0"/>
                    </a:lnTo>
                    <a:lnTo>
                      <a:pt x="42291" y="0"/>
                    </a:lnTo>
                    <a:cubicBezTo>
                      <a:pt x="57245" y="0"/>
                      <a:pt x="65913" y="6286"/>
                      <a:pt x="65913" y="20479"/>
                    </a:cubicBezTo>
                    <a:cubicBezTo>
                      <a:pt x="65913" y="34671"/>
                      <a:pt x="55531" y="44291"/>
                      <a:pt x="40005" y="45053"/>
                    </a:cubicBezTo>
                    <a:lnTo>
                      <a:pt x="40005" y="45339"/>
                    </a:lnTo>
                    <a:cubicBezTo>
                      <a:pt x="46577" y="46482"/>
                      <a:pt x="48292" y="49911"/>
                      <a:pt x="49721" y="56007"/>
                    </a:cubicBezTo>
                    <a:lnTo>
                      <a:pt x="58483" y="91726"/>
                    </a:lnTo>
                    <a:lnTo>
                      <a:pt x="49530" y="91726"/>
                    </a:lnTo>
                    <a:close/>
                    <a:moveTo>
                      <a:pt x="29242" y="40672"/>
                    </a:moveTo>
                    <a:cubicBezTo>
                      <a:pt x="45149" y="40672"/>
                      <a:pt x="56864" y="34671"/>
                      <a:pt x="56864" y="21717"/>
                    </a:cubicBezTo>
                    <a:cubicBezTo>
                      <a:pt x="56864" y="11716"/>
                      <a:pt x="50197" y="7906"/>
                      <a:pt x="40291" y="7906"/>
                    </a:cubicBezTo>
                    <a:lnTo>
                      <a:pt x="27051" y="7906"/>
                    </a:lnTo>
                    <a:lnTo>
                      <a:pt x="20098" y="40576"/>
                    </a:lnTo>
                    <a:lnTo>
                      <a:pt x="29242" y="4057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7" name="Freihandform: Form 36">
                <a:extLst>
                  <a:ext uri="{FF2B5EF4-FFF2-40B4-BE49-F238E27FC236}">
                    <a16:creationId xmlns:a16="http://schemas.microsoft.com/office/drawing/2014/main" id="{4CAE34D8-0183-2E15-CE6D-3D8B8E66F4F8}"/>
                  </a:ext>
                </a:extLst>
              </p:cNvPr>
              <p:cNvSpPr/>
              <p:nvPr/>
            </p:nvSpPr>
            <p:spPr>
              <a:xfrm>
                <a:off x="9939068" y="2956036"/>
                <a:ext cx="83438" cy="94868"/>
              </a:xfrm>
              <a:custGeom>
                <a:avLst/>
                <a:gdLst>
                  <a:gd name="connsiteX0" fmla="*/ 0 w 83438"/>
                  <a:gd name="connsiteY0" fmla="*/ 57436 h 94868"/>
                  <a:gd name="connsiteX1" fmla="*/ 48768 w 83438"/>
                  <a:gd name="connsiteY1" fmla="*/ 0 h 94868"/>
                  <a:gd name="connsiteX2" fmla="*/ 83439 w 83438"/>
                  <a:gd name="connsiteY2" fmla="*/ 37433 h 94868"/>
                  <a:gd name="connsiteX3" fmla="*/ 34671 w 83438"/>
                  <a:gd name="connsiteY3" fmla="*/ 94869 h 94868"/>
                  <a:gd name="connsiteX4" fmla="*/ 0 w 83438"/>
                  <a:gd name="connsiteY4" fmla="*/ 57436 h 94868"/>
                  <a:gd name="connsiteX5" fmla="*/ 74390 w 83438"/>
                  <a:gd name="connsiteY5" fmla="*/ 38481 h 94868"/>
                  <a:gd name="connsiteX6" fmla="*/ 48387 w 83438"/>
                  <a:gd name="connsiteY6" fmla="*/ 7906 h 94868"/>
                  <a:gd name="connsiteX7" fmla="*/ 9144 w 83438"/>
                  <a:gd name="connsiteY7" fmla="*/ 56674 h 94868"/>
                  <a:gd name="connsiteX8" fmla="*/ 35433 w 83438"/>
                  <a:gd name="connsiteY8" fmla="*/ 87058 h 94868"/>
                  <a:gd name="connsiteX9" fmla="*/ 74486 w 83438"/>
                  <a:gd name="connsiteY9" fmla="*/ 38576 h 94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3438" h="94868">
                    <a:moveTo>
                      <a:pt x="0" y="57436"/>
                    </a:moveTo>
                    <a:cubicBezTo>
                      <a:pt x="0" y="28099"/>
                      <a:pt x="18574" y="0"/>
                      <a:pt x="48768" y="0"/>
                    </a:cubicBezTo>
                    <a:cubicBezTo>
                      <a:pt x="70961" y="0"/>
                      <a:pt x="83439" y="14573"/>
                      <a:pt x="83439" y="37433"/>
                    </a:cubicBezTo>
                    <a:cubicBezTo>
                      <a:pt x="83439" y="66866"/>
                      <a:pt x="64865" y="94869"/>
                      <a:pt x="34671" y="94869"/>
                    </a:cubicBezTo>
                    <a:cubicBezTo>
                      <a:pt x="12383" y="94869"/>
                      <a:pt x="0" y="80010"/>
                      <a:pt x="0" y="57436"/>
                    </a:cubicBezTo>
                    <a:close/>
                    <a:moveTo>
                      <a:pt x="74390" y="38481"/>
                    </a:moveTo>
                    <a:cubicBezTo>
                      <a:pt x="74390" y="19717"/>
                      <a:pt x="64961" y="7906"/>
                      <a:pt x="48387" y="7906"/>
                    </a:cubicBezTo>
                    <a:cubicBezTo>
                      <a:pt x="24384" y="7906"/>
                      <a:pt x="9144" y="33623"/>
                      <a:pt x="9144" y="56674"/>
                    </a:cubicBezTo>
                    <a:cubicBezTo>
                      <a:pt x="9144" y="72485"/>
                      <a:pt x="16383" y="87058"/>
                      <a:pt x="35433" y="87058"/>
                    </a:cubicBezTo>
                    <a:cubicBezTo>
                      <a:pt x="59246" y="87058"/>
                      <a:pt x="74486" y="61055"/>
                      <a:pt x="74486" y="38576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8" name="Freihandform: Form 37">
                <a:extLst>
                  <a:ext uri="{FF2B5EF4-FFF2-40B4-BE49-F238E27FC236}">
                    <a16:creationId xmlns:a16="http://schemas.microsoft.com/office/drawing/2014/main" id="{B497CA62-8C89-95A8-2C70-6863964E7E79}"/>
                  </a:ext>
                </a:extLst>
              </p:cNvPr>
              <p:cNvSpPr/>
              <p:nvPr/>
            </p:nvSpPr>
            <p:spPr>
              <a:xfrm>
                <a:off x="10040890" y="2957560"/>
                <a:ext cx="86772" cy="91725"/>
              </a:xfrm>
              <a:custGeom>
                <a:avLst/>
                <a:gdLst>
                  <a:gd name="connsiteX0" fmla="*/ 56579 w 86772"/>
                  <a:gd name="connsiteY0" fmla="*/ 91726 h 91725"/>
                  <a:gd name="connsiteX1" fmla="*/ 26003 w 86772"/>
                  <a:gd name="connsiteY1" fmla="*/ 11049 h 91725"/>
                  <a:gd name="connsiteX2" fmla="*/ 25717 w 86772"/>
                  <a:gd name="connsiteY2" fmla="*/ 11049 h 91725"/>
                  <a:gd name="connsiteX3" fmla="*/ 8382 w 86772"/>
                  <a:gd name="connsiteY3" fmla="*/ 91726 h 91725"/>
                  <a:gd name="connsiteX4" fmla="*/ 0 w 86772"/>
                  <a:gd name="connsiteY4" fmla="*/ 91726 h 91725"/>
                  <a:gd name="connsiteX5" fmla="*/ 19812 w 86772"/>
                  <a:gd name="connsiteY5" fmla="*/ 0 h 91725"/>
                  <a:gd name="connsiteX6" fmla="*/ 30575 w 86772"/>
                  <a:gd name="connsiteY6" fmla="*/ 0 h 91725"/>
                  <a:gd name="connsiteX7" fmla="*/ 61150 w 86772"/>
                  <a:gd name="connsiteY7" fmla="*/ 80677 h 91725"/>
                  <a:gd name="connsiteX8" fmla="*/ 61436 w 86772"/>
                  <a:gd name="connsiteY8" fmla="*/ 80677 h 91725"/>
                  <a:gd name="connsiteX9" fmla="*/ 78486 w 86772"/>
                  <a:gd name="connsiteY9" fmla="*/ 0 h 91725"/>
                  <a:gd name="connsiteX10" fmla="*/ 86773 w 86772"/>
                  <a:gd name="connsiteY10" fmla="*/ 0 h 91725"/>
                  <a:gd name="connsiteX11" fmla="*/ 67342 w 86772"/>
                  <a:gd name="connsiteY11" fmla="*/ 91726 h 91725"/>
                  <a:gd name="connsiteX12" fmla="*/ 56579 w 86772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6772" h="91725">
                    <a:moveTo>
                      <a:pt x="56579" y="91726"/>
                    </a:moveTo>
                    <a:lnTo>
                      <a:pt x="26003" y="11049"/>
                    </a:lnTo>
                    <a:lnTo>
                      <a:pt x="25717" y="11049"/>
                    </a:lnTo>
                    <a:lnTo>
                      <a:pt x="8382" y="91726"/>
                    </a:lnTo>
                    <a:lnTo>
                      <a:pt x="0" y="91726"/>
                    </a:lnTo>
                    <a:lnTo>
                      <a:pt x="19812" y="0"/>
                    </a:lnTo>
                    <a:lnTo>
                      <a:pt x="30575" y="0"/>
                    </a:lnTo>
                    <a:lnTo>
                      <a:pt x="61150" y="80677"/>
                    </a:lnTo>
                    <a:lnTo>
                      <a:pt x="61436" y="80677"/>
                    </a:lnTo>
                    <a:lnTo>
                      <a:pt x="78486" y="0"/>
                    </a:lnTo>
                    <a:lnTo>
                      <a:pt x="86773" y="0"/>
                    </a:lnTo>
                    <a:lnTo>
                      <a:pt x="67342" y="91726"/>
                    </a:lnTo>
                    <a:lnTo>
                      <a:pt x="56579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9" name="Freihandform: Form 38">
                <a:extLst>
                  <a:ext uri="{FF2B5EF4-FFF2-40B4-BE49-F238E27FC236}">
                    <a16:creationId xmlns:a16="http://schemas.microsoft.com/office/drawing/2014/main" id="{8F7EDAC5-10D3-A494-38D3-1F836F90841A}"/>
                  </a:ext>
                </a:extLst>
              </p:cNvPr>
              <p:cNvSpPr/>
              <p:nvPr/>
            </p:nvSpPr>
            <p:spPr>
              <a:xfrm>
                <a:off x="10141379" y="2957560"/>
                <a:ext cx="28479" cy="91725"/>
              </a:xfrm>
              <a:custGeom>
                <a:avLst/>
                <a:gdLst>
                  <a:gd name="connsiteX0" fmla="*/ 0 w 28479"/>
                  <a:gd name="connsiteY0" fmla="*/ 91726 h 91725"/>
                  <a:gd name="connsiteX1" fmla="*/ 19431 w 28479"/>
                  <a:gd name="connsiteY1" fmla="*/ 0 h 91725"/>
                  <a:gd name="connsiteX2" fmla="*/ 28480 w 28479"/>
                  <a:gd name="connsiteY2" fmla="*/ 0 h 91725"/>
                  <a:gd name="connsiteX3" fmla="*/ 9049 w 28479"/>
                  <a:gd name="connsiteY3" fmla="*/ 91726 h 91725"/>
                  <a:gd name="connsiteX4" fmla="*/ 0 w 28479"/>
                  <a:gd name="connsiteY4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479" h="91725">
                    <a:moveTo>
                      <a:pt x="0" y="91726"/>
                    </a:moveTo>
                    <a:lnTo>
                      <a:pt x="19431" y="0"/>
                    </a:lnTo>
                    <a:lnTo>
                      <a:pt x="28480" y="0"/>
                    </a:lnTo>
                    <a:lnTo>
                      <a:pt x="9049" y="91726"/>
                    </a:lnTo>
                    <a:lnTo>
                      <a:pt x="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0" name="Freihandform: Form 39">
                <a:extLst>
                  <a:ext uri="{FF2B5EF4-FFF2-40B4-BE49-F238E27FC236}">
                    <a16:creationId xmlns:a16="http://schemas.microsoft.com/office/drawing/2014/main" id="{73D21ACE-937D-B461-F943-3A2AF6064333}"/>
                  </a:ext>
                </a:extLst>
              </p:cNvPr>
              <p:cNvSpPr/>
              <p:nvPr/>
            </p:nvSpPr>
            <p:spPr>
              <a:xfrm>
                <a:off x="10187766" y="2955941"/>
                <a:ext cx="79248" cy="94869"/>
              </a:xfrm>
              <a:custGeom>
                <a:avLst/>
                <a:gdLst>
                  <a:gd name="connsiteX0" fmla="*/ 60960 w 79248"/>
                  <a:gd name="connsiteY0" fmla="*/ 92012 h 94869"/>
                  <a:gd name="connsiteX1" fmla="*/ 43053 w 79248"/>
                  <a:gd name="connsiteY1" fmla="*/ 94869 h 94869"/>
                  <a:gd name="connsiteX2" fmla="*/ 0 w 79248"/>
                  <a:gd name="connsiteY2" fmla="*/ 54674 h 94869"/>
                  <a:gd name="connsiteX3" fmla="*/ 54674 w 79248"/>
                  <a:gd name="connsiteY3" fmla="*/ 0 h 94869"/>
                  <a:gd name="connsiteX4" fmla="*/ 79248 w 79248"/>
                  <a:gd name="connsiteY4" fmla="*/ 4763 h 94869"/>
                  <a:gd name="connsiteX5" fmla="*/ 76105 w 79248"/>
                  <a:gd name="connsiteY5" fmla="*/ 12382 h 94869"/>
                  <a:gd name="connsiteX6" fmla="*/ 54007 w 79248"/>
                  <a:gd name="connsiteY6" fmla="*/ 7906 h 94869"/>
                  <a:gd name="connsiteX7" fmla="*/ 9049 w 79248"/>
                  <a:gd name="connsiteY7" fmla="*/ 54769 h 94869"/>
                  <a:gd name="connsiteX8" fmla="*/ 42577 w 79248"/>
                  <a:gd name="connsiteY8" fmla="*/ 86963 h 94869"/>
                  <a:gd name="connsiteX9" fmla="*/ 62008 w 79248"/>
                  <a:gd name="connsiteY9" fmla="*/ 83915 h 94869"/>
                  <a:gd name="connsiteX10" fmla="*/ 60960 w 79248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8" h="94869">
                    <a:moveTo>
                      <a:pt x="60960" y="92012"/>
                    </a:moveTo>
                    <a:cubicBezTo>
                      <a:pt x="54292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8" y="0"/>
                      <a:pt x="54674" y="0"/>
                    </a:cubicBezTo>
                    <a:cubicBezTo>
                      <a:pt x="66199" y="0"/>
                      <a:pt x="72962" y="1810"/>
                      <a:pt x="79248" y="4763"/>
                    </a:cubicBezTo>
                    <a:lnTo>
                      <a:pt x="76105" y="12382"/>
                    </a:lnTo>
                    <a:cubicBezTo>
                      <a:pt x="69533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1" name="Freihandform: Form 40">
                <a:extLst>
                  <a:ext uri="{FF2B5EF4-FFF2-40B4-BE49-F238E27FC236}">
                    <a16:creationId xmlns:a16="http://schemas.microsoft.com/office/drawing/2014/main" id="{58543699-4C29-9BD7-B8B1-80256F2E9BAE}"/>
                  </a:ext>
                </a:extLst>
              </p:cNvPr>
              <p:cNvSpPr/>
              <p:nvPr/>
            </p:nvSpPr>
            <p:spPr>
              <a:xfrm>
                <a:off x="10272062" y="2955941"/>
                <a:ext cx="66293" cy="94869"/>
              </a:xfrm>
              <a:custGeom>
                <a:avLst/>
                <a:gdLst>
                  <a:gd name="connsiteX0" fmla="*/ 2572 w 66293"/>
                  <a:gd name="connsiteY0" fmla="*/ 81248 h 94869"/>
                  <a:gd name="connsiteX1" fmla="*/ 22193 w 66293"/>
                  <a:gd name="connsiteY1" fmla="*/ 87058 h 94869"/>
                  <a:gd name="connsiteX2" fmla="*/ 47720 w 66293"/>
                  <a:gd name="connsiteY2" fmla="*/ 67437 h 94869"/>
                  <a:gd name="connsiteX3" fmla="*/ 34099 w 66293"/>
                  <a:gd name="connsiteY3" fmla="*/ 49435 h 94869"/>
                  <a:gd name="connsiteX4" fmla="*/ 14002 w 66293"/>
                  <a:gd name="connsiteY4" fmla="*/ 25527 h 94869"/>
                  <a:gd name="connsiteX5" fmla="*/ 45053 w 66293"/>
                  <a:gd name="connsiteY5" fmla="*/ 0 h 94869"/>
                  <a:gd name="connsiteX6" fmla="*/ 66294 w 66293"/>
                  <a:gd name="connsiteY6" fmla="*/ 4096 h 94869"/>
                  <a:gd name="connsiteX7" fmla="*/ 63532 w 66293"/>
                  <a:gd name="connsiteY7" fmla="*/ 12382 h 94869"/>
                  <a:gd name="connsiteX8" fmla="*/ 44863 w 66293"/>
                  <a:gd name="connsiteY8" fmla="*/ 7906 h 94869"/>
                  <a:gd name="connsiteX9" fmla="*/ 23050 w 66293"/>
                  <a:gd name="connsiteY9" fmla="*/ 24860 h 94869"/>
                  <a:gd name="connsiteX10" fmla="*/ 36481 w 66293"/>
                  <a:gd name="connsiteY10" fmla="*/ 40481 h 94869"/>
                  <a:gd name="connsiteX11" fmla="*/ 56864 w 66293"/>
                  <a:gd name="connsiteY11" fmla="*/ 66199 h 94869"/>
                  <a:gd name="connsiteX12" fmla="*/ 22955 w 66293"/>
                  <a:gd name="connsiteY12" fmla="*/ 94869 h 94869"/>
                  <a:gd name="connsiteX13" fmla="*/ 0 w 66293"/>
                  <a:gd name="connsiteY13" fmla="*/ 89916 h 94869"/>
                  <a:gd name="connsiteX14" fmla="*/ 2762 w 66293"/>
                  <a:gd name="connsiteY14" fmla="*/ 81248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6293" h="94869">
                    <a:moveTo>
                      <a:pt x="2572" y="81248"/>
                    </a:moveTo>
                    <a:cubicBezTo>
                      <a:pt x="8096" y="84963"/>
                      <a:pt x="15430" y="87058"/>
                      <a:pt x="22193" y="87058"/>
                    </a:cubicBezTo>
                    <a:cubicBezTo>
                      <a:pt x="34576" y="87058"/>
                      <a:pt x="47720" y="81629"/>
                      <a:pt x="47720" y="67437"/>
                    </a:cubicBezTo>
                    <a:cubicBezTo>
                      <a:pt x="47720" y="59912"/>
                      <a:pt x="42767" y="54959"/>
                      <a:pt x="34099" y="49435"/>
                    </a:cubicBezTo>
                    <a:cubicBezTo>
                      <a:pt x="23241" y="42482"/>
                      <a:pt x="14002" y="36957"/>
                      <a:pt x="14002" y="25527"/>
                    </a:cubicBezTo>
                    <a:cubicBezTo>
                      <a:pt x="14002" y="8477"/>
                      <a:pt x="28099" y="0"/>
                      <a:pt x="45053" y="0"/>
                    </a:cubicBezTo>
                    <a:cubicBezTo>
                      <a:pt x="52768" y="0"/>
                      <a:pt x="59912" y="1333"/>
                      <a:pt x="66294" y="4096"/>
                    </a:cubicBezTo>
                    <a:lnTo>
                      <a:pt x="63532" y="12382"/>
                    </a:lnTo>
                    <a:cubicBezTo>
                      <a:pt x="57626" y="9334"/>
                      <a:pt x="51340" y="7906"/>
                      <a:pt x="44863" y="7906"/>
                    </a:cubicBezTo>
                    <a:cubicBezTo>
                      <a:pt x="34861" y="7906"/>
                      <a:pt x="23050" y="12764"/>
                      <a:pt x="23050" y="24860"/>
                    </a:cubicBezTo>
                    <a:cubicBezTo>
                      <a:pt x="23050" y="31051"/>
                      <a:pt x="27527" y="34957"/>
                      <a:pt x="36481" y="40481"/>
                    </a:cubicBezTo>
                    <a:cubicBezTo>
                      <a:pt x="48673" y="48006"/>
                      <a:pt x="56864" y="54293"/>
                      <a:pt x="56864" y="66199"/>
                    </a:cubicBezTo>
                    <a:cubicBezTo>
                      <a:pt x="56864" y="84868"/>
                      <a:pt x="39814" y="94869"/>
                      <a:pt x="22955" y="94869"/>
                    </a:cubicBezTo>
                    <a:cubicBezTo>
                      <a:pt x="14573" y="94869"/>
                      <a:pt x="6382" y="93440"/>
                      <a:pt x="0" y="89916"/>
                    </a:cubicBezTo>
                    <a:lnTo>
                      <a:pt x="2762" y="8124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  <p:sp>
          <p:nvSpPr>
            <p:cNvPr id="23" name="Freihandform: Form 22">
              <a:extLst>
                <a:ext uri="{FF2B5EF4-FFF2-40B4-BE49-F238E27FC236}">
                  <a16:creationId xmlns:a16="http://schemas.microsoft.com/office/drawing/2014/main" id="{31A699C4-BB9E-E6B0-5325-6E213E42EA4F}"/>
                </a:ext>
              </a:extLst>
            </p:cNvPr>
            <p:cNvSpPr/>
            <p:nvPr/>
          </p:nvSpPr>
          <p:spPr>
            <a:xfrm>
              <a:off x="9491583" y="2527792"/>
              <a:ext cx="408717" cy="379666"/>
            </a:xfrm>
            <a:custGeom>
              <a:avLst/>
              <a:gdLst>
                <a:gd name="connsiteX0" fmla="*/ 80486 w 408717"/>
                <a:gd name="connsiteY0" fmla="*/ 0 h 379666"/>
                <a:gd name="connsiteX1" fmla="*/ 80486 w 408717"/>
                <a:gd name="connsiteY1" fmla="*/ 0 h 379666"/>
                <a:gd name="connsiteX2" fmla="*/ 408718 w 408717"/>
                <a:gd name="connsiteY2" fmla="*/ 0 h 379666"/>
                <a:gd name="connsiteX3" fmla="*/ 389477 w 408717"/>
                <a:gd name="connsiteY3" fmla="*/ 91345 h 379666"/>
                <a:gd name="connsiteX4" fmla="*/ 203168 w 408717"/>
                <a:gd name="connsiteY4" fmla="*/ 91345 h 379666"/>
                <a:gd name="connsiteX5" fmla="*/ 191643 w 408717"/>
                <a:gd name="connsiteY5" fmla="*/ 145161 h 379666"/>
                <a:gd name="connsiteX6" fmla="*/ 369760 w 408717"/>
                <a:gd name="connsiteY6" fmla="*/ 145161 h 379666"/>
                <a:gd name="connsiteX7" fmla="*/ 350520 w 408717"/>
                <a:gd name="connsiteY7" fmla="*/ 236506 h 379666"/>
                <a:gd name="connsiteX8" fmla="*/ 172402 w 408717"/>
                <a:gd name="connsiteY8" fmla="*/ 236506 h 379666"/>
                <a:gd name="connsiteX9" fmla="*/ 161353 w 408717"/>
                <a:gd name="connsiteY9" fmla="*/ 287941 h 379666"/>
                <a:gd name="connsiteX10" fmla="*/ 351282 w 408717"/>
                <a:gd name="connsiteY10" fmla="*/ 287941 h 379666"/>
                <a:gd name="connsiteX11" fmla="*/ 331946 w 408717"/>
                <a:gd name="connsiteY11" fmla="*/ 379667 h 379666"/>
                <a:gd name="connsiteX12" fmla="*/ 0 w 408717"/>
                <a:gd name="connsiteY12" fmla="*/ 379667 h 379666"/>
                <a:gd name="connsiteX13" fmla="*/ 80486 w 408717"/>
                <a:gd name="connsiteY13" fmla="*/ 0 h 379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8717" h="379666">
                  <a:moveTo>
                    <a:pt x="80486" y="0"/>
                  </a:moveTo>
                  <a:lnTo>
                    <a:pt x="80486" y="0"/>
                  </a:lnTo>
                  <a:lnTo>
                    <a:pt x="408718" y="0"/>
                  </a:lnTo>
                  <a:lnTo>
                    <a:pt x="389477" y="91345"/>
                  </a:lnTo>
                  <a:lnTo>
                    <a:pt x="203168" y="91345"/>
                  </a:lnTo>
                  <a:lnTo>
                    <a:pt x="191643" y="145161"/>
                  </a:lnTo>
                  <a:lnTo>
                    <a:pt x="369760" y="145161"/>
                  </a:lnTo>
                  <a:lnTo>
                    <a:pt x="350520" y="236506"/>
                  </a:lnTo>
                  <a:lnTo>
                    <a:pt x="172402" y="236506"/>
                  </a:lnTo>
                  <a:lnTo>
                    <a:pt x="161353" y="287941"/>
                  </a:lnTo>
                  <a:lnTo>
                    <a:pt x="351282" y="287941"/>
                  </a:lnTo>
                  <a:lnTo>
                    <a:pt x="331946" y="379667"/>
                  </a:lnTo>
                  <a:lnTo>
                    <a:pt x="0" y="379667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" name="Freihandform: Form 23">
              <a:extLst>
                <a:ext uri="{FF2B5EF4-FFF2-40B4-BE49-F238E27FC236}">
                  <a16:creationId xmlns:a16="http://schemas.microsoft.com/office/drawing/2014/main" id="{FCAC09B6-ED96-B1EE-C167-AA006B421F7A}"/>
                </a:ext>
              </a:extLst>
            </p:cNvPr>
            <p:cNvSpPr/>
            <p:nvPr/>
          </p:nvSpPr>
          <p:spPr>
            <a:xfrm>
              <a:off x="9892110" y="2527792"/>
              <a:ext cx="446790" cy="379571"/>
            </a:xfrm>
            <a:custGeom>
              <a:avLst/>
              <a:gdLst>
                <a:gd name="connsiteX0" fmla="*/ 80486 w 446790"/>
                <a:gd name="connsiteY0" fmla="*/ 0 h 379571"/>
                <a:gd name="connsiteX1" fmla="*/ 293846 w 446790"/>
                <a:gd name="connsiteY1" fmla="*/ 0 h 379571"/>
                <a:gd name="connsiteX2" fmla="*/ 438721 w 446790"/>
                <a:gd name="connsiteY2" fmla="*/ 190786 h 379571"/>
                <a:gd name="connsiteX3" fmla="*/ 207264 w 446790"/>
                <a:gd name="connsiteY3" fmla="*/ 379571 h 379571"/>
                <a:gd name="connsiteX4" fmla="*/ 0 w 446790"/>
                <a:gd name="connsiteY4" fmla="*/ 379571 h 379571"/>
                <a:gd name="connsiteX5" fmla="*/ 80486 w 446790"/>
                <a:gd name="connsiteY5" fmla="*/ 0 h 379571"/>
                <a:gd name="connsiteX6" fmla="*/ 165830 w 446790"/>
                <a:gd name="connsiteY6" fmla="*/ 284988 h 379571"/>
                <a:gd name="connsiteX7" fmla="*/ 201930 w 446790"/>
                <a:gd name="connsiteY7" fmla="*/ 284988 h 379571"/>
                <a:gd name="connsiteX8" fmla="*/ 287274 w 446790"/>
                <a:gd name="connsiteY8" fmla="*/ 186690 h 379571"/>
                <a:gd name="connsiteX9" fmla="*/ 243364 w 446790"/>
                <a:gd name="connsiteY9" fmla="*/ 88011 h 379571"/>
                <a:gd name="connsiteX10" fmla="*/ 207264 w 446790"/>
                <a:gd name="connsiteY10" fmla="*/ 88011 h 379571"/>
                <a:gd name="connsiteX11" fmla="*/ 165830 w 446790"/>
                <a:gd name="connsiteY11" fmla="*/ 284988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6790" h="379571">
                  <a:moveTo>
                    <a:pt x="80486" y="0"/>
                  </a:moveTo>
                  <a:lnTo>
                    <a:pt x="293846" y="0"/>
                  </a:lnTo>
                  <a:cubicBezTo>
                    <a:pt x="402622" y="0"/>
                    <a:pt x="471106" y="36576"/>
                    <a:pt x="438721" y="190786"/>
                  </a:cubicBezTo>
                  <a:cubicBezTo>
                    <a:pt x="407956" y="334328"/>
                    <a:pt x="316039" y="379571"/>
                    <a:pt x="207264" y="379571"/>
                  </a:cubicBezTo>
                  <a:lnTo>
                    <a:pt x="0" y="379571"/>
                  </a:lnTo>
                  <a:lnTo>
                    <a:pt x="80486" y="0"/>
                  </a:lnTo>
                  <a:close/>
                  <a:moveTo>
                    <a:pt x="165830" y="284988"/>
                  </a:moveTo>
                  <a:lnTo>
                    <a:pt x="201930" y="284988"/>
                  </a:lnTo>
                  <a:cubicBezTo>
                    <a:pt x="254889" y="284988"/>
                    <a:pt x="274130" y="250031"/>
                    <a:pt x="287274" y="186690"/>
                  </a:cubicBezTo>
                  <a:cubicBezTo>
                    <a:pt x="301276" y="121730"/>
                    <a:pt x="295465" y="88011"/>
                    <a:pt x="243364" y="88011"/>
                  </a:cubicBezTo>
                  <a:lnTo>
                    <a:pt x="207264" y="88011"/>
                  </a:lnTo>
                  <a:lnTo>
                    <a:pt x="165830" y="2849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" name="Freihandform: Form 24">
              <a:extLst>
                <a:ext uri="{FF2B5EF4-FFF2-40B4-BE49-F238E27FC236}">
                  <a16:creationId xmlns:a16="http://schemas.microsoft.com/office/drawing/2014/main" id="{63191A2C-92C5-8F33-48B7-B3A763443F76}"/>
                </a:ext>
              </a:extLst>
            </p:cNvPr>
            <p:cNvSpPr/>
            <p:nvPr/>
          </p:nvSpPr>
          <p:spPr>
            <a:xfrm>
              <a:off x="10291778" y="2527792"/>
              <a:ext cx="468344" cy="379571"/>
            </a:xfrm>
            <a:custGeom>
              <a:avLst/>
              <a:gdLst>
                <a:gd name="connsiteX0" fmla="*/ 213455 w 468344"/>
                <a:gd name="connsiteY0" fmla="*/ 0 h 379571"/>
                <a:gd name="connsiteX1" fmla="*/ 413766 w 468344"/>
                <a:gd name="connsiteY1" fmla="*/ 0 h 379571"/>
                <a:gd name="connsiteX2" fmla="*/ 468344 w 468344"/>
                <a:gd name="connsiteY2" fmla="*/ 379571 h 379571"/>
                <a:gd name="connsiteX3" fmla="*/ 315659 w 468344"/>
                <a:gd name="connsiteY3" fmla="*/ 379571 h 379571"/>
                <a:gd name="connsiteX4" fmla="*/ 308229 w 468344"/>
                <a:gd name="connsiteY4" fmla="*/ 297275 h 379571"/>
                <a:gd name="connsiteX5" fmla="*/ 185547 w 468344"/>
                <a:gd name="connsiteY5" fmla="*/ 297275 h 379571"/>
                <a:gd name="connsiteX6" fmla="*/ 144875 w 468344"/>
                <a:gd name="connsiteY6" fmla="*/ 379571 h 379571"/>
                <a:gd name="connsiteX7" fmla="*/ 0 w 468344"/>
                <a:gd name="connsiteY7" fmla="*/ 379571 h 379571"/>
                <a:gd name="connsiteX8" fmla="*/ 213360 w 468344"/>
                <a:gd name="connsiteY8" fmla="*/ 0 h 379571"/>
                <a:gd name="connsiteX9" fmla="*/ 224885 w 468344"/>
                <a:gd name="connsiteY9" fmla="*/ 206026 h 379571"/>
                <a:gd name="connsiteX10" fmla="*/ 308991 w 468344"/>
                <a:gd name="connsiteY10" fmla="*/ 206026 h 379571"/>
                <a:gd name="connsiteX11" fmla="*/ 294227 w 468344"/>
                <a:gd name="connsiteY11" fmla="*/ 81439 h 379571"/>
                <a:gd name="connsiteX12" fmla="*/ 292989 w 468344"/>
                <a:gd name="connsiteY12" fmla="*/ 81439 h 379571"/>
                <a:gd name="connsiteX13" fmla="*/ 224885 w 468344"/>
                <a:gd name="connsiteY13" fmla="*/ 206026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68344" h="379571">
                  <a:moveTo>
                    <a:pt x="213455" y="0"/>
                  </a:moveTo>
                  <a:lnTo>
                    <a:pt x="413766" y="0"/>
                  </a:lnTo>
                  <a:lnTo>
                    <a:pt x="468344" y="379571"/>
                  </a:lnTo>
                  <a:lnTo>
                    <a:pt x="315659" y="379571"/>
                  </a:lnTo>
                  <a:lnTo>
                    <a:pt x="308229" y="297275"/>
                  </a:lnTo>
                  <a:lnTo>
                    <a:pt x="185547" y="297275"/>
                  </a:lnTo>
                  <a:lnTo>
                    <a:pt x="144875" y="379571"/>
                  </a:lnTo>
                  <a:lnTo>
                    <a:pt x="0" y="379571"/>
                  </a:lnTo>
                  <a:lnTo>
                    <a:pt x="213360" y="0"/>
                  </a:lnTo>
                  <a:close/>
                  <a:moveTo>
                    <a:pt x="224885" y="206026"/>
                  </a:moveTo>
                  <a:lnTo>
                    <a:pt x="308991" y="206026"/>
                  </a:lnTo>
                  <a:lnTo>
                    <a:pt x="294227" y="81439"/>
                  </a:lnTo>
                  <a:lnTo>
                    <a:pt x="292989" y="81439"/>
                  </a:lnTo>
                  <a:lnTo>
                    <a:pt x="224885" y="2060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" name="Freihandform: Form 25">
              <a:extLst>
                <a:ext uri="{FF2B5EF4-FFF2-40B4-BE49-F238E27FC236}">
                  <a16:creationId xmlns:a16="http://schemas.microsoft.com/office/drawing/2014/main" id="{0916DD5E-F210-BB7D-33BE-87086241E599}"/>
                </a:ext>
              </a:extLst>
            </p:cNvPr>
            <p:cNvSpPr/>
            <p:nvPr/>
          </p:nvSpPr>
          <p:spPr>
            <a:xfrm>
              <a:off x="10789761" y="2521220"/>
              <a:ext cx="411274" cy="392715"/>
            </a:xfrm>
            <a:custGeom>
              <a:avLst/>
              <a:gdLst>
                <a:gd name="connsiteX0" fmla="*/ 350695 w 411274"/>
                <a:gd name="connsiteY0" fmla="*/ 371761 h 392715"/>
                <a:gd name="connsiteX1" fmla="*/ 350695 w 411274"/>
                <a:gd name="connsiteY1" fmla="*/ 371761 h 392715"/>
                <a:gd name="connsiteX2" fmla="*/ 189341 w 411274"/>
                <a:gd name="connsiteY2" fmla="*/ 392716 h 392715"/>
                <a:gd name="connsiteX3" fmla="*/ 5509 w 411274"/>
                <a:gd name="connsiteY3" fmla="*/ 190786 h 392715"/>
                <a:gd name="connsiteX4" fmla="*/ 272590 w 411274"/>
                <a:gd name="connsiteY4" fmla="*/ 0 h 392715"/>
                <a:gd name="connsiteX5" fmla="*/ 411274 w 411274"/>
                <a:gd name="connsiteY5" fmla="*/ 14002 h 392715"/>
                <a:gd name="connsiteX6" fmla="*/ 389462 w 411274"/>
                <a:gd name="connsiteY6" fmla="*/ 116396 h 392715"/>
                <a:gd name="connsiteX7" fmla="*/ 294307 w 411274"/>
                <a:gd name="connsiteY7" fmla="*/ 94583 h 392715"/>
                <a:gd name="connsiteX8" fmla="*/ 151908 w 411274"/>
                <a:gd name="connsiteY8" fmla="*/ 199835 h 392715"/>
                <a:gd name="connsiteX9" fmla="*/ 210582 w 411274"/>
                <a:gd name="connsiteY9" fmla="*/ 297752 h 392715"/>
                <a:gd name="connsiteX10" fmla="*/ 242110 w 411274"/>
                <a:gd name="connsiteY10" fmla="*/ 294418 h 392715"/>
                <a:gd name="connsiteX11" fmla="*/ 263446 w 411274"/>
                <a:gd name="connsiteY11" fmla="*/ 193262 h 392715"/>
                <a:gd name="connsiteX12" fmla="*/ 388224 w 411274"/>
                <a:gd name="connsiteY12" fmla="*/ 193262 h 392715"/>
                <a:gd name="connsiteX13" fmla="*/ 350505 w 411274"/>
                <a:gd name="connsiteY13" fmla="*/ 371761 h 392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11274" h="392715">
                  <a:moveTo>
                    <a:pt x="350695" y="371761"/>
                  </a:moveTo>
                  <a:lnTo>
                    <a:pt x="350695" y="371761"/>
                  </a:lnTo>
                  <a:cubicBezTo>
                    <a:pt x="297736" y="386525"/>
                    <a:pt x="249349" y="392716"/>
                    <a:pt x="189341" y="392716"/>
                  </a:cubicBezTo>
                  <a:cubicBezTo>
                    <a:pt x="63326" y="392716"/>
                    <a:pt x="-23161" y="326041"/>
                    <a:pt x="5509" y="190786"/>
                  </a:cubicBezTo>
                  <a:cubicBezTo>
                    <a:pt x="32179" y="63246"/>
                    <a:pt x="151146" y="0"/>
                    <a:pt x="272590" y="0"/>
                  </a:cubicBezTo>
                  <a:cubicBezTo>
                    <a:pt x="343551" y="0"/>
                    <a:pt x="376889" y="5334"/>
                    <a:pt x="411274" y="14002"/>
                  </a:cubicBezTo>
                  <a:lnTo>
                    <a:pt x="389462" y="116396"/>
                  </a:lnTo>
                  <a:cubicBezTo>
                    <a:pt x="371364" y="104489"/>
                    <a:pt x="334883" y="94583"/>
                    <a:pt x="294307" y="94583"/>
                  </a:cubicBezTo>
                  <a:cubicBezTo>
                    <a:pt x="222107" y="94583"/>
                    <a:pt x="166672" y="130778"/>
                    <a:pt x="151908" y="199835"/>
                  </a:cubicBezTo>
                  <a:cubicBezTo>
                    <a:pt x="140764" y="252032"/>
                    <a:pt x="152289" y="297752"/>
                    <a:pt x="210582" y="297752"/>
                  </a:cubicBezTo>
                  <a:cubicBezTo>
                    <a:pt x="220774" y="297752"/>
                    <a:pt x="232776" y="297752"/>
                    <a:pt x="242110" y="294418"/>
                  </a:cubicBezTo>
                  <a:lnTo>
                    <a:pt x="263446" y="193262"/>
                  </a:lnTo>
                  <a:lnTo>
                    <a:pt x="388224" y="193262"/>
                  </a:lnTo>
                  <a:lnTo>
                    <a:pt x="350505" y="3717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" name="Freihandform: Form 26">
              <a:extLst>
                <a:ext uri="{FF2B5EF4-FFF2-40B4-BE49-F238E27FC236}">
                  <a16:creationId xmlns:a16="http://schemas.microsoft.com/office/drawing/2014/main" id="{187C94F4-960C-9A01-CB74-5D8D411D0B6A}"/>
                </a:ext>
              </a:extLst>
            </p:cNvPr>
            <p:cNvSpPr/>
            <p:nvPr/>
          </p:nvSpPr>
          <p:spPr>
            <a:xfrm>
              <a:off x="8749300" y="2670477"/>
              <a:ext cx="500824" cy="91344"/>
            </a:xfrm>
            <a:custGeom>
              <a:avLst/>
              <a:gdLst>
                <a:gd name="connsiteX0" fmla="*/ 19336 w 500824"/>
                <a:gd name="connsiteY0" fmla="*/ 0 h 91344"/>
                <a:gd name="connsiteX1" fmla="*/ 500824 w 500824"/>
                <a:gd name="connsiteY1" fmla="*/ 0 h 91344"/>
                <a:gd name="connsiteX2" fmla="*/ 481489 w 500824"/>
                <a:gd name="connsiteY2" fmla="*/ 91345 h 91344"/>
                <a:gd name="connsiteX3" fmla="*/ 0 w 500824"/>
                <a:gd name="connsiteY3" fmla="*/ 91345 h 91344"/>
                <a:gd name="connsiteX4" fmla="*/ 19336 w 500824"/>
                <a:gd name="connsiteY4" fmla="*/ 0 h 91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824" h="91344">
                  <a:moveTo>
                    <a:pt x="19336" y="0"/>
                  </a:moveTo>
                  <a:lnTo>
                    <a:pt x="500824" y="0"/>
                  </a:lnTo>
                  <a:lnTo>
                    <a:pt x="481489" y="91345"/>
                  </a:lnTo>
                  <a:lnTo>
                    <a:pt x="0" y="91345"/>
                  </a:lnTo>
                  <a:lnTo>
                    <a:pt x="1933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" name="Freihandform: Form 27">
              <a:extLst>
                <a:ext uri="{FF2B5EF4-FFF2-40B4-BE49-F238E27FC236}">
                  <a16:creationId xmlns:a16="http://schemas.microsoft.com/office/drawing/2014/main" id="{55B2AE4A-1717-9D05-EC96-8249D0EFD126}"/>
                </a:ext>
              </a:extLst>
            </p:cNvPr>
            <p:cNvSpPr/>
            <p:nvPr/>
          </p:nvSpPr>
          <p:spPr>
            <a:xfrm>
              <a:off x="8810260" y="2383489"/>
              <a:ext cx="500729" cy="90773"/>
            </a:xfrm>
            <a:custGeom>
              <a:avLst/>
              <a:gdLst>
                <a:gd name="connsiteX0" fmla="*/ 19241 w 500729"/>
                <a:gd name="connsiteY0" fmla="*/ 0 h 90773"/>
                <a:gd name="connsiteX1" fmla="*/ 500729 w 500729"/>
                <a:gd name="connsiteY1" fmla="*/ 0 h 90773"/>
                <a:gd name="connsiteX2" fmla="*/ 481489 w 500729"/>
                <a:gd name="connsiteY2" fmla="*/ 90773 h 90773"/>
                <a:gd name="connsiteX3" fmla="*/ 0 w 500729"/>
                <a:gd name="connsiteY3" fmla="*/ 90773 h 90773"/>
                <a:gd name="connsiteX4" fmla="*/ 19241 w 500729"/>
                <a:gd name="connsiteY4" fmla="*/ 0 h 90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729" h="90773">
                  <a:moveTo>
                    <a:pt x="19241" y="0"/>
                  </a:moveTo>
                  <a:lnTo>
                    <a:pt x="500729" y="0"/>
                  </a:lnTo>
                  <a:lnTo>
                    <a:pt x="481489" y="90773"/>
                  </a:lnTo>
                  <a:lnTo>
                    <a:pt x="0" y="90773"/>
                  </a:lnTo>
                  <a:lnTo>
                    <a:pt x="1924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9" name="Freihandform: Form 28">
              <a:extLst>
                <a:ext uri="{FF2B5EF4-FFF2-40B4-BE49-F238E27FC236}">
                  <a16:creationId xmlns:a16="http://schemas.microsoft.com/office/drawing/2014/main" id="{5F4398DB-ECD5-2C0E-1E94-BF044E22DCBE}"/>
                </a:ext>
              </a:extLst>
            </p:cNvPr>
            <p:cNvSpPr/>
            <p:nvPr/>
          </p:nvSpPr>
          <p:spPr>
            <a:xfrm>
              <a:off x="8688340" y="2957560"/>
              <a:ext cx="501015" cy="91725"/>
            </a:xfrm>
            <a:custGeom>
              <a:avLst/>
              <a:gdLst>
                <a:gd name="connsiteX0" fmla="*/ 19431 w 501015"/>
                <a:gd name="connsiteY0" fmla="*/ 0 h 91725"/>
                <a:gd name="connsiteX1" fmla="*/ 501015 w 501015"/>
                <a:gd name="connsiteY1" fmla="*/ 0 h 91725"/>
                <a:gd name="connsiteX2" fmla="*/ 481489 w 501015"/>
                <a:gd name="connsiteY2" fmla="*/ 91726 h 91725"/>
                <a:gd name="connsiteX3" fmla="*/ 0 w 501015"/>
                <a:gd name="connsiteY3" fmla="*/ 91726 h 91725"/>
                <a:gd name="connsiteX4" fmla="*/ 19431 w 501015"/>
                <a:gd name="connsiteY4" fmla="*/ 0 h 91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015" h="91725">
                  <a:moveTo>
                    <a:pt x="19431" y="0"/>
                  </a:moveTo>
                  <a:lnTo>
                    <a:pt x="501015" y="0"/>
                  </a:lnTo>
                  <a:lnTo>
                    <a:pt x="481489" y="91726"/>
                  </a:lnTo>
                  <a:lnTo>
                    <a:pt x="0" y="91726"/>
                  </a:lnTo>
                  <a:lnTo>
                    <a:pt x="1943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0" name="Freihandform: Form 29">
              <a:extLst>
                <a:ext uri="{FF2B5EF4-FFF2-40B4-BE49-F238E27FC236}">
                  <a16:creationId xmlns:a16="http://schemas.microsoft.com/office/drawing/2014/main" id="{5FBA3C16-CA38-1075-2EC6-65D3EF265AE7}"/>
                </a:ext>
              </a:extLst>
            </p:cNvPr>
            <p:cNvSpPr/>
            <p:nvPr/>
          </p:nvSpPr>
          <p:spPr>
            <a:xfrm>
              <a:off x="8501174" y="2527792"/>
              <a:ext cx="930402" cy="379571"/>
            </a:xfrm>
            <a:custGeom>
              <a:avLst/>
              <a:gdLst>
                <a:gd name="connsiteX0" fmla="*/ 80486 w 930402"/>
                <a:gd name="connsiteY0" fmla="*/ 0 h 379571"/>
                <a:gd name="connsiteX1" fmla="*/ 61055 w 930402"/>
                <a:gd name="connsiteY1" fmla="*/ 91726 h 379571"/>
                <a:gd name="connsiteX2" fmla="*/ 818769 w 930402"/>
                <a:gd name="connsiteY2" fmla="*/ 91345 h 379571"/>
                <a:gd name="connsiteX3" fmla="*/ 776954 w 930402"/>
                <a:gd name="connsiteY3" fmla="*/ 288322 h 379571"/>
                <a:gd name="connsiteX4" fmla="*/ 19336 w 930402"/>
                <a:gd name="connsiteY4" fmla="*/ 288322 h 379571"/>
                <a:gd name="connsiteX5" fmla="*/ 0 w 930402"/>
                <a:gd name="connsiteY5" fmla="*/ 379571 h 379571"/>
                <a:gd name="connsiteX6" fmla="*/ 849916 w 930402"/>
                <a:gd name="connsiteY6" fmla="*/ 379571 h 379571"/>
                <a:gd name="connsiteX7" fmla="*/ 930402 w 930402"/>
                <a:gd name="connsiteY7" fmla="*/ 0 h 379571"/>
                <a:gd name="connsiteX8" fmla="*/ 80486 w 930402"/>
                <a:gd name="connsiteY8" fmla="*/ 0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30402" h="379571">
                  <a:moveTo>
                    <a:pt x="80486" y="0"/>
                  </a:moveTo>
                  <a:lnTo>
                    <a:pt x="61055" y="91726"/>
                  </a:lnTo>
                  <a:lnTo>
                    <a:pt x="818769" y="91345"/>
                  </a:lnTo>
                  <a:lnTo>
                    <a:pt x="776954" y="288322"/>
                  </a:lnTo>
                  <a:lnTo>
                    <a:pt x="19336" y="288322"/>
                  </a:lnTo>
                  <a:lnTo>
                    <a:pt x="0" y="379571"/>
                  </a:lnTo>
                  <a:lnTo>
                    <a:pt x="849916" y="379571"/>
                  </a:lnTo>
                  <a:lnTo>
                    <a:pt x="930402" y="0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4236062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/Tex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8BA064-8075-E801-0D81-DD656C63E0E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1147468C-8EC9-9468-CE31-40123E99DD2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63801" y="1808163"/>
            <a:ext cx="4064400" cy="2675339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9A6466A6-0FAF-870B-6200-A61302FEC87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0" y="1808163"/>
            <a:ext cx="4064400" cy="2675339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7C601233-5814-87DC-2733-C2D3C033C89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127602" y="1808163"/>
            <a:ext cx="4064400" cy="2675339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D7737B59-4A39-0E2F-CA06-37DAB55A726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58812" y="5149184"/>
            <a:ext cx="10874376" cy="36666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Textplatzhalter 13">
            <a:extLst>
              <a:ext uri="{FF2B5EF4-FFF2-40B4-BE49-F238E27FC236}">
                <a16:creationId xmlns:a16="http://schemas.microsoft.com/office/drawing/2014/main" id="{A5C10635-5DA8-9B73-1F7D-90BF2712978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8812" y="5523520"/>
            <a:ext cx="10874376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>
              <a:lnSpc>
                <a:spcPct val="100000"/>
              </a:lnSpc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22AEBCD9-D962-FA29-7091-5F93345A68C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3" y="4873818"/>
            <a:ext cx="658814" cy="137683"/>
          </a:xfrm>
          <a:prstGeom prst="rect">
            <a:avLst/>
          </a:prstGeom>
        </p:spPr>
      </p:pic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FEDEC182-8B4C-9DBF-069C-8FF5499422C8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7F010EE1-4C6E-0E53-5AA8-3D019AD5D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67AF6A83-4F4D-C06C-97E7-839E31340B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881972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/Tex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8BA064-8075-E801-0D81-DD656C63E0E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D7737B59-4A39-0E2F-CA06-37DAB55A726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58812" y="5149184"/>
            <a:ext cx="10874376" cy="36666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Textplatzhalter 13">
            <a:extLst>
              <a:ext uri="{FF2B5EF4-FFF2-40B4-BE49-F238E27FC236}">
                <a16:creationId xmlns:a16="http://schemas.microsoft.com/office/drawing/2014/main" id="{A5C10635-5DA8-9B73-1F7D-90BF2712978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8812" y="5523520"/>
            <a:ext cx="10874376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>
              <a:lnSpc>
                <a:spcPct val="100000"/>
              </a:lnSpc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22AEBCD9-D962-FA29-7091-5F93345A68C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3" y="4873818"/>
            <a:ext cx="658814" cy="137683"/>
          </a:xfrm>
          <a:prstGeom prst="rect">
            <a:avLst/>
          </a:prstGeom>
        </p:spPr>
      </p:pic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FEDEC182-8B4C-9DBF-069C-8FF5499422C8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7F010EE1-4C6E-0E53-5AA8-3D019AD5D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67AF6A83-4F4D-C06C-97E7-839E31340B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19062C3D-B74B-2E2C-5200-46B1275C20A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58812" y="1808163"/>
            <a:ext cx="11533187" cy="2675339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77662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/Tex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4">
            <a:extLst>
              <a:ext uri="{FF2B5EF4-FFF2-40B4-BE49-F238E27FC236}">
                <a16:creationId xmlns:a16="http://schemas.microsoft.com/office/drawing/2014/main" id="{1736C734-67A4-52D3-880C-D3399FB45A7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35919" y="1808162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3" name="Picture Placeholder 12">
            <a:extLst>
              <a:ext uri="{FF2B5EF4-FFF2-40B4-BE49-F238E27FC236}">
                <a16:creationId xmlns:a16="http://schemas.microsoft.com/office/drawing/2014/main" id="{D7B423B2-62D0-4D8F-3919-8FA2F9F27E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003704" y="1808162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4" name="Picture Placeholder 16">
            <a:extLst>
              <a:ext uri="{FF2B5EF4-FFF2-40B4-BE49-F238E27FC236}">
                <a16:creationId xmlns:a16="http://schemas.microsoft.com/office/drawing/2014/main" id="{BA7CF8FB-1BBA-4FD6-39B1-54748E2A701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371489" y="1808162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5" name="Picture Placeholder 21">
            <a:extLst>
              <a:ext uri="{FF2B5EF4-FFF2-40B4-BE49-F238E27FC236}">
                <a16:creationId xmlns:a16="http://schemas.microsoft.com/office/drawing/2014/main" id="{252B1A05-2DCC-1B1F-0A7D-BFB47B5D787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71489" y="4177951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6" name="Picture Placeholder 28">
            <a:extLst>
              <a:ext uri="{FF2B5EF4-FFF2-40B4-BE49-F238E27FC236}">
                <a16:creationId xmlns:a16="http://schemas.microsoft.com/office/drawing/2014/main" id="{0DCEBE79-3FCC-4FE4-CFBA-BFCBB87B7B6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003704" y="4177951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E8C401FD-1879-55DB-BD55-9FF542133F0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635919" y="4177951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8" name="Inhaltsplatzhalter 2">
            <a:extLst>
              <a:ext uri="{FF2B5EF4-FFF2-40B4-BE49-F238E27FC236}">
                <a16:creationId xmlns:a16="http://schemas.microsoft.com/office/drawing/2014/main" id="{3058D995-C3C8-CBF5-4186-BC7D565D55C0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58813" y="4177951"/>
            <a:ext cx="3661974" cy="5058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9" name="Textplatzhalter 13">
            <a:extLst>
              <a:ext uri="{FF2B5EF4-FFF2-40B4-BE49-F238E27FC236}">
                <a16:creationId xmlns:a16="http://schemas.microsoft.com/office/drawing/2014/main" id="{E4A96ABA-AC1E-A8F1-8BFB-66E52282276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8813" y="4776168"/>
            <a:ext cx="3661974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>
              <a:lnSpc>
                <a:spcPct val="100000"/>
              </a:lnSpc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pic>
        <p:nvPicPr>
          <p:cNvPr id="40" name="Grafik 39">
            <a:extLst>
              <a:ext uri="{FF2B5EF4-FFF2-40B4-BE49-F238E27FC236}">
                <a16:creationId xmlns:a16="http://schemas.microsoft.com/office/drawing/2014/main" id="{072179F4-998D-3732-42A9-758E6F4D285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3" y="3902585"/>
            <a:ext cx="658814" cy="137683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A4B3DA3-C296-4543-F374-9CBA170764FB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ABA45368-0993-B91C-294F-4CAFE9E2B223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CE4E727E-D259-0FD4-A8E2-D7F4F23DB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F6B05C7A-7B46-1781-F021-16AB78EBAF3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7006195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/Tex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E82075BD-ED81-6B21-E55D-9AC8EF491E8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58813" y="2236335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600" b="1" cap="all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extplatzhalter 13">
            <a:extLst>
              <a:ext uri="{FF2B5EF4-FFF2-40B4-BE49-F238E27FC236}">
                <a16:creationId xmlns:a16="http://schemas.microsoft.com/office/drawing/2014/main" id="{848989BD-0D24-29B2-012F-6F665E0695B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8813" y="2521047"/>
            <a:ext cx="3978275" cy="590550"/>
          </a:xfrm>
          <a:prstGeom prst="rect">
            <a:avLst/>
          </a:prstGeo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Inhaltsplatzhalter 2">
            <a:extLst>
              <a:ext uri="{FF2B5EF4-FFF2-40B4-BE49-F238E27FC236}">
                <a16:creationId xmlns:a16="http://schemas.microsoft.com/office/drawing/2014/main" id="{54D7AE45-584B-9B45-4A1A-1016A264FF7E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658394" y="3848602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600" b="1" cap="all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Textplatzhalter 13">
            <a:extLst>
              <a:ext uri="{FF2B5EF4-FFF2-40B4-BE49-F238E27FC236}">
                <a16:creationId xmlns:a16="http://schemas.microsoft.com/office/drawing/2014/main" id="{11DB5597-71E7-EA0C-ED5B-8A11F67856B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8394" y="4133314"/>
            <a:ext cx="3978275" cy="590550"/>
          </a:xfrm>
          <a:prstGeom prst="rect">
            <a:avLst/>
          </a:prstGeo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Inhaltsplatzhalter 2">
            <a:extLst>
              <a:ext uri="{FF2B5EF4-FFF2-40B4-BE49-F238E27FC236}">
                <a16:creationId xmlns:a16="http://schemas.microsoft.com/office/drawing/2014/main" id="{3DFC8755-C4A6-5576-3793-F9CD5BBAD3FE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57975" y="5458146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600" b="1" cap="all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2" name="Textplatzhalter 13">
            <a:extLst>
              <a:ext uri="{FF2B5EF4-FFF2-40B4-BE49-F238E27FC236}">
                <a16:creationId xmlns:a16="http://schemas.microsoft.com/office/drawing/2014/main" id="{74B7EF65-04B5-6B3B-11DF-5BC3A4C7794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7975" y="5742858"/>
            <a:ext cx="3978275" cy="590550"/>
          </a:xfrm>
          <a:prstGeom prst="rect">
            <a:avLst/>
          </a:prstGeo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1BBF4DA1-0BA6-55F2-475E-458F8A59D245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7554912" y="2236335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 cap="all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4" name="Textplatzhalter 13">
            <a:extLst>
              <a:ext uri="{FF2B5EF4-FFF2-40B4-BE49-F238E27FC236}">
                <a16:creationId xmlns:a16="http://schemas.microsoft.com/office/drawing/2014/main" id="{C7EE6736-1822-EB18-CF56-CF3D2AC4BD7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54912" y="2521047"/>
            <a:ext cx="3978275" cy="590550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5" name="Inhaltsplatzhalter 2">
            <a:extLst>
              <a:ext uri="{FF2B5EF4-FFF2-40B4-BE49-F238E27FC236}">
                <a16:creationId xmlns:a16="http://schemas.microsoft.com/office/drawing/2014/main" id="{80C4A621-6B42-9A39-5A57-7EE05C20F64B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7554493" y="3848602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 cap="all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6" name="Textplatzhalter 13">
            <a:extLst>
              <a:ext uri="{FF2B5EF4-FFF2-40B4-BE49-F238E27FC236}">
                <a16:creationId xmlns:a16="http://schemas.microsoft.com/office/drawing/2014/main" id="{2594C389-A931-CDA3-6684-744F90F82F5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554493" y="4133314"/>
            <a:ext cx="3978275" cy="590550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7" name="Inhaltsplatzhalter 2">
            <a:extLst>
              <a:ext uri="{FF2B5EF4-FFF2-40B4-BE49-F238E27FC236}">
                <a16:creationId xmlns:a16="http://schemas.microsoft.com/office/drawing/2014/main" id="{C3873F2B-4173-ABA9-9283-CD4729A93DAF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7554074" y="5458146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 cap="all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8" name="Textplatzhalter 13">
            <a:extLst>
              <a:ext uri="{FF2B5EF4-FFF2-40B4-BE49-F238E27FC236}">
                <a16:creationId xmlns:a16="http://schemas.microsoft.com/office/drawing/2014/main" id="{A71CBFDB-73CA-6C60-E900-9EBBA8347E9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554074" y="5742858"/>
            <a:ext cx="3978275" cy="590550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9" name="Bildplatzhalter 17">
            <a:extLst>
              <a:ext uri="{FF2B5EF4-FFF2-40B4-BE49-F238E27FC236}">
                <a16:creationId xmlns:a16="http://schemas.microsoft.com/office/drawing/2014/main" id="{78480E12-58D3-B112-4890-1B178B237BC5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766210" y="1803127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0" name="Bildplatzhalter 17">
            <a:extLst>
              <a:ext uri="{FF2B5EF4-FFF2-40B4-BE49-F238E27FC236}">
                <a16:creationId xmlns:a16="http://schemas.microsoft.com/office/drawing/2014/main" id="{0A23C58F-2173-CDF1-75C4-8E73E3F7D084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433275" y="1805886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1" name="Bildplatzhalter 17">
            <a:extLst>
              <a:ext uri="{FF2B5EF4-FFF2-40B4-BE49-F238E27FC236}">
                <a16:creationId xmlns:a16="http://schemas.microsoft.com/office/drawing/2014/main" id="{B606F3C9-0F89-28E2-4897-42EEA9095424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767969" y="3340830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2" name="Bildplatzhalter 17">
            <a:extLst>
              <a:ext uri="{FF2B5EF4-FFF2-40B4-BE49-F238E27FC236}">
                <a16:creationId xmlns:a16="http://schemas.microsoft.com/office/drawing/2014/main" id="{3F627BC9-C0C9-5B9B-853C-7AF06312A115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433275" y="3341450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3" name="Bildplatzhalter 17">
            <a:extLst>
              <a:ext uri="{FF2B5EF4-FFF2-40B4-BE49-F238E27FC236}">
                <a16:creationId xmlns:a16="http://schemas.microsoft.com/office/drawing/2014/main" id="{83C28757-846D-C1EF-A38E-E5A5DD73A6C1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767589" y="5001061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4" name="Bildplatzhalter 17">
            <a:extLst>
              <a:ext uri="{FF2B5EF4-FFF2-40B4-BE49-F238E27FC236}">
                <a16:creationId xmlns:a16="http://schemas.microsoft.com/office/drawing/2014/main" id="{082E85B8-1757-B107-E8ED-E7FB2417E63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433275" y="5001682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9057E4-7A31-EAB6-C210-61ECE3606C40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ußzeilenplatzhalter 13">
            <a:extLst>
              <a:ext uri="{FF2B5EF4-FFF2-40B4-BE49-F238E27FC236}">
                <a16:creationId xmlns:a16="http://schemas.microsoft.com/office/drawing/2014/main" id="{8DF0C3E1-6940-A27A-DB4C-07121CE466D3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51E9FAD2-8381-5928-4874-68C9AF9BF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05120CB4-476E-A7ED-CADA-C0C1AB0651D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682629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Refe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86910" y="2274512"/>
            <a:ext cx="5346000" cy="40707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8E876408-258B-8945-376A-E1F3A9366761}"/>
              </a:ext>
            </a:extLst>
          </p:cNvPr>
          <p:cNvSpPr/>
          <p:nvPr userDrawn="1"/>
        </p:nvSpPr>
        <p:spPr>
          <a:xfrm>
            <a:off x="658813" y="1808076"/>
            <a:ext cx="5346000" cy="4536000"/>
          </a:xfrm>
          <a:prstGeom prst="rect">
            <a:avLst/>
          </a:prstGeom>
          <a:noFill/>
          <a:ln w="952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Textplatzhalter 12">
            <a:extLst>
              <a:ext uri="{FF2B5EF4-FFF2-40B4-BE49-F238E27FC236}">
                <a16:creationId xmlns:a16="http://schemas.microsoft.com/office/drawing/2014/main" id="{8AF6A13F-C6F6-FDEA-A043-E8F2F4C4414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6909" y="1941977"/>
            <a:ext cx="5345999" cy="2408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tx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ÜBERSCHRIFT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3" name="Bildplatzhalter 2">
            <a:extLst>
              <a:ext uri="{FF2B5EF4-FFF2-40B4-BE49-F238E27FC236}">
                <a16:creationId xmlns:a16="http://schemas.microsoft.com/office/drawing/2014/main" id="{9C808EB5-F9BE-8232-0148-2038C5EC520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89607" y="1961027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4" name="Bildplatzhalter 2">
            <a:extLst>
              <a:ext uri="{FF2B5EF4-FFF2-40B4-BE49-F238E27FC236}">
                <a16:creationId xmlns:a16="http://schemas.microsoft.com/office/drawing/2014/main" id="{375F304C-FD2F-1493-F543-3261806FB1C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89607" y="2829330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6" name="Bildplatzhalter 2">
            <a:extLst>
              <a:ext uri="{FF2B5EF4-FFF2-40B4-BE49-F238E27FC236}">
                <a16:creationId xmlns:a16="http://schemas.microsoft.com/office/drawing/2014/main" id="{4D431A6B-B28C-20CE-F539-0E7CF4198C10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89607" y="3697633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7" name="Bildplatzhalter 2">
            <a:extLst>
              <a:ext uri="{FF2B5EF4-FFF2-40B4-BE49-F238E27FC236}">
                <a16:creationId xmlns:a16="http://schemas.microsoft.com/office/drawing/2014/main" id="{7F86D901-2D0E-12A1-987A-6135CB72B355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89607" y="4565936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8" name="Bildplatzhalter 2">
            <a:extLst>
              <a:ext uri="{FF2B5EF4-FFF2-40B4-BE49-F238E27FC236}">
                <a16:creationId xmlns:a16="http://schemas.microsoft.com/office/drawing/2014/main" id="{41DB8CC7-1DB9-A597-3324-9766909CB42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89607" y="5434239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5" name="Bildplatzhalter 2">
            <a:extLst>
              <a:ext uri="{FF2B5EF4-FFF2-40B4-BE49-F238E27FC236}">
                <a16:creationId xmlns:a16="http://schemas.microsoft.com/office/drawing/2014/main" id="{89863CFE-4AE1-AB52-938E-5E498888F2E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378160" y="1961027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6" name="Bildplatzhalter 2">
            <a:extLst>
              <a:ext uri="{FF2B5EF4-FFF2-40B4-BE49-F238E27FC236}">
                <a16:creationId xmlns:a16="http://schemas.microsoft.com/office/drawing/2014/main" id="{2B5EDB63-1A90-2FCC-7433-6435914658A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378160" y="2829330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7" name="Bildplatzhalter 2">
            <a:extLst>
              <a:ext uri="{FF2B5EF4-FFF2-40B4-BE49-F238E27FC236}">
                <a16:creationId xmlns:a16="http://schemas.microsoft.com/office/drawing/2014/main" id="{3C98FE92-695B-FF0D-5E46-3943CC29A091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3378160" y="3697633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8" name="Bildplatzhalter 2">
            <a:extLst>
              <a:ext uri="{FF2B5EF4-FFF2-40B4-BE49-F238E27FC236}">
                <a16:creationId xmlns:a16="http://schemas.microsoft.com/office/drawing/2014/main" id="{5D357F6F-FDEF-4DE2-1A64-A83CF716B2F0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3378160" y="4565936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9" name="Bildplatzhalter 2">
            <a:extLst>
              <a:ext uri="{FF2B5EF4-FFF2-40B4-BE49-F238E27FC236}">
                <a16:creationId xmlns:a16="http://schemas.microsoft.com/office/drawing/2014/main" id="{4CBDAC7D-B2DB-0A37-CA5F-E767D274A3E1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378160" y="5434239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8BF9794-6C52-5CAD-5B97-924DCC046DC5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B5E28C46-7384-AD57-AAC5-83F90616A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Textplatzhalter 17">
            <a:extLst>
              <a:ext uri="{FF2B5EF4-FFF2-40B4-BE49-F238E27FC236}">
                <a16:creationId xmlns:a16="http://schemas.microsoft.com/office/drawing/2014/main" id="{0F063B18-56C2-8285-2EEA-16DC2F3381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28510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Referenc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B964F32-72AB-F1BA-4B4F-75EB1583FD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58813" y="1808163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9" name="Bildplatzhalter 2">
            <a:extLst>
              <a:ext uri="{FF2B5EF4-FFF2-40B4-BE49-F238E27FC236}">
                <a16:creationId xmlns:a16="http://schemas.microsoft.com/office/drawing/2014/main" id="{59A80FB0-FB51-83CC-B146-806E2C55F2B9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452758" y="1808163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0" name="Bildplatzhalter 2">
            <a:extLst>
              <a:ext uri="{FF2B5EF4-FFF2-40B4-BE49-F238E27FC236}">
                <a16:creationId xmlns:a16="http://schemas.microsoft.com/office/drawing/2014/main" id="{CCB8675E-0CD1-0C97-8A9A-D3026E6411ED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246703" y="1808163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7" name="Bildplatzhalter 2">
            <a:extLst>
              <a:ext uri="{FF2B5EF4-FFF2-40B4-BE49-F238E27FC236}">
                <a16:creationId xmlns:a16="http://schemas.microsoft.com/office/drawing/2014/main" id="{B2603B96-DF65-E976-FA83-02C6EFD0A0DA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9040648" y="1808163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8" name="Bildplatzhalter 2">
            <a:extLst>
              <a:ext uri="{FF2B5EF4-FFF2-40B4-BE49-F238E27FC236}">
                <a16:creationId xmlns:a16="http://schemas.microsoft.com/office/drawing/2014/main" id="{8754B366-AA2D-9354-420D-5F534E3E7A9F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665448" y="290993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9" name="Bildplatzhalter 2">
            <a:extLst>
              <a:ext uri="{FF2B5EF4-FFF2-40B4-BE49-F238E27FC236}">
                <a16:creationId xmlns:a16="http://schemas.microsoft.com/office/drawing/2014/main" id="{3D6C926A-DDCB-8A29-D174-8BC8653E32AD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459393" y="290993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0" name="Bildplatzhalter 2">
            <a:extLst>
              <a:ext uri="{FF2B5EF4-FFF2-40B4-BE49-F238E27FC236}">
                <a16:creationId xmlns:a16="http://schemas.microsoft.com/office/drawing/2014/main" id="{A4173441-12EE-66D5-768A-04EB3E1A564F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253338" y="290993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1" name="Bildplatzhalter 2">
            <a:extLst>
              <a:ext uri="{FF2B5EF4-FFF2-40B4-BE49-F238E27FC236}">
                <a16:creationId xmlns:a16="http://schemas.microsoft.com/office/drawing/2014/main" id="{CF13A422-3C24-4EB9-ADF6-500B60F18FFC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9047283" y="290993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2" name="Bildplatzhalter 2">
            <a:extLst>
              <a:ext uri="{FF2B5EF4-FFF2-40B4-BE49-F238E27FC236}">
                <a16:creationId xmlns:a16="http://schemas.microsoft.com/office/drawing/2014/main" id="{A0A0CA56-BA82-030D-F0E0-C5E84E569C3D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658812" y="4011715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3" name="Bildplatzhalter 2">
            <a:extLst>
              <a:ext uri="{FF2B5EF4-FFF2-40B4-BE49-F238E27FC236}">
                <a16:creationId xmlns:a16="http://schemas.microsoft.com/office/drawing/2014/main" id="{5EB07990-A9C3-3F42-07AE-2EE450E302DC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3452757" y="4011715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4" name="Bildplatzhalter 2">
            <a:extLst>
              <a:ext uri="{FF2B5EF4-FFF2-40B4-BE49-F238E27FC236}">
                <a16:creationId xmlns:a16="http://schemas.microsoft.com/office/drawing/2014/main" id="{D1A9E494-7C7C-A3CA-2B6A-9348E6C27BAB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6246702" y="4011715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5" name="Bildplatzhalter 2">
            <a:extLst>
              <a:ext uri="{FF2B5EF4-FFF2-40B4-BE49-F238E27FC236}">
                <a16:creationId xmlns:a16="http://schemas.microsoft.com/office/drawing/2014/main" id="{68E3CEDB-B4E5-F793-8CFF-105AD13F9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9040647" y="4011715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6" name="Bildplatzhalter 2">
            <a:extLst>
              <a:ext uri="{FF2B5EF4-FFF2-40B4-BE49-F238E27FC236}">
                <a16:creationId xmlns:a16="http://schemas.microsoft.com/office/drawing/2014/main" id="{70B7CB09-852E-3508-0D65-6E79559028B7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665448" y="511006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7" name="Bildplatzhalter 2">
            <a:extLst>
              <a:ext uri="{FF2B5EF4-FFF2-40B4-BE49-F238E27FC236}">
                <a16:creationId xmlns:a16="http://schemas.microsoft.com/office/drawing/2014/main" id="{65E447E8-464E-A5AD-5978-4E0AF5950A68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3459393" y="511006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8" name="Bildplatzhalter 2">
            <a:extLst>
              <a:ext uri="{FF2B5EF4-FFF2-40B4-BE49-F238E27FC236}">
                <a16:creationId xmlns:a16="http://schemas.microsoft.com/office/drawing/2014/main" id="{3384F8CF-9CEC-AC2F-1654-FA280A43CC60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253338" y="511006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9" name="Bildplatzhalter 2">
            <a:extLst>
              <a:ext uri="{FF2B5EF4-FFF2-40B4-BE49-F238E27FC236}">
                <a16:creationId xmlns:a16="http://schemas.microsoft.com/office/drawing/2014/main" id="{2A0B8796-A130-B7AF-9357-DD89770ED625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9047283" y="511006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45454C5-9A43-218F-1577-0DCDE0469390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4BB6A518-46EE-F289-85EE-1983C7B28E0F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740FCA66-6E32-5DB1-2E96-BFEB1BAC3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1451F86D-C03B-70BD-72BB-63F3119E86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6776219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Reference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7E5C5D-D168-6106-CFAC-A7D26E8A5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467E333-4ECF-34A9-5DA3-B8116008A5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F8D90E2-C4DB-F868-0DF6-3E4491E3E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Textplatzhalter 17">
            <a:extLst>
              <a:ext uri="{FF2B5EF4-FFF2-40B4-BE49-F238E27FC236}">
                <a16:creationId xmlns:a16="http://schemas.microsoft.com/office/drawing/2014/main" id="{BD8758DB-9932-98A9-4376-3B54315AD8C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Bildplatzhalter 2">
            <a:extLst>
              <a:ext uri="{FF2B5EF4-FFF2-40B4-BE49-F238E27FC236}">
                <a16:creationId xmlns:a16="http://schemas.microsoft.com/office/drawing/2014/main" id="{C5721F21-1CAB-5707-E0F3-1E4F9DCF3DF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58813" y="1428241"/>
            <a:ext cx="2959768" cy="137232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125F3478-62A5-6572-17CD-EBE0266C0C1B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187188" y="3032701"/>
            <a:ext cx="5346000" cy="202516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extplatzhalter 19">
            <a:extLst>
              <a:ext uri="{FF2B5EF4-FFF2-40B4-BE49-F238E27FC236}">
                <a16:creationId xmlns:a16="http://schemas.microsoft.com/office/drawing/2014/main" id="{D20DC85B-A08F-2860-CAA4-C5492DBB5AA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87188" y="2697599"/>
            <a:ext cx="5346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baseline="0"/>
            </a:lvl1pPr>
          </a:lstStyle>
          <a:p>
            <a:pPr lvl="0"/>
            <a:r>
              <a:rPr lang="de-DE" err="1"/>
              <a:t>contents</a:t>
            </a:r>
            <a:endParaRPr lang="de-DE"/>
          </a:p>
        </p:txBody>
      </p:sp>
      <p:sp>
        <p:nvSpPr>
          <p:cNvPr id="23" name="Textplatzhalter 19">
            <a:extLst>
              <a:ext uri="{FF2B5EF4-FFF2-40B4-BE49-F238E27FC236}">
                <a16:creationId xmlns:a16="http://schemas.microsoft.com/office/drawing/2014/main" id="{8A8576D8-2DB5-1A32-9D81-0F5ADF4C6E1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187188" y="5620799"/>
            <a:ext cx="5346000" cy="72000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Textplatzhalter 19">
            <a:extLst>
              <a:ext uri="{FF2B5EF4-FFF2-40B4-BE49-F238E27FC236}">
                <a16:creationId xmlns:a16="http://schemas.microsoft.com/office/drawing/2014/main" id="{D6F86D6E-C7F6-547C-06AD-6375537EF7D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187188" y="5275199"/>
            <a:ext cx="5346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baseline="0"/>
            </a:lvl1pPr>
          </a:lstStyle>
          <a:p>
            <a:pPr lvl="0"/>
            <a:r>
              <a:rPr lang="de-DE" err="1"/>
              <a:t>tools</a:t>
            </a:r>
            <a:endParaRPr lang="de-DE"/>
          </a:p>
        </p:txBody>
      </p:sp>
      <p:sp>
        <p:nvSpPr>
          <p:cNvPr id="25" name="Textplatzhalter 19">
            <a:extLst>
              <a:ext uri="{FF2B5EF4-FFF2-40B4-BE49-F238E27FC236}">
                <a16:creationId xmlns:a16="http://schemas.microsoft.com/office/drawing/2014/main" id="{43E246A5-CEA2-3E5A-C1A2-98BE28128D4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187188" y="1808162"/>
            <a:ext cx="5346000" cy="721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none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Reference title</a:t>
            </a:r>
          </a:p>
        </p:txBody>
      </p:sp>
      <p:sp>
        <p:nvSpPr>
          <p:cNvPr id="26" name="Textplatzhalter 19">
            <a:extLst>
              <a:ext uri="{FF2B5EF4-FFF2-40B4-BE49-F238E27FC236}">
                <a16:creationId xmlns:a16="http://schemas.microsoft.com/office/drawing/2014/main" id="{233D4FE0-3960-65C8-EEA9-A9814B61655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58813" y="5276689"/>
            <a:ext cx="4140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baseline="0"/>
            </a:lvl1pPr>
          </a:lstStyle>
          <a:p>
            <a:pPr lvl="0"/>
            <a:r>
              <a:rPr lang="de-DE"/>
              <a:t>Project </a:t>
            </a:r>
            <a:r>
              <a:rPr lang="de-DE" err="1"/>
              <a:t>goals</a:t>
            </a:r>
            <a:endParaRPr lang="de-DE"/>
          </a:p>
        </p:txBody>
      </p:sp>
      <p:sp>
        <p:nvSpPr>
          <p:cNvPr id="27" name="Textplatzhalter 19">
            <a:extLst>
              <a:ext uri="{FF2B5EF4-FFF2-40B4-BE49-F238E27FC236}">
                <a16:creationId xmlns:a16="http://schemas.microsoft.com/office/drawing/2014/main" id="{3467C904-3325-B8AD-ED40-A0D69E47E325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58813" y="5620471"/>
            <a:ext cx="5346000" cy="72000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platzhalter 19">
            <a:extLst>
              <a:ext uri="{FF2B5EF4-FFF2-40B4-BE49-F238E27FC236}">
                <a16:creationId xmlns:a16="http://schemas.microsoft.com/office/drawing/2014/main" id="{3D63D933-A837-F1BB-4708-7B0E5F7970CF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617785" y="3034006"/>
            <a:ext cx="4384800" cy="61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Textplatzhalter 19">
            <a:extLst>
              <a:ext uri="{FF2B5EF4-FFF2-40B4-BE49-F238E27FC236}">
                <a16:creationId xmlns:a16="http://schemas.microsoft.com/office/drawing/2014/main" id="{696CA6F9-A5E0-22D0-0E64-5AE1422F545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8813" y="3034006"/>
            <a:ext cx="828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baseline="0"/>
            </a:lvl1pPr>
          </a:lstStyle>
          <a:p>
            <a:pPr lvl="0"/>
            <a:r>
              <a:rPr lang="de-DE" err="1"/>
              <a:t>customer</a:t>
            </a:r>
            <a:endParaRPr lang="de-DE"/>
          </a:p>
        </p:txBody>
      </p:sp>
      <p:sp>
        <p:nvSpPr>
          <p:cNvPr id="30" name="Textplatzhalter 19">
            <a:extLst>
              <a:ext uri="{FF2B5EF4-FFF2-40B4-BE49-F238E27FC236}">
                <a16:creationId xmlns:a16="http://schemas.microsoft.com/office/drawing/2014/main" id="{E86545CF-9F9C-845B-E3EA-B4AFBA34C0F9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617785" y="3854622"/>
            <a:ext cx="4385631" cy="61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Textplatzhalter 19">
            <a:extLst>
              <a:ext uri="{FF2B5EF4-FFF2-40B4-BE49-F238E27FC236}">
                <a16:creationId xmlns:a16="http://schemas.microsoft.com/office/drawing/2014/main" id="{CCD37D4A-5ADE-63A4-7FFF-55C67E150E6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58813" y="3854622"/>
            <a:ext cx="828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i="1" cap="none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err="1"/>
              <a:t>Scope</a:t>
            </a:r>
            <a:endParaRPr lang="de-DE"/>
          </a:p>
        </p:txBody>
      </p:sp>
      <p:sp>
        <p:nvSpPr>
          <p:cNvPr id="32" name="Textplatzhalter 19">
            <a:extLst>
              <a:ext uri="{FF2B5EF4-FFF2-40B4-BE49-F238E27FC236}">
                <a16:creationId xmlns:a16="http://schemas.microsoft.com/office/drawing/2014/main" id="{00D4EC64-C64F-9DE5-7CCE-916249E0BD1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617785" y="4663515"/>
            <a:ext cx="3168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3" name="Textplatzhalter 19">
            <a:extLst>
              <a:ext uri="{FF2B5EF4-FFF2-40B4-BE49-F238E27FC236}">
                <a16:creationId xmlns:a16="http://schemas.microsoft.com/office/drawing/2014/main" id="{4E02325E-0C3E-5B11-59A4-80959B3AC34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8813" y="4663515"/>
            <a:ext cx="828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i="1" cap="none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err="1"/>
              <a:t>Period</a:t>
            </a:r>
            <a:endParaRPr lang="de-DE"/>
          </a:p>
        </p:txBody>
      </p:sp>
      <p:grpSp>
        <p:nvGrpSpPr>
          <p:cNvPr id="67" name="Group 42">
            <a:extLst>
              <a:ext uri="{FF2B5EF4-FFF2-40B4-BE49-F238E27FC236}">
                <a16:creationId xmlns:a16="http://schemas.microsoft.com/office/drawing/2014/main" id="{9E00147C-019F-3752-8432-91C788FD8223}"/>
              </a:ext>
            </a:extLst>
          </p:cNvPr>
          <p:cNvGrpSpPr/>
          <p:nvPr userDrawn="1"/>
        </p:nvGrpSpPr>
        <p:grpSpPr>
          <a:xfrm>
            <a:off x="4907606" y="4879390"/>
            <a:ext cx="668215" cy="667907"/>
            <a:chOff x="1365101" y="1859505"/>
            <a:chExt cx="4340096" cy="4338095"/>
          </a:xfrm>
        </p:grpSpPr>
        <p:sp>
          <p:nvSpPr>
            <p:cNvPr id="68" name="Shape 8">
              <a:extLst>
                <a:ext uri="{FF2B5EF4-FFF2-40B4-BE49-F238E27FC236}">
                  <a16:creationId xmlns:a16="http://schemas.microsoft.com/office/drawing/2014/main" id="{1A6FB961-5969-88C9-52E7-33FD9026E148}"/>
                </a:ext>
              </a:extLst>
            </p:cNvPr>
            <p:cNvSpPr/>
            <p:nvPr/>
          </p:nvSpPr>
          <p:spPr>
            <a:xfrm>
              <a:off x="1365101" y="2725183"/>
              <a:ext cx="3472576" cy="34724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2"/>
                  </a:moveTo>
                  <a:cubicBezTo>
                    <a:pt x="21600" y="16765"/>
                    <a:pt x="16764" y="21600"/>
                    <a:pt x="10802" y="21600"/>
                  </a:cubicBezTo>
                  <a:cubicBezTo>
                    <a:pt x="4837" y="21600"/>
                    <a:pt x="0" y="16765"/>
                    <a:pt x="0" y="10802"/>
                  </a:cubicBezTo>
                  <a:cubicBezTo>
                    <a:pt x="0" y="4836"/>
                    <a:pt x="4837" y="0"/>
                    <a:pt x="10802" y="0"/>
                  </a:cubicBezTo>
                  <a:cubicBezTo>
                    <a:pt x="16764" y="0"/>
                    <a:pt x="21600" y="4836"/>
                    <a:pt x="21600" y="10802"/>
                  </a:cubicBezTo>
                  <a:close/>
                </a:path>
              </a:pathLst>
            </a:custGeom>
            <a:solidFill>
              <a:schemeClr val="tx1">
                <a:lumMod val="75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69" name="Shape 9">
              <a:extLst>
                <a:ext uri="{FF2B5EF4-FFF2-40B4-BE49-F238E27FC236}">
                  <a16:creationId xmlns:a16="http://schemas.microsoft.com/office/drawing/2014/main" id="{D96E7566-8B50-88A5-6ED0-B499499ACA24}"/>
                </a:ext>
              </a:extLst>
            </p:cNvPr>
            <p:cNvSpPr/>
            <p:nvPr/>
          </p:nvSpPr>
          <p:spPr>
            <a:xfrm>
              <a:off x="1677709" y="3109927"/>
              <a:ext cx="3049888" cy="30497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2"/>
                  </a:moveTo>
                  <a:cubicBezTo>
                    <a:pt x="21600" y="16765"/>
                    <a:pt x="16765" y="21600"/>
                    <a:pt x="10802" y="21600"/>
                  </a:cubicBezTo>
                  <a:cubicBezTo>
                    <a:pt x="4837" y="21600"/>
                    <a:pt x="0" y="16765"/>
                    <a:pt x="0" y="10802"/>
                  </a:cubicBezTo>
                  <a:cubicBezTo>
                    <a:pt x="0" y="4836"/>
                    <a:pt x="4837" y="0"/>
                    <a:pt x="10802" y="0"/>
                  </a:cubicBezTo>
                  <a:cubicBezTo>
                    <a:pt x="16765" y="0"/>
                    <a:pt x="21600" y="4836"/>
                    <a:pt x="21600" y="10802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0" name="Shape 10">
              <a:extLst>
                <a:ext uri="{FF2B5EF4-FFF2-40B4-BE49-F238E27FC236}">
                  <a16:creationId xmlns:a16="http://schemas.microsoft.com/office/drawing/2014/main" id="{2D71CD38-7C13-6E4A-271F-93D7F8CA309C}"/>
                </a:ext>
              </a:extLst>
            </p:cNvPr>
            <p:cNvSpPr/>
            <p:nvPr/>
          </p:nvSpPr>
          <p:spPr>
            <a:xfrm>
              <a:off x="1761871" y="3109927"/>
              <a:ext cx="2690325" cy="26901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2"/>
                  </a:moveTo>
                  <a:cubicBezTo>
                    <a:pt x="21600" y="16765"/>
                    <a:pt x="16765" y="21600"/>
                    <a:pt x="10802" y="21600"/>
                  </a:cubicBezTo>
                  <a:cubicBezTo>
                    <a:pt x="4837" y="21600"/>
                    <a:pt x="0" y="16765"/>
                    <a:pt x="0" y="10802"/>
                  </a:cubicBezTo>
                  <a:cubicBezTo>
                    <a:pt x="0" y="4836"/>
                    <a:pt x="4837" y="0"/>
                    <a:pt x="10802" y="0"/>
                  </a:cubicBezTo>
                  <a:cubicBezTo>
                    <a:pt x="16765" y="0"/>
                    <a:pt x="21600" y="4836"/>
                    <a:pt x="21600" y="10802"/>
                  </a:cubicBezTo>
                  <a:close/>
                </a:path>
              </a:pathLst>
            </a:custGeom>
            <a:solidFill>
              <a:schemeClr val="accent4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1" name="Shape 11">
              <a:extLst>
                <a:ext uri="{FF2B5EF4-FFF2-40B4-BE49-F238E27FC236}">
                  <a16:creationId xmlns:a16="http://schemas.microsoft.com/office/drawing/2014/main" id="{159CF461-38D0-3A97-C28F-8465D71430E5}"/>
                </a:ext>
              </a:extLst>
            </p:cNvPr>
            <p:cNvSpPr/>
            <p:nvPr/>
          </p:nvSpPr>
          <p:spPr>
            <a:xfrm>
              <a:off x="2110549" y="3458605"/>
              <a:ext cx="1989312" cy="19892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2"/>
                  </a:moveTo>
                  <a:cubicBezTo>
                    <a:pt x="21600" y="16764"/>
                    <a:pt x="16764" y="21600"/>
                    <a:pt x="10801" y="21600"/>
                  </a:cubicBezTo>
                  <a:cubicBezTo>
                    <a:pt x="4834" y="21600"/>
                    <a:pt x="0" y="16764"/>
                    <a:pt x="0" y="10802"/>
                  </a:cubicBezTo>
                  <a:cubicBezTo>
                    <a:pt x="0" y="4834"/>
                    <a:pt x="4834" y="0"/>
                    <a:pt x="10801" y="0"/>
                  </a:cubicBezTo>
                  <a:cubicBezTo>
                    <a:pt x="16764" y="0"/>
                    <a:pt x="21600" y="4834"/>
                    <a:pt x="21600" y="10802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2" name="Shape 12">
              <a:extLst>
                <a:ext uri="{FF2B5EF4-FFF2-40B4-BE49-F238E27FC236}">
                  <a16:creationId xmlns:a16="http://schemas.microsoft.com/office/drawing/2014/main" id="{42ED4F87-2AD0-ECBB-472F-ED959A966D7C}"/>
                </a:ext>
              </a:extLst>
            </p:cNvPr>
            <p:cNvSpPr/>
            <p:nvPr/>
          </p:nvSpPr>
          <p:spPr>
            <a:xfrm>
              <a:off x="2459223" y="3807280"/>
              <a:ext cx="1288234" cy="12881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4"/>
                  </a:moveTo>
                  <a:cubicBezTo>
                    <a:pt x="21600" y="16765"/>
                    <a:pt x="16764" y="21600"/>
                    <a:pt x="10804" y="21600"/>
                  </a:cubicBezTo>
                  <a:cubicBezTo>
                    <a:pt x="4837" y="21600"/>
                    <a:pt x="0" y="16765"/>
                    <a:pt x="0" y="10804"/>
                  </a:cubicBezTo>
                  <a:cubicBezTo>
                    <a:pt x="0" y="4837"/>
                    <a:pt x="4837" y="0"/>
                    <a:pt x="10804" y="0"/>
                  </a:cubicBezTo>
                  <a:cubicBezTo>
                    <a:pt x="16764" y="0"/>
                    <a:pt x="21600" y="4837"/>
                    <a:pt x="21600" y="10804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3" name="Shape 13">
              <a:extLst>
                <a:ext uri="{FF2B5EF4-FFF2-40B4-BE49-F238E27FC236}">
                  <a16:creationId xmlns:a16="http://schemas.microsoft.com/office/drawing/2014/main" id="{93997907-63E0-4118-C65C-504D298661FD}"/>
                </a:ext>
              </a:extLst>
            </p:cNvPr>
            <p:cNvSpPr/>
            <p:nvPr/>
          </p:nvSpPr>
          <p:spPr>
            <a:xfrm>
              <a:off x="2807901" y="4167980"/>
              <a:ext cx="587322" cy="5871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9"/>
                  </a:moveTo>
                  <a:cubicBezTo>
                    <a:pt x="21600" y="16771"/>
                    <a:pt x="16765" y="21600"/>
                    <a:pt x="10807" y="21600"/>
                  </a:cubicBezTo>
                  <a:cubicBezTo>
                    <a:pt x="4834" y="21600"/>
                    <a:pt x="0" y="16771"/>
                    <a:pt x="0" y="10809"/>
                  </a:cubicBezTo>
                  <a:cubicBezTo>
                    <a:pt x="0" y="4835"/>
                    <a:pt x="4834" y="0"/>
                    <a:pt x="10807" y="0"/>
                  </a:cubicBezTo>
                  <a:cubicBezTo>
                    <a:pt x="16765" y="0"/>
                    <a:pt x="21600" y="4835"/>
                    <a:pt x="21600" y="10809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4" name="Shape 14">
              <a:extLst>
                <a:ext uri="{FF2B5EF4-FFF2-40B4-BE49-F238E27FC236}">
                  <a16:creationId xmlns:a16="http://schemas.microsoft.com/office/drawing/2014/main" id="{4BD7D8B2-E705-240E-08F8-F51173721D5E}"/>
                </a:ext>
              </a:extLst>
            </p:cNvPr>
            <p:cNvSpPr/>
            <p:nvPr/>
          </p:nvSpPr>
          <p:spPr>
            <a:xfrm>
              <a:off x="3097983" y="1859505"/>
              <a:ext cx="2607214" cy="26077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372" y="7845"/>
                  </a:moveTo>
                  <a:lnTo>
                    <a:pt x="21600" y="4612"/>
                  </a:lnTo>
                  <a:lnTo>
                    <a:pt x="17962" y="3640"/>
                  </a:lnTo>
                  <a:lnTo>
                    <a:pt x="16992" y="0"/>
                  </a:lnTo>
                  <a:lnTo>
                    <a:pt x="13760" y="3233"/>
                  </a:lnTo>
                  <a:lnTo>
                    <a:pt x="14548" y="6180"/>
                  </a:lnTo>
                  <a:lnTo>
                    <a:pt x="3582" y="17152"/>
                  </a:lnTo>
                  <a:lnTo>
                    <a:pt x="2027" y="14044"/>
                  </a:lnTo>
                  <a:lnTo>
                    <a:pt x="1014" y="17822"/>
                  </a:lnTo>
                  <a:lnTo>
                    <a:pt x="0" y="21600"/>
                  </a:lnTo>
                  <a:lnTo>
                    <a:pt x="3779" y="20586"/>
                  </a:lnTo>
                  <a:lnTo>
                    <a:pt x="7556" y="19577"/>
                  </a:lnTo>
                  <a:lnTo>
                    <a:pt x="4452" y="18018"/>
                  </a:lnTo>
                  <a:lnTo>
                    <a:pt x="15420" y="7054"/>
                  </a:lnTo>
                  <a:cubicBezTo>
                    <a:pt x="15420" y="7054"/>
                    <a:pt x="18372" y="7845"/>
                    <a:pt x="18372" y="7845"/>
                  </a:cubicBezTo>
                  <a:close/>
                </a:path>
              </a:pathLst>
            </a:custGeom>
            <a:solidFill>
              <a:schemeClr val="tx1">
                <a:lumMod val="75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5" name="Shape 15">
              <a:extLst>
                <a:ext uri="{FF2B5EF4-FFF2-40B4-BE49-F238E27FC236}">
                  <a16:creationId xmlns:a16="http://schemas.microsoft.com/office/drawing/2014/main" id="{5D455C82-F1BC-C6D4-DCDB-00E9C58D16E4}"/>
                </a:ext>
              </a:extLst>
            </p:cNvPr>
            <p:cNvSpPr/>
            <p:nvPr/>
          </p:nvSpPr>
          <p:spPr>
            <a:xfrm>
              <a:off x="3060390" y="1859505"/>
              <a:ext cx="2168095" cy="26077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3640"/>
                  </a:moveTo>
                  <a:lnTo>
                    <a:pt x="20433" y="0"/>
                  </a:lnTo>
                  <a:lnTo>
                    <a:pt x="16546" y="3233"/>
                  </a:lnTo>
                  <a:lnTo>
                    <a:pt x="17500" y="6180"/>
                  </a:lnTo>
                  <a:lnTo>
                    <a:pt x="4302" y="17152"/>
                  </a:lnTo>
                  <a:lnTo>
                    <a:pt x="2438" y="14044"/>
                  </a:lnTo>
                  <a:lnTo>
                    <a:pt x="1219" y="17822"/>
                  </a:lnTo>
                  <a:lnTo>
                    <a:pt x="0" y="21600"/>
                  </a:lnTo>
                  <a:cubicBezTo>
                    <a:pt x="0" y="21600"/>
                    <a:pt x="21600" y="3640"/>
                    <a:pt x="21600" y="364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</p:grp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D5FB0438-F817-0529-5E5A-1AECD2242983}"/>
              </a:ext>
            </a:extLst>
          </p:cNvPr>
          <p:cNvCxnSpPr>
            <a:cxnSpLocks/>
          </p:cNvCxnSpPr>
          <p:nvPr userDrawn="1"/>
        </p:nvCxnSpPr>
        <p:spPr>
          <a:xfrm>
            <a:off x="0" y="5099326"/>
            <a:ext cx="4824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Bildplatzhalter 2">
            <a:extLst>
              <a:ext uri="{FF2B5EF4-FFF2-40B4-BE49-F238E27FC236}">
                <a16:creationId xmlns:a16="http://schemas.microsoft.com/office/drawing/2014/main" id="{D871A804-10B3-1361-AF68-82C849C10FCB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3791660" y="1428241"/>
            <a:ext cx="1872294" cy="137232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Logo / Reference </a:t>
            </a:r>
            <a:r>
              <a:rPr lang="de-DE" err="1"/>
              <a:t>project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61639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</p15:sldGuideLst>
    </p:ext>
  </p:extLst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B98F2CD3-980A-30AF-195B-62F2D195E5EE}"/>
              </a:ext>
            </a:extLst>
          </p:cNvPr>
          <p:cNvGrpSpPr/>
          <p:nvPr userDrawn="1"/>
        </p:nvGrpSpPr>
        <p:grpSpPr>
          <a:xfrm>
            <a:off x="0" y="0"/>
            <a:ext cx="5954279" cy="6345237"/>
            <a:chOff x="0" y="0"/>
            <a:chExt cx="5954279" cy="6345237"/>
          </a:xfrm>
          <a:gradFill flip="none" rotWithShape="1">
            <a:gsLst>
              <a:gs pos="0">
                <a:schemeClr val="bg1"/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grpSpPr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DE8F6512-F002-4991-7BDB-84BA59A271AD}"/>
                </a:ext>
              </a:extLst>
            </p:cNvPr>
            <p:cNvSpPr/>
            <p:nvPr userDrawn="1"/>
          </p:nvSpPr>
          <p:spPr bwMode="gray">
            <a:xfrm>
              <a:off x="0" y="0"/>
              <a:ext cx="5615636" cy="634523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marL="0" indent="0" algn="ctr">
                <a:lnSpc>
                  <a:spcPts val="1500"/>
                </a:lnSpc>
                <a:spcAft>
                  <a:spcPts val="600"/>
                </a:spcAft>
              </a:pPr>
              <a:endParaRPr lang="de-DE" sz="12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04A74450-5761-E6DF-9DBB-B52C91CA6E82}"/>
                </a:ext>
              </a:extLst>
            </p:cNvPr>
            <p:cNvSpPr/>
            <p:nvPr userDrawn="1"/>
          </p:nvSpPr>
          <p:spPr bwMode="gray">
            <a:xfrm rot="18900000">
              <a:off x="5269993" y="1466020"/>
              <a:ext cx="684286" cy="68428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marL="0" indent="0" algn="ctr">
                <a:lnSpc>
                  <a:spcPts val="1500"/>
                </a:lnSpc>
                <a:spcAft>
                  <a:spcPts val="600"/>
                </a:spcAft>
              </a:pPr>
              <a:endParaRPr lang="de-DE" sz="1200">
                <a:solidFill>
                  <a:schemeClr val="tx1"/>
                </a:solidFill>
              </a:endParaRPr>
            </a:p>
          </p:txBody>
        </p:sp>
      </p:grpSp>
      <p:sp>
        <p:nvSpPr>
          <p:cNvPr id="47" name="Textplatzhalter 33">
            <a:extLst>
              <a:ext uri="{FF2B5EF4-FFF2-40B4-BE49-F238E27FC236}">
                <a16:creationId xmlns:a16="http://schemas.microsoft.com/office/drawing/2014/main" id="{2FE495BE-7580-5817-D4FF-42F1E0B776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1646243"/>
            <a:ext cx="5437188" cy="138969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9600"/>
            </a:lvl2pPr>
            <a:lvl3pPr marL="914400" indent="0">
              <a:buNone/>
              <a:defRPr sz="9600"/>
            </a:lvl3pPr>
            <a:lvl4pPr marL="1371600" indent="0">
              <a:buNone/>
              <a:defRPr sz="9600"/>
            </a:lvl4pPr>
            <a:lvl5pPr marL="1828800" indent="0">
              <a:buNone/>
              <a:defRPr sz="9600"/>
            </a:lvl5pPr>
          </a:lstStyle>
          <a:p>
            <a:pPr lvl="0"/>
            <a:r>
              <a:rPr lang="de-DE"/>
              <a:t>AGENDA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0A45587-0843-1760-84F8-78B97BC9C1E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5BF0937-2FF1-1BFA-B50C-3A60F339F56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EFB498CA-7F0E-E453-85C7-BC4028E56E2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8813" y="1808163"/>
            <a:ext cx="4680000" cy="42259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de-DE" err="1"/>
              <a:t>welcome</a:t>
            </a:r>
            <a:endParaRPr lang="de-DE"/>
          </a:p>
          <a:p>
            <a:endParaRPr lang="de-DE"/>
          </a:p>
          <a:p>
            <a:r>
              <a:rPr lang="de-DE"/>
              <a:t>DAS PROBLEM</a:t>
            </a:r>
          </a:p>
          <a:p>
            <a:endParaRPr lang="de-DE"/>
          </a:p>
          <a:p>
            <a:r>
              <a:rPr lang="de-DE"/>
              <a:t>DIE LÖSUNG</a:t>
            </a:r>
          </a:p>
          <a:p>
            <a:endParaRPr lang="de-DE"/>
          </a:p>
          <a:p>
            <a:r>
              <a:rPr lang="de-DE"/>
              <a:t>DAS PROJEKT</a:t>
            </a:r>
          </a:p>
          <a:p>
            <a:endParaRPr lang="de-DE"/>
          </a:p>
          <a:p>
            <a:r>
              <a:rPr lang="de-DE"/>
              <a:t>UNSER SERVICE</a:t>
            </a:r>
          </a:p>
          <a:p>
            <a:endParaRPr lang="de-DE"/>
          </a:p>
          <a:p>
            <a:r>
              <a:rPr lang="de-DE"/>
              <a:t>DAS IST EDAG</a:t>
            </a:r>
          </a:p>
          <a:p>
            <a:endParaRPr lang="de-DE"/>
          </a:p>
        </p:txBody>
      </p:sp>
      <p:pic>
        <p:nvPicPr>
          <p:cNvPr id="4" name="Grafik 2">
            <a:extLst>
              <a:ext uri="{FF2B5EF4-FFF2-40B4-BE49-F238E27FC236}">
                <a16:creationId xmlns:a16="http://schemas.microsoft.com/office/drawing/2014/main" id="{6C1514CA-19A4-FCF5-4AA5-A41A98230806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48"/>
          <a:stretch/>
        </p:blipFill>
        <p:spPr>
          <a:xfrm>
            <a:off x="5330548" y="1"/>
            <a:ext cx="6861452" cy="1457999"/>
          </a:xfrm>
          <a:prstGeom prst="rect">
            <a:avLst/>
          </a:prstGeom>
        </p:spPr>
      </p:pic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FBD7C58F-1713-FA99-C0E4-50DE85F14A3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1" name="Titel 20">
            <a:extLst>
              <a:ext uri="{FF2B5EF4-FFF2-40B4-BE49-F238E27FC236}">
                <a16:creationId xmlns:a16="http://schemas.microsoft.com/office/drawing/2014/main" id="{288509B4-7F8C-971E-2E0F-559D6E1A8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2" name="Textplatzhalter 17">
            <a:extLst>
              <a:ext uri="{FF2B5EF4-FFF2-40B4-BE49-F238E27FC236}">
                <a16:creationId xmlns:a16="http://schemas.microsoft.com/office/drawing/2014/main" id="{885CBE4C-CB8A-5460-CFAB-1AC81F4946A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grpSp>
        <p:nvGrpSpPr>
          <p:cNvPr id="2" name="Grafik 13">
            <a:extLst>
              <a:ext uri="{FF2B5EF4-FFF2-40B4-BE49-F238E27FC236}">
                <a16:creationId xmlns:a16="http://schemas.microsoft.com/office/drawing/2014/main" id="{340FD535-0D61-255F-8A58-DD1E59AD4E0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21200" y="489600"/>
            <a:ext cx="1209600" cy="299018"/>
            <a:chOff x="8501174" y="2383489"/>
            <a:chExt cx="2699861" cy="667416"/>
          </a:xfrm>
          <a:solidFill>
            <a:schemeClr val="tx1"/>
          </a:solidFill>
        </p:grpSpPr>
        <p:grpSp>
          <p:nvGrpSpPr>
            <p:cNvPr id="3" name="Grafik 13">
              <a:extLst>
                <a:ext uri="{FF2B5EF4-FFF2-40B4-BE49-F238E27FC236}">
                  <a16:creationId xmlns:a16="http://schemas.microsoft.com/office/drawing/2014/main" id="{3452B6A8-93C9-C3F1-370D-D6EC9B07641C}"/>
                </a:ext>
              </a:extLst>
            </p:cNvPr>
            <p:cNvGrpSpPr/>
            <p:nvPr/>
          </p:nvGrpSpPr>
          <p:grpSpPr>
            <a:xfrm>
              <a:off x="9461484" y="2955941"/>
              <a:ext cx="876871" cy="94964"/>
              <a:chOff x="9461484" y="2955941"/>
              <a:chExt cx="876871" cy="94964"/>
            </a:xfrm>
            <a:grpFill/>
          </p:grpSpPr>
          <p:sp>
            <p:nvSpPr>
              <p:cNvPr id="31" name="Freihandform: Form 30">
                <a:extLst>
                  <a:ext uri="{FF2B5EF4-FFF2-40B4-BE49-F238E27FC236}">
                    <a16:creationId xmlns:a16="http://schemas.microsoft.com/office/drawing/2014/main" id="{9EF43B4E-B8ED-5EB5-E96B-346119C71B74}"/>
                  </a:ext>
                </a:extLst>
              </p:cNvPr>
              <p:cNvSpPr/>
              <p:nvPr/>
            </p:nvSpPr>
            <p:spPr>
              <a:xfrm>
                <a:off x="9461484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8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8 w 64198"/>
                  <a:gd name="connsiteY9" fmla="*/ 83820 h 91725"/>
                  <a:gd name="connsiteX10" fmla="*/ 48577 w 64198"/>
                  <a:gd name="connsiteY10" fmla="*/ 83820 h 91725"/>
                  <a:gd name="connsiteX11" fmla="*/ 47244 w 64198"/>
                  <a:gd name="connsiteY11" fmla="*/ 91726 h 91725"/>
                  <a:gd name="connsiteX12" fmla="*/ 190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8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8" y="83820"/>
                    </a:lnTo>
                    <a:lnTo>
                      <a:pt x="48577" y="83820"/>
                    </a:lnTo>
                    <a:lnTo>
                      <a:pt x="47244" y="91726"/>
                    </a:lnTo>
                    <a:lnTo>
                      <a:pt x="19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2" name="Freihandform: Form 31">
                <a:extLst>
                  <a:ext uri="{FF2B5EF4-FFF2-40B4-BE49-F238E27FC236}">
                    <a16:creationId xmlns:a16="http://schemas.microsoft.com/office/drawing/2014/main" id="{9C34896C-2545-1CBF-54BE-0FF1DB9E3D35}"/>
                  </a:ext>
                </a:extLst>
              </p:cNvPr>
              <p:cNvSpPr/>
              <p:nvPr/>
            </p:nvSpPr>
            <p:spPr>
              <a:xfrm>
                <a:off x="9534636" y="2957560"/>
                <a:ext cx="48387" cy="91725"/>
              </a:xfrm>
              <a:custGeom>
                <a:avLst/>
                <a:gdLst>
                  <a:gd name="connsiteX0" fmla="*/ 0 w 48387"/>
                  <a:gd name="connsiteY0" fmla="*/ 91726 h 91725"/>
                  <a:gd name="connsiteX1" fmla="*/ 19621 w 48387"/>
                  <a:gd name="connsiteY1" fmla="*/ 0 h 91725"/>
                  <a:gd name="connsiteX2" fmla="*/ 28956 w 48387"/>
                  <a:gd name="connsiteY2" fmla="*/ 0 h 91725"/>
                  <a:gd name="connsiteX3" fmla="*/ 10954 w 48387"/>
                  <a:gd name="connsiteY3" fmla="*/ 83820 h 91725"/>
                  <a:gd name="connsiteX4" fmla="*/ 48387 w 48387"/>
                  <a:gd name="connsiteY4" fmla="*/ 83820 h 91725"/>
                  <a:gd name="connsiteX5" fmla="*/ 46958 w 48387"/>
                  <a:gd name="connsiteY5" fmla="*/ 91726 h 91725"/>
                  <a:gd name="connsiteX6" fmla="*/ 95 w 48387"/>
                  <a:gd name="connsiteY6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8387" h="91725">
                    <a:moveTo>
                      <a:pt x="0" y="91726"/>
                    </a:moveTo>
                    <a:lnTo>
                      <a:pt x="19621" y="0"/>
                    </a:lnTo>
                    <a:lnTo>
                      <a:pt x="28956" y="0"/>
                    </a:lnTo>
                    <a:lnTo>
                      <a:pt x="10954" y="83820"/>
                    </a:lnTo>
                    <a:lnTo>
                      <a:pt x="48387" y="83820"/>
                    </a:lnTo>
                    <a:lnTo>
                      <a:pt x="46958" y="91726"/>
                    </a:lnTo>
                    <a:lnTo>
                      <a:pt x="95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3" name="Freihandform: Form 32">
                <a:extLst>
                  <a:ext uri="{FF2B5EF4-FFF2-40B4-BE49-F238E27FC236}">
                    <a16:creationId xmlns:a16="http://schemas.microsoft.com/office/drawing/2014/main" id="{47ADAC39-6759-27C0-3687-0070DCEEB376}"/>
                  </a:ext>
                </a:extLst>
              </p:cNvPr>
              <p:cNvSpPr/>
              <p:nvPr/>
            </p:nvSpPr>
            <p:spPr>
              <a:xfrm>
                <a:off x="9605216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9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9 w 64198"/>
                  <a:gd name="connsiteY9" fmla="*/ 83820 h 91725"/>
                  <a:gd name="connsiteX10" fmla="*/ 48578 w 64198"/>
                  <a:gd name="connsiteY10" fmla="*/ 83820 h 91725"/>
                  <a:gd name="connsiteX11" fmla="*/ 47244 w 64198"/>
                  <a:gd name="connsiteY11" fmla="*/ 91726 h 91725"/>
                  <a:gd name="connsiteX12" fmla="*/ 191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9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9" y="83820"/>
                    </a:lnTo>
                    <a:lnTo>
                      <a:pt x="48578" y="83820"/>
                    </a:lnTo>
                    <a:lnTo>
                      <a:pt x="47244" y="91726"/>
                    </a:lnTo>
                    <a:lnTo>
                      <a:pt x="19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4" name="Freihandform: Form 33">
                <a:extLst>
                  <a:ext uri="{FF2B5EF4-FFF2-40B4-BE49-F238E27FC236}">
                    <a16:creationId xmlns:a16="http://schemas.microsoft.com/office/drawing/2014/main" id="{F9FB4851-5F4C-9B49-A68B-3EA4C5EFEC56}"/>
                  </a:ext>
                </a:extLst>
              </p:cNvPr>
              <p:cNvSpPr/>
              <p:nvPr/>
            </p:nvSpPr>
            <p:spPr>
              <a:xfrm>
                <a:off x="9684179" y="2955941"/>
                <a:ext cx="79247" cy="94869"/>
              </a:xfrm>
              <a:custGeom>
                <a:avLst/>
                <a:gdLst>
                  <a:gd name="connsiteX0" fmla="*/ 60960 w 79247"/>
                  <a:gd name="connsiteY0" fmla="*/ 92012 h 94869"/>
                  <a:gd name="connsiteX1" fmla="*/ 43053 w 79247"/>
                  <a:gd name="connsiteY1" fmla="*/ 94869 h 94869"/>
                  <a:gd name="connsiteX2" fmla="*/ 0 w 79247"/>
                  <a:gd name="connsiteY2" fmla="*/ 54674 h 94869"/>
                  <a:gd name="connsiteX3" fmla="*/ 54673 w 79247"/>
                  <a:gd name="connsiteY3" fmla="*/ 0 h 94869"/>
                  <a:gd name="connsiteX4" fmla="*/ 79248 w 79247"/>
                  <a:gd name="connsiteY4" fmla="*/ 4763 h 94869"/>
                  <a:gd name="connsiteX5" fmla="*/ 76105 w 79247"/>
                  <a:gd name="connsiteY5" fmla="*/ 12382 h 94869"/>
                  <a:gd name="connsiteX6" fmla="*/ 54007 w 79247"/>
                  <a:gd name="connsiteY6" fmla="*/ 7906 h 94869"/>
                  <a:gd name="connsiteX7" fmla="*/ 9049 w 79247"/>
                  <a:gd name="connsiteY7" fmla="*/ 54769 h 94869"/>
                  <a:gd name="connsiteX8" fmla="*/ 42577 w 79247"/>
                  <a:gd name="connsiteY8" fmla="*/ 86963 h 94869"/>
                  <a:gd name="connsiteX9" fmla="*/ 62008 w 79247"/>
                  <a:gd name="connsiteY9" fmla="*/ 83915 h 94869"/>
                  <a:gd name="connsiteX10" fmla="*/ 60960 w 79247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7" h="94869">
                    <a:moveTo>
                      <a:pt x="60960" y="92012"/>
                    </a:moveTo>
                    <a:cubicBezTo>
                      <a:pt x="54293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9" y="0"/>
                      <a:pt x="54673" y="0"/>
                    </a:cubicBezTo>
                    <a:cubicBezTo>
                      <a:pt x="66199" y="0"/>
                      <a:pt x="72961" y="1810"/>
                      <a:pt x="79248" y="4763"/>
                    </a:cubicBezTo>
                    <a:lnTo>
                      <a:pt x="76105" y="12382"/>
                    </a:lnTo>
                    <a:cubicBezTo>
                      <a:pt x="69532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5" name="Freihandform: Form 34">
                <a:extLst>
                  <a:ext uri="{FF2B5EF4-FFF2-40B4-BE49-F238E27FC236}">
                    <a16:creationId xmlns:a16="http://schemas.microsoft.com/office/drawing/2014/main" id="{149E6935-460A-6CCA-CC74-FDA6EAD9B927}"/>
                  </a:ext>
                </a:extLst>
              </p:cNvPr>
              <p:cNvSpPr/>
              <p:nvPr/>
            </p:nvSpPr>
            <p:spPr>
              <a:xfrm>
                <a:off x="9781905" y="2957560"/>
                <a:ext cx="66484" cy="91725"/>
              </a:xfrm>
              <a:custGeom>
                <a:avLst/>
                <a:gdLst>
                  <a:gd name="connsiteX0" fmla="*/ 9906 w 66484"/>
                  <a:gd name="connsiteY0" fmla="*/ 91726 h 91725"/>
                  <a:gd name="connsiteX1" fmla="*/ 27813 w 66484"/>
                  <a:gd name="connsiteY1" fmla="*/ 7906 h 91725"/>
                  <a:gd name="connsiteX2" fmla="*/ 0 w 66484"/>
                  <a:gd name="connsiteY2" fmla="*/ 7906 h 91725"/>
                  <a:gd name="connsiteX3" fmla="*/ 1715 w 66484"/>
                  <a:gd name="connsiteY3" fmla="*/ 0 h 91725"/>
                  <a:gd name="connsiteX4" fmla="*/ 66484 w 66484"/>
                  <a:gd name="connsiteY4" fmla="*/ 0 h 91725"/>
                  <a:gd name="connsiteX5" fmla="*/ 64865 w 66484"/>
                  <a:gd name="connsiteY5" fmla="*/ 7906 h 91725"/>
                  <a:gd name="connsiteX6" fmla="*/ 37052 w 66484"/>
                  <a:gd name="connsiteY6" fmla="*/ 7906 h 91725"/>
                  <a:gd name="connsiteX7" fmla="*/ 19431 w 66484"/>
                  <a:gd name="connsiteY7" fmla="*/ 91726 h 91725"/>
                  <a:gd name="connsiteX8" fmla="*/ 10001 w 66484"/>
                  <a:gd name="connsiteY8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6484" h="91725">
                    <a:moveTo>
                      <a:pt x="9906" y="91726"/>
                    </a:moveTo>
                    <a:lnTo>
                      <a:pt x="27813" y="7906"/>
                    </a:lnTo>
                    <a:lnTo>
                      <a:pt x="0" y="7906"/>
                    </a:lnTo>
                    <a:lnTo>
                      <a:pt x="1715" y="0"/>
                    </a:lnTo>
                    <a:lnTo>
                      <a:pt x="66484" y="0"/>
                    </a:lnTo>
                    <a:lnTo>
                      <a:pt x="64865" y="7906"/>
                    </a:lnTo>
                    <a:lnTo>
                      <a:pt x="37052" y="7906"/>
                    </a:lnTo>
                    <a:lnTo>
                      <a:pt x="19431" y="91726"/>
                    </a:lnTo>
                    <a:lnTo>
                      <a:pt x="1000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6" name="Freihandform: Form 35">
                <a:extLst>
                  <a:ext uri="{FF2B5EF4-FFF2-40B4-BE49-F238E27FC236}">
                    <a16:creationId xmlns:a16="http://schemas.microsoft.com/office/drawing/2014/main" id="{B121C59A-31A0-3A53-B183-40781F1510A7}"/>
                  </a:ext>
                </a:extLst>
              </p:cNvPr>
              <p:cNvSpPr/>
              <p:nvPr/>
            </p:nvSpPr>
            <p:spPr>
              <a:xfrm>
                <a:off x="9852104" y="2957560"/>
                <a:ext cx="65912" cy="91725"/>
              </a:xfrm>
              <a:custGeom>
                <a:avLst/>
                <a:gdLst>
                  <a:gd name="connsiteX0" fmla="*/ 49625 w 65912"/>
                  <a:gd name="connsiteY0" fmla="*/ 91726 h 91725"/>
                  <a:gd name="connsiteX1" fmla="*/ 41910 w 65912"/>
                  <a:gd name="connsiteY1" fmla="*/ 58769 h 91725"/>
                  <a:gd name="connsiteX2" fmla="*/ 29051 w 65912"/>
                  <a:gd name="connsiteY2" fmla="*/ 48482 h 91725"/>
                  <a:gd name="connsiteX3" fmla="*/ 18383 w 65912"/>
                  <a:gd name="connsiteY3" fmla="*/ 48482 h 91725"/>
                  <a:gd name="connsiteX4" fmla="*/ 9144 w 65912"/>
                  <a:gd name="connsiteY4" fmla="*/ 91726 h 91725"/>
                  <a:gd name="connsiteX5" fmla="*/ 0 w 65912"/>
                  <a:gd name="connsiteY5" fmla="*/ 91726 h 91725"/>
                  <a:gd name="connsiteX6" fmla="*/ 20003 w 65912"/>
                  <a:gd name="connsiteY6" fmla="*/ 0 h 91725"/>
                  <a:gd name="connsiteX7" fmla="*/ 42291 w 65912"/>
                  <a:gd name="connsiteY7" fmla="*/ 0 h 91725"/>
                  <a:gd name="connsiteX8" fmla="*/ 65913 w 65912"/>
                  <a:gd name="connsiteY8" fmla="*/ 20479 h 91725"/>
                  <a:gd name="connsiteX9" fmla="*/ 40005 w 65912"/>
                  <a:gd name="connsiteY9" fmla="*/ 45053 h 91725"/>
                  <a:gd name="connsiteX10" fmla="*/ 40005 w 65912"/>
                  <a:gd name="connsiteY10" fmla="*/ 45339 h 91725"/>
                  <a:gd name="connsiteX11" fmla="*/ 49721 w 65912"/>
                  <a:gd name="connsiteY11" fmla="*/ 56007 h 91725"/>
                  <a:gd name="connsiteX12" fmla="*/ 58483 w 65912"/>
                  <a:gd name="connsiteY12" fmla="*/ 91726 h 91725"/>
                  <a:gd name="connsiteX13" fmla="*/ 49530 w 65912"/>
                  <a:gd name="connsiteY13" fmla="*/ 91726 h 91725"/>
                  <a:gd name="connsiteX14" fmla="*/ 29242 w 65912"/>
                  <a:gd name="connsiteY14" fmla="*/ 40672 h 91725"/>
                  <a:gd name="connsiteX15" fmla="*/ 56864 w 65912"/>
                  <a:gd name="connsiteY15" fmla="*/ 21717 h 91725"/>
                  <a:gd name="connsiteX16" fmla="*/ 40291 w 65912"/>
                  <a:gd name="connsiteY16" fmla="*/ 7906 h 91725"/>
                  <a:gd name="connsiteX17" fmla="*/ 27051 w 65912"/>
                  <a:gd name="connsiteY17" fmla="*/ 7906 h 91725"/>
                  <a:gd name="connsiteX18" fmla="*/ 20098 w 65912"/>
                  <a:gd name="connsiteY18" fmla="*/ 40576 h 91725"/>
                  <a:gd name="connsiteX19" fmla="*/ 29242 w 65912"/>
                  <a:gd name="connsiteY19" fmla="*/ 4057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5912" h="91725">
                    <a:moveTo>
                      <a:pt x="49625" y="91726"/>
                    </a:moveTo>
                    <a:lnTo>
                      <a:pt x="41910" y="58769"/>
                    </a:lnTo>
                    <a:cubicBezTo>
                      <a:pt x="39910" y="50578"/>
                      <a:pt x="36481" y="48482"/>
                      <a:pt x="29051" y="48482"/>
                    </a:cubicBezTo>
                    <a:lnTo>
                      <a:pt x="18383" y="48482"/>
                    </a:lnTo>
                    <a:lnTo>
                      <a:pt x="9144" y="91726"/>
                    </a:lnTo>
                    <a:lnTo>
                      <a:pt x="0" y="91726"/>
                    </a:lnTo>
                    <a:lnTo>
                      <a:pt x="20003" y="0"/>
                    </a:lnTo>
                    <a:lnTo>
                      <a:pt x="42291" y="0"/>
                    </a:lnTo>
                    <a:cubicBezTo>
                      <a:pt x="57245" y="0"/>
                      <a:pt x="65913" y="6286"/>
                      <a:pt x="65913" y="20479"/>
                    </a:cubicBezTo>
                    <a:cubicBezTo>
                      <a:pt x="65913" y="34671"/>
                      <a:pt x="55531" y="44291"/>
                      <a:pt x="40005" y="45053"/>
                    </a:cubicBezTo>
                    <a:lnTo>
                      <a:pt x="40005" y="45339"/>
                    </a:lnTo>
                    <a:cubicBezTo>
                      <a:pt x="46577" y="46482"/>
                      <a:pt x="48292" y="49911"/>
                      <a:pt x="49721" y="56007"/>
                    </a:cubicBezTo>
                    <a:lnTo>
                      <a:pt x="58483" y="91726"/>
                    </a:lnTo>
                    <a:lnTo>
                      <a:pt x="49530" y="91726"/>
                    </a:lnTo>
                    <a:close/>
                    <a:moveTo>
                      <a:pt x="29242" y="40672"/>
                    </a:moveTo>
                    <a:cubicBezTo>
                      <a:pt x="45149" y="40672"/>
                      <a:pt x="56864" y="34671"/>
                      <a:pt x="56864" y="21717"/>
                    </a:cubicBezTo>
                    <a:cubicBezTo>
                      <a:pt x="56864" y="11716"/>
                      <a:pt x="50197" y="7906"/>
                      <a:pt x="40291" y="7906"/>
                    </a:cubicBezTo>
                    <a:lnTo>
                      <a:pt x="27051" y="7906"/>
                    </a:lnTo>
                    <a:lnTo>
                      <a:pt x="20098" y="40576"/>
                    </a:lnTo>
                    <a:lnTo>
                      <a:pt x="29242" y="4057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7" name="Freihandform: Form 36">
                <a:extLst>
                  <a:ext uri="{FF2B5EF4-FFF2-40B4-BE49-F238E27FC236}">
                    <a16:creationId xmlns:a16="http://schemas.microsoft.com/office/drawing/2014/main" id="{8551AD6F-8372-E2B9-A063-7EB988B8D328}"/>
                  </a:ext>
                </a:extLst>
              </p:cNvPr>
              <p:cNvSpPr/>
              <p:nvPr/>
            </p:nvSpPr>
            <p:spPr>
              <a:xfrm>
                <a:off x="9939068" y="2956036"/>
                <a:ext cx="83438" cy="94868"/>
              </a:xfrm>
              <a:custGeom>
                <a:avLst/>
                <a:gdLst>
                  <a:gd name="connsiteX0" fmla="*/ 0 w 83438"/>
                  <a:gd name="connsiteY0" fmla="*/ 57436 h 94868"/>
                  <a:gd name="connsiteX1" fmla="*/ 48768 w 83438"/>
                  <a:gd name="connsiteY1" fmla="*/ 0 h 94868"/>
                  <a:gd name="connsiteX2" fmla="*/ 83439 w 83438"/>
                  <a:gd name="connsiteY2" fmla="*/ 37433 h 94868"/>
                  <a:gd name="connsiteX3" fmla="*/ 34671 w 83438"/>
                  <a:gd name="connsiteY3" fmla="*/ 94869 h 94868"/>
                  <a:gd name="connsiteX4" fmla="*/ 0 w 83438"/>
                  <a:gd name="connsiteY4" fmla="*/ 57436 h 94868"/>
                  <a:gd name="connsiteX5" fmla="*/ 74390 w 83438"/>
                  <a:gd name="connsiteY5" fmla="*/ 38481 h 94868"/>
                  <a:gd name="connsiteX6" fmla="*/ 48387 w 83438"/>
                  <a:gd name="connsiteY6" fmla="*/ 7906 h 94868"/>
                  <a:gd name="connsiteX7" fmla="*/ 9144 w 83438"/>
                  <a:gd name="connsiteY7" fmla="*/ 56674 h 94868"/>
                  <a:gd name="connsiteX8" fmla="*/ 35433 w 83438"/>
                  <a:gd name="connsiteY8" fmla="*/ 87058 h 94868"/>
                  <a:gd name="connsiteX9" fmla="*/ 74486 w 83438"/>
                  <a:gd name="connsiteY9" fmla="*/ 38576 h 94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3438" h="94868">
                    <a:moveTo>
                      <a:pt x="0" y="57436"/>
                    </a:moveTo>
                    <a:cubicBezTo>
                      <a:pt x="0" y="28099"/>
                      <a:pt x="18574" y="0"/>
                      <a:pt x="48768" y="0"/>
                    </a:cubicBezTo>
                    <a:cubicBezTo>
                      <a:pt x="70961" y="0"/>
                      <a:pt x="83439" y="14573"/>
                      <a:pt x="83439" y="37433"/>
                    </a:cubicBezTo>
                    <a:cubicBezTo>
                      <a:pt x="83439" y="66866"/>
                      <a:pt x="64865" y="94869"/>
                      <a:pt x="34671" y="94869"/>
                    </a:cubicBezTo>
                    <a:cubicBezTo>
                      <a:pt x="12383" y="94869"/>
                      <a:pt x="0" y="80010"/>
                      <a:pt x="0" y="57436"/>
                    </a:cubicBezTo>
                    <a:close/>
                    <a:moveTo>
                      <a:pt x="74390" y="38481"/>
                    </a:moveTo>
                    <a:cubicBezTo>
                      <a:pt x="74390" y="19717"/>
                      <a:pt x="64961" y="7906"/>
                      <a:pt x="48387" y="7906"/>
                    </a:cubicBezTo>
                    <a:cubicBezTo>
                      <a:pt x="24384" y="7906"/>
                      <a:pt x="9144" y="33623"/>
                      <a:pt x="9144" y="56674"/>
                    </a:cubicBezTo>
                    <a:cubicBezTo>
                      <a:pt x="9144" y="72485"/>
                      <a:pt x="16383" y="87058"/>
                      <a:pt x="35433" y="87058"/>
                    </a:cubicBezTo>
                    <a:cubicBezTo>
                      <a:pt x="59246" y="87058"/>
                      <a:pt x="74486" y="61055"/>
                      <a:pt x="74486" y="38576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8" name="Freihandform: Form 37">
                <a:extLst>
                  <a:ext uri="{FF2B5EF4-FFF2-40B4-BE49-F238E27FC236}">
                    <a16:creationId xmlns:a16="http://schemas.microsoft.com/office/drawing/2014/main" id="{DFB8DAE3-1CB8-2138-D4E2-87EB152013F3}"/>
                  </a:ext>
                </a:extLst>
              </p:cNvPr>
              <p:cNvSpPr/>
              <p:nvPr/>
            </p:nvSpPr>
            <p:spPr>
              <a:xfrm>
                <a:off x="10040890" y="2957560"/>
                <a:ext cx="86772" cy="91725"/>
              </a:xfrm>
              <a:custGeom>
                <a:avLst/>
                <a:gdLst>
                  <a:gd name="connsiteX0" fmla="*/ 56579 w 86772"/>
                  <a:gd name="connsiteY0" fmla="*/ 91726 h 91725"/>
                  <a:gd name="connsiteX1" fmla="*/ 26003 w 86772"/>
                  <a:gd name="connsiteY1" fmla="*/ 11049 h 91725"/>
                  <a:gd name="connsiteX2" fmla="*/ 25717 w 86772"/>
                  <a:gd name="connsiteY2" fmla="*/ 11049 h 91725"/>
                  <a:gd name="connsiteX3" fmla="*/ 8382 w 86772"/>
                  <a:gd name="connsiteY3" fmla="*/ 91726 h 91725"/>
                  <a:gd name="connsiteX4" fmla="*/ 0 w 86772"/>
                  <a:gd name="connsiteY4" fmla="*/ 91726 h 91725"/>
                  <a:gd name="connsiteX5" fmla="*/ 19812 w 86772"/>
                  <a:gd name="connsiteY5" fmla="*/ 0 h 91725"/>
                  <a:gd name="connsiteX6" fmla="*/ 30575 w 86772"/>
                  <a:gd name="connsiteY6" fmla="*/ 0 h 91725"/>
                  <a:gd name="connsiteX7" fmla="*/ 61150 w 86772"/>
                  <a:gd name="connsiteY7" fmla="*/ 80677 h 91725"/>
                  <a:gd name="connsiteX8" fmla="*/ 61436 w 86772"/>
                  <a:gd name="connsiteY8" fmla="*/ 80677 h 91725"/>
                  <a:gd name="connsiteX9" fmla="*/ 78486 w 86772"/>
                  <a:gd name="connsiteY9" fmla="*/ 0 h 91725"/>
                  <a:gd name="connsiteX10" fmla="*/ 86773 w 86772"/>
                  <a:gd name="connsiteY10" fmla="*/ 0 h 91725"/>
                  <a:gd name="connsiteX11" fmla="*/ 67342 w 86772"/>
                  <a:gd name="connsiteY11" fmla="*/ 91726 h 91725"/>
                  <a:gd name="connsiteX12" fmla="*/ 56579 w 86772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6772" h="91725">
                    <a:moveTo>
                      <a:pt x="56579" y="91726"/>
                    </a:moveTo>
                    <a:lnTo>
                      <a:pt x="26003" y="11049"/>
                    </a:lnTo>
                    <a:lnTo>
                      <a:pt x="25717" y="11049"/>
                    </a:lnTo>
                    <a:lnTo>
                      <a:pt x="8382" y="91726"/>
                    </a:lnTo>
                    <a:lnTo>
                      <a:pt x="0" y="91726"/>
                    </a:lnTo>
                    <a:lnTo>
                      <a:pt x="19812" y="0"/>
                    </a:lnTo>
                    <a:lnTo>
                      <a:pt x="30575" y="0"/>
                    </a:lnTo>
                    <a:lnTo>
                      <a:pt x="61150" y="80677"/>
                    </a:lnTo>
                    <a:lnTo>
                      <a:pt x="61436" y="80677"/>
                    </a:lnTo>
                    <a:lnTo>
                      <a:pt x="78486" y="0"/>
                    </a:lnTo>
                    <a:lnTo>
                      <a:pt x="86773" y="0"/>
                    </a:lnTo>
                    <a:lnTo>
                      <a:pt x="67342" y="91726"/>
                    </a:lnTo>
                    <a:lnTo>
                      <a:pt x="56579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9" name="Freihandform: Form 38">
                <a:extLst>
                  <a:ext uri="{FF2B5EF4-FFF2-40B4-BE49-F238E27FC236}">
                    <a16:creationId xmlns:a16="http://schemas.microsoft.com/office/drawing/2014/main" id="{2BD66CD3-85BD-00C8-A21D-40417A46C185}"/>
                  </a:ext>
                </a:extLst>
              </p:cNvPr>
              <p:cNvSpPr/>
              <p:nvPr/>
            </p:nvSpPr>
            <p:spPr>
              <a:xfrm>
                <a:off x="10141379" y="2957560"/>
                <a:ext cx="28479" cy="91725"/>
              </a:xfrm>
              <a:custGeom>
                <a:avLst/>
                <a:gdLst>
                  <a:gd name="connsiteX0" fmla="*/ 0 w 28479"/>
                  <a:gd name="connsiteY0" fmla="*/ 91726 h 91725"/>
                  <a:gd name="connsiteX1" fmla="*/ 19431 w 28479"/>
                  <a:gd name="connsiteY1" fmla="*/ 0 h 91725"/>
                  <a:gd name="connsiteX2" fmla="*/ 28480 w 28479"/>
                  <a:gd name="connsiteY2" fmla="*/ 0 h 91725"/>
                  <a:gd name="connsiteX3" fmla="*/ 9049 w 28479"/>
                  <a:gd name="connsiteY3" fmla="*/ 91726 h 91725"/>
                  <a:gd name="connsiteX4" fmla="*/ 0 w 28479"/>
                  <a:gd name="connsiteY4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479" h="91725">
                    <a:moveTo>
                      <a:pt x="0" y="91726"/>
                    </a:moveTo>
                    <a:lnTo>
                      <a:pt x="19431" y="0"/>
                    </a:lnTo>
                    <a:lnTo>
                      <a:pt x="28480" y="0"/>
                    </a:lnTo>
                    <a:lnTo>
                      <a:pt x="9049" y="91726"/>
                    </a:lnTo>
                    <a:lnTo>
                      <a:pt x="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0" name="Freihandform: Form 39">
                <a:extLst>
                  <a:ext uri="{FF2B5EF4-FFF2-40B4-BE49-F238E27FC236}">
                    <a16:creationId xmlns:a16="http://schemas.microsoft.com/office/drawing/2014/main" id="{0E16AF51-20D0-FD7F-5691-87B462E7D5C0}"/>
                  </a:ext>
                </a:extLst>
              </p:cNvPr>
              <p:cNvSpPr/>
              <p:nvPr/>
            </p:nvSpPr>
            <p:spPr>
              <a:xfrm>
                <a:off x="10187766" y="2955941"/>
                <a:ext cx="79248" cy="94869"/>
              </a:xfrm>
              <a:custGeom>
                <a:avLst/>
                <a:gdLst>
                  <a:gd name="connsiteX0" fmla="*/ 60960 w 79248"/>
                  <a:gd name="connsiteY0" fmla="*/ 92012 h 94869"/>
                  <a:gd name="connsiteX1" fmla="*/ 43053 w 79248"/>
                  <a:gd name="connsiteY1" fmla="*/ 94869 h 94869"/>
                  <a:gd name="connsiteX2" fmla="*/ 0 w 79248"/>
                  <a:gd name="connsiteY2" fmla="*/ 54674 h 94869"/>
                  <a:gd name="connsiteX3" fmla="*/ 54674 w 79248"/>
                  <a:gd name="connsiteY3" fmla="*/ 0 h 94869"/>
                  <a:gd name="connsiteX4" fmla="*/ 79248 w 79248"/>
                  <a:gd name="connsiteY4" fmla="*/ 4763 h 94869"/>
                  <a:gd name="connsiteX5" fmla="*/ 76105 w 79248"/>
                  <a:gd name="connsiteY5" fmla="*/ 12382 h 94869"/>
                  <a:gd name="connsiteX6" fmla="*/ 54007 w 79248"/>
                  <a:gd name="connsiteY6" fmla="*/ 7906 h 94869"/>
                  <a:gd name="connsiteX7" fmla="*/ 9049 w 79248"/>
                  <a:gd name="connsiteY7" fmla="*/ 54769 h 94869"/>
                  <a:gd name="connsiteX8" fmla="*/ 42577 w 79248"/>
                  <a:gd name="connsiteY8" fmla="*/ 86963 h 94869"/>
                  <a:gd name="connsiteX9" fmla="*/ 62008 w 79248"/>
                  <a:gd name="connsiteY9" fmla="*/ 83915 h 94869"/>
                  <a:gd name="connsiteX10" fmla="*/ 60960 w 79248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8" h="94869">
                    <a:moveTo>
                      <a:pt x="60960" y="92012"/>
                    </a:moveTo>
                    <a:cubicBezTo>
                      <a:pt x="54292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8" y="0"/>
                      <a:pt x="54674" y="0"/>
                    </a:cubicBezTo>
                    <a:cubicBezTo>
                      <a:pt x="66199" y="0"/>
                      <a:pt x="72962" y="1810"/>
                      <a:pt x="79248" y="4763"/>
                    </a:cubicBezTo>
                    <a:lnTo>
                      <a:pt x="76105" y="12382"/>
                    </a:lnTo>
                    <a:cubicBezTo>
                      <a:pt x="69533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1" name="Freihandform: Form 40">
                <a:extLst>
                  <a:ext uri="{FF2B5EF4-FFF2-40B4-BE49-F238E27FC236}">
                    <a16:creationId xmlns:a16="http://schemas.microsoft.com/office/drawing/2014/main" id="{A0258DDD-5E4F-EEC7-3902-9F33EC5EFA5B}"/>
                  </a:ext>
                </a:extLst>
              </p:cNvPr>
              <p:cNvSpPr/>
              <p:nvPr/>
            </p:nvSpPr>
            <p:spPr>
              <a:xfrm>
                <a:off x="10272062" y="2955941"/>
                <a:ext cx="66293" cy="94869"/>
              </a:xfrm>
              <a:custGeom>
                <a:avLst/>
                <a:gdLst>
                  <a:gd name="connsiteX0" fmla="*/ 2572 w 66293"/>
                  <a:gd name="connsiteY0" fmla="*/ 81248 h 94869"/>
                  <a:gd name="connsiteX1" fmla="*/ 22193 w 66293"/>
                  <a:gd name="connsiteY1" fmla="*/ 87058 h 94869"/>
                  <a:gd name="connsiteX2" fmla="*/ 47720 w 66293"/>
                  <a:gd name="connsiteY2" fmla="*/ 67437 h 94869"/>
                  <a:gd name="connsiteX3" fmla="*/ 34099 w 66293"/>
                  <a:gd name="connsiteY3" fmla="*/ 49435 h 94869"/>
                  <a:gd name="connsiteX4" fmla="*/ 14002 w 66293"/>
                  <a:gd name="connsiteY4" fmla="*/ 25527 h 94869"/>
                  <a:gd name="connsiteX5" fmla="*/ 45053 w 66293"/>
                  <a:gd name="connsiteY5" fmla="*/ 0 h 94869"/>
                  <a:gd name="connsiteX6" fmla="*/ 66294 w 66293"/>
                  <a:gd name="connsiteY6" fmla="*/ 4096 h 94869"/>
                  <a:gd name="connsiteX7" fmla="*/ 63532 w 66293"/>
                  <a:gd name="connsiteY7" fmla="*/ 12382 h 94869"/>
                  <a:gd name="connsiteX8" fmla="*/ 44863 w 66293"/>
                  <a:gd name="connsiteY8" fmla="*/ 7906 h 94869"/>
                  <a:gd name="connsiteX9" fmla="*/ 23050 w 66293"/>
                  <a:gd name="connsiteY9" fmla="*/ 24860 h 94869"/>
                  <a:gd name="connsiteX10" fmla="*/ 36481 w 66293"/>
                  <a:gd name="connsiteY10" fmla="*/ 40481 h 94869"/>
                  <a:gd name="connsiteX11" fmla="*/ 56864 w 66293"/>
                  <a:gd name="connsiteY11" fmla="*/ 66199 h 94869"/>
                  <a:gd name="connsiteX12" fmla="*/ 22955 w 66293"/>
                  <a:gd name="connsiteY12" fmla="*/ 94869 h 94869"/>
                  <a:gd name="connsiteX13" fmla="*/ 0 w 66293"/>
                  <a:gd name="connsiteY13" fmla="*/ 89916 h 94869"/>
                  <a:gd name="connsiteX14" fmla="*/ 2762 w 66293"/>
                  <a:gd name="connsiteY14" fmla="*/ 81248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6293" h="94869">
                    <a:moveTo>
                      <a:pt x="2572" y="81248"/>
                    </a:moveTo>
                    <a:cubicBezTo>
                      <a:pt x="8096" y="84963"/>
                      <a:pt x="15430" y="87058"/>
                      <a:pt x="22193" y="87058"/>
                    </a:cubicBezTo>
                    <a:cubicBezTo>
                      <a:pt x="34576" y="87058"/>
                      <a:pt x="47720" y="81629"/>
                      <a:pt x="47720" y="67437"/>
                    </a:cubicBezTo>
                    <a:cubicBezTo>
                      <a:pt x="47720" y="59912"/>
                      <a:pt x="42767" y="54959"/>
                      <a:pt x="34099" y="49435"/>
                    </a:cubicBezTo>
                    <a:cubicBezTo>
                      <a:pt x="23241" y="42482"/>
                      <a:pt x="14002" y="36957"/>
                      <a:pt x="14002" y="25527"/>
                    </a:cubicBezTo>
                    <a:cubicBezTo>
                      <a:pt x="14002" y="8477"/>
                      <a:pt x="28099" y="0"/>
                      <a:pt x="45053" y="0"/>
                    </a:cubicBezTo>
                    <a:cubicBezTo>
                      <a:pt x="52768" y="0"/>
                      <a:pt x="59912" y="1333"/>
                      <a:pt x="66294" y="4096"/>
                    </a:cubicBezTo>
                    <a:lnTo>
                      <a:pt x="63532" y="12382"/>
                    </a:lnTo>
                    <a:cubicBezTo>
                      <a:pt x="57626" y="9334"/>
                      <a:pt x="51340" y="7906"/>
                      <a:pt x="44863" y="7906"/>
                    </a:cubicBezTo>
                    <a:cubicBezTo>
                      <a:pt x="34861" y="7906"/>
                      <a:pt x="23050" y="12764"/>
                      <a:pt x="23050" y="24860"/>
                    </a:cubicBezTo>
                    <a:cubicBezTo>
                      <a:pt x="23050" y="31051"/>
                      <a:pt x="27527" y="34957"/>
                      <a:pt x="36481" y="40481"/>
                    </a:cubicBezTo>
                    <a:cubicBezTo>
                      <a:pt x="48673" y="48006"/>
                      <a:pt x="56864" y="54293"/>
                      <a:pt x="56864" y="66199"/>
                    </a:cubicBezTo>
                    <a:cubicBezTo>
                      <a:pt x="56864" y="84868"/>
                      <a:pt x="39814" y="94869"/>
                      <a:pt x="22955" y="94869"/>
                    </a:cubicBezTo>
                    <a:cubicBezTo>
                      <a:pt x="14573" y="94869"/>
                      <a:pt x="6382" y="93440"/>
                      <a:pt x="0" y="89916"/>
                    </a:cubicBezTo>
                    <a:lnTo>
                      <a:pt x="2762" y="8124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  <p:sp>
          <p:nvSpPr>
            <p:cNvPr id="23" name="Freihandform: Form 22">
              <a:extLst>
                <a:ext uri="{FF2B5EF4-FFF2-40B4-BE49-F238E27FC236}">
                  <a16:creationId xmlns:a16="http://schemas.microsoft.com/office/drawing/2014/main" id="{9DC9F524-6E05-630B-10B4-C71D11C123D2}"/>
                </a:ext>
              </a:extLst>
            </p:cNvPr>
            <p:cNvSpPr/>
            <p:nvPr/>
          </p:nvSpPr>
          <p:spPr>
            <a:xfrm>
              <a:off x="9491583" y="2527792"/>
              <a:ext cx="408717" cy="379666"/>
            </a:xfrm>
            <a:custGeom>
              <a:avLst/>
              <a:gdLst>
                <a:gd name="connsiteX0" fmla="*/ 80486 w 408717"/>
                <a:gd name="connsiteY0" fmla="*/ 0 h 379666"/>
                <a:gd name="connsiteX1" fmla="*/ 80486 w 408717"/>
                <a:gd name="connsiteY1" fmla="*/ 0 h 379666"/>
                <a:gd name="connsiteX2" fmla="*/ 408718 w 408717"/>
                <a:gd name="connsiteY2" fmla="*/ 0 h 379666"/>
                <a:gd name="connsiteX3" fmla="*/ 389477 w 408717"/>
                <a:gd name="connsiteY3" fmla="*/ 91345 h 379666"/>
                <a:gd name="connsiteX4" fmla="*/ 203168 w 408717"/>
                <a:gd name="connsiteY4" fmla="*/ 91345 h 379666"/>
                <a:gd name="connsiteX5" fmla="*/ 191643 w 408717"/>
                <a:gd name="connsiteY5" fmla="*/ 145161 h 379666"/>
                <a:gd name="connsiteX6" fmla="*/ 369760 w 408717"/>
                <a:gd name="connsiteY6" fmla="*/ 145161 h 379666"/>
                <a:gd name="connsiteX7" fmla="*/ 350520 w 408717"/>
                <a:gd name="connsiteY7" fmla="*/ 236506 h 379666"/>
                <a:gd name="connsiteX8" fmla="*/ 172402 w 408717"/>
                <a:gd name="connsiteY8" fmla="*/ 236506 h 379666"/>
                <a:gd name="connsiteX9" fmla="*/ 161353 w 408717"/>
                <a:gd name="connsiteY9" fmla="*/ 287941 h 379666"/>
                <a:gd name="connsiteX10" fmla="*/ 351282 w 408717"/>
                <a:gd name="connsiteY10" fmla="*/ 287941 h 379666"/>
                <a:gd name="connsiteX11" fmla="*/ 331946 w 408717"/>
                <a:gd name="connsiteY11" fmla="*/ 379667 h 379666"/>
                <a:gd name="connsiteX12" fmla="*/ 0 w 408717"/>
                <a:gd name="connsiteY12" fmla="*/ 379667 h 379666"/>
                <a:gd name="connsiteX13" fmla="*/ 80486 w 408717"/>
                <a:gd name="connsiteY13" fmla="*/ 0 h 379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8717" h="379666">
                  <a:moveTo>
                    <a:pt x="80486" y="0"/>
                  </a:moveTo>
                  <a:lnTo>
                    <a:pt x="80486" y="0"/>
                  </a:lnTo>
                  <a:lnTo>
                    <a:pt x="408718" y="0"/>
                  </a:lnTo>
                  <a:lnTo>
                    <a:pt x="389477" y="91345"/>
                  </a:lnTo>
                  <a:lnTo>
                    <a:pt x="203168" y="91345"/>
                  </a:lnTo>
                  <a:lnTo>
                    <a:pt x="191643" y="145161"/>
                  </a:lnTo>
                  <a:lnTo>
                    <a:pt x="369760" y="145161"/>
                  </a:lnTo>
                  <a:lnTo>
                    <a:pt x="350520" y="236506"/>
                  </a:lnTo>
                  <a:lnTo>
                    <a:pt x="172402" y="236506"/>
                  </a:lnTo>
                  <a:lnTo>
                    <a:pt x="161353" y="287941"/>
                  </a:lnTo>
                  <a:lnTo>
                    <a:pt x="351282" y="287941"/>
                  </a:lnTo>
                  <a:lnTo>
                    <a:pt x="331946" y="379667"/>
                  </a:lnTo>
                  <a:lnTo>
                    <a:pt x="0" y="379667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" name="Freihandform: Form 23">
              <a:extLst>
                <a:ext uri="{FF2B5EF4-FFF2-40B4-BE49-F238E27FC236}">
                  <a16:creationId xmlns:a16="http://schemas.microsoft.com/office/drawing/2014/main" id="{88979AC4-8478-8A59-D3B1-EF742FF2B356}"/>
                </a:ext>
              </a:extLst>
            </p:cNvPr>
            <p:cNvSpPr/>
            <p:nvPr/>
          </p:nvSpPr>
          <p:spPr>
            <a:xfrm>
              <a:off x="9892110" y="2527792"/>
              <a:ext cx="446790" cy="379571"/>
            </a:xfrm>
            <a:custGeom>
              <a:avLst/>
              <a:gdLst>
                <a:gd name="connsiteX0" fmla="*/ 80486 w 446790"/>
                <a:gd name="connsiteY0" fmla="*/ 0 h 379571"/>
                <a:gd name="connsiteX1" fmla="*/ 293846 w 446790"/>
                <a:gd name="connsiteY1" fmla="*/ 0 h 379571"/>
                <a:gd name="connsiteX2" fmla="*/ 438721 w 446790"/>
                <a:gd name="connsiteY2" fmla="*/ 190786 h 379571"/>
                <a:gd name="connsiteX3" fmla="*/ 207264 w 446790"/>
                <a:gd name="connsiteY3" fmla="*/ 379571 h 379571"/>
                <a:gd name="connsiteX4" fmla="*/ 0 w 446790"/>
                <a:gd name="connsiteY4" fmla="*/ 379571 h 379571"/>
                <a:gd name="connsiteX5" fmla="*/ 80486 w 446790"/>
                <a:gd name="connsiteY5" fmla="*/ 0 h 379571"/>
                <a:gd name="connsiteX6" fmla="*/ 165830 w 446790"/>
                <a:gd name="connsiteY6" fmla="*/ 284988 h 379571"/>
                <a:gd name="connsiteX7" fmla="*/ 201930 w 446790"/>
                <a:gd name="connsiteY7" fmla="*/ 284988 h 379571"/>
                <a:gd name="connsiteX8" fmla="*/ 287274 w 446790"/>
                <a:gd name="connsiteY8" fmla="*/ 186690 h 379571"/>
                <a:gd name="connsiteX9" fmla="*/ 243364 w 446790"/>
                <a:gd name="connsiteY9" fmla="*/ 88011 h 379571"/>
                <a:gd name="connsiteX10" fmla="*/ 207264 w 446790"/>
                <a:gd name="connsiteY10" fmla="*/ 88011 h 379571"/>
                <a:gd name="connsiteX11" fmla="*/ 165830 w 446790"/>
                <a:gd name="connsiteY11" fmla="*/ 284988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6790" h="379571">
                  <a:moveTo>
                    <a:pt x="80486" y="0"/>
                  </a:moveTo>
                  <a:lnTo>
                    <a:pt x="293846" y="0"/>
                  </a:lnTo>
                  <a:cubicBezTo>
                    <a:pt x="402622" y="0"/>
                    <a:pt x="471106" y="36576"/>
                    <a:pt x="438721" y="190786"/>
                  </a:cubicBezTo>
                  <a:cubicBezTo>
                    <a:pt x="407956" y="334328"/>
                    <a:pt x="316039" y="379571"/>
                    <a:pt x="207264" y="379571"/>
                  </a:cubicBezTo>
                  <a:lnTo>
                    <a:pt x="0" y="379571"/>
                  </a:lnTo>
                  <a:lnTo>
                    <a:pt x="80486" y="0"/>
                  </a:lnTo>
                  <a:close/>
                  <a:moveTo>
                    <a:pt x="165830" y="284988"/>
                  </a:moveTo>
                  <a:lnTo>
                    <a:pt x="201930" y="284988"/>
                  </a:lnTo>
                  <a:cubicBezTo>
                    <a:pt x="254889" y="284988"/>
                    <a:pt x="274130" y="250031"/>
                    <a:pt x="287274" y="186690"/>
                  </a:cubicBezTo>
                  <a:cubicBezTo>
                    <a:pt x="301276" y="121730"/>
                    <a:pt x="295465" y="88011"/>
                    <a:pt x="243364" y="88011"/>
                  </a:cubicBezTo>
                  <a:lnTo>
                    <a:pt x="207264" y="88011"/>
                  </a:lnTo>
                  <a:lnTo>
                    <a:pt x="165830" y="2849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" name="Freihandform: Form 24">
              <a:extLst>
                <a:ext uri="{FF2B5EF4-FFF2-40B4-BE49-F238E27FC236}">
                  <a16:creationId xmlns:a16="http://schemas.microsoft.com/office/drawing/2014/main" id="{850782B6-3302-0949-46DA-8BE7D849F8B3}"/>
                </a:ext>
              </a:extLst>
            </p:cNvPr>
            <p:cNvSpPr/>
            <p:nvPr/>
          </p:nvSpPr>
          <p:spPr>
            <a:xfrm>
              <a:off x="10291778" y="2527792"/>
              <a:ext cx="468344" cy="379571"/>
            </a:xfrm>
            <a:custGeom>
              <a:avLst/>
              <a:gdLst>
                <a:gd name="connsiteX0" fmla="*/ 213455 w 468344"/>
                <a:gd name="connsiteY0" fmla="*/ 0 h 379571"/>
                <a:gd name="connsiteX1" fmla="*/ 413766 w 468344"/>
                <a:gd name="connsiteY1" fmla="*/ 0 h 379571"/>
                <a:gd name="connsiteX2" fmla="*/ 468344 w 468344"/>
                <a:gd name="connsiteY2" fmla="*/ 379571 h 379571"/>
                <a:gd name="connsiteX3" fmla="*/ 315659 w 468344"/>
                <a:gd name="connsiteY3" fmla="*/ 379571 h 379571"/>
                <a:gd name="connsiteX4" fmla="*/ 308229 w 468344"/>
                <a:gd name="connsiteY4" fmla="*/ 297275 h 379571"/>
                <a:gd name="connsiteX5" fmla="*/ 185547 w 468344"/>
                <a:gd name="connsiteY5" fmla="*/ 297275 h 379571"/>
                <a:gd name="connsiteX6" fmla="*/ 144875 w 468344"/>
                <a:gd name="connsiteY6" fmla="*/ 379571 h 379571"/>
                <a:gd name="connsiteX7" fmla="*/ 0 w 468344"/>
                <a:gd name="connsiteY7" fmla="*/ 379571 h 379571"/>
                <a:gd name="connsiteX8" fmla="*/ 213360 w 468344"/>
                <a:gd name="connsiteY8" fmla="*/ 0 h 379571"/>
                <a:gd name="connsiteX9" fmla="*/ 224885 w 468344"/>
                <a:gd name="connsiteY9" fmla="*/ 206026 h 379571"/>
                <a:gd name="connsiteX10" fmla="*/ 308991 w 468344"/>
                <a:gd name="connsiteY10" fmla="*/ 206026 h 379571"/>
                <a:gd name="connsiteX11" fmla="*/ 294227 w 468344"/>
                <a:gd name="connsiteY11" fmla="*/ 81439 h 379571"/>
                <a:gd name="connsiteX12" fmla="*/ 292989 w 468344"/>
                <a:gd name="connsiteY12" fmla="*/ 81439 h 379571"/>
                <a:gd name="connsiteX13" fmla="*/ 224885 w 468344"/>
                <a:gd name="connsiteY13" fmla="*/ 206026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68344" h="379571">
                  <a:moveTo>
                    <a:pt x="213455" y="0"/>
                  </a:moveTo>
                  <a:lnTo>
                    <a:pt x="413766" y="0"/>
                  </a:lnTo>
                  <a:lnTo>
                    <a:pt x="468344" y="379571"/>
                  </a:lnTo>
                  <a:lnTo>
                    <a:pt x="315659" y="379571"/>
                  </a:lnTo>
                  <a:lnTo>
                    <a:pt x="308229" y="297275"/>
                  </a:lnTo>
                  <a:lnTo>
                    <a:pt x="185547" y="297275"/>
                  </a:lnTo>
                  <a:lnTo>
                    <a:pt x="144875" y="379571"/>
                  </a:lnTo>
                  <a:lnTo>
                    <a:pt x="0" y="379571"/>
                  </a:lnTo>
                  <a:lnTo>
                    <a:pt x="213360" y="0"/>
                  </a:lnTo>
                  <a:close/>
                  <a:moveTo>
                    <a:pt x="224885" y="206026"/>
                  </a:moveTo>
                  <a:lnTo>
                    <a:pt x="308991" y="206026"/>
                  </a:lnTo>
                  <a:lnTo>
                    <a:pt x="294227" y="81439"/>
                  </a:lnTo>
                  <a:lnTo>
                    <a:pt x="292989" y="81439"/>
                  </a:lnTo>
                  <a:lnTo>
                    <a:pt x="224885" y="2060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" name="Freihandform: Form 25">
              <a:extLst>
                <a:ext uri="{FF2B5EF4-FFF2-40B4-BE49-F238E27FC236}">
                  <a16:creationId xmlns:a16="http://schemas.microsoft.com/office/drawing/2014/main" id="{5A3A2103-4AA8-05F0-8AB1-10F96A0E5B59}"/>
                </a:ext>
              </a:extLst>
            </p:cNvPr>
            <p:cNvSpPr/>
            <p:nvPr/>
          </p:nvSpPr>
          <p:spPr>
            <a:xfrm>
              <a:off x="10789761" y="2521220"/>
              <a:ext cx="411274" cy="392715"/>
            </a:xfrm>
            <a:custGeom>
              <a:avLst/>
              <a:gdLst>
                <a:gd name="connsiteX0" fmla="*/ 350695 w 411274"/>
                <a:gd name="connsiteY0" fmla="*/ 371761 h 392715"/>
                <a:gd name="connsiteX1" fmla="*/ 350695 w 411274"/>
                <a:gd name="connsiteY1" fmla="*/ 371761 h 392715"/>
                <a:gd name="connsiteX2" fmla="*/ 189341 w 411274"/>
                <a:gd name="connsiteY2" fmla="*/ 392716 h 392715"/>
                <a:gd name="connsiteX3" fmla="*/ 5509 w 411274"/>
                <a:gd name="connsiteY3" fmla="*/ 190786 h 392715"/>
                <a:gd name="connsiteX4" fmla="*/ 272590 w 411274"/>
                <a:gd name="connsiteY4" fmla="*/ 0 h 392715"/>
                <a:gd name="connsiteX5" fmla="*/ 411274 w 411274"/>
                <a:gd name="connsiteY5" fmla="*/ 14002 h 392715"/>
                <a:gd name="connsiteX6" fmla="*/ 389462 w 411274"/>
                <a:gd name="connsiteY6" fmla="*/ 116396 h 392715"/>
                <a:gd name="connsiteX7" fmla="*/ 294307 w 411274"/>
                <a:gd name="connsiteY7" fmla="*/ 94583 h 392715"/>
                <a:gd name="connsiteX8" fmla="*/ 151908 w 411274"/>
                <a:gd name="connsiteY8" fmla="*/ 199835 h 392715"/>
                <a:gd name="connsiteX9" fmla="*/ 210582 w 411274"/>
                <a:gd name="connsiteY9" fmla="*/ 297752 h 392715"/>
                <a:gd name="connsiteX10" fmla="*/ 242110 w 411274"/>
                <a:gd name="connsiteY10" fmla="*/ 294418 h 392715"/>
                <a:gd name="connsiteX11" fmla="*/ 263446 w 411274"/>
                <a:gd name="connsiteY11" fmla="*/ 193262 h 392715"/>
                <a:gd name="connsiteX12" fmla="*/ 388224 w 411274"/>
                <a:gd name="connsiteY12" fmla="*/ 193262 h 392715"/>
                <a:gd name="connsiteX13" fmla="*/ 350505 w 411274"/>
                <a:gd name="connsiteY13" fmla="*/ 371761 h 392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11274" h="392715">
                  <a:moveTo>
                    <a:pt x="350695" y="371761"/>
                  </a:moveTo>
                  <a:lnTo>
                    <a:pt x="350695" y="371761"/>
                  </a:lnTo>
                  <a:cubicBezTo>
                    <a:pt x="297736" y="386525"/>
                    <a:pt x="249349" y="392716"/>
                    <a:pt x="189341" y="392716"/>
                  </a:cubicBezTo>
                  <a:cubicBezTo>
                    <a:pt x="63326" y="392716"/>
                    <a:pt x="-23161" y="326041"/>
                    <a:pt x="5509" y="190786"/>
                  </a:cubicBezTo>
                  <a:cubicBezTo>
                    <a:pt x="32179" y="63246"/>
                    <a:pt x="151146" y="0"/>
                    <a:pt x="272590" y="0"/>
                  </a:cubicBezTo>
                  <a:cubicBezTo>
                    <a:pt x="343551" y="0"/>
                    <a:pt x="376889" y="5334"/>
                    <a:pt x="411274" y="14002"/>
                  </a:cubicBezTo>
                  <a:lnTo>
                    <a:pt x="389462" y="116396"/>
                  </a:lnTo>
                  <a:cubicBezTo>
                    <a:pt x="371364" y="104489"/>
                    <a:pt x="334883" y="94583"/>
                    <a:pt x="294307" y="94583"/>
                  </a:cubicBezTo>
                  <a:cubicBezTo>
                    <a:pt x="222107" y="94583"/>
                    <a:pt x="166672" y="130778"/>
                    <a:pt x="151908" y="199835"/>
                  </a:cubicBezTo>
                  <a:cubicBezTo>
                    <a:pt x="140764" y="252032"/>
                    <a:pt x="152289" y="297752"/>
                    <a:pt x="210582" y="297752"/>
                  </a:cubicBezTo>
                  <a:cubicBezTo>
                    <a:pt x="220774" y="297752"/>
                    <a:pt x="232776" y="297752"/>
                    <a:pt x="242110" y="294418"/>
                  </a:cubicBezTo>
                  <a:lnTo>
                    <a:pt x="263446" y="193262"/>
                  </a:lnTo>
                  <a:lnTo>
                    <a:pt x="388224" y="193262"/>
                  </a:lnTo>
                  <a:lnTo>
                    <a:pt x="350505" y="3717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" name="Freihandform: Form 26">
              <a:extLst>
                <a:ext uri="{FF2B5EF4-FFF2-40B4-BE49-F238E27FC236}">
                  <a16:creationId xmlns:a16="http://schemas.microsoft.com/office/drawing/2014/main" id="{0343AD56-40F4-FF24-BE6F-6FFF744DCDEF}"/>
                </a:ext>
              </a:extLst>
            </p:cNvPr>
            <p:cNvSpPr/>
            <p:nvPr/>
          </p:nvSpPr>
          <p:spPr>
            <a:xfrm>
              <a:off x="8749300" y="2670477"/>
              <a:ext cx="500824" cy="91344"/>
            </a:xfrm>
            <a:custGeom>
              <a:avLst/>
              <a:gdLst>
                <a:gd name="connsiteX0" fmla="*/ 19336 w 500824"/>
                <a:gd name="connsiteY0" fmla="*/ 0 h 91344"/>
                <a:gd name="connsiteX1" fmla="*/ 500824 w 500824"/>
                <a:gd name="connsiteY1" fmla="*/ 0 h 91344"/>
                <a:gd name="connsiteX2" fmla="*/ 481489 w 500824"/>
                <a:gd name="connsiteY2" fmla="*/ 91345 h 91344"/>
                <a:gd name="connsiteX3" fmla="*/ 0 w 500824"/>
                <a:gd name="connsiteY3" fmla="*/ 91345 h 91344"/>
                <a:gd name="connsiteX4" fmla="*/ 19336 w 500824"/>
                <a:gd name="connsiteY4" fmla="*/ 0 h 91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824" h="91344">
                  <a:moveTo>
                    <a:pt x="19336" y="0"/>
                  </a:moveTo>
                  <a:lnTo>
                    <a:pt x="500824" y="0"/>
                  </a:lnTo>
                  <a:lnTo>
                    <a:pt x="481489" y="91345"/>
                  </a:lnTo>
                  <a:lnTo>
                    <a:pt x="0" y="91345"/>
                  </a:lnTo>
                  <a:lnTo>
                    <a:pt x="1933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" name="Freihandform: Form 27">
              <a:extLst>
                <a:ext uri="{FF2B5EF4-FFF2-40B4-BE49-F238E27FC236}">
                  <a16:creationId xmlns:a16="http://schemas.microsoft.com/office/drawing/2014/main" id="{87D778FD-3241-8F1E-D30E-15F10CF06A6F}"/>
                </a:ext>
              </a:extLst>
            </p:cNvPr>
            <p:cNvSpPr/>
            <p:nvPr/>
          </p:nvSpPr>
          <p:spPr>
            <a:xfrm>
              <a:off x="8810260" y="2383489"/>
              <a:ext cx="500729" cy="90773"/>
            </a:xfrm>
            <a:custGeom>
              <a:avLst/>
              <a:gdLst>
                <a:gd name="connsiteX0" fmla="*/ 19241 w 500729"/>
                <a:gd name="connsiteY0" fmla="*/ 0 h 90773"/>
                <a:gd name="connsiteX1" fmla="*/ 500729 w 500729"/>
                <a:gd name="connsiteY1" fmla="*/ 0 h 90773"/>
                <a:gd name="connsiteX2" fmla="*/ 481489 w 500729"/>
                <a:gd name="connsiteY2" fmla="*/ 90773 h 90773"/>
                <a:gd name="connsiteX3" fmla="*/ 0 w 500729"/>
                <a:gd name="connsiteY3" fmla="*/ 90773 h 90773"/>
                <a:gd name="connsiteX4" fmla="*/ 19241 w 500729"/>
                <a:gd name="connsiteY4" fmla="*/ 0 h 90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729" h="90773">
                  <a:moveTo>
                    <a:pt x="19241" y="0"/>
                  </a:moveTo>
                  <a:lnTo>
                    <a:pt x="500729" y="0"/>
                  </a:lnTo>
                  <a:lnTo>
                    <a:pt x="481489" y="90773"/>
                  </a:lnTo>
                  <a:lnTo>
                    <a:pt x="0" y="90773"/>
                  </a:lnTo>
                  <a:lnTo>
                    <a:pt x="1924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9" name="Freihandform: Form 28">
              <a:extLst>
                <a:ext uri="{FF2B5EF4-FFF2-40B4-BE49-F238E27FC236}">
                  <a16:creationId xmlns:a16="http://schemas.microsoft.com/office/drawing/2014/main" id="{B5402811-6E4A-B4A9-F8F2-9BC0D9A6A500}"/>
                </a:ext>
              </a:extLst>
            </p:cNvPr>
            <p:cNvSpPr/>
            <p:nvPr/>
          </p:nvSpPr>
          <p:spPr>
            <a:xfrm>
              <a:off x="8688340" y="2957560"/>
              <a:ext cx="501015" cy="91725"/>
            </a:xfrm>
            <a:custGeom>
              <a:avLst/>
              <a:gdLst>
                <a:gd name="connsiteX0" fmla="*/ 19431 w 501015"/>
                <a:gd name="connsiteY0" fmla="*/ 0 h 91725"/>
                <a:gd name="connsiteX1" fmla="*/ 501015 w 501015"/>
                <a:gd name="connsiteY1" fmla="*/ 0 h 91725"/>
                <a:gd name="connsiteX2" fmla="*/ 481489 w 501015"/>
                <a:gd name="connsiteY2" fmla="*/ 91726 h 91725"/>
                <a:gd name="connsiteX3" fmla="*/ 0 w 501015"/>
                <a:gd name="connsiteY3" fmla="*/ 91726 h 91725"/>
                <a:gd name="connsiteX4" fmla="*/ 19431 w 501015"/>
                <a:gd name="connsiteY4" fmla="*/ 0 h 91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015" h="91725">
                  <a:moveTo>
                    <a:pt x="19431" y="0"/>
                  </a:moveTo>
                  <a:lnTo>
                    <a:pt x="501015" y="0"/>
                  </a:lnTo>
                  <a:lnTo>
                    <a:pt x="481489" y="91726"/>
                  </a:lnTo>
                  <a:lnTo>
                    <a:pt x="0" y="91726"/>
                  </a:lnTo>
                  <a:lnTo>
                    <a:pt x="1943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0" name="Freihandform: Form 29">
              <a:extLst>
                <a:ext uri="{FF2B5EF4-FFF2-40B4-BE49-F238E27FC236}">
                  <a16:creationId xmlns:a16="http://schemas.microsoft.com/office/drawing/2014/main" id="{AC6E6214-004E-C614-3E1F-EA8A10E89C55}"/>
                </a:ext>
              </a:extLst>
            </p:cNvPr>
            <p:cNvSpPr/>
            <p:nvPr/>
          </p:nvSpPr>
          <p:spPr>
            <a:xfrm>
              <a:off x="8501174" y="2527792"/>
              <a:ext cx="930402" cy="379571"/>
            </a:xfrm>
            <a:custGeom>
              <a:avLst/>
              <a:gdLst>
                <a:gd name="connsiteX0" fmla="*/ 80486 w 930402"/>
                <a:gd name="connsiteY0" fmla="*/ 0 h 379571"/>
                <a:gd name="connsiteX1" fmla="*/ 61055 w 930402"/>
                <a:gd name="connsiteY1" fmla="*/ 91726 h 379571"/>
                <a:gd name="connsiteX2" fmla="*/ 818769 w 930402"/>
                <a:gd name="connsiteY2" fmla="*/ 91345 h 379571"/>
                <a:gd name="connsiteX3" fmla="*/ 776954 w 930402"/>
                <a:gd name="connsiteY3" fmla="*/ 288322 h 379571"/>
                <a:gd name="connsiteX4" fmla="*/ 19336 w 930402"/>
                <a:gd name="connsiteY4" fmla="*/ 288322 h 379571"/>
                <a:gd name="connsiteX5" fmla="*/ 0 w 930402"/>
                <a:gd name="connsiteY5" fmla="*/ 379571 h 379571"/>
                <a:gd name="connsiteX6" fmla="*/ 849916 w 930402"/>
                <a:gd name="connsiteY6" fmla="*/ 379571 h 379571"/>
                <a:gd name="connsiteX7" fmla="*/ 930402 w 930402"/>
                <a:gd name="connsiteY7" fmla="*/ 0 h 379571"/>
                <a:gd name="connsiteX8" fmla="*/ 80486 w 930402"/>
                <a:gd name="connsiteY8" fmla="*/ 0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30402" h="379571">
                  <a:moveTo>
                    <a:pt x="80486" y="0"/>
                  </a:moveTo>
                  <a:lnTo>
                    <a:pt x="61055" y="91726"/>
                  </a:lnTo>
                  <a:lnTo>
                    <a:pt x="818769" y="91345"/>
                  </a:lnTo>
                  <a:lnTo>
                    <a:pt x="776954" y="288322"/>
                  </a:lnTo>
                  <a:lnTo>
                    <a:pt x="19336" y="288322"/>
                  </a:lnTo>
                  <a:lnTo>
                    <a:pt x="0" y="379571"/>
                  </a:lnTo>
                  <a:lnTo>
                    <a:pt x="849916" y="379571"/>
                  </a:lnTo>
                  <a:lnTo>
                    <a:pt x="930402" y="0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669557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  <p15:guide id="3" orient="horz" pos="1139" userDrawn="1">
          <p15:clr>
            <a:srgbClr val="FBAE40"/>
          </p15:clr>
        </p15:guide>
      </p15:sldGuideLst>
    </p:ext>
  </p:extLst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EEAE81CE-B8F9-9DB6-AEC9-BF256A67CCC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" name="Foliennummernplatzhalter 18">
            <a:extLst>
              <a:ext uri="{FF2B5EF4-FFF2-40B4-BE49-F238E27FC236}">
                <a16:creationId xmlns:a16="http://schemas.microsoft.com/office/drawing/2014/main" id="{D2734403-2D1F-E595-57DE-8502C4D4268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9B4BD9E0-9FE9-8C79-471F-43A73A0857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8813" y="1808163"/>
            <a:ext cx="4680000" cy="42259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de-DE" err="1"/>
              <a:t>welcome</a:t>
            </a:r>
            <a:endParaRPr lang="de-DE"/>
          </a:p>
          <a:p>
            <a:endParaRPr lang="de-DE"/>
          </a:p>
          <a:p>
            <a:r>
              <a:rPr lang="de-DE"/>
              <a:t>DAS PROBLEM</a:t>
            </a:r>
          </a:p>
          <a:p>
            <a:endParaRPr lang="de-DE"/>
          </a:p>
          <a:p>
            <a:r>
              <a:rPr lang="de-DE"/>
              <a:t>DIE LÖSUNG</a:t>
            </a:r>
          </a:p>
          <a:p>
            <a:endParaRPr lang="de-DE"/>
          </a:p>
          <a:p>
            <a:r>
              <a:rPr lang="de-DE"/>
              <a:t>DAS PROJEKT</a:t>
            </a:r>
          </a:p>
          <a:p>
            <a:endParaRPr lang="de-DE"/>
          </a:p>
          <a:p>
            <a:r>
              <a:rPr lang="de-DE"/>
              <a:t>UNSER SERVICE</a:t>
            </a:r>
          </a:p>
          <a:p>
            <a:endParaRPr lang="de-DE"/>
          </a:p>
          <a:p>
            <a:r>
              <a:rPr lang="de-DE"/>
              <a:t>DAS IST EDAG</a:t>
            </a:r>
          </a:p>
          <a:p>
            <a:endParaRPr lang="de-DE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4D250436-CFD1-373B-3255-7EEAB4E11D1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008"/>
          <a:stretch/>
        </p:blipFill>
        <p:spPr>
          <a:xfrm>
            <a:off x="8780393" y="2803444"/>
            <a:ext cx="3411607" cy="2687150"/>
          </a:xfrm>
          <a:prstGeom prst="rect">
            <a:avLst/>
          </a:prstGeom>
        </p:spPr>
      </p:pic>
      <p:sp>
        <p:nvSpPr>
          <p:cNvPr id="15" name="Textplatzhalter 33">
            <a:extLst>
              <a:ext uri="{FF2B5EF4-FFF2-40B4-BE49-F238E27FC236}">
                <a16:creationId xmlns:a16="http://schemas.microsoft.com/office/drawing/2014/main" id="{9508F0EC-ECE7-A20F-0A3C-908C9150C9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2356686"/>
            <a:ext cx="5437188" cy="1141341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9600"/>
            </a:lvl2pPr>
            <a:lvl3pPr marL="914400" indent="0">
              <a:buNone/>
              <a:defRPr sz="9600"/>
            </a:lvl3pPr>
            <a:lvl4pPr marL="1371600" indent="0">
              <a:buNone/>
              <a:defRPr sz="9600"/>
            </a:lvl4pPr>
            <a:lvl5pPr marL="1828800" indent="0">
              <a:buNone/>
              <a:defRPr sz="9600"/>
            </a:lvl5pPr>
          </a:lstStyle>
          <a:p>
            <a:pPr lvl="0"/>
            <a:r>
              <a:rPr lang="de-DE"/>
              <a:t>AGENDA</a:t>
            </a:r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A93E9034-BCDB-E389-43E1-D1C3858181C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8D2EBFCD-49C8-5C93-AD66-54CEAB98E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DDB85264-DAE8-BBB0-9B4F-46F5E8B810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1976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  <p15:guide id="3" orient="horz" pos="1139" userDrawn="1">
          <p15:clr>
            <a:srgbClr val="FBAE40"/>
          </p15:clr>
        </p15:guide>
      </p15:sldGuideLst>
    </p:ext>
  </p:extLst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Agenda 2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42167D8-B7C0-E3C8-A6F6-24EA442DE6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9FDBA44-6CDC-3E0B-930C-EA4DFDDE7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121C0D5C-B6E7-2F69-3E73-3DE8083152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13" y="390735"/>
            <a:ext cx="6046788" cy="1188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600" b="1" i="0" cap="all" baseline="0"/>
            </a:lvl1pPr>
          </a:lstStyle>
          <a:p>
            <a:pPr lvl="0"/>
            <a:r>
              <a:rPr lang="de-DE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716979207"/>
      </p:ext>
    </p:extLst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Strategy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454F6B8C-4F87-2244-4BC5-741A66267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542" y="3951996"/>
            <a:ext cx="2160000" cy="21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02944178-1B33-9C9F-48F1-E8747EB3533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288570" y="3951996"/>
            <a:ext cx="2160000" cy="21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B5E0DDDA-F6D9-C525-8DA4-680FDD3D29F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43073" y="3942471"/>
            <a:ext cx="2160000" cy="21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Inhaltsplatzhalter 2">
            <a:extLst>
              <a:ext uri="{FF2B5EF4-FFF2-40B4-BE49-F238E27FC236}">
                <a16:creationId xmlns:a16="http://schemas.microsoft.com/office/drawing/2014/main" id="{C8433303-D4FE-8765-2A60-F333FB0D2B4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371748" y="3951996"/>
            <a:ext cx="2160000" cy="21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97A1C65C-3BB1-E444-5734-09F75B7FF718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68542" y="2722111"/>
            <a:ext cx="2160000" cy="9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40DB7349-5402-2A18-65CD-A1CA9A53BA6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3288570" y="2722111"/>
            <a:ext cx="2160000" cy="9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4" name="Inhaltsplatzhalter 2">
            <a:extLst>
              <a:ext uri="{FF2B5EF4-FFF2-40B4-BE49-F238E27FC236}">
                <a16:creationId xmlns:a16="http://schemas.microsoft.com/office/drawing/2014/main" id="{2499BD55-C843-3B16-1FB9-9185A8737FE8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6343073" y="2712586"/>
            <a:ext cx="2160000" cy="9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5" name="Inhaltsplatzhalter 2">
            <a:extLst>
              <a:ext uri="{FF2B5EF4-FFF2-40B4-BE49-F238E27FC236}">
                <a16:creationId xmlns:a16="http://schemas.microsoft.com/office/drawing/2014/main" id="{11F7B4F5-6B3B-9C5F-D657-71257F47D990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9371748" y="2722111"/>
            <a:ext cx="2160000" cy="9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3" name="Foliennummernplatzhalter 21">
            <a:extLst>
              <a:ext uri="{FF2B5EF4-FFF2-40B4-BE49-F238E27FC236}">
                <a16:creationId xmlns:a16="http://schemas.microsoft.com/office/drawing/2014/main" id="{5B92BC77-57EA-5F07-CA17-2DF7C5F43B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318005" y="6538125"/>
            <a:ext cx="215183" cy="122917"/>
          </a:xfrm>
          <a:prstGeom prst="rect">
            <a:avLst/>
          </a:prstGeom>
        </p:spPr>
        <p:txBody>
          <a:bodyPr/>
          <a:lstStyle/>
          <a:p>
            <a:fld id="{5B1A80FD-4203-455A-B5F3-3860984403DC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54" name="Grafik 53">
            <a:extLst>
              <a:ext uri="{FF2B5EF4-FFF2-40B4-BE49-F238E27FC236}">
                <a16:creationId xmlns:a16="http://schemas.microsoft.com/office/drawing/2014/main" id="{838A5005-D52C-297F-35FF-AE2A6E6DB7EF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0" y="2446745"/>
            <a:ext cx="658814" cy="137683"/>
          </a:xfrm>
          <a:prstGeom prst="rect">
            <a:avLst/>
          </a:prstGeom>
        </p:spPr>
      </p:pic>
      <p:pic>
        <p:nvPicPr>
          <p:cNvPr id="2" name="Grafik 2">
            <a:extLst>
              <a:ext uri="{FF2B5EF4-FFF2-40B4-BE49-F238E27FC236}">
                <a16:creationId xmlns:a16="http://schemas.microsoft.com/office/drawing/2014/main" id="{65504DD5-69F5-6822-9828-70700783069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148"/>
          <a:stretch/>
        </p:blipFill>
        <p:spPr>
          <a:xfrm>
            <a:off x="5330548" y="1"/>
            <a:ext cx="6861452" cy="1457999"/>
          </a:xfrm>
          <a:prstGeom prst="rect">
            <a:avLst/>
          </a:prstGeom>
        </p:spPr>
      </p:pic>
      <p:sp>
        <p:nvSpPr>
          <p:cNvPr id="14" name="Fußzeilenplatzhalter 13">
            <a:extLst>
              <a:ext uri="{FF2B5EF4-FFF2-40B4-BE49-F238E27FC236}">
                <a16:creationId xmlns:a16="http://schemas.microsoft.com/office/drawing/2014/main" id="{0DCCB05A-46F7-5129-0167-7B76154010F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3D64622C-E665-352D-85AA-E7FBD292A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D02CD38F-B9DC-4D37-2805-CFC07F6B709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grpSp>
        <p:nvGrpSpPr>
          <p:cNvPr id="12" name="Grafik 13">
            <a:extLst>
              <a:ext uri="{FF2B5EF4-FFF2-40B4-BE49-F238E27FC236}">
                <a16:creationId xmlns:a16="http://schemas.microsoft.com/office/drawing/2014/main" id="{08BDE99F-8547-76E4-EBCF-D59AF76F905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21200" y="489600"/>
            <a:ext cx="1209600" cy="299018"/>
            <a:chOff x="8501174" y="2383489"/>
            <a:chExt cx="2699861" cy="667416"/>
          </a:xfrm>
          <a:solidFill>
            <a:schemeClr val="tx1"/>
          </a:solidFill>
        </p:grpSpPr>
        <p:grpSp>
          <p:nvGrpSpPr>
            <p:cNvPr id="13" name="Grafik 13">
              <a:extLst>
                <a:ext uri="{FF2B5EF4-FFF2-40B4-BE49-F238E27FC236}">
                  <a16:creationId xmlns:a16="http://schemas.microsoft.com/office/drawing/2014/main" id="{28987A85-396B-16AC-4F79-992A76941E01}"/>
                </a:ext>
              </a:extLst>
            </p:cNvPr>
            <p:cNvGrpSpPr/>
            <p:nvPr/>
          </p:nvGrpSpPr>
          <p:grpSpPr>
            <a:xfrm>
              <a:off x="9461484" y="2955941"/>
              <a:ext cx="876871" cy="94964"/>
              <a:chOff x="9461484" y="2955941"/>
              <a:chExt cx="876871" cy="94964"/>
            </a:xfrm>
            <a:grpFill/>
          </p:grpSpPr>
          <p:sp>
            <p:nvSpPr>
              <p:cNvPr id="27" name="Freihandform: Form 26">
                <a:extLst>
                  <a:ext uri="{FF2B5EF4-FFF2-40B4-BE49-F238E27FC236}">
                    <a16:creationId xmlns:a16="http://schemas.microsoft.com/office/drawing/2014/main" id="{5FFFD475-A000-22E4-E7C5-B6A39C9D899A}"/>
                  </a:ext>
                </a:extLst>
              </p:cNvPr>
              <p:cNvSpPr/>
              <p:nvPr/>
            </p:nvSpPr>
            <p:spPr>
              <a:xfrm>
                <a:off x="9461484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8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8 w 64198"/>
                  <a:gd name="connsiteY9" fmla="*/ 83820 h 91725"/>
                  <a:gd name="connsiteX10" fmla="*/ 48577 w 64198"/>
                  <a:gd name="connsiteY10" fmla="*/ 83820 h 91725"/>
                  <a:gd name="connsiteX11" fmla="*/ 47244 w 64198"/>
                  <a:gd name="connsiteY11" fmla="*/ 91726 h 91725"/>
                  <a:gd name="connsiteX12" fmla="*/ 190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8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8" y="83820"/>
                    </a:lnTo>
                    <a:lnTo>
                      <a:pt x="48577" y="83820"/>
                    </a:lnTo>
                    <a:lnTo>
                      <a:pt x="47244" y="91726"/>
                    </a:lnTo>
                    <a:lnTo>
                      <a:pt x="19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28" name="Freihandform: Form 27">
                <a:extLst>
                  <a:ext uri="{FF2B5EF4-FFF2-40B4-BE49-F238E27FC236}">
                    <a16:creationId xmlns:a16="http://schemas.microsoft.com/office/drawing/2014/main" id="{1282ED4D-2A41-874F-AD0B-E632233EF644}"/>
                  </a:ext>
                </a:extLst>
              </p:cNvPr>
              <p:cNvSpPr/>
              <p:nvPr/>
            </p:nvSpPr>
            <p:spPr>
              <a:xfrm>
                <a:off x="9534636" y="2957560"/>
                <a:ext cx="48387" cy="91725"/>
              </a:xfrm>
              <a:custGeom>
                <a:avLst/>
                <a:gdLst>
                  <a:gd name="connsiteX0" fmla="*/ 0 w 48387"/>
                  <a:gd name="connsiteY0" fmla="*/ 91726 h 91725"/>
                  <a:gd name="connsiteX1" fmla="*/ 19621 w 48387"/>
                  <a:gd name="connsiteY1" fmla="*/ 0 h 91725"/>
                  <a:gd name="connsiteX2" fmla="*/ 28956 w 48387"/>
                  <a:gd name="connsiteY2" fmla="*/ 0 h 91725"/>
                  <a:gd name="connsiteX3" fmla="*/ 10954 w 48387"/>
                  <a:gd name="connsiteY3" fmla="*/ 83820 h 91725"/>
                  <a:gd name="connsiteX4" fmla="*/ 48387 w 48387"/>
                  <a:gd name="connsiteY4" fmla="*/ 83820 h 91725"/>
                  <a:gd name="connsiteX5" fmla="*/ 46958 w 48387"/>
                  <a:gd name="connsiteY5" fmla="*/ 91726 h 91725"/>
                  <a:gd name="connsiteX6" fmla="*/ 95 w 48387"/>
                  <a:gd name="connsiteY6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8387" h="91725">
                    <a:moveTo>
                      <a:pt x="0" y="91726"/>
                    </a:moveTo>
                    <a:lnTo>
                      <a:pt x="19621" y="0"/>
                    </a:lnTo>
                    <a:lnTo>
                      <a:pt x="28956" y="0"/>
                    </a:lnTo>
                    <a:lnTo>
                      <a:pt x="10954" y="83820"/>
                    </a:lnTo>
                    <a:lnTo>
                      <a:pt x="48387" y="83820"/>
                    </a:lnTo>
                    <a:lnTo>
                      <a:pt x="46958" y="91726"/>
                    </a:lnTo>
                    <a:lnTo>
                      <a:pt x="95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29" name="Freihandform: Form 28">
                <a:extLst>
                  <a:ext uri="{FF2B5EF4-FFF2-40B4-BE49-F238E27FC236}">
                    <a16:creationId xmlns:a16="http://schemas.microsoft.com/office/drawing/2014/main" id="{776AA493-6DF2-F1BC-2E8D-486123500826}"/>
                  </a:ext>
                </a:extLst>
              </p:cNvPr>
              <p:cNvSpPr/>
              <p:nvPr/>
            </p:nvSpPr>
            <p:spPr>
              <a:xfrm>
                <a:off x="9605216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9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9 w 64198"/>
                  <a:gd name="connsiteY9" fmla="*/ 83820 h 91725"/>
                  <a:gd name="connsiteX10" fmla="*/ 48578 w 64198"/>
                  <a:gd name="connsiteY10" fmla="*/ 83820 h 91725"/>
                  <a:gd name="connsiteX11" fmla="*/ 47244 w 64198"/>
                  <a:gd name="connsiteY11" fmla="*/ 91726 h 91725"/>
                  <a:gd name="connsiteX12" fmla="*/ 191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9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9" y="83820"/>
                    </a:lnTo>
                    <a:lnTo>
                      <a:pt x="48578" y="83820"/>
                    </a:lnTo>
                    <a:lnTo>
                      <a:pt x="47244" y="91726"/>
                    </a:lnTo>
                    <a:lnTo>
                      <a:pt x="19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6" name="Freihandform: Form 35">
                <a:extLst>
                  <a:ext uri="{FF2B5EF4-FFF2-40B4-BE49-F238E27FC236}">
                    <a16:creationId xmlns:a16="http://schemas.microsoft.com/office/drawing/2014/main" id="{14096841-836D-5402-D7C3-BAFDECE3DF71}"/>
                  </a:ext>
                </a:extLst>
              </p:cNvPr>
              <p:cNvSpPr/>
              <p:nvPr/>
            </p:nvSpPr>
            <p:spPr>
              <a:xfrm>
                <a:off x="9684179" y="2955941"/>
                <a:ext cx="79247" cy="94869"/>
              </a:xfrm>
              <a:custGeom>
                <a:avLst/>
                <a:gdLst>
                  <a:gd name="connsiteX0" fmla="*/ 60960 w 79247"/>
                  <a:gd name="connsiteY0" fmla="*/ 92012 h 94869"/>
                  <a:gd name="connsiteX1" fmla="*/ 43053 w 79247"/>
                  <a:gd name="connsiteY1" fmla="*/ 94869 h 94869"/>
                  <a:gd name="connsiteX2" fmla="*/ 0 w 79247"/>
                  <a:gd name="connsiteY2" fmla="*/ 54674 h 94869"/>
                  <a:gd name="connsiteX3" fmla="*/ 54673 w 79247"/>
                  <a:gd name="connsiteY3" fmla="*/ 0 h 94869"/>
                  <a:gd name="connsiteX4" fmla="*/ 79248 w 79247"/>
                  <a:gd name="connsiteY4" fmla="*/ 4763 h 94869"/>
                  <a:gd name="connsiteX5" fmla="*/ 76105 w 79247"/>
                  <a:gd name="connsiteY5" fmla="*/ 12382 h 94869"/>
                  <a:gd name="connsiteX6" fmla="*/ 54007 w 79247"/>
                  <a:gd name="connsiteY6" fmla="*/ 7906 h 94869"/>
                  <a:gd name="connsiteX7" fmla="*/ 9049 w 79247"/>
                  <a:gd name="connsiteY7" fmla="*/ 54769 h 94869"/>
                  <a:gd name="connsiteX8" fmla="*/ 42577 w 79247"/>
                  <a:gd name="connsiteY8" fmla="*/ 86963 h 94869"/>
                  <a:gd name="connsiteX9" fmla="*/ 62008 w 79247"/>
                  <a:gd name="connsiteY9" fmla="*/ 83915 h 94869"/>
                  <a:gd name="connsiteX10" fmla="*/ 60960 w 79247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7" h="94869">
                    <a:moveTo>
                      <a:pt x="60960" y="92012"/>
                    </a:moveTo>
                    <a:cubicBezTo>
                      <a:pt x="54293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9" y="0"/>
                      <a:pt x="54673" y="0"/>
                    </a:cubicBezTo>
                    <a:cubicBezTo>
                      <a:pt x="66199" y="0"/>
                      <a:pt x="72961" y="1810"/>
                      <a:pt x="79248" y="4763"/>
                    </a:cubicBezTo>
                    <a:lnTo>
                      <a:pt x="76105" y="12382"/>
                    </a:lnTo>
                    <a:cubicBezTo>
                      <a:pt x="69532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7" name="Freihandform: Form 36">
                <a:extLst>
                  <a:ext uri="{FF2B5EF4-FFF2-40B4-BE49-F238E27FC236}">
                    <a16:creationId xmlns:a16="http://schemas.microsoft.com/office/drawing/2014/main" id="{A060F948-7064-1DE3-C8BE-FE5DF6961E1F}"/>
                  </a:ext>
                </a:extLst>
              </p:cNvPr>
              <p:cNvSpPr/>
              <p:nvPr/>
            </p:nvSpPr>
            <p:spPr>
              <a:xfrm>
                <a:off x="9781905" y="2957560"/>
                <a:ext cx="66484" cy="91725"/>
              </a:xfrm>
              <a:custGeom>
                <a:avLst/>
                <a:gdLst>
                  <a:gd name="connsiteX0" fmla="*/ 9906 w 66484"/>
                  <a:gd name="connsiteY0" fmla="*/ 91726 h 91725"/>
                  <a:gd name="connsiteX1" fmla="*/ 27813 w 66484"/>
                  <a:gd name="connsiteY1" fmla="*/ 7906 h 91725"/>
                  <a:gd name="connsiteX2" fmla="*/ 0 w 66484"/>
                  <a:gd name="connsiteY2" fmla="*/ 7906 h 91725"/>
                  <a:gd name="connsiteX3" fmla="*/ 1715 w 66484"/>
                  <a:gd name="connsiteY3" fmla="*/ 0 h 91725"/>
                  <a:gd name="connsiteX4" fmla="*/ 66484 w 66484"/>
                  <a:gd name="connsiteY4" fmla="*/ 0 h 91725"/>
                  <a:gd name="connsiteX5" fmla="*/ 64865 w 66484"/>
                  <a:gd name="connsiteY5" fmla="*/ 7906 h 91725"/>
                  <a:gd name="connsiteX6" fmla="*/ 37052 w 66484"/>
                  <a:gd name="connsiteY6" fmla="*/ 7906 h 91725"/>
                  <a:gd name="connsiteX7" fmla="*/ 19431 w 66484"/>
                  <a:gd name="connsiteY7" fmla="*/ 91726 h 91725"/>
                  <a:gd name="connsiteX8" fmla="*/ 10001 w 66484"/>
                  <a:gd name="connsiteY8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6484" h="91725">
                    <a:moveTo>
                      <a:pt x="9906" y="91726"/>
                    </a:moveTo>
                    <a:lnTo>
                      <a:pt x="27813" y="7906"/>
                    </a:lnTo>
                    <a:lnTo>
                      <a:pt x="0" y="7906"/>
                    </a:lnTo>
                    <a:lnTo>
                      <a:pt x="1715" y="0"/>
                    </a:lnTo>
                    <a:lnTo>
                      <a:pt x="66484" y="0"/>
                    </a:lnTo>
                    <a:lnTo>
                      <a:pt x="64865" y="7906"/>
                    </a:lnTo>
                    <a:lnTo>
                      <a:pt x="37052" y="7906"/>
                    </a:lnTo>
                    <a:lnTo>
                      <a:pt x="19431" y="91726"/>
                    </a:lnTo>
                    <a:lnTo>
                      <a:pt x="1000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8" name="Freihandform: Form 37">
                <a:extLst>
                  <a:ext uri="{FF2B5EF4-FFF2-40B4-BE49-F238E27FC236}">
                    <a16:creationId xmlns:a16="http://schemas.microsoft.com/office/drawing/2014/main" id="{D5DAC477-9EF2-743C-00B8-601A98F08795}"/>
                  </a:ext>
                </a:extLst>
              </p:cNvPr>
              <p:cNvSpPr/>
              <p:nvPr/>
            </p:nvSpPr>
            <p:spPr>
              <a:xfrm>
                <a:off x="9852104" y="2957560"/>
                <a:ext cx="65912" cy="91725"/>
              </a:xfrm>
              <a:custGeom>
                <a:avLst/>
                <a:gdLst>
                  <a:gd name="connsiteX0" fmla="*/ 49625 w 65912"/>
                  <a:gd name="connsiteY0" fmla="*/ 91726 h 91725"/>
                  <a:gd name="connsiteX1" fmla="*/ 41910 w 65912"/>
                  <a:gd name="connsiteY1" fmla="*/ 58769 h 91725"/>
                  <a:gd name="connsiteX2" fmla="*/ 29051 w 65912"/>
                  <a:gd name="connsiteY2" fmla="*/ 48482 h 91725"/>
                  <a:gd name="connsiteX3" fmla="*/ 18383 w 65912"/>
                  <a:gd name="connsiteY3" fmla="*/ 48482 h 91725"/>
                  <a:gd name="connsiteX4" fmla="*/ 9144 w 65912"/>
                  <a:gd name="connsiteY4" fmla="*/ 91726 h 91725"/>
                  <a:gd name="connsiteX5" fmla="*/ 0 w 65912"/>
                  <a:gd name="connsiteY5" fmla="*/ 91726 h 91725"/>
                  <a:gd name="connsiteX6" fmla="*/ 20003 w 65912"/>
                  <a:gd name="connsiteY6" fmla="*/ 0 h 91725"/>
                  <a:gd name="connsiteX7" fmla="*/ 42291 w 65912"/>
                  <a:gd name="connsiteY7" fmla="*/ 0 h 91725"/>
                  <a:gd name="connsiteX8" fmla="*/ 65913 w 65912"/>
                  <a:gd name="connsiteY8" fmla="*/ 20479 h 91725"/>
                  <a:gd name="connsiteX9" fmla="*/ 40005 w 65912"/>
                  <a:gd name="connsiteY9" fmla="*/ 45053 h 91725"/>
                  <a:gd name="connsiteX10" fmla="*/ 40005 w 65912"/>
                  <a:gd name="connsiteY10" fmla="*/ 45339 h 91725"/>
                  <a:gd name="connsiteX11" fmla="*/ 49721 w 65912"/>
                  <a:gd name="connsiteY11" fmla="*/ 56007 h 91725"/>
                  <a:gd name="connsiteX12" fmla="*/ 58483 w 65912"/>
                  <a:gd name="connsiteY12" fmla="*/ 91726 h 91725"/>
                  <a:gd name="connsiteX13" fmla="*/ 49530 w 65912"/>
                  <a:gd name="connsiteY13" fmla="*/ 91726 h 91725"/>
                  <a:gd name="connsiteX14" fmla="*/ 29242 w 65912"/>
                  <a:gd name="connsiteY14" fmla="*/ 40672 h 91725"/>
                  <a:gd name="connsiteX15" fmla="*/ 56864 w 65912"/>
                  <a:gd name="connsiteY15" fmla="*/ 21717 h 91725"/>
                  <a:gd name="connsiteX16" fmla="*/ 40291 w 65912"/>
                  <a:gd name="connsiteY16" fmla="*/ 7906 h 91725"/>
                  <a:gd name="connsiteX17" fmla="*/ 27051 w 65912"/>
                  <a:gd name="connsiteY17" fmla="*/ 7906 h 91725"/>
                  <a:gd name="connsiteX18" fmla="*/ 20098 w 65912"/>
                  <a:gd name="connsiteY18" fmla="*/ 40576 h 91725"/>
                  <a:gd name="connsiteX19" fmla="*/ 29242 w 65912"/>
                  <a:gd name="connsiteY19" fmla="*/ 4057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5912" h="91725">
                    <a:moveTo>
                      <a:pt x="49625" y="91726"/>
                    </a:moveTo>
                    <a:lnTo>
                      <a:pt x="41910" y="58769"/>
                    </a:lnTo>
                    <a:cubicBezTo>
                      <a:pt x="39910" y="50578"/>
                      <a:pt x="36481" y="48482"/>
                      <a:pt x="29051" y="48482"/>
                    </a:cubicBezTo>
                    <a:lnTo>
                      <a:pt x="18383" y="48482"/>
                    </a:lnTo>
                    <a:lnTo>
                      <a:pt x="9144" y="91726"/>
                    </a:lnTo>
                    <a:lnTo>
                      <a:pt x="0" y="91726"/>
                    </a:lnTo>
                    <a:lnTo>
                      <a:pt x="20003" y="0"/>
                    </a:lnTo>
                    <a:lnTo>
                      <a:pt x="42291" y="0"/>
                    </a:lnTo>
                    <a:cubicBezTo>
                      <a:pt x="57245" y="0"/>
                      <a:pt x="65913" y="6286"/>
                      <a:pt x="65913" y="20479"/>
                    </a:cubicBezTo>
                    <a:cubicBezTo>
                      <a:pt x="65913" y="34671"/>
                      <a:pt x="55531" y="44291"/>
                      <a:pt x="40005" y="45053"/>
                    </a:cubicBezTo>
                    <a:lnTo>
                      <a:pt x="40005" y="45339"/>
                    </a:lnTo>
                    <a:cubicBezTo>
                      <a:pt x="46577" y="46482"/>
                      <a:pt x="48292" y="49911"/>
                      <a:pt x="49721" y="56007"/>
                    </a:cubicBezTo>
                    <a:lnTo>
                      <a:pt x="58483" y="91726"/>
                    </a:lnTo>
                    <a:lnTo>
                      <a:pt x="49530" y="91726"/>
                    </a:lnTo>
                    <a:close/>
                    <a:moveTo>
                      <a:pt x="29242" y="40672"/>
                    </a:moveTo>
                    <a:cubicBezTo>
                      <a:pt x="45149" y="40672"/>
                      <a:pt x="56864" y="34671"/>
                      <a:pt x="56864" y="21717"/>
                    </a:cubicBezTo>
                    <a:cubicBezTo>
                      <a:pt x="56864" y="11716"/>
                      <a:pt x="50197" y="7906"/>
                      <a:pt x="40291" y="7906"/>
                    </a:cubicBezTo>
                    <a:lnTo>
                      <a:pt x="27051" y="7906"/>
                    </a:lnTo>
                    <a:lnTo>
                      <a:pt x="20098" y="40576"/>
                    </a:lnTo>
                    <a:lnTo>
                      <a:pt x="29242" y="4057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9" name="Freihandform: Form 38">
                <a:extLst>
                  <a:ext uri="{FF2B5EF4-FFF2-40B4-BE49-F238E27FC236}">
                    <a16:creationId xmlns:a16="http://schemas.microsoft.com/office/drawing/2014/main" id="{794F26E4-CF60-61EC-9A77-51BCA4455594}"/>
                  </a:ext>
                </a:extLst>
              </p:cNvPr>
              <p:cNvSpPr/>
              <p:nvPr/>
            </p:nvSpPr>
            <p:spPr>
              <a:xfrm>
                <a:off x="9939068" y="2956036"/>
                <a:ext cx="83438" cy="94868"/>
              </a:xfrm>
              <a:custGeom>
                <a:avLst/>
                <a:gdLst>
                  <a:gd name="connsiteX0" fmla="*/ 0 w 83438"/>
                  <a:gd name="connsiteY0" fmla="*/ 57436 h 94868"/>
                  <a:gd name="connsiteX1" fmla="*/ 48768 w 83438"/>
                  <a:gd name="connsiteY1" fmla="*/ 0 h 94868"/>
                  <a:gd name="connsiteX2" fmla="*/ 83439 w 83438"/>
                  <a:gd name="connsiteY2" fmla="*/ 37433 h 94868"/>
                  <a:gd name="connsiteX3" fmla="*/ 34671 w 83438"/>
                  <a:gd name="connsiteY3" fmla="*/ 94869 h 94868"/>
                  <a:gd name="connsiteX4" fmla="*/ 0 w 83438"/>
                  <a:gd name="connsiteY4" fmla="*/ 57436 h 94868"/>
                  <a:gd name="connsiteX5" fmla="*/ 74390 w 83438"/>
                  <a:gd name="connsiteY5" fmla="*/ 38481 h 94868"/>
                  <a:gd name="connsiteX6" fmla="*/ 48387 w 83438"/>
                  <a:gd name="connsiteY6" fmla="*/ 7906 h 94868"/>
                  <a:gd name="connsiteX7" fmla="*/ 9144 w 83438"/>
                  <a:gd name="connsiteY7" fmla="*/ 56674 h 94868"/>
                  <a:gd name="connsiteX8" fmla="*/ 35433 w 83438"/>
                  <a:gd name="connsiteY8" fmla="*/ 87058 h 94868"/>
                  <a:gd name="connsiteX9" fmla="*/ 74486 w 83438"/>
                  <a:gd name="connsiteY9" fmla="*/ 38576 h 94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3438" h="94868">
                    <a:moveTo>
                      <a:pt x="0" y="57436"/>
                    </a:moveTo>
                    <a:cubicBezTo>
                      <a:pt x="0" y="28099"/>
                      <a:pt x="18574" y="0"/>
                      <a:pt x="48768" y="0"/>
                    </a:cubicBezTo>
                    <a:cubicBezTo>
                      <a:pt x="70961" y="0"/>
                      <a:pt x="83439" y="14573"/>
                      <a:pt x="83439" y="37433"/>
                    </a:cubicBezTo>
                    <a:cubicBezTo>
                      <a:pt x="83439" y="66866"/>
                      <a:pt x="64865" y="94869"/>
                      <a:pt x="34671" y="94869"/>
                    </a:cubicBezTo>
                    <a:cubicBezTo>
                      <a:pt x="12383" y="94869"/>
                      <a:pt x="0" y="80010"/>
                      <a:pt x="0" y="57436"/>
                    </a:cubicBezTo>
                    <a:close/>
                    <a:moveTo>
                      <a:pt x="74390" y="38481"/>
                    </a:moveTo>
                    <a:cubicBezTo>
                      <a:pt x="74390" y="19717"/>
                      <a:pt x="64961" y="7906"/>
                      <a:pt x="48387" y="7906"/>
                    </a:cubicBezTo>
                    <a:cubicBezTo>
                      <a:pt x="24384" y="7906"/>
                      <a:pt x="9144" y="33623"/>
                      <a:pt x="9144" y="56674"/>
                    </a:cubicBezTo>
                    <a:cubicBezTo>
                      <a:pt x="9144" y="72485"/>
                      <a:pt x="16383" y="87058"/>
                      <a:pt x="35433" y="87058"/>
                    </a:cubicBezTo>
                    <a:cubicBezTo>
                      <a:pt x="59246" y="87058"/>
                      <a:pt x="74486" y="61055"/>
                      <a:pt x="74486" y="38576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0" name="Freihandform: Form 39">
                <a:extLst>
                  <a:ext uri="{FF2B5EF4-FFF2-40B4-BE49-F238E27FC236}">
                    <a16:creationId xmlns:a16="http://schemas.microsoft.com/office/drawing/2014/main" id="{891E6E50-F50A-BF4D-9441-905A7F7A1209}"/>
                  </a:ext>
                </a:extLst>
              </p:cNvPr>
              <p:cNvSpPr/>
              <p:nvPr/>
            </p:nvSpPr>
            <p:spPr>
              <a:xfrm>
                <a:off x="10040890" y="2957560"/>
                <a:ext cx="86772" cy="91725"/>
              </a:xfrm>
              <a:custGeom>
                <a:avLst/>
                <a:gdLst>
                  <a:gd name="connsiteX0" fmla="*/ 56579 w 86772"/>
                  <a:gd name="connsiteY0" fmla="*/ 91726 h 91725"/>
                  <a:gd name="connsiteX1" fmla="*/ 26003 w 86772"/>
                  <a:gd name="connsiteY1" fmla="*/ 11049 h 91725"/>
                  <a:gd name="connsiteX2" fmla="*/ 25717 w 86772"/>
                  <a:gd name="connsiteY2" fmla="*/ 11049 h 91725"/>
                  <a:gd name="connsiteX3" fmla="*/ 8382 w 86772"/>
                  <a:gd name="connsiteY3" fmla="*/ 91726 h 91725"/>
                  <a:gd name="connsiteX4" fmla="*/ 0 w 86772"/>
                  <a:gd name="connsiteY4" fmla="*/ 91726 h 91725"/>
                  <a:gd name="connsiteX5" fmla="*/ 19812 w 86772"/>
                  <a:gd name="connsiteY5" fmla="*/ 0 h 91725"/>
                  <a:gd name="connsiteX6" fmla="*/ 30575 w 86772"/>
                  <a:gd name="connsiteY6" fmla="*/ 0 h 91725"/>
                  <a:gd name="connsiteX7" fmla="*/ 61150 w 86772"/>
                  <a:gd name="connsiteY7" fmla="*/ 80677 h 91725"/>
                  <a:gd name="connsiteX8" fmla="*/ 61436 w 86772"/>
                  <a:gd name="connsiteY8" fmla="*/ 80677 h 91725"/>
                  <a:gd name="connsiteX9" fmla="*/ 78486 w 86772"/>
                  <a:gd name="connsiteY9" fmla="*/ 0 h 91725"/>
                  <a:gd name="connsiteX10" fmla="*/ 86773 w 86772"/>
                  <a:gd name="connsiteY10" fmla="*/ 0 h 91725"/>
                  <a:gd name="connsiteX11" fmla="*/ 67342 w 86772"/>
                  <a:gd name="connsiteY11" fmla="*/ 91726 h 91725"/>
                  <a:gd name="connsiteX12" fmla="*/ 56579 w 86772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6772" h="91725">
                    <a:moveTo>
                      <a:pt x="56579" y="91726"/>
                    </a:moveTo>
                    <a:lnTo>
                      <a:pt x="26003" y="11049"/>
                    </a:lnTo>
                    <a:lnTo>
                      <a:pt x="25717" y="11049"/>
                    </a:lnTo>
                    <a:lnTo>
                      <a:pt x="8382" y="91726"/>
                    </a:lnTo>
                    <a:lnTo>
                      <a:pt x="0" y="91726"/>
                    </a:lnTo>
                    <a:lnTo>
                      <a:pt x="19812" y="0"/>
                    </a:lnTo>
                    <a:lnTo>
                      <a:pt x="30575" y="0"/>
                    </a:lnTo>
                    <a:lnTo>
                      <a:pt x="61150" y="80677"/>
                    </a:lnTo>
                    <a:lnTo>
                      <a:pt x="61436" y="80677"/>
                    </a:lnTo>
                    <a:lnTo>
                      <a:pt x="78486" y="0"/>
                    </a:lnTo>
                    <a:lnTo>
                      <a:pt x="86773" y="0"/>
                    </a:lnTo>
                    <a:lnTo>
                      <a:pt x="67342" y="91726"/>
                    </a:lnTo>
                    <a:lnTo>
                      <a:pt x="56579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1" name="Freihandform: Form 40">
                <a:extLst>
                  <a:ext uri="{FF2B5EF4-FFF2-40B4-BE49-F238E27FC236}">
                    <a16:creationId xmlns:a16="http://schemas.microsoft.com/office/drawing/2014/main" id="{3CD0E30A-0383-DF2E-A4DA-DF23558CED24}"/>
                  </a:ext>
                </a:extLst>
              </p:cNvPr>
              <p:cNvSpPr/>
              <p:nvPr/>
            </p:nvSpPr>
            <p:spPr>
              <a:xfrm>
                <a:off x="10141379" y="2957560"/>
                <a:ext cx="28479" cy="91725"/>
              </a:xfrm>
              <a:custGeom>
                <a:avLst/>
                <a:gdLst>
                  <a:gd name="connsiteX0" fmla="*/ 0 w 28479"/>
                  <a:gd name="connsiteY0" fmla="*/ 91726 h 91725"/>
                  <a:gd name="connsiteX1" fmla="*/ 19431 w 28479"/>
                  <a:gd name="connsiteY1" fmla="*/ 0 h 91725"/>
                  <a:gd name="connsiteX2" fmla="*/ 28480 w 28479"/>
                  <a:gd name="connsiteY2" fmla="*/ 0 h 91725"/>
                  <a:gd name="connsiteX3" fmla="*/ 9049 w 28479"/>
                  <a:gd name="connsiteY3" fmla="*/ 91726 h 91725"/>
                  <a:gd name="connsiteX4" fmla="*/ 0 w 28479"/>
                  <a:gd name="connsiteY4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479" h="91725">
                    <a:moveTo>
                      <a:pt x="0" y="91726"/>
                    </a:moveTo>
                    <a:lnTo>
                      <a:pt x="19431" y="0"/>
                    </a:lnTo>
                    <a:lnTo>
                      <a:pt x="28480" y="0"/>
                    </a:lnTo>
                    <a:lnTo>
                      <a:pt x="9049" y="91726"/>
                    </a:lnTo>
                    <a:lnTo>
                      <a:pt x="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2" name="Freihandform: Form 41">
                <a:extLst>
                  <a:ext uri="{FF2B5EF4-FFF2-40B4-BE49-F238E27FC236}">
                    <a16:creationId xmlns:a16="http://schemas.microsoft.com/office/drawing/2014/main" id="{90671817-1AEB-B64B-B823-B28E5BE76AC7}"/>
                  </a:ext>
                </a:extLst>
              </p:cNvPr>
              <p:cNvSpPr/>
              <p:nvPr/>
            </p:nvSpPr>
            <p:spPr>
              <a:xfrm>
                <a:off x="10187766" y="2955941"/>
                <a:ext cx="79248" cy="94869"/>
              </a:xfrm>
              <a:custGeom>
                <a:avLst/>
                <a:gdLst>
                  <a:gd name="connsiteX0" fmla="*/ 60960 w 79248"/>
                  <a:gd name="connsiteY0" fmla="*/ 92012 h 94869"/>
                  <a:gd name="connsiteX1" fmla="*/ 43053 w 79248"/>
                  <a:gd name="connsiteY1" fmla="*/ 94869 h 94869"/>
                  <a:gd name="connsiteX2" fmla="*/ 0 w 79248"/>
                  <a:gd name="connsiteY2" fmla="*/ 54674 h 94869"/>
                  <a:gd name="connsiteX3" fmla="*/ 54674 w 79248"/>
                  <a:gd name="connsiteY3" fmla="*/ 0 h 94869"/>
                  <a:gd name="connsiteX4" fmla="*/ 79248 w 79248"/>
                  <a:gd name="connsiteY4" fmla="*/ 4763 h 94869"/>
                  <a:gd name="connsiteX5" fmla="*/ 76105 w 79248"/>
                  <a:gd name="connsiteY5" fmla="*/ 12382 h 94869"/>
                  <a:gd name="connsiteX6" fmla="*/ 54007 w 79248"/>
                  <a:gd name="connsiteY6" fmla="*/ 7906 h 94869"/>
                  <a:gd name="connsiteX7" fmla="*/ 9049 w 79248"/>
                  <a:gd name="connsiteY7" fmla="*/ 54769 h 94869"/>
                  <a:gd name="connsiteX8" fmla="*/ 42577 w 79248"/>
                  <a:gd name="connsiteY8" fmla="*/ 86963 h 94869"/>
                  <a:gd name="connsiteX9" fmla="*/ 62008 w 79248"/>
                  <a:gd name="connsiteY9" fmla="*/ 83915 h 94869"/>
                  <a:gd name="connsiteX10" fmla="*/ 60960 w 79248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8" h="94869">
                    <a:moveTo>
                      <a:pt x="60960" y="92012"/>
                    </a:moveTo>
                    <a:cubicBezTo>
                      <a:pt x="54292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8" y="0"/>
                      <a:pt x="54674" y="0"/>
                    </a:cubicBezTo>
                    <a:cubicBezTo>
                      <a:pt x="66199" y="0"/>
                      <a:pt x="72962" y="1810"/>
                      <a:pt x="79248" y="4763"/>
                    </a:cubicBezTo>
                    <a:lnTo>
                      <a:pt x="76105" y="12382"/>
                    </a:lnTo>
                    <a:cubicBezTo>
                      <a:pt x="69533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4" name="Freihandform: Form 43">
                <a:extLst>
                  <a:ext uri="{FF2B5EF4-FFF2-40B4-BE49-F238E27FC236}">
                    <a16:creationId xmlns:a16="http://schemas.microsoft.com/office/drawing/2014/main" id="{560BBDCC-A1A4-92B0-90D6-213FB2ACCCA2}"/>
                  </a:ext>
                </a:extLst>
              </p:cNvPr>
              <p:cNvSpPr/>
              <p:nvPr/>
            </p:nvSpPr>
            <p:spPr>
              <a:xfrm>
                <a:off x="10272062" y="2955941"/>
                <a:ext cx="66293" cy="94869"/>
              </a:xfrm>
              <a:custGeom>
                <a:avLst/>
                <a:gdLst>
                  <a:gd name="connsiteX0" fmla="*/ 2572 w 66293"/>
                  <a:gd name="connsiteY0" fmla="*/ 81248 h 94869"/>
                  <a:gd name="connsiteX1" fmla="*/ 22193 w 66293"/>
                  <a:gd name="connsiteY1" fmla="*/ 87058 h 94869"/>
                  <a:gd name="connsiteX2" fmla="*/ 47720 w 66293"/>
                  <a:gd name="connsiteY2" fmla="*/ 67437 h 94869"/>
                  <a:gd name="connsiteX3" fmla="*/ 34099 w 66293"/>
                  <a:gd name="connsiteY3" fmla="*/ 49435 h 94869"/>
                  <a:gd name="connsiteX4" fmla="*/ 14002 w 66293"/>
                  <a:gd name="connsiteY4" fmla="*/ 25527 h 94869"/>
                  <a:gd name="connsiteX5" fmla="*/ 45053 w 66293"/>
                  <a:gd name="connsiteY5" fmla="*/ 0 h 94869"/>
                  <a:gd name="connsiteX6" fmla="*/ 66294 w 66293"/>
                  <a:gd name="connsiteY6" fmla="*/ 4096 h 94869"/>
                  <a:gd name="connsiteX7" fmla="*/ 63532 w 66293"/>
                  <a:gd name="connsiteY7" fmla="*/ 12382 h 94869"/>
                  <a:gd name="connsiteX8" fmla="*/ 44863 w 66293"/>
                  <a:gd name="connsiteY8" fmla="*/ 7906 h 94869"/>
                  <a:gd name="connsiteX9" fmla="*/ 23050 w 66293"/>
                  <a:gd name="connsiteY9" fmla="*/ 24860 h 94869"/>
                  <a:gd name="connsiteX10" fmla="*/ 36481 w 66293"/>
                  <a:gd name="connsiteY10" fmla="*/ 40481 h 94869"/>
                  <a:gd name="connsiteX11" fmla="*/ 56864 w 66293"/>
                  <a:gd name="connsiteY11" fmla="*/ 66199 h 94869"/>
                  <a:gd name="connsiteX12" fmla="*/ 22955 w 66293"/>
                  <a:gd name="connsiteY12" fmla="*/ 94869 h 94869"/>
                  <a:gd name="connsiteX13" fmla="*/ 0 w 66293"/>
                  <a:gd name="connsiteY13" fmla="*/ 89916 h 94869"/>
                  <a:gd name="connsiteX14" fmla="*/ 2762 w 66293"/>
                  <a:gd name="connsiteY14" fmla="*/ 81248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6293" h="94869">
                    <a:moveTo>
                      <a:pt x="2572" y="81248"/>
                    </a:moveTo>
                    <a:cubicBezTo>
                      <a:pt x="8096" y="84963"/>
                      <a:pt x="15430" y="87058"/>
                      <a:pt x="22193" y="87058"/>
                    </a:cubicBezTo>
                    <a:cubicBezTo>
                      <a:pt x="34576" y="87058"/>
                      <a:pt x="47720" y="81629"/>
                      <a:pt x="47720" y="67437"/>
                    </a:cubicBezTo>
                    <a:cubicBezTo>
                      <a:pt x="47720" y="59912"/>
                      <a:pt x="42767" y="54959"/>
                      <a:pt x="34099" y="49435"/>
                    </a:cubicBezTo>
                    <a:cubicBezTo>
                      <a:pt x="23241" y="42482"/>
                      <a:pt x="14002" y="36957"/>
                      <a:pt x="14002" y="25527"/>
                    </a:cubicBezTo>
                    <a:cubicBezTo>
                      <a:pt x="14002" y="8477"/>
                      <a:pt x="28099" y="0"/>
                      <a:pt x="45053" y="0"/>
                    </a:cubicBezTo>
                    <a:cubicBezTo>
                      <a:pt x="52768" y="0"/>
                      <a:pt x="59912" y="1333"/>
                      <a:pt x="66294" y="4096"/>
                    </a:cubicBezTo>
                    <a:lnTo>
                      <a:pt x="63532" y="12382"/>
                    </a:lnTo>
                    <a:cubicBezTo>
                      <a:pt x="57626" y="9334"/>
                      <a:pt x="51340" y="7906"/>
                      <a:pt x="44863" y="7906"/>
                    </a:cubicBezTo>
                    <a:cubicBezTo>
                      <a:pt x="34861" y="7906"/>
                      <a:pt x="23050" y="12764"/>
                      <a:pt x="23050" y="24860"/>
                    </a:cubicBezTo>
                    <a:cubicBezTo>
                      <a:pt x="23050" y="31051"/>
                      <a:pt x="27527" y="34957"/>
                      <a:pt x="36481" y="40481"/>
                    </a:cubicBezTo>
                    <a:cubicBezTo>
                      <a:pt x="48673" y="48006"/>
                      <a:pt x="56864" y="54293"/>
                      <a:pt x="56864" y="66199"/>
                    </a:cubicBezTo>
                    <a:cubicBezTo>
                      <a:pt x="56864" y="84868"/>
                      <a:pt x="39814" y="94869"/>
                      <a:pt x="22955" y="94869"/>
                    </a:cubicBezTo>
                    <a:cubicBezTo>
                      <a:pt x="14573" y="94869"/>
                      <a:pt x="6382" y="93440"/>
                      <a:pt x="0" y="89916"/>
                    </a:cubicBezTo>
                    <a:lnTo>
                      <a:pt x="2762" y="8124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7756E331-7862-4E6A-F062-796F6374E80A}"/>
                </a:ext>
              </a:extLst>
            </p:cNvPr>
            <p:cNvSpPr/>
            <p:nvPr/>
          </p:nvSpPr>
          <p:spPr>
            <a:xfrm>
              <a:off x="9491583" y="2527792"/>
              <a:ext cx="408717" cy="379666"/>
            </a:xfrm>
            <a:custGeom>
              <a:avLst/>
              <a:gdLst>
                <a:gd name="connsiteX0" fmla="*/ 80486 w 408717"/>
                <a:gd name="connsiteY0" fmla="*/ 0 h 379666"/>
                <a:gd name="connsiteX1" fmla="*/ 80486 w 408717"/>
                <a:gd name="connsiteY1" fmla="*/ 0 h 379666"/>
                <a:gd name="connsiteX2" fmla="*/ 408718 w 408717"/>
                <a:gd name="connsiteY2" fmla="*/ 0 h 379666"/>
                <a:gd name="connsiteX3" fmla="*/ 389477 w 408717"/>
                <a:gd name="connsiteY3" fmla="*/ 91345 h 379666"/>
                <a:gd name="connsiteX4" fmla="*/ 203168 w 408717"/>
                <a:gd name="connsiteY4" fmla="*/ 91345 h 379666"/>
                <a:gd name="connsiteX5" fmla="*/ 191643 w 408717"/>
                <a:gd name="connsiteY5" fmla="*/ 145161 h 379666"/>
                <a:gd name="connsiteX6" fmla="*/ 369760 w 408717"/>
                <a:gd name="connsiteY6" fmla="*/ 145161 h 379666"/>
                <a:gd name="connsiteX7" fmla="*/ 350520 w 408717"/>
                <a:gd name="connsiteY7" fmla="*/ 236506 h 379666"/>
                <a:gd name="connsiteX8" fmla="*/ 172402 w 408717"/>
                <a:gd name="connsiteY8" fmla="*/ 236506 h 379666"/>
                <a:gd name="connsiteX9" fmla="*/ 161353 w 408717"/>
                <a:gd name="connsiteY9" fmla="*/ 287941 h 379666"/>
                <a:gd name="connsiteX10" fmla="*/ 351282 w 408717"/>
                <a:gd name="connsiteY10" fmla="*/ 287941 h 379666"/>
                <a:gd name="connsiteX11" fmla="*/ 331946 w 408717"/>
                <a:gd name="connsiteY11" fmla="*/ 379667 h 379666"/>
                <a:gd name="connsiteX12" fmla="*/ 0 w 408717"/>
                <a:gd name="connsiteY12" fmla="*/ 379667 h 379666"/>
                <a:gd name="connsiteX13" fmla="*/ 80486 w 408717"/>
                <a:gd name="connsiteY13" fmla="*/ 0 h 379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8717" h="379666">
                  <a:moveTo>
                    <a:pt x="80486" y="0"/>
                  </a:moveTo>
                  <a:lnTo>
                    <a:pt x="80486" y="0"/>
                  </a:lnTo>
                  <a:lnTo>
                    <a:pt x="408718" y="0"/>
                  </a:lnTo>
                  <a:lnTo>
                    <a:pt x="389477" y="91345"/>
                  </a:lnTo>
                  <a:lnTo>
                    <a:pt x="203168" y="91345"/>
                  </a:lnTo>
                  <a:lnTo>
                    <a:pt x="191643" y="145161"/>
                  </a:lnTo>
                  <a:lnTo>
                    <a:pt x="369760" y="145161"/>
                  </a:lnTo>
                  <a:lnTo>
                    <a:pt x="350520" y="236506"/>
                  </a:lnTo>
                  <a:lnTo>
                    <a:pt x="172402" y="236506"/>
                  </a:lnTo>
                  <a:lnTo>
                    <a:pt x="161353" y="287941"/>
                  </a:lnTo>
                  <a:lnTo>
                    <a:pt x="351282" y="287941"/>
                  </a:lnTo>
                  <a:lnTo>
                    <a:pt x="331946" y="379667"/>
                  </a:lnTo>
                  <a:lnTo>
                    <a:pt x="0" y="379667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C2BDA433-A5B2-A836-1975-287767087F41}"/>
                </a:ext>
              </a:extLst>
            </p:cNvPr>
            <p:cNvSpPr/>
            <p:nvPr/>
          </p:nvSpPr>
          <p:spPr>
            <a:xfrm>
              <a:off x="9892110" y="2527792"/>
              <a:ext cx="446790" cy="379571"/>
            </a:xfrm>
            <a:custGeom>
              <a:avLst/>
              <a:gdLst>
                <a:gd name="connsiteX0" fmla="*/ 80486 w 446790"/>
                <a:gd name="connsiteY0" fmla="*/ 0 h 379571"/>
                <a:gd name="connsiteX1" fmla="*/ 293846 w 446790"/>
                <a:gd name="connsiteY1" fmla="*/ 0 h 379571"/>
                <a:gd name="connsiteX2" fmla="*/ 438721 w 446790"/>
                <a:gd name="connsiteY2" fmla="*/ 190786 h 379571"/>
                <a:gd name="connsiteX3" fmla="*/ 207264 w 446790"/>
                <a:gd name="connsiteY3" fmla="*/ 379571 h 379571"/>
                <a:gd name="connsiteX4" fmla="*/ 0 w 446790"/>
                <a:gd name="connsiteY4" fmla="*/ 379571 h 379571"/>
                <a:gd name="connsiteX5" fmla="*/ 80486 w 446790"/>
                <a:gd name="connsiteY5" fmla="*/ 0 h 379571"/>
                <a:gd name="connsiteX6" fmla="*/ 165830 w 446790"/>
                <a:gd name="connsiteY6" fmla="*/ 284988 h 379571"/>
                <a:gd name="connsiteX7" fmla="*/ 201930 w 446790"/>
                <a:gd name="connsiteY7" fmla="*/ 284988 h 379571"/>
                <a:gd name="connsiteX8" fmla="*/ 287274 w 446790"/>
                <a:gd name="connsiteY8" fmla="*/ 186690 h 379571"/>
                <a:gd name="connsiteX9" fmla="*/ 243364 w 446790"/>
                <a:gd name="connsiteY9" fmla="*/ 88011 h 379571"/>
                <a:gd name="connsiteX10" fmla="*/ 207264 w 446790"/>
                <a:gd name="connsiteY10" fmla="*/ 88011 h 379571"/>
                <a:gd name="connsiteX11" fmla="*/ 165830 w 446790"/>
                <a:gd name="connsiteY11" fmla="*/ 284988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6790" h="379571">
                  <a:moveTo>
                    <a:pt x="80486" y="0"/>
                  </a:moveTo>
                  <a:lnTo>
                    <a:pt x="293846" y="0"/>
                  </a:lnTo>
                  <a:cubicBezTo>
                    <a:pt x="402622" y="0"/>
                    <a:pt x="471106" y="36576"/>
                    <a:pt x="438721" y="190786"/>
                  </a:cubicBezTo>
                  <a:cubicBezTo>
                    <a:pt x="407956" y="334328"/>
                    <a:pt x="316039" y="379571"/>
                    <a:pt x="207264" y="379571"/>
                  </a:cubicBezTo>
                  <a:lnTo>
                    <a:pt x="0" y="379571"/>
                  </a:lnTo>
                  <a:lnTo>
                    <a:pt x="80486" y="0"/>
                  </a:lnTo>
                  <a:close/>
                  <a:moveTo>
                    <a:pt x="165830" y="284988"/>
                  </a:moveTo>
                  <a:lnTo>
                    <a:pt x="201930" y="284988"/>
                  </a:lnTo>
                  <a:cubicBezTo>
                    <a:pt x="254889" y="284988"/>
                    <a:pt x="274130" y="250031"/>
                    <a:pt x="287274" y="186690"/>
                  </a:cubicBezTo>
                  <a:cubicBezTo>
                    <a:pt x="301276" y="121730"/>
                    <a:pt x="295465" y="88011"/>
                    <a:pt x="243364" y="88011"/>
                  </a:cubicBezTo>
                  <a:lnTo>
                    <a:pt x="207264" y="88011"/>
                  </a:lnTo>
                  <a:lnTo>
                    <a:pt x="165830" y="2849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0F79B9DB-1E32-9E13-31A4-0F6D0C686FD8}"/>
                </a:ext>
              </a:extLst>
            </p:cNvPr>
            <p:cNvSpPr/>
            <p:nvPr/>
          </p:nvSpPr>
          <p:spPr>
            <a:xfrm>
              <a:off x="10291778" y="2527792"/>
              <a:ext cx="468344" cy="379571"/>
            </a:xfrm>
            <a:custGeom>
              <a:avLst/>
              <a:gdLst>
                <a:gd name="connsiteX0" fmla="*/ 213455 w 468344"/>
                <a:gd name="connsiteY0" fmla="*/ 0 h 379571"/>
                <a:gd name="connsiteX1" fmla="*/ 413766 w 468344"/>
                <a:gd name="connsiteY1" fmla="*/ 0 h 379571"/>
                <a:gd name="connsiteX2" fmla="*/ 468344 w 468344"/>
                <a:gd name="connsiteY2" fmla="*/ 379571 h 379571"/>
                <a:gd name="connsiteX3" fmla="*/ 315659 w 468344"/>
                <a:gd name="connsiteY3" fmla="*/ 379571 h 379571"/>
                <a:gd name="connsiteX4" fmla="*/ 308229 w 468344"/>
                <a:gd name="connsiteY4" fmla="*/ 297275 h 379571"/>
                <a:gd name="connsiteX5" fmla="*/ 185547 w 468344"/>
                <a:gd name="connsiteY5" fmla="*/ 297275 h 379571"/>
                <a:gd name="connsiteX6" fmla="*/ 144875 w 468344"/>
                <a:gd name="connsiteY6" fmla="*/ 379571 h 379571"/>
                <a:gd name="connsiteX7" fmla="*/ 0 w 468344"/>
                <a:gd name="connsiteY7" fmla="*/ 379571 h 379571"/>
                <a:gd name="connsiteX8" fmla="*/ 213360 w 468344"/>
                <a:gd name="connsiteY8" fmla="*/ 0 h 379571"/>
                <a:gd name="connsiteX9" fmla="*/ 224885 w 468344"/>
                <a:gd name="connsiteY9" fmla="*/ 206026 h 379571"/>
                <a:gd name="connsiteX10" fmla="*/ 308991 w 468344"/>
                <a:gd name="connsiteY10" fmla="*/ 206026 h 379571"/>
                <a:gd name="connsiteX11" fmla="*/ 294227 w 468344"/>
                <a:gd name="connsiteY11" fmla="*/ 81439 h 379571"/>
                <a:gd name="connsiteX12" fmla="*/ 292989 w 468344"/>
                <a:gd name="connsiteY12" fmla="*/ 81439 h 379571"/>
                <a:gd name="connsiteX13" fmla="*/ 224885 w 468344"/>
                <a:gd name="connsiteY13" fmla="*/ 206026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68344" h="379571">
                  <a:moveTo>
                    <a:pt x="213455" y="0"/>
                  </a:moveTo>
                  <a:lnTo>
                    <a:pt x="413766" y="0"/>
                  </a:lnTo>
                  <a:lnTo>
                    <a:pt x="468344" y="379571"/>
                  </a:lnTo>
                  <a:lnTo>
                    <a:pt x="315659" y="379571"/>
                  </a:lnTo>
                  <a:lnTo>
                    <a:pt x="308229" y="297275"/>
                  </a:lnTo>
                  <a:lnTo>
                    <a:pt x="185547" y="297275"/>
                  </a:lnTo>
                  <a:lnTo>
                    <a:pt x="144875" y="379571"/>
                  </a:lnTo>
                  <a:lnTo>
                    <a:pt x="0" y="379571"/>
                  </a:lnTo>
                  <a:lnTo>
                    <a:pt x="213360" y="0"/>
                  </a:lnTo>
                  <a:close/>
                  <a:moveTo>
                    <a:pt x="224885" y="206026"/>
                  </a:moveTo>
                  <a:lnTo>
                    <a:pt x="308991" y="206026"/>
                  </a:lnTo>
                  <a:lnTo>
                    <a:pt x="294227" y="81439"/>
                  </a:lnTo>
                  <a:lnTo>
                    <a:pt x="292989" y="81439"/>
                  </a:lnTo>
                  <a:lnTo>
                    <a:pt x="224885" y="2060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384A5A23-C97C-BC3D-E930-DDDDCA2305F7}"/>
                </a:ext>
              </a:extLst>
            </p:cNvPr>
            <p:cNvSpPr/>
            <p:nvPr/>
          </p:nvSpPr>
          <p:spPr>
            <a:xfrm>
              <a:off x="10789761" y="2521220"/>
              <a:ext cx="411274" cy="392715"/>
            </a:xfrm>
            <a:custGeom>
              <a:avLst/>
              <a:gdLst>
                <a:gd name="connsiteX0" fmla="*/ 350695 w 411274"/>
                <a:gd name="connsiteY0" fmla="*/ 371761 h 392715"/>
                <a:gd name="connsiteX1" fmla="*/ 350695 w 411274"/>
                <a:gd name="connsiteY1" fmla="*/ 371761 h 392715"/>
                <a:gd name="connsiteX2" fmla="*/ 189341 w 411274"/>
                <a:gd name="connsiteY2" fmla="*/ 392716 h 392715"/>
                <a:gd name="connsiteX3" fmla="*/ 5509 w 411274"/>
                <a:gd name="connsiteY3" fmla="*/ 190786 h 392715"/>
                <a:gd name="connsiteX4" fmla="*/ 272590 w 411274"/>
                <a:gd name="connsiteY4" fmla="*/ 0 h 392715"/>
                <a:gd name="connsiteX5" fmla="*/ 411274 w 411274"/>
                <a:gd name="connsiteY5" fmla="*/ 14002 h 392715"/>
                <a:gd name="connsiteX6" fmla="*/ 389462 w 411274"/>
                <a:gd name="connsiteY6" fmla="*/ 116396 h 392715"/>
                <a:gd name="connsiteX7" fmla="*/ 294307 w 411274"/>
                <a:gd name="connsiteY7" fmla="*/ 94583 h 392715"/>
                <a:gd name="connsiteX8" fmla="*/ 151908 w 411274"/>
                <a:gd name="connsiteY8" fmla="*/ 199835 h 392715"/>
                <a:gd name="connsiteX9" fmla="*/ 210582 w 411274"/>
                <a:gd name="connsiteY9" fmla="*/ 297752 h 392715"/>
                <a:gd name="connsiteX10" fmla="*/ 242110 w 411274"/>
                <a:gd name="connsiteY10" fmla="*/ 294418 h 392715"/>
                <a:gd name="connsiteX11" fmla="*/ 263446 w 411274"/>
                <a:gd name="connsiteY11" fmla="*/ 193262 h 392715"/>
                <a:gd name="connsiteX12" fmla="*/ 388224 w 411274"/>
                <a:gd name="connsiteY12" fmla="*/ 193262 h 392715"/>
                <a:gd name="connsiteX13" fmla="*/ 350505 w 411274"/>
                <a:gd name="connsiteY13" fmla="*/ 371761 h 392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11274" h="392715">
                  <a:moveTo>
                    <a:pt x="350695" y="371761"/>
                  </a:moveTo>
                  <a:lnTo>
                    <a:pt x="350695" y="371761"/>
                  </a:lnTo>
                  <a:cubicBezTo>
                    <a:pt x="297736" y="386525"/>
                    <a:pt x="249349" y="392716"/>
                    <a:pt x="189341" y="392716"/>
                  </a:cubicBezTo>
                  <a:cubicBezTo>
                    <a:pt x="63326" y="392716"/>
                    <a:pt x="-23161" y="326041"/>
                    <a:pt x="5509" y="190786"/>
                  </a:cubicBezTo>
                  <a:cubicBezTo>
                    <a:pt x="32179" y="63246"/>
                    <a:pt x="151146" y="0"/>
                    <a:pt x="272590" y="0"/>
                  </a:cubicBezTo>
                  <a:cubicBezTo>
                    <a:pt x="343551" y="0"/>
                    <a:pt x="376889" y="5334"/>
                    <a:pt x="411274" y="14002"/>
                  </a:cubicBezTo>
                  <a:lnTo>
                    <a:pt x="389462" y="116396"/>
                  </a:lnTo>
                  <a:cubicBezTo>
                    <a:pt x="371364" y="104489"/>
                    <a:pt x="334883" y="94583"/>
                    <a:pt x="294307" y="94583"/>
                  </a:cubicBezTo>
                  <a:cubicBezTo>
                    <a:pt x="222107" y="94583"/>
                    <a:pt x="166672" y="130778"/>
                    <a:pt x="151908" y="199835"/>
                  </a:cubicBezTo>
                  <a:cubicBezTo>
                    <a:pt x="140764" y="252032"/>
                    <a:pt x="152289" y="297752"/>
                    <a:pt x="210582" y="297752"/>
                  </a:cubicBezTo>
                  <a:cubicBezTo>
                    <a:pt x="220774" y="297752"/>
                    <a:pt x="232776" y="297752"/>
                    <a:pt x="242110" y="294418"/>
                  </a:cubicBezTo>
                  <a:lnTo>
                    <a:pt x="263446" y="193262"/>
                  </a:lnTo>
                  <a:lnTo>
                    <a:pt x="388224" y="193262"/>
                  </a:lnTo>
                  <a:lnTo>
                    <a:pt x="350505" y="3717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8CB6DE88-9779-E77D-A3C9-D6C7FE2652C4}"/>
                </a:ext>
              </a:extLst>
            </p:cNvPr>
            <p:cNvSpPr/>
            <p:nvPr/>
          </p:nvSpPr>
          <p:spPr>
            <a:xfrm>
              <a:off x="8749300" y="2670477"/>
              <a:ext cx="500824" cy="91344"/>
            </a:xfrm>
            <a:custGeom>
              <a:avLst/>
              <a:gdLst>
                <a:gd name="connsiteX0" fmla="*/ 19336 w 500824"/>
                <a:gd name="connsiteY0" fmla="*/ 0 h 91344"/>
                <a:gd name="connsiteX1" fmla="*/ 500824 w 500824"/>
                <a:gd name="connsiteY1" fmla="*/ 0 h 91344"/>
                <a:gd name="connsiteX2" fmla="*/ 481489 w 500824"/>
                <a:gd name="connsiteY2" fmla="*/ 91345 h 91344"/>
                <a:gd name="connsiteX3" fmla="*/ 0 w 500824"/>
                <a:gd name="connsiteY3" fmla="*/ 91345 h 91344"/>
                <a:gd name="connsiteX4" fmla="*/ 19336 w 500824"/>
                <a:gd name="connsiteY4" fmla="*/ 0 h 91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824" h="91344">
                  <a:moveTo>
                    <a:pt x="19336" y="0"/>
                  </a:moveTo>
                  <a:lnTo>
                    <a:pt x="500824" y="0"/>
                  </a:lnTo>
                  <a:lnTo>
                    <a:pt x="481489" y="91345"/>
                  </a:lnTo>
                  <a:lnTo>
                    <a:pt x="0" y="91345"/>
                  </a:lnTo>
                  <a:lnTo>
                    <a:pt x="1933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D6EF2E1C-0A1C-8DEE-EA1B-1451AEA0BACA}"/>
                </a:ext>
              </a:extLst>
            </p:cNvPr>
            <p:cNvSpPr/>
            <p:nvPr/>
          </p:nvSpPr>
          <p:spPr>
            <a:xfrm>
              <a:off x="8810260" y="2383489"/>
              <a:ext cx="500729" cy="90773"/>
            </a:xfrm>
            <a:custGeom>
              <a:avLst/>
              <a:gdLst>
                <a:gd name="connsiteX0" fmla="*/ 19241 w 500729"/>
                <a:gd name="connsiteY0" fmla="*/ 0 h 90773"/>
                <a:gd name="connsiteX1" fmla="*/ 500729 w 500729"/>
                <a:gd name="connsiteY1" fmla="*/ 0 h 90773"/>
                <a:gd name="connsiteX2" fmla="*/ 481489 w 500729"/>
                <a:gd name="connsiteY2" fmla="*/ 90773 h 90773"/>
                <a:gd name="connsiteX3" fmla="*/ 0 w 500729"/>
                <a:gd name="connsiteY3" fmla="*/ 90773 h 90773"/>
                <a:gd name="connsiteX4" fmla="*/ 19241 w 500729"/>
                <a:gd name="connsiteY4" fmla="*/ 0 h 90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729" h="90773">
                  <a:moveTo>
                    <a:pt x="19241" y="0"/>
                  </a:moveTo>
                  <a:lnTo>
                    <a:pt x="500729" y="0"/>
                  </a:lnTo>
                  <a:lnTo>
                    <a:pt x="481489" y="90773"/>
                  </a:lnTo>
                  <a:lnTo>
                    <a:pt x="0" y="90773"/>
                  </a:lnTo>
                  <a:lnTo>
                    <a:pt x="1924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" name="Freihandform: Form 22">
              <a:extLst>
                <a:ext uri="{FF2B5EF4-FFF2-40B4-BE49-F238E27FC236}">
                  <a16:creationId xmlns:a16="http://schemas.microsoft.com/office/drawing/2014/main" id="{3D4A5616-2256-D2F8-9035-E86B9AF13ED8}"/>
                </a:ext>
              </a:extLst>
            </p:cNvPr>
            <p:cNvSpPr/>
            <p:nvPr/>
          </p:nvSpPr>
          <p:spPr>
            <a:xfrm>
              <a:off x="8688340" y="2957560"/>
              <a:ext cx="501015" cy="91725"/>
            </a:xfrm>
            <a:custGeom>
              <a:avLst/>
              <a:gdLst>
                <a:gd name="connsiteX0" fmla="*/ 19431 w 501015"/>
                <a:gd name="connsiteY0" fmla="*/ 0 h 91725"/>
                <a:gd name="connsiteX1" fmla="*/ 501015 w 501015"/>
                <a:gd name="connsiteY1" fmla="*/ 0 h 91725"/>
                <a:gd name="connsiteX2" fmla="*/ 481489 w 501015"/>
                <a:gd name="connsiteY2" fmla="*/ 91726 h 91725"/>
                <a:gd name="connsiteX3" fmla="*/ 0 w 501015"/>
                <a:gd name="connsiteY3" fmla="*/ 91726 h 91725"/>
                <a:gd name="connsiteX4" fmla="*/ 19431 w 501015"/>
                <a:gd name="connsiteY4" fmla="*/ 0 h 91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015" h="91725">
                  <a:moveTo>
                    <a:pt x="19431" y="0"/>
                  </a:moveTo>
                  <a:lnTo>
                    <a:pt x="501015" y="0"/>
                  </a:lnTo>
                  <a:lnTo>
                    <a:pt x="481489" y="91726"/>
                  </a:lnTo>
                  <a:lnTo>
                    <a:pt x="0" y="91726"/>
                  </a:lnTo>
                  <a:lnTo>
                    <a:pt x="1943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" name="Freihandform: Form 24">
              <a:extLst>
                <a:ext uri="{FF2B5EF4-FFF2-40B4-BE49-F238E27FC236}">
                  <a16:creationId xmlns:a16="http://schemas.microsoft.com/office/drawing/2014/main" id="{D2C8E530-26D0-E3E8-8CC4-1B67516FFDBC}"/>
                </a:ext>
              </a:extLst>
            </p:cNvPr>
            <p:cNvSpPr/>
            <p:nvPr/>
          </p:nvSpPr>
          <p:spPr>
            <a:xfrm>
              <a:off x="8501174" y="2527792"/>
              <a:ext cx="930402" cy="379571"/>
            </a:xfrm>
            <a:custGeom>
              <a:avLst/>
              <a:gdLst>
                <a:gd name="connsiteX0" fmla="*/ 80486 w 930402"/>
                <a:gd name="connsiteY0" fmla="*/ 0 h 379571"/>
                <a:gd name="connsiteX1" fmla="*/ 61055 w 930402"/>
                <a:gd name="connsiteY1" fmla="*/ 91726 h 379571"/>
                <a:gd name="connsiteX2" fmla="*/ 818769 w 930402"/>
                <a:gd name="connsiteY2" fmla="*/ 91345 h 379571"/>
                <a:gd name="connsiteX3" fmla="*/ 776954 w 930402"/>
                <a:gd name="connsiteY3" fmla="*/ 288322 h 379571"/>
                <a:gd name="connsiteX4" fmla="*/ 19336 w 930402"/>
                <a:gd name="connsiteY4" fmla="*/ 288322 h 379571"/>
                <a:gd name="connsiteX5" fmla="*/ 0 w 930402"/>
                <a:gd name="connsiteY5" fmla="*/ 379571 h 379571"/>
                <a:gd name="connsiteX6" fmla="*/ 849916 w 930402"/>
                <a:gd name="connsiteY6" fmla="*/ 379571 h 379571"/>
                <a:gd name="connsiteX7" fmla="*/ 930402 w 930402"/>
                <a:gd name="connsiteY7" fmla="*/ 0 h 379571"/>
                <a:gd name="connsiteX8" fmla="*/ 80486 w 930402"/>
                <a:gd name="connsiteY8" fmla="*/ 0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30402" h="379571">
                  <a:moveTo>
                    <a:pt x="80486" y="0"/>
                  </a:moveTo>
                  <a:lnTo>
                    <a:pt x="61055" y="91726"/>
                  </a:lnTo>
                  <a:lnTo>
                    <a:pt x="818769" y="91345"/>
                  </a:lnTo>
                  <a:lnTo>
                    <a:pt x="776954" y="288322"/>
                  </a:lnTo>
                  <a:lnTo>
                    <a:pt x="19336" y="288322"/>
                  </a:lnTo>
                  <a:lnTo>
                    <a:pt x="0" y="379571"/>
                  </a:lnTo>
                  <a:lnTo>
                    <a:pt x="849916" y="379571"/>
                  </a:lnTo>
                  <a:lnTo>
                    <a:pt x="930402" y="0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9584961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</p15:sldGuideLst>
    </p:ext>
  </p:extLst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platzhalter 12">
            <a:extLst>
              <a:ext uri="{FF2B5EF4-FFF2-40B4-BE49-F238E27FC236}">
                <a16:creationId xmlns:a16="http://schemas.microsoft.com/office/drawing/2014/main" id="{7A6F855B-803A-CF9E-741F-7091F5771F7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1831" y="4360371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tx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37" name="Textplatzhalter 14">
            <a:extLst>
              <a:ext uri="{FF2B5EF4-FFF2-40B4-BE49-F238E27FC236}">
                <a16:creationId xmlns:a16="http://schemas.microsoft.com/office/drawing/2014/main" id="{13FE0606-F04B-424C-E3BE-BAF57B7DDDD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2476" y="4776853"/>
            <a:ext cx="216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38" name="Textplatzhalter 12">
            <a:extLst>
              <a:ext uri="{FF2B5EF4-FFF2-40B4-BE49-F238E27FC236}">
                <a16:creationId xmlns:a16="http://schemas.microsoft.com/office/drawing/2014/main" id="{412A0E97-5A9C-EA83-0D7E-7DD4059B493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63604" y="4360371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tx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39" name="Textplatzhalter 14">
            <a:extLst>
              <a:ext uri="{FF2B5EF4-FFF2-40B4-BE49-F238E27FC236}">
                <a16:creationId xmlns:a16="http://schemas.microsoft.com/office/drawing/2014/main" id="{0AE4B025-9C59-8A19-CDE2-C05C9E84E60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64249" y="4776853"/>
            <a:ext cx="216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0" name="Textplatzhalter 12">
            <a:extLst>
              <a:ext uri="{FF2B5EF4-FFF2-40B4-BE49-F238E27FC236}">
                <a16:creationId xmlns:a16="http://schemas.microsoft.com/office/drawing/2014/main" id="{510C8E16-C601-F89F-8417-1E8C3679CC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68396" y="4360371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tx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41" name="Textplatzhalter 14">
            <a:extLst>
              <a:ext uri="{FF2B5EF4-FFF2-40B4-BE49-F238E27FC236}">
                <a16:creationId xmlns:a16="http://schemas.microsoft.com/office/drawing/2014/main" id="{ABA7555F-CD43-F0F9-DE9C-0BD9AC50674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69041" y="4776853"/>
            <a:ext cx="216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2" name="Textplatzhalter 12">
            <a:extLst>
              <a:ext uri="{FF2B5EF4-FFF2-40B4-BE49-F238E27FC236}">
                <a16:creationId xmlns:a16="http://schemas.microsoft.com/office/drawing/2014/main" id="{352B8020-10C7-5661-FC4A-FBDDBB61735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369524" y="4360371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tx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43" name="Textplatzhalter 14">
            <a:extLst>
              <a:ext uri="{FF2B5EF4-FFF2-40B4-BE49-F238E27FC236}">
                <a16:creationId xmlns:a16="http://schemas.microsoft.com/office/drawing/2014/main" id="{57ECB7D1-70E4-3AF9-7AF0-4812A43FBDC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370169" y="4776853"/>
            <a:ext cx="216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" name="Picture Placeholder 28">
            <a:extLst>
              <a:ext uri="{FF2B5EF4-FFF2-40B4-BE49-F238E27FC236}">
                <a16:creationId xmlns:a16="http://schemas.microsoft.com/office/drawing/2014/main" id="{578DE51F-4F0A-A697-1141-40F0C1E4C8A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1830" y="1807200"/>
            <a:ext cx="2160000" cy="2340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/>
            </a:lvl1pPr>
          </a:lstStyle>
          <a:p>
            <a:endParaRPr lang="de-DE"/>
          </a:p>
        </p:txBody>
      </p:sp>
      <p:sp>
        <p:nvSpPr>
          <p:cNvPr id="5" name="Picture Placeholder 28">
            <a:extLst>
              <a:ext uri="{FF2B5EF4-FFF2-40B4-BE49-F238E27FC236}">
                <a16:creationId xmlns:a16="http://schemas.microsoft.com/office/drawing/2014/main" id="{B4D65023-F505-2566-C97D-0058B83ECED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373188" y="1807200"/>
            <a:ext cx="2160000" cy="2340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/>
            </a:lvl1pPr>
          </a:lstStyle>
          <a:p>
            <a:endParaRPr lang="de-DE"/>
          </a:p>
        </p:txBody>
      </p:sp>
      <p:sp>
        <p:nvSpPr>
          <p:cNvPr id="6" name="Picture Placeholder 28">
            <a:extLst>
              <a:ext uri="{FF2B5EF4-FFF2-40B4-BE49-F238E27FC236}">
                <a16:creationId xmlns:a16="http://schemas.microsoft.com/office/drawing/2014/main" id="{18DB8962-6CCF-F774-C33C-DD6261F2B68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563604" y="1807200"/>
            <a:ext cx="2160000" cy="2340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/>
            </a:lvl1pPr>
          </a:lstStyle>
          <a:p>
            <a:endParaRPr lang="de-DE"/>
          </a:p>
        </p:txBody>
      </p:sp>
      <p:sp>
        <p:nvSpPr>
          <p:cNvPr id="7" name="Picture Placeholder 28">
            <a:extLst>
              <a:ext uri="{FF2B5EF4-FFF2-40B4-BE49-F238E27FC236}">
                <a16:creationId xmlns:a16="http://schemas.microsoft.com/office/drawing/2014/main" id="{0912C249-B344-BEA0-86A4-9D232AFE467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468396" y="1807200"/>
            <a:ext cx="2160000" cy="2340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/>
            </a:lvl1pPr>
          </a:lstStyle>
          <a:p>
            <a:endParaRPr lang="de-DE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9763CCF-297D-4154-E563-F9CF06BCDC4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899D5ABE-C586-5CE1-9D4D-5733BD4C2233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6814288A-2458-5E52-1EB1-EF8FA07C6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9D0BC69E-2F6D-4884-57E6-832D81E0729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845300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Tea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Bildplatzhalter 54">
            <a:extLst>
              <a:ext uri="{FF2B5EF4-FFF2-40B4-BE49-F238E27FC236}">
                <a16:creationId xmlns:a16="http://schemas.microsoft.com/office/drawing/2014/main" id="{06D66280-B296-A5A7-7EE8-6FCC7BE64D1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9055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56" name="Bildplatzhalter 54">
            <a:extLst>
              <a:ext uri="{FF2B5EF4-FFF2-40B4-BE49-F238E27FC236}">
                <a16:creationId xmlns:a16="http://schemas.microsoft.com/office/drawing/2014/main" id="{4C17BC00-A6E9-0373-F99B-F2E150A3436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69031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57" name="Bildplatzhalter 54">
            <a:extLst>
              <a:ext uri="{FF2B5EF4-FFF2-40B4-BE49-F238E27FC236}">
                <a16:creationId xmlns:a16="http://schemas.microsoft.com/office/drawing/2014/main" id="{34CCFF98-6651-2BAC-2E69-9209FC7C72D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079996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58" name="Bildplatzhalter 54">
            <a:extLst>
              <a:ext uri="{FF2B5EF4-FFF2-40B4-BE49-F238E27FC236}">
                <a16:creationId xmlns:a16="http://schemas.microsoft.com/office/drawing/2014/main" id="{258AED45-5EC2-4252-BC29-45525B64595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290593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59" name="Bildplatzhalter 54">
            <a:extLst>
              <a:ext uri="{FF2B5EF4-FFF2-40B4-BE49-F238E27FC236}">
                <a16:creationId xmlns:a16="http://schemas.microsoft.com/office/drawing/2014/main" id="{4EC8B57C-E8BC-D8CD-ED23-CA7F2AA9CBF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500688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687F2F3B-69F2-EDE6-50DE-7363CFEF30FC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DD034AAC-B883-933A-7586-47CE484F34C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72431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CD07B6C7-BDF7-2DDD-436C-71A9528664A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72431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3" name="Textplatzhalter 14">
            <a:extLst>
              <a:ext uri="{FF2B5EF4-FFF2-40B4-BE49-F238E27FC236}">
                <a16:creationId xmlns:a16="http://schemas.microsoft.com/office/drawing/2014/main" id="{9937520E-2600-0A46-0B1C-2435F0C11FC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982649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24" name="Textplatzhalter 19">
            <a:extLst>
              <a:ext uri="{FF2B5EF4-FFF2-40B4-BE49-F238E27FC236}">
                <a16:creationId xmlns:a16="http://schemas.microsoft.com/office/drawing/2014/main" id="{884E9D5F-6474-19EB-7354-FD4725179EB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982649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5" name="Textplatzhalter 14">
            <a:extLst>
              <a:ext uri="{FF2B5EF4-FFF2-40B4-BE49-F238E27FC236}">
                <a16:creationId xmlns:a16="http://schemas.microsoft.com/office/drawing/2014/main" id="{8E7AEA96-7A70-9950-D28A-8BB7A83A7EC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3614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26" name="Textplatzhalter 19">
            <a:extLst>
              <a:ext uri="{FF2B5EF4-FFF2-40B4-BE49-F238E27FC236}">
                <a16:creationId xmlns:a16="http://schemas.microsoft.com/office/drawing/2014/main" id="{6E8810B9-205D-C13D-A18A-E28DDB1F0F2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193614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7" name="Textplatzhalter 14">
            <a:extLst>
              <a:ext uri="{FF2B5EF4-FFF2-40B4-BE49-F238E27FC236}">
                <a16:creationId xmlns:a16="http://schemas.microsoft.com/office/drawing/2014/main" id="{FA309CBB-3B89-83BC-051B-DAA43249CBE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404211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28" name="Textplatzhalter 19">
            <a:extLst>
              <a:ext uri="{FF2B5EF4-FFF2-40B4-BE49-F238E27FC236}">
                <a16:creationId xmlns:a16="http://schemas.microsoft.com/office/drawing/2014/main" id="{FFCCA22F-6C2D-E189-CD7A-D1B2D2F5294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404211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9" name="Textplatzhalter 14">
            <a:extLst>
              <a:ext uri="{FF2B5EF4-FFF2-40B4-BE49-F238E27FC236}">
                <a16:creationId xmlns:a16="http://schemas.microsoft.com/office/drawing/2014/main" id="{C3A10E6D-4CD7-27BC-1F26-9FFA9F17909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614306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30" name="Textplatzhalter 19">
            <a:extLst>
              <a:ext uri="{FF2B5EF4-FFF2-40B4-BE49-F238E27FC236}">
                <a16:creationId xmlns:a16="http://schemas.microsoft.com/office/drawing/2014/main" id="{8FF251DB-C36D-16AE-0A01-29968A043C5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614306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4F003587-2A73-D09B-2E3C-A4C8F9B06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3" name="Textplatzhalter 17">
            <a:extLst>
              <a:ext uri="{FF2B5EF4-FFF2-40B4-BE49-F238E27FC236}">
                <a16:creationId xmlns:a16="http://schemas.microsoft.com/office/drawing/2014/main" id="{F64B84F2-342E-3BFC-066C-E0A5E79F9FA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479638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Tea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platzhalter 12">
            <a:extLst>
              <a:ext uri="{FF2B5EF4-FFF2-40B4-BE49-F238E27FC236}">
                <a16:creationId xmlns:a16="http://schemas.microsoft.com/office/drawing/2014/main" id="{7A6F855B-803A-CF9E-741F-7091F5771F7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09838" y="1992933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tx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4" name="Picture Placeholder 28">
            <a:extLst>
              <a:ext uri="{FF2B5EF4-FFF2-40B4-BE49-F238E27FC236}">
                <a16:creationId xmlns:a16="http://schemas.microsoft.com/office/drawing/2014/main" id="{578DE51F-4F0A-A697-1141-40F0C1E4C8A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1830" y="1807200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/>
            </a:lvl1pPr>
          </a:lstStyle>
          <a:p>
            <a:endParaRPr lang="de-DE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9763CCF-297D-4154-E563-F9CF06BCDC4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1F7CB81D-FF0E-72CF-16B8-FBD7927C26B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2309813" y="2681734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A80F4203-0D8D-5C45-B7B1-2D94E84AFD1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309813" y="2299874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46" name="Textplatzhalter 12">
            <a:extLst>
              <a:ext uri="{FF2B5EF4-FFF2-40B4-BE49-F238E27FC236}">
                <a16:creationId xmlns:a16="http://schemas.microsoft.com/office/drawing/2014/main" id="{4559D798-9BBC-306E-4F18-56BE8596DB5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306821" y="3575034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tx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47" name="Picture Placeholder 28">
            <a:extLst>
              <a:ext uri="{FF2B5EF4-FFF2-40B4-BE49-F238E27FC236}">
                <a16:creationId xmlns:a16="http://schemas.microsoft.com/office/drawing/2014/main" id="{F339FA9F-5469-4B74-7C57-7B399649FDEB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58813" y="3393266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/>
            </a:lvl1pPr>
          </a:lstStyle>
          <a:p>
            <a:endParaRPr lang="de-DE"/>
          </a:p>
        </p:txBody>
      </p:sp>
      <p:sp>
        <p:nvSpPr>
          <p:cNvPr id="48" name="Textplatzhalter 17">
            <a:extLst>
              <a:ext uri="{FF2B5EF4-FFF2-40B4-BE49-F238E27FC236}">
                <a16:creationId xmlns:a16="http://schemas.microsoft.com/office/drawing/2014/main" id="{16A5779D-18DC-0E64-6685-C606101F7D1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306796" y="4263835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9" name="Textplatzhalter 17">
            <a:extLst>
              <a:ext uri="{FF2B5EF4-FFF2-40B4-BE49-F238E27FC236}">
                <a16:creationId xmlns:a16="http://schemas.microsoft.com/office/drawing/2014/main" id="{2F4AB24B-6CC4-EBD6-39BE-A19BBBDDE09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306796" y="3881975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50" name="Textplatzhalter 12">
            <a:extLst>
              <a:ext uri="{FF2B5EF4-FFF2-40B4-BE49-F238E27FC236}">
                <a16:creationId xmlns:a16="http://schemas.microsoft.com/office/drawing/2014/main" id="{C43A415F-1672-5D89-ADAF-5599E2BEFB6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306821" y="5157135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tx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51" name="Picture Placeholder 28">
            <a:extLst>
              <a:ext uri="{FF2B5EF4-FFF2-40B4-BE49-F238E27FC236}">
                <a16:creationId xmlns:a16="http://schemas.microsoft.com/office/drawing/2014/main" id="{A51D2DBA-7200-C46E-1814-32F092296AD7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658813" y="4975367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/>
            </a:lvl1pPr>
          </a:lstStyle>
          <a:p>
            <a:endParaRPr lang="de-DE"/>
          </a:p>
        </p:txBody>
      </p:sp>
      <p:sp>
        <p:nvSpPr>
          <p:cNvPr id="52" name="Textplatzhalter 17">
            <a:extLst>
              <a:ext uri="{FF2B5EF4-FFF2-40B4-BE49-F238E27FC236}">
                <a16:creationId xmlns:a16="http://schemas.microsoft.com/office/drawing/2014/main" id="{B992DCFB-0F51-3434-FDA2-DBB3AA12660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2306796" y="5845936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3" name="Textplatzhalter 17">
            <a:extLst>
              <a:ext uri="{FF2B5EF4-FFF2-40B4-BE49-F238E27FC236}">
                <a16:creationId xmlns:a16="http://schemas.microsoft.com/office/drawing/2014/main" id="{2563A2EA-958B-7F62-43D1-7126590687B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306796" y="5464076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64" name="Textplatzhalter 12">
            <a:extLst>
              <a:ext uri="{FF2B5EF4-FFF2-40B4-BE49-F238E27FC236}">
                <a16:creationId xmlns:a16="http://schemas.microsoft.com/office/drawing/2014/main" id="{96CF7D05-17EF-4864-5781-7A5253C3603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919366" y="1992933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tx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65" name="Picture Placeholder 28">
            <a:extLst>
              <a:ext uri="{FF2B5EF4-FFF2-40B4-BE49-F238E27FC236}">
                <a16:creationId xmlns:a16="http://schemas.microsoft.com/office/drawing/2014/main" id="{078DBF17-73E1-5710-5D0B-6ACCC4AD4679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271358" y="1807200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/>
            </a:lvl1pPr>
          </a:lstStyle>
          <a:p>
            <a:endParaRPr lang="de-DE"/>
          </a:p>
        </p:txBody>
      </p:sp>
      <p:sp>
        <p:nvSpPr>
          <p:cNvPr id="66" name="Textplatzhalter 17">
            <a:extLst>
              <a:ext uri="{FF2B5EF4-FFF2-40B4-BE49-F238E27FC236}">
                <a16:creationId xmlns:a16="http://schemas.microsoft.com/office/drawing/2014/main" id="{F4123FBF-2926-D735-A91C-0A39185080D5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919341" y="2681734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7" name="Textplatzhalter 17">
            <a:extLst>
              <a:ext uri="{FF2B5EF4-FFF2-40B4-BE49-F238E27FC236}">
                <a16:creationId xmlns:a16="http://schemas.microsoft.com/office/drawing/2014/main" id="{E0C53560-583C-9E5D-4870-6C44B535B1E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919341" y="2299874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68" name="Textplatzhalter 12">
            <a:extLst>
              <a:ext uri="{FF2B5EF4-FFF2-40B4-BE49-F238E27FC236}">
                <a16:creationId xmlns:a16="http://schemas.microsoft.com/office/drawing/2014/main" id="{DC80F735-5C79-0CBE-C286-586DDEDBA75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916349" y="3575034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tx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69" name="Picture Placeholder 28">
            <a:extLst>
              <a:ext uri="{FF2B5EF4-FFF2-40B4-BE49-F238E27FC236}">
                <a16:creationId xmlns:a16="http://schemas.microsoft.com/office/drawing/2014/main" id="{18920279-0EDB-E75D-F2F8-3BCD36489943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6268341" y="3393266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/>
            </a:lvl1pPr>
          </a:lstStyle>
          <a:p>
            <a:endParaRPr lang="de-DE"/>
          </a:p>
        </p:txBody>
      </p:sp>
      <p:sp>
        <p:nvSpPr>
          <p:cNvPr id="70" name="Textplatzhalter 17">
            <a:extLst>
              <a:ext uri="{FF2B5EF4-FFF2-40B4-BE49-F238E27FC236}">
                <a16:creationId xmlns:a16="http://schemas.microsoft.com/office/drawing/2014/main" id="{DAFCB565-B807-D6FD-5984-65D7B48C3BE1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916324" y="4263835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1" name="Textplatzhalter 17">
            <a:extLst>
              <a:ext uri="{FF2B5EF4-FFF2-40B4-BE49-F238E27FC236}">
                <a16:creationId xmlns:a16="http://schemas.microsoft.com/office/drawing/2014/main" id="{8DAB6162-9762-B1C9-4DA9-F2912BF197C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916324" y="3881975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72" name="Textplatzhalter 12">
            <a:extLst>
              <a:ext uri="{FF2B5EF4-FFF2-40B4-BE49-F238E27FC236}">
                <a16:creationId xmlns:a16="http://schemas.microsoft.com/office/drawing/2014/main" id="{8E12BD1E-03FC-2620-E464-BF143130527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916349" y="5157135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tx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73" name="Picture Placeholder 28">
            <a:extLst>
              <a:ext uri="{FF2B5EF4-FFF2-40B4-BE49-F238E27FC236}">
                <a16:creationId xmlns:a16="http://schemas.microsoft.com/office/drawing/2014/main" id="{6104858C-36C3-8CE8-04EA-CC0AAC3B30F9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6268341" y="4975367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/>
            </a:lvl1pPr>
          </a:lstStyle>
          <a:p>
            <a:endParaRPr lang="de-DE"/>
          </a:p>
        </p:txBody>
      </p:sp>
      <p:sp>
        <p:nvSpPr>
          <p:cNvPr id="74" name="Textplatzhalter 17">
            <a:extLst>
              <a:ext uri="{FF2B5EF4-FFF2-40B4-BE49-F238E27FC236}">
                <a16:creationId xmlns:a16="http://schemas.microsoft.com/office/drawing/2014/main" id="{0A82F722-0A42-12F9-4063-F08180B1E6CB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916324" y="5845936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5" name="Textplatzhalter 17">
            <a:extLst>
              <a:ext uri="{FF2B5EF4-FFF2-40B4-BE49-F238E27FC236}">
                <a16:creationId xmlns:a16="http://schemas.microsoft.com/office/drawing/2014/main" id="{AC4EBC51-387B-8F39-BFFC-6C2DDA89679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916324" y="5464076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14" name="Fußzeilenplatzhalter 13">
            <a:extLst>
              <a:ext uri="{FF2B5EF4-FFF2-40B4-BE49-F238E27FC236}">
                <a16:creationId xmlns:a16="http://schemas.microsoft.com/office/drawing/2014/main" id="{B5074977-FA5F-900C-E224-FEBB724895CD}"/>
              </a:ext>
            </a:extLst>
          </p:cNvPr>
          <p:cNvSpPr>
            <a:spLocks noGrp="1"/>
          </p:cNvSpPr>
          <p:nvPr>
            <p:ph type="ftr" sz="quarter" idx="51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E79DAB91-96B4-07A7-B8D0-78DBE3F48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F6D0294E-91D2-B7BD-1FAF-CA475FC224F8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7138536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Team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7">
            <a:extLst>
              <a:ext uri="{FF2B5EF4-FFF2-40B4-BE49-F238E27FC236}">
                <a16:creationId xmlns:a16="http://schemas.microsoft.com/office/drawing/2014/main" id="{C4A58166-2BB6-27FD-316C-C8692A283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16762" y="18072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/>
            </a:lvl1pPr>
          </a:lstStyle>
          <a:p>
            <a:endParaRPr lang="de-DE"/>
          </a:p>
        </p:txBody>
      </p:sp>
      <p:sp>
        <p:nvSpPr>
          <p:cNvPr id="18" name="Picture Placeholder 107">
            <a:extLst>
              <a:ext uri="{FF2B5EF4-FFF2-40B4-BE49-F238E27FC236}">
                <a16:creationId xmlns:a16="http://schemas.microsoft.com/office/drawing/2014/main" id="{51FC7CF3-D9D8-E4C8-4725-F5C727539A4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89562" y="18072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/>
            </a:lvl1pPr>
          </a:lstStyle>
          <a:p>
            <a:endParaRPr lang="de-DE"/>
          </a:p>
        </p:txBody>
      </p:sp>
      <p:sp>
        <p:nvSpPr>
          <p:cNvPr id="26" name="Picture Placeholder 107">
            <a:extLst>
              <a:ext uri="{FF2B5EF4-FFF2-40B4-BE49-F238E27FC236}">
                <a16:creationId xmlns:a16="http://schemas.microsoft.com/office/drawing/2014/main" id="{55481AB3-BE05-4BC0-ADF1-177EF5C77B48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263562" y="18072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/>
            </a:lvl1pPr>
          </a:lstStyle>
          <a:p>
            <a:endParaRPr lang="de-DE"/>
          </a:p>
        </p:txBody>
      </p:sp>
      <p:sp>
        <p:nvSpPr>
          <p:cNvPr id="44" name="Picture Placeholder 107">
            <a:extLst>
              <a:ext uri="{FF2B5EF4-FFF2-40B4-BE49-F238E27FC236}">
                <a16:creationId xmlns:a16="http://schemas.microsoft.com/office/drawing/2014/main" id="{6E2A57F9-5D4A-0C3F-7FDC-47118FEE442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024762" y="18072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/>
            </a:lvl1pPr>
          </a:lstStyle>
          <a:p>
            <a:endParaRPr lang="de-DE"/>
          </a:p>
        </p:txBody>
      </p:sp>
      <p:sp>
        <p:nvSpPr>
          <p:cNvPr id="32" name="Foliennummernplatzhalter 31">
            <a:extLst>
              <a:ext uri="{FF2B5EF4-FFF2-40B4-BE49-F238E27FC236}">
                <a16:creationId xmlns:a16="http://schemas.microsoft.com/office/drawing/2014/main" id="{6A843F09-9BDF-BC43-95F6-ADC6B19B0580}"/>
              </a:ext>
            </a:extLst>
          </p:cNvPr>
          <p:cNvSpPr>
            <a:spLocks noGrp="1"/>
          </p:cNvSpPr>
          <p:nvPr>
            <p:ph type="sldNum" sz="quarter" idx="43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EB3CF3E7-BC44-CF4F-F51D-E597E665436D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AAABC539-4651-1E05-937D-77E672744AF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6CD68A12-3C8C-920C-4B97-73F89CCB2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67" name="Textplatzhalter 66">
            <a:extLst>
              <a:ext uri="{FF2B5EF4-FFF2-40B4-BE49-F238E27FC236}">
                <a16:creationId xmlns:a16="http://schemas.microsoft.com/office/drawing/2014/main" id="{5AC74B59-7249-8BEF-A9D4-0CB1581D87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93962" y="29196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69" name="Textplatzhalter 68">
            <a:extLst>
              <a:ext uri="{FF2B5EF4-FFF2-40B4-BE49-F238E27FC236}">
                <a16:creationId xmlns:a16="http://schemas.microsoft.com/office/drawing/2014/main" id="{21C8813B-5B79-7192-D1D2-3454AA3AA18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93962" y="33120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72" name="Textplatzhalter 66">
            <a:extLst>
              <a:ext uri="{FF2B5EF4-FFF2-40B4-BE49-F238E27FC236}">
                <a16:creationId xmlns:a16="http://schemas.microsoft.com/office/drawing/2014/main" id="{2A9CE7BF-8318-706F-507E-6B84EB10B25D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640762" y="29196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73" name="Textplatzhalter 68">
            <a:extLst>
              <a:ext uri="{FF2B5EF4-FFF2-40B4-BE49-F238E27FC236}">
                <a16:creationId xmlns:a16="http://schemas.microsoft.com/office/drawing/2014/main" id="{87D83927-283E-D74D-C90E-D6A639D788A1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640762" y="33120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74" name="Textplatzhalter 66">
            <a:extLst>
              <a:ext uri="{FF2B5EF4-FFF2-40B4-BE49-F238E27FC236}">
                <a16:creationId xmlns:a16="http://schemas.microsoft.com/office/drawing/2014/main" id="{D4E868E4-AC90-F416-CF96-8F72CCDE6DA6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401962" y="29196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75" name="Textplatzhalter 68">
            <a:extLst>
              <a:ext uri="{FF2B5EF4-FFF2-40B4-BE49-F238E27FC236}">
                <a16:creationId xmlns:a16="http://schemas.microsoft.com/office/drawing/2014/main" id="{D3DAF7E9-DAA1-A36E-4767-329CAFD5C14C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401962" y="33120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76" name="Textplatzhalter 66">
            <a:extLst>
              <a:ext uri="{FF2B5EF4-FFF2-40B4-BE49-F238E27FC236}">
                <a16:creationId xmlns:a16="http://schemas.microsoft.com/office/drawing/2014/main" id="{9E4E80E3-9A58-5248-5CE2-4BC4C59E624F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166762" y="29196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77" name="Textplatzhalter 68">
            <a:extLst>
              <a:ext uri="{FF2B5EF4-FFF2-40B4-BE49-F238E27FC236}">
                <a16:creationId xmlns:a16="http://schemas.microsoft.com/office/drawing/2014/main" id="{DAF79AC8-D98A-4503-1C0F-59D2E944CC29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9166762" y="33120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78" name="Picture Placeholder 107">
            <a:extLst>
              <a:ext uri="{FF2B5EF4-FFF2-40B4-BE49-F238E27FC236}">
                <a16:creationId xmlns:a16="http://schemas.microsoft.com/office/drawing/2014/main" id="{36FFCAC2-C2A4-07CA-4553-CE2E599C0B7E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1516762" y="41694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/>
            </a:lvl1pPr>
          </a:lstStyle>
          <a:p>
            <a:endParaRPr lang="de-DE"/>
          </a:p>
        </p:txBody>
      </p:sp>
      <p:sp>
        <p:nvSpPr>
          <p:cNvPr id="79" name="Picture Placeholder 107">
            <a:extLst>
              <a:ext uri="{FF2B5EF4-FFF2-40B4-BE49-F238E27FC236}">
                <a16:creationId xmlns:a16="http://schemas.microsoft.com/office/drawing/2014/main" id="{573E59AC-2449-B8A8-C5F7-68639112DD9C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>
          <a:xfrm>
            <a:off x="9789562" y="41694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/>
            </a:lvl1pPr>
          </a:lstStyle>
          <a:p>
            <a:endParaRPr lang="de-DE"/>
          </a:p>
        </p:txBody>
      </p:sp>
      <p:sp>
        <p:nvSpPr>
          <p:cNvPr id="80" name="Picture Placeholder 107">
            <a:extLst>
              <a:ext uri="{FF2B5EF4-FFF2-40B4-BE49-F238E27FC236}">
                <a16:creationId xmlns:a16="http://schemas.microsoft.com/office/drawing/2014/main" id="{CEB8B42F-55B0-B4F2-89CF-83E3E2A2335D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4263562" y="41694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/>
            </a:lvl1pPr>
          </a:lstStyle>
          <a:p>
            <a:endParaRPr lang="de-DE"/>
          </a:p>
        </p:txBody>
      </p:sp>
      <p:sp>
        <p:nvSpPr>
          <p:cNvPr id="81" name="Picture Placeholder 107">
            <a:extLst>
              <a:ext uri="{FF2B5EF4-FFF2-40B4-BE49-F238E27FC236}">
                <a16:creationId xmlns:a16="http://schemas.microsoft.com/office/drawing/2014/main" id="{FA247FFB-74ED-98B8-6242-6FA39B3785C3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7024762" y="41694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/>
            </a:lvl1pPr>
          </a:lstStyle>
          <a:p>
            <a:endParaRPr lang="de-DE"/>
          </a:p>
        </p:txBody>
      </p:sp>
      <p:sp>
        <p:nvSpPr>
          <p:cNvPr id="82" name="Textplatzhalter 66">
            <a:extLst>
              <a:ext uri="{FF2B5EF4-FFF2-40B4-BE49-F238E27FC236}">
                <a16:creationId xmlns:a16="http://schemas.microsoft.com/office/drawing/2014/main" id="{6A4551AB-A241-E417-776D-51C01CE99D0D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893962" y="52818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83" name="Textplatzhalter 68">
            <a:extLst>
              <a:ext uri="{FF2B5EF4-FFF2-40B4-BE49-F238E27FC236}">
                <a16:creationId xmlns:a16="http://schemas.microsoft.com/office/drawing/2014/main" id="{1BD6CAE0-BF39-4E7F-B957-414620EB3F3E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893962" y="56742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84" name="Textplatzhalter 66">
            <a:extLst>
              <a:ext uri="{FF2B5EF4-FFF2-40B4-BE49-F238E27FC236}">
                <a16:creationId xmlns:a16="http://schemas.microsoft.com/office/drawing/2014/main" id="{3F7CFD24-4B1D-BBE7-3407-FB11C0512593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3640762" y="52818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85" name="Textplatzhalter 68">
            <a:extLst>
              <a:ext uri="{FF2B5EF4-FFF2-40B4-BE49-F238E27FC236}">
                <a16:creationId xmlns:a16="http://schemas.microsoft.com/office/drawing/2014/main" id="{DABC0D0F-EF62-4804-A54B-D40B5250758C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3640762" y="56742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86" name="Textplatzhalter 66">
            <a:extLst>
              <a:ext uri="{FF2B5EF4-FFF2-40B4-BE49-F238E27FC236}">
                <a16:creationId xmlns:a16="http://schemas.microsoft.com/office/drawing/2014/main" id="{DB657C53-7A9D-1179-5833-1748B913682C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6401962" y="52818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87" name="Textplatzhalter 68">
            <a:extLst>
              <a:ext uri="{FF2B5EF4-FFF2-40B4-BE49-F238E27FC236}">
                <a16:creationId xmlns:a16="http://schemas.microsoft.com/office/drawing/2014/main" id="{30E4BA81-14D9-FE7C-2B54-D8B2334B7EA5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6401962" y="56742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88" name="Textplatzhalter 66">
            <a:extLst>
              <a:ext uri="{FF2B5EF4-FFF2-40B4-BE49-F238E27FC236}">
                <a16:creationId xmlns:a16="http://schemas.microsoft.com/office/drawing/2014/main" id="{266507CD-9B5A-2FEB-BE80-3DA5DF0FA39B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9166762" y="52818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89" name="Textplatzhalter 68">
            <a:extLst>
              <a:ext uri="{FF2B5EF4-FFF2-40B4-BE49-F238E27FC236}">
                <a16:creationId xmlns:a16="http://schemas.microsoft.com/office/drawing/2014/main" id="{8A4A0C5B-F81E-924C-92CC-CA7B6CFA33B3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9166762" y="56742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</p:spTree>
    <p:extLst>
      <p:ext uri="{BB962C8B-B14F-4D97-AF65-F5344CB8AC3E}">
        <p14:creationId xmlns:p14="http://schemas.microsoft.com/office/powerpoint/2010/main" val="2013650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Team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Bildplatzhalter 17">
            <a:extLst>
              <a:ext uri="{FF2B5EF4-FFF2-40B4-BE49-F238E27FC236}">
                <a16:creationId xmlns:a16="http://schemas.microsoft.com/office/drawing/2014/main" id="{772D037C-EC60-3D87-5A88-33D2C1FFCE76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1207171" y="1807200"/>
            <a:ext cx="1440000" cy="144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69" name="Bildplatzhalter 17">
            <a:extLst>
              <a:ext uri="{FF2B5EF4-FFF2-40B4-BE49-F238E27FC236}">
                <a16:creationId xmlns:a16="http://schemas.microsoft.com/office/drawing/2014/main" id="{A63C3A20-9C90-8D78-D0DD-3D6149F70BC5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771181" y="1807200"/>
            <a:ext cx="1440000" cy="14400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0" name="Textplatzhalter 12">
            <a:extLst>
              <a:ext uri="{FF2B5EF4-FFF2-40B4-BE49-F238E27FC236}">
                <a16:creationId xmlns:a16="http://schemas.microsoft.com/office/drawing/2014/main" id="{0FA721B5-C5F5-D3E4-B507-68EDA5F34F4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7171" y="3485247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600">
                <a:solidFill>
                  <a:schemeClr val="tx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TITEL / NAME / TOPIC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1" name="Textplatzhalter 9">
            <a:extLst>
              <a:ext uri="{FF2B5EF4-FFF2-40B4-BE49-F238E27FC236}">
                <a16:creationId xmlns:a16="http://schemas.microsoft.com/office/drawing/2014/main" id="{E1F6DA27-90BE-F221-4957-D72C1D9764C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7171" y="3878313"/>
            <a:ext cx="2160000" cy="16764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42" name="Textplatzhalter 12">
            <a:extLst>
              <a:ext uri="{FF2B5EF4-FFF2-40B4-BE49-F238E27FC236}">
                <a16:creationId xmlns:a16="http://schemas.microsoft.com/office/drawing/2014/main" id="{B421A404-7614-129A-1395-D5B8D4EB779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29176" y="3485247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600">
                <a:solidFill>
                  <a:schemeClr val="tx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TITEL / NAME / TOPIC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3" name="Textplatzhalter 9">
            <a:extLst>
              <a:ext uri="{FF2B5EF4-FFF2-40B4-BE49-F238E27FC236}">
                <a16:creationId xmlns:a16="http://schemas.microsoft.com/office/drawing/2014/main" id="{CB24C7CA-1C02-E10B-E47D-44C433A92A6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29176" y="3878313"/>
            <a:ext cx="2160000" cy="16764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63" name="Textplatzhalter 12">
            <a:extLst>
              <a:ext uri="{FF2B5EF4-FFF2-40B4-BE49-F238E27FC236}">
                <a16:creationId xmlns:a16="http://schemas.microsoft.com/office/drawing/2014/main" id="{657A52F1-3DA5-C11D-DEC0-68712FC19DB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11181" y="3485247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600">
                <a:solidFill>
                  <a:schemeClr val="tx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TITEL / NAME / TOPIC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64" name="Textplatzhalter 9">
            <a:extLst>
              <a:ext uri="{FF2B5EF4-FFF2-40B4-BE49-F238E27FC236}">
                <a16:creationId xmlns:a16="http://schemas.microsoft.com/office/drawing/2014/main" id="{0297597A-8259-C62E-D09A-EB510E03DE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11181" y="3878313"/>
            <a:ext cx="2160000" cy="16764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65" name="Textplatzhalter 12">
            <a:extLst>
              <a:ext uri="{FF2B5EF4-FFF2-40B4-BE49-F238E27FC236}">
                <a16:creationId xmlns:a16="http://schemas.microsoft.com/office/drawing/2014/main" id="{5DE71ECB-DD93-A5BB-3D87-3374FB8B79F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93187" y="3485247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600">
                <a:solidFill>
                  <a:schemeClr val="tx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TITEL / NAME / TOPIC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66" name="Textplatzhalter 9">
            <a:extLst>
              <a:ext uri="{FF2B5EF4-FFF2-40B4-BE49-F238E27FC236}">
                <a16:creationId xmlns:a16="http://schemas.microsoft.com/office/drawing/2014/main" id="{E945E4C6-1522-1937-CA45-8DE78312400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93187" y="3878313"/>
            <a:ext cx="2160000" cy="16764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Bildplatzhalter 17">
            <a:extLst>
              <a:ext uri="{FF2B5EF4-FFF2-40B4-BE49-F238E27FC236}">
                <a16:creationId xmlns:a16="http://schemas.microsoft.com/office/drawing/2014/main" id="{AB95BBF8-A2E9-CCAF-363B-609FBCD52AA2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989176" y="1807200"/>
            <a:ext cx="1440000" cy="144000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14" name="Bildplatzhalter 17">
            <a:extLst>
              <a:ext uri="{FF2B5EF4-FFF2-40B4-BE49-F238E27FC236}">
                <a16:creationId xmlns:a16="http://schemas.microsoft.com/office/drawing/2014/main" id="{83B8CFFB-FF68-9C25-DA36-496767D6BE79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9553187" y="1807200"/>
            <a:ext cx="1440000" cy="144000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7BEB498F-8864-ADCE-02D2-15B1F86B1932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61EFB644-3908-798B-A928-58FEF9D34929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9AF0333E-0CEE-2C92-A8DB-C36FC45B0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29662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Team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Bildplatzhalter 17">
            <a:extLst>
              <a:ext uri="{FF2B5EF4-FFF2-40B4-BE49-F238E27FC236}">
                <a16:creationId xmlns:a16="http://schemas.microsoft.com/office/drawing/2014/main" id="{772D037C-EC60-3D87-5A88-33D2C1FFCE76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59120" y="2141835"/>
            <a:ext cx="1620000" cy="162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3" name="Textplatzhalter 9">
            <a:extLst>
              <a:ext uri="{FF2B5EF4-FFF2-40B4-BE49-F238E27FC236}">
                <a16:creationId xmlns:a16="http://schemas.microsoft.com/office/drawing/2014/main" id="{CB24C7CA-1C02-E10B-E47D-44C433A92A6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33234" y="2790471"/>
            <a:ext cx="324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49899CC0-4887-5398-AC2D-3879832254B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533235" y="2477558"/>
            <a:ext cx="3240000" cy="3129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31" name="Bildplatzhalter 17">
            <a:extLst>
              <a:ext uri="{FF2B5EF4-FFF2-40B4-BE49-F238E27FC236}">
                <a16:creationId xmlns:a16="http://schemas.microsoft.com/office/drawing/2014/main" id="{87B01507-D539-D1D5-84F5-7BB853D625E2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59120" y="4159969"/>
            <a:ext cx="1620000" cy="162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2" name="Textplatzhalter 9">
            <a:extLst>
              <a:ext uri="{FF2B5EF4-FFF2-40B4-BE49-F238E27FC236}">
                <a16:creationId xmlns:a16="http://schemas.microsoft.com/office/drawing/2014/main" id="{E4E34D18-7C92-002E-3062-BC29D200A31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533234" y="4808605"/>
            <a:ext cx="324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33" name="Textplatzhalter 29">
            <a:extLst>
              <a:ext uri="{FF2B5EF4-FFF2-40B4-BE49-F238E27FC236}">
                <a16:creationId xmlns:a16="http://schemas.microsoft.com/office/drawing/2014/main" id="{A9390570-DE34-9C81-EEEA-7F734521000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533235" y="4495692"/>
            <a:ext cx="3240000" cy="3129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34" name="Bildplatzhalter 17">
            <a:extLst>
              <a:ext uri="{FF2B5EF4-FFF2-40B4-BE49-F238E27FC236}">
                <a16:creationId xmlns:a16="http://schemas.microsoft.com/office/drawing/2014/main" id="{98ACEAFE-80F6-186D-B801-C0FAAFAB13E6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6418767" y="2141835"/>
            <a:ext cx="1620000" cy="162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5" name="Textplatzhalter 9">
            <a:extLst>
              <a:ext uri="{FF2B5EF4-FFF2-40B4-BE49-F238E27FC236}">
                <a16:creationId xmlns:a16="http://schemas.microsoft.com/office/drawing/2014/main" id="{634B2B19-BE36-AD4B-9ED9-165B78B7716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292881" y="2790471"/>
            <a:ext cx="324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36" name="Textplatzhalter 29">
            <a:extLst>
              <a:ext uri="{FF2B5EF4-FFF2-40B4-BE49-F238E27FC236}">
                <a16:creationId xmlns:a16="http://schemas.microsoft.com/office/drawing/2014/main" id="{CD729948-1748-4F0F-5455-FE8C91C53E8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292882" y="2477558"/>
            <a:ext cx="3240000" cy="3129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37" name="Bildplatzhalter 17">
            <a:extLst>
              <a:ext uri="{FF2B5EF4-FFF2-40B4-BE49-F238E27FC236}">
                <a16:creationId xmlns:a16="http://schemas.microsoft.com/office/drawing/2014/main" id="{9F59711B-6747-8E5E-11FF-97DC1449F1E8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6418767" y="4159969"/>
            <a:ext cx="1620000" cy="162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8" name="Textplatzhalter 9">
            <a:extLst>
              <a:ext uri="{FF2B5EF4-FFF2-40B4-BE49-F238E27FC236}">
                <a16:creationId xmlns:a16="http://schemas.microsoft.com/office/drawing/2014/main" id="{61B007DB-67F4-D21A-1F1A-AA2D4E5EBE6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292881" y="4808605"/>
            <a:ext cx="324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39" name="Textplatzhalter 29">
            <a:extLst>
              <a:ext uri="{FF2B5EF4-FFF2-40B4-BE49-F238E27FC236}">
                <a16:creationId xmlns:a16="http://schemas.microsoft.com/office/drawing/2014/main" id="{E2D5A7CD-3472-54C6-6662-44452403506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292882" y="4495692"/>
            <a:ext cx="3240000" cy="3129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5CCF5F9C-2601-CEE3-745B-F0C767AC0482}"/>
              </a:ext>
            </a:extLst>
          </p:cNvPr>
          <p:cNvSpPr>
            <a:spLocks noGrp="1"/>
          </p:cNvSpPr>
          <p:nvPr>
            <p:ph type="ftr" sz="quarter" idx="43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7791699D-13F2-A5F0-B45F-274E4DBD4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5" name="Textplatzhalter 17">
            <a:extLst>
              <a:ext uri="{FF2B5EF4-FFF2-40B4-BE49-F238E27FC236}">
                <a16:creationId xmlns:a16="http://schemas.microsoft.com/office/drawing/2014/main" id="{7F486D70-9604-6625-93BA-1CFAED18360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969992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956" userDrawn="1">
          <p15:clr>
            <a:srgbClr val="FBAE40"/>
          </p15:clr>
        </p15:guide>
      </p15:sldGuideLst>
    </p:ext>
  </p:extLst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Bildplatzhalter 17">
            <a:extLst>
              <a:ext uri="{FF2B5EF4-FFF2-40B4-BE49-F238E27FC236}">
                <a16:creationId xmlns:a16="http://schemas.microsoft.com/office/drawing/2014/main" id="{772D037C-EC60-3D87-5A88-33D2C1FFCE76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5603966" y="774642"/>
            <a:ext cx="3803466" cy="3803466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6DA114E6-4628-B270-1877-1AD4AEB6B96B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AABB753C-A2FF-FD84-566C-C1B9C10EB4D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2" y="824400"/>
            <a:ext cx="540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2CE5D45C-9AD5-240B-2461-89466F3E1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522000"/>
            <a:ext cx="5400000" cy="252000"/>
          </a:xfrm>
        </p:spPr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807401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Graphic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ildplatzhalter 17">
            <a:extLst>
              <a:ext uri="{FF2B5EF4-FFF2-40B4-BE49-F238E27FC236}">
                <a16:creationId xmlns:a16="http://schemas.microsoft.com/office/drawing/2014/main" id="{22C0D2B2-1E2A-A4F9-8F9E-FE9D767FF549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500952" y="2517821"/>
            <a:ext cx="853200" cy="853200"/>
          </a:xfrm>
          <a:prstGeom prst="ellipse">
            <a:avLst/>
          </a:prstGeom>
          <a:pattFill prst="pct5">
            <a:fgClr>
              <a:schemeClr val="tx2"/>
            </a:fgClr>
            <a:bgClr>
              <a:schemeClr val="tx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24" name="Bildplatzhalter 17">
            <a:extLst>
              <a:ext uri="{FF2B5EF4-FFF2-40B4-BE49-F238E27FC236}">
                <a16:creationId xmlns:a16="http://schemas.microsoft.com/office/drawing/2014/main" id="{8A430A93-19D5-EA40-544A-224FA798BCE2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5667183" y="2019699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accent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25" name="Bildplatzhalter 17">
            <a:extLst>
              <a:ext uri="{FF2B5EF4-FFF2-40B4-BE49-F238E27FC236}">
                <a16:creationId xmlns:a16="http://schemas.microsoft.com/office/drawing/2014/main" id="{5BC59A19-4BA7-E66C-BBEC-29C203087D28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815420" y="2517821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rgbClr val="772D5D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26" name="Bildplatzhalter 17">
            <a:extLst>
              <a:ext uri="{FF2B5EF4-FFF2-40B4-BE49-F238E27FC236}">
                <a16:creationId xmlns:a16="http://schemas.microsoft.com/office/drawing/2014/main" id="{6A8575FE-B396-2035-95D8-E8BABF6D8C96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7346165" y="3722421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rgbClr val="64966C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29" name="Bildplatzhalter 17">
            <a:extLst>
              <a:ext uri="{FF2B5EF4-FFF2-40B4-BE49-F238E27FC236}">
                <a16:creationId xmlns:a16="http://schemas.microsoft.com/office/drawing/2014/main" id="{7CEE9865-02A0-F603-DBF2-5D04BC2BDA33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3994325" y="3722421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accent4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0" name="Bildplatzhalter 17">
            <a:extLst>
              <a:ext uri="{FF2B5EF4-FFF2-40B4-BE49-F238E27FC236}">
                <a16:creationId xmlns:a16="http://schemas.microsoft.com/office/drawing/2014/main" id="{470BED20-491D-A0CD-D9B1-1CB33D07F7C7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5667183" y="5305882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rgbClr val="4BACB9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1" name="Bildplatzhalter 17">
            <a:extLst>
              <a:ext uri="{FF2B5EF4-FFF2-40B4-BE49-F238E27FC236}">
                <a16:creationId xmlns:a16="http://schemas.microsoft.com/office/drawing/2014/main" id="{3D9172F5-8A83-20A5-CF10-C518ADD8B040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6831295" y="4914079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rgbClr val="A1D3C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64" name="Bildplatzhalter 17">
            <a:extLst>
              <a:ext uri="{FF2B5EF4-FFF2-40B4-BE49-F238E27FC236}">
                <a16:creationId xmlns:a16="http://schemas.microsoft.com/office/drawing/2014/main" id="{E3D12321-A5E9-4824-4807-006BF811B89D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4477348" y="4885663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accent3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65" name="Bildplatzhalter 17">
            <a:extLst>
              <a:ext uri="{FF2B5EF4-FFF2-40B4-BE49-F238E27FC236}">
                <a16:creationId xmlns:a16="http://schemas.microsoft.com/office/drawing/2014/main" id="{5B7E1FEA-3193-E534-D0FF-A8360D57CA59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440725" y="3429000"/>
            <a:ext cx="1314000" cy="1314000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34EDCD22-EA43-9BA3-6807-443F10F4A871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2336726D-A20E-B2BE-D35E-1EB1B7143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1ABE1DE5-87B7-CA20-764F-E12BAAE9413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816408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Graphic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Inhaltsplatzhalter 21">
            <a:extLst>
              <a:ext uri="{FF2B5EF4-FFF2-40B4-BE49-F238E27FC236}">
                <a16:creationId xmlns:a16="http://schemas.microsoft.com/office/drawing/2014/main" id="{D7BB12CC-7D14-8A3C-4285-AFB78BE3C958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112645" y="3380345"/>
            <a:ext cx="2735595" cy="1845469"/>
          </a:xfrm>
          <a:custGeom>
            <a:avLst/>
            <a:gdLst>
              <a:gd name="connsiteX0" fmla="*/ 0 w 2867025"/>
              <a:gd name="connsiteY0" fmla="*/ 1884362 h 1884362"/>
              <a:gd name="connsiteX1" fmla="*/ 1433513 w 2867025"/>
              <a:gd name="connsiteY1" fmla="*/ 0 h 1884362"/>
              <a:gd name="connsiteX2" fmla="*/ 2867025 w 2867025"/>
              <a:gd name="connsiteY2" fmla="*/ 1884362 h 1884362"/>
              <a:gd name="connsiteX3" fmla="*/ 0 w 2867025"/>
              <a:gd name="connsiteY3" fmla="*/ 1884362 h 1884362"/>
              <a:gd name="connsiteX0" fmla="*/ 0 w 2867025"/>
              <a:gd name="connsiteY0" fmla="*/ 1887380 h 1887380"/>
              <a:gd name="connsiteX1" fmla="*/ 1403335 w 2867025"/>
              <a:gd name="connsiteY1" fmla="*/ 0 h 1887380"/>
              <a:gd name="connsiteX2" fmla="*/ 2867025 w 2867025"/>
              <a:gd name="connsiteY2" fmla="*/ 1887380 h 1887380"/>
              <a:gd name="connsiteX3" fmla="*/ 0 w 2867025"/>
              <a:gd name="connsiteY3" fmla="*/ 1887380 h 1887380"/>
              <a:gd name="connsiteX0" fmla="*/ 0 w 2806669"/>
              <a:gd name="connsiteY0" fmla="*/ 1887380 h 1893416"/>
              <a:gd name="connsiteX1" fmla="*/ 1403335 w 2806669"/>
              <a:gd name="connsiteY1" fmla="*/ 0 h 1893416"/>
              <a:gd name="connsiteX2" fmla="*/ 2806669 w 2806669"/>
              <a:gd name="connsiteY2" fmla="*/ 1893416 h 1893416"/>
              <a:gd name="connsiteX3" fmla="*/ 0 w 2806669"/>
              <a:gd name="connsiteY3" fmla="*/ 1887380 h 1893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6669" h="1893416">
                <a:moveTo>
                  <a:pt x="0" y="1887380"/>
                </a:moveTo>
                <a:lnTo>
                  <a:pt x="1403335" y="0"/>
                </a:lnTo>
                <a:lnTo>
                  <a:pt x="2806669" y="1893416"/>
                </a:lnTo>
                <a:lnTo>
                  <a:pt x="0" y="1887380"/>
                </a:lnTo>
                <a:close/>
              </a:path>
            </a:pathLst>
          </a:custGeom>
          <a:pattFill prst="pct5">
            <a:fgClr>
              <a:schemeClr val="bg2"/>
            </a:fgClr>
            <a:bgClr>
              <a:schemeClr val="tx1"/>
            </a:bgClr>
          </a:pattFill>
        </p:spPr>
        <p:txBody>
          <a:bodyPr anchor="ctr" anchorCtr="0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8" name="Inhaltsplatzhalter 21">
            <a:extLst>
              <a:ext uri="{FF2B5EF4-FFF2-40B4-BE49-F238E27FC236}">
                <a16:creationId xmlns:a16="http://schemas.microsoft.com/office/drawing/2014/main" id="{33A6613D-50B2-BB25-8D72-88FED21374F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095195" y="3379935"/>
            <a:ext cx="2735595" cy="1845469"/>
          </a:xfrm>
          <a:custGeom>
            <a:avLst/>
            <a:gdLst>
              <a:gd name="connsiteX0" fmla="*/ 0 w 2867025"/>
              <a:gd name="connsiteY0" fmla="*/ 1884362 h 1884362"/>
              <a:gd name="connsiteX1" fmla="*/ 1433513 w 2867025"/>
              <a:gd name="connsiteY1" fmla="*/ 0 h 1884362"/>
              <a:gd name="connsiteX2" fmla="*/ 2867025 w 2867025"/>
              <a:gd name="connsiteY2" fmla="*/ 1884362 h 1884362"/>
              <a:gd name="connsiteX3" fmla="*/ 0 w 2867025"/>
              <a:gd name="connsiteY3" fmla="*/ 1884362 h 1884362"/>
              <a:gd name="connsiteX0" fmla="*/ 0 w 2867025"/>
              <a:gd name="connsiteY0" fmla="*/ 1887380 h 1887380"/>
              <a:gd name="connsiteX1" fmla="*/ 1403335 w 2867025"/>
              <a:gd name="connsiteY1" fmla="*/ 0 h 1887380"/>
              <a:gd name="connsiteX2" fmla="*/ 2867025 w 2867025"/>
              <a:gd name="connsiteY2" fmla="*/ 1887380 h 1887380"/>
              <a:gd name="connsiteX3" fmla="*/ 0 w 2867025"/>
              <a:gd name="connsiteY3" fmla="*/ 1887380 h 1887380"/>
              <a:gd name="connsiteX0" fmla="*/ 0 w 2806669"/>
              <a:gd name="connsiteY0" fmla="*/ 1887380 h 1893416"/>
              <a:gd name="connsiteX1" fmla="*/ 1403335 w 2806669"/>
              <a:gd name="connsiteY1" fmla="*/ 0 h 1893416"/>
              <a:gd name="connsiteX2" fmla="*/ 2806669 w 2806669"/>
              <a:gd name="connsiteY2" fmla="*/ 1893416 h 1893416"/>
              <a:gd name="connsiteX3" fmla="*/ 0 w 2806669"/>
              <a:gd name="connsiteY3" fmla="*/ 1887380 h 1893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6669" h="1893416">
                <a:moveTo>
                  <a:pt x="0" y="1887380"/>
                </a:moveTo>
                <a:lnTo>
                  <a:pt x="1403335" y="0"/>
                </a:lnTo>
                <a:lnTo>
                  <a:pt x="2806669" y="1893416"/>
                </a:lnTo>
                <a:lnTo>
                  <a:pt x="0" y="1887380"/>
                </a:lnTo>
                <a:close/>
              </a:path>
            </a:pathLst>
          </a:custGeom>
          <a:pattFill prst="pct5">
            <a:fgClr>
              <a:schemeClr val="bg2"/>
            </a:fgClr>
            <a:bgClr>
              <a:schemeClr val="tx1"/>
            </a:bgClr>
          </a:pattFill>
        </p:spPr>
        <p:txBody>
          <a:bodyPr anchor="ctr" anchorCtr="0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Inhaltsplatzhalter 21">
            <a:extLst>
              <a:ext uri="{FF2B5EF4-FFF2-40B4-BE49-F238E27FC236}">
                <a16:creationId xmlns:a16="http://schemas.microsoft.com/office/drawing/2014/main" id="{2BEFC549-E378-FA1A-53D8-D386EC884337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6605493" y="1363281"/>
            <a:ext cx="2735595" cy="1845469"/>
          </a:xfrm>
          <a:custGeom>
            <a:avLst/>
            <a:gdLst>
              <a:gd name="connsiteX0" fmla="*/ 0 w 2867025"/>
              <a:gd name="connsiteY0" fmla="*/ 1884362 h 1884362"/>
              <a:gd name="connsiteX1" fmla="*/ 1433513 w 2867025"/>
              <a:gd name="connsiteY1" fmla="*/ 0 h 1884362"/>
              <a:gd name="connsiteX2" fmla="*/ 2867025 w 2867025"/>
              <a:gd name="connsiteY2" fmla="*/ 1884362 h 1884362"/>
              <a:gd name="connsiteX3" fmla="*/ 0 w 2867025"/>
              <a:gd name="connsiteY3" fmla="*/ 1884362 h 1884362"/>
              <a:gd name="connsiteX0" fmla="*/ 0 w 2867025"/>
              <a:gd name="connsiteY0" fmla="*/ 1887380 h 1887380"/>
              <a:gd name="connsiteX1" fmla="*/ 1403335 w 2867025"/>
              <a:gd name="connsiteY1" fmla="*/ 0 h 1887380"/>
              <a:gd name="connsiteX2" fmla="*/ 2867025 w 2867025"/>
              <a:gd name="connsiteY2" fmla="*/ 1887380 h 1887380"/>
              <a:gd name="connsiteX3" fmla="*/ 0 w 2867025"/>
              <a:gd name="connsiteY3" fmla="*/ 1887380 h 1887380"/>
              <a:gd name="connsiteX0" fmla="*/ 0 w 2806669"/>
              <a:gd name="connsiteY0" fmla="*/ 1887380 h 1893416"/>
              <a:gd name="connsiteX1" fmla="*/ 1403335 w 2806669"/>
              <a:gd name="connsiteY1" fmla="*/ 0 h 1893416"/>
              <a:gd name="connsiteX2" fmla="*/ 2806669 w 2806669"/>
              <a:gd name="connsiteY2" fmla="*/ 1893416 h 1893416"/>
              <a:gd name="connsiteX3" fmla="*/ 0 w 2806669"/>
              <a:gd name="connsiteY3" fmla="*/ 1887380 h 1893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6669" h="1893416">
                <a:moveTo>
                  <a:pt x="0" y="1887380"/>
                </a:moveTo>
                <a:lnTo>
                  <a:pt x="1403335" y="0"/>
                </a:lnTo>
                <a:lnTo>
                  <a:pt x="2806669" y="1893416"/>
                </a:lnTo>
                <a:lnTo>
                  <a:pt x="0" y="1887380"/>
                </a:lnTo>
                <a:close/>
              </a:path>
            </a:pathLst>
          </a:custGeom>
          <a:pattFill prst="pct5">
            <a:fgClr>
              <a:schemeClr val="bg2"/>
            </a:fgClr>
            <a:bgClr>
              <a:schemeClr val="accent1"/>
            </a:bgClr>
          </a:pattFill>
        </p:spPr>
        <p:txBody>
          <a:bodyPr anchor="ctr" anchorCtr="0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0" name="Inhaltsplatzhalter 69">
            <a:extLst>
              <a:ext uri="{FF2B5EF4-FFF2-40B4-BE49-F238E27FC236}">
                <a16:creationId xmlns:a16="http://schemas.microsoft.com/office/drawing/2014/main" id="{D2EF5D6C-C81A-42ED-C67F-9BFF02C054F2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6603905" y="3329350"/>
            <a:ext cx="2735625" cy="1845927"/>
          </a:xfrm>
          <a:prstGeom prst="flowChartMerge">
            <a:avLst/>
          </a:prstGeom>
          <a:pattFill prst="pct5">
            <a:fgClr>
              <a:schemeClr val="tx1"/>
            </a:fgClr>
            <a:bgClr>
              <a:schemeClr val="tx2"/>
            </a:bgClr>
          </a:pattFill>
        </p:spPr>
        <p:txBody>
          <a:bodyPr anchor="ctr" anchorCtr="0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2" name="Inhaltsplatzhalter 71">
            <a:extLst>
              <a:ext uri="{FF2B5EF4-FFF2-40B4-BE49-F238E27FC236}">
                <a16:creationId xmlns:a16="http://schemas.microsoft.com/office/drawing/2014/main" id="{8006F549-64F8-3BCC-308A-28F09F10E9CF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4447554" y="5344554"/>
            <a:ext cx="7032155" cy="860272"/>
          </a:xfrm>
          <a:prstGeom prst="trapezoid">
            <a:avLst>
              <a:gd name="adj" fmla="val 69019"/>
            </a:avLst>
          </a:prstGeom>
          <a:pattFill prst="pct5">
            <a:fgClr>
              <a:schemeClr val="tx1"/>
            </a:fgClr>
            <a:bgClr>
              <a:schemeClr val="bg2"/>
            </a:bgClr>
          </a:pattFill>
        </p:spPr>
        <p:txBody>
          <a:bodyPr/>
          <a:lstStyle>
            <a:lvl1pPr marL="0" indent="0" algn="ctr">
              <a:buNone/>
              <a:defRPr sz="800"/>
            </a:lvl1pPr>
            <a:lvl2pPr marL="457200" indent="0" algn="ctr">
              <a:buNone/>
              <a:defRPr sz="800"/>
            </a:lvl2pPr>
            <a:lvl3pPr marL="914400" indent="0" algn="ctr">
              <a:buNone/>
              <a:defRPr sz="800"/>
            </a:lvl3pPr>
            <a:lvl4pPr marL="1371600" indent="0" algn="ctr">
              <a:buNone/>
              <a:defRPr sz="800"/>
            </a:lvl4pPr>
            <a:lvl5pPr marL="1828800" indent="0" algn="ctr">
              <a:buNone/>
              <a:defRPr sz="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3" name="Inhaltsplatzhalter 2">
            <a:extLst>
              <a:ext uri="{FF2B5EF4-FFF2-40B4-BE49-F238E27FC236}">
                <a16:creationId xmlns:a16="http://schemas.microsoft.com/office/drawing/2014/main" id="{F7150A6D-248E-CBE7-0CD1-33F8A7C716C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8163"/>
            <a:ext cx="35136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pic>
        <p:nvPicPr>
          <p:cNvPr id="74" name="Grafik 73">
            <a:extLst>
              <a:ext uri="{FF2B5EF4-FFF2-40B4-BE49-F238E27FC236}">
                <a16:creationId xmlns:a16="http://schemas.microsoft.com/office/drawing/2014/main" id="{65355B37-BA23-335C-CE2F-CEE495EFA21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40F82BD4-D681-E457-FB37-2AC5C1B05FFF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93B8B2C7-3186-818C-E37A-23F646EF6E5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87F952AD-B0BE-C317-3A70-C3D8FD09E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1185735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Graphic 1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17">
            <a:extLst>
              <a:ext uri="{FF2B5EF4-FFF2-40B4-BE49-F238E27FC236}">
                <a16:creationId xmlns:a16="http://schemas.microsoft.com/office/drawing/2014/main" id="{E11FE89E-568B-4322-C82A-99798E9D30E0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7005963" y="2937589"/>
            <a:ext cx="853200" cy="853200"/>
          </a:xfrm>
          <a:prstGeom prst="ellipse">
            <a:avLst/>
          </a:prstGeom>
          <a:solidFill>
            <a:schemeClr val="accent4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" name="Bildplatzhalter 17">
            <a:extLst>
              <a:ext uri="{FF2B5EF4-FFF2-40B4-BE49-F238E27FC236}">
                <a16:creationId xmlns:a16="http://schemas.microsoft.com/office/drawing/2014/main" id="{41371A3A-CB8E-FAD1-6EB4-D91D9A6B1C2A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9027985" y="3438542"/>
            <a:ext cx="853200" cy="8532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18" name="Bildplatzhalter 17">
            <a:extLst>
              <a:ext uri="{FF2B5EF4-FFF2-40B4-BE49-F238E27FC236}">
                <a16:creationId xmlns:a16="http://schemas.microsoft.com/office/drawing/2014/main" id="{17D2C574-0B7B-A00E-10DB-D6293120685D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489736" y="4760611"/>
            <a:ext cx="853200" cy="8532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1" name="Bildplatzhalter 17">
            <a:extLst>
              <a:ext uri="{FF2B5EF4-FFF2-40B4-BE49-F238E27FC236}">
                <a16:creationId xmlns:a16="http://schemas.microsoft.com/office/drawing/2014/main" id="{16101017-0C4A-2979-D34B-FED2227CD8BF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8003391" y="4290671"/>
            <a:ext cx="853200" cy="85320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63" name="Inhaltsplatzhalter 2">
            <a:extLst>
              <a:ext uri="{FF2B5EF4-FFF2-40B4-BE49-F238E27FC236}">
                <a16:creationId xmlns:a16="http://schemas.microsoft.com/office/drawing/2014/main" id="{B71A738C-B934-81D9-A636-A9E923B27B26}"/>
              </a:ext>
            </a:extLst>
          </p:cNvPr>
          <p:cNvSpPr>
            <a:spLocks noGrp="1"/>
          </p:cNvSpPr>
          <p:nvPr>
            <p:ph idx="37" hasCustomPrompt="1"/>
          </p:nvPr>
        </p:nvSpPr>
        <p:spPr>
          <a:xfrm>
            <a:off x="5843665" y="4027105"/>
            <a:ext cx="402443" cy="13236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64" name="Inhaltsplatzhalter 2">
            <a:extLst>
              <a:ext uri="{FF2B5EF4-FFF2-40B4-BE49-F238E27FC236}">
                <a16:creationId xmlns:a16="http://schemas.microsoft.com/office/drawing/2014/main" id="{0FF61268-9D01-EE23-5711-074721C042E0}"/>
              </a:ext>
            </a:extLst>
          </p:cNvPr>
          <p:cNvSpPr>
            <a:spLocks noGrp="1"/>
          </p:cNvSpPr>
          <p:nvPr>
            <p:ph idx="38" hasCustomPrompt="1"/>
          </p:nvPr>
        </p:nvSpPr>
        <p:spPr>
          <a:xfrm>
            <a:off x="11116783" y="4027105"/>
            <a:ext cx="402443" cy="13236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65" name="Inhaltsplatzhalter 2">
            <a:extLst>
              <a:ext uri="{FF2B5EF4-FFF2-40B4-BE49-F238E27FC236}">
                <a16:creationId xmlns:a16="http://schemas.microsoft.com/office/drawing/2014/main" id="{A304610D-9559-3EDB-8D91-B321EF03A435}"/>
              </a:ext>
            </a:extLst>
          </p:cNvPr>
          <p:cNvSpPr>
            <a:spLocks noGrp="1"/>
          </p:cNvSpPr>
          <p:nvPr>
            <p:ph idx="39" hasCustomPrompt="1"/>
          </p:nvPr>
        </p:nvSpPr>
        <p:spPr>
          <a:xfrm>
            <a:off x="8486066" y="5758506"/>
            <a:ext cx="402443" cy="13236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66" name="Inhaltsplatzhalter 2">
            <a:extLst>
              <a:ext uri="{FF2B5EF4-FFF2-40B4-BE49-F238E27FC236}">
                <a16:creationId xmlns:a16="http://schemas.microsoft.com/office/drawing/2014/main" id="{DB22E2E7-D9C0-CB9D-24F9-F4CEDFB2304D}"/>
              </a:ext>
            </a:extLst>
          </p:cNvPr>
          <p:cNvSpPr>
            <a:spLocks noGrp="1"/>
          </p:cNvSpPr>
          <p:nvPr>
            <p:ph idx="40" hasCustomPrompt="1"/>
          </p:nvPr>
        </p:nvSpPr>
        <p:spPr>
          <a:xfrm>
            <a:off x="8485655" y="2297686"/>
            <a:ext cx="402443" cy="13236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68" name="Inhaltsplatzhalter 2">
            <a:extLst>
              <a:ext uri="{FF2B5EF4-FFF2-40B4-BE49-F238E27FC236}">
                <a16:creationId xmlns:a16="http://schemas.microsoft.com/office/drawing/2014/main" id="{B8321047-6B7B-3C5F-7A70-C0DED8AB101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F4F3818-5FEC-91B6-5D85-B43900C53A66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87FD774B-FDF1-4DE8-0680-B9E3BA034DBD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70FBFE72-4A6D-2568-023B-1D326998E5C5}"/>
              </a:ext>
            </a:extLst>
          </p:cNvPr>
          <p:cNvSpPr>
            <a:spLocks noGrp="1"/>
          </p:cNvSpPr>
          <p:nvPr>
            <p:ph type="ftr" sz="quarter" idx="42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641082C7-BE07-A111-004E-BE9498A82D3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71515653-D089-CCB5-D1CB-DFB21D5B1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6675674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Graphic 1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Bildplatzhalter 75">
            <a:extLst>
              <a:ext uri="{FF2B5EF4-FFF2-40B4-BE49-F238E27FC236}">
                <a16:creationId xmlns:a16="http://schemas.microsoft.com/office/drawing/2014/main" id="{E7CDD4E0-24E9-A2A3-13F5-3C8E2C0FF0D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177514" y="1807200"/>
            <a:ext cx="720725" cy="71913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tx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77" name="Bildplatzhalter 75">
            <a:extLst>
              <a:ext uri="{FF2B5EF4-FFF2-40B4-BE49-F238E27FC236}">
                <a16:creationId xmlns:a16="http://schemas.microsoft.com/office/drawing/2014/main" id="{B204E437-6989-182B-D017-758C3283950B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60189" y="1807200"/>
            <a:ext cx="720725" cy="71913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78" name="Bildplatzhalter 75">
            <a:extLst>
              <a:ext uri="{FF2B5EF4-FFF2-40B4-BE49-F238E27FC236}">
                <a16:creationId xmlns:a16="http://schemas.microsoft.com/office/drawing/2014/main" id="{217F7511-C6AB-4087-E532-017F0D7BBC03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3199546" y="3901343"/>
            <a:ext cx="720725" cy="719137"/>
          </a:xfrm>
          <a:prstGeom prst="rect">
            <a:avLst/>
          </a:prstGeom>
          <a:pattFill prst="pct5">
            <a:fgClr>
              <a:schemeClr val="tx2"/>
            </a:fgClr>
            <a:bgClr>
              <a:schemeClr val="tx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79" name="Bildplatzhalter 75">
            <a:extLst>
              <a:ext uri="{FF2B5EF4-FFF2-40B4-BE49-F238E27FC236}">
                <a16:creationId xmlns:a16="http://schemas.microsoft.com/office/drawing/2014/main" id="{813DC06C-1763-5233-A589-728BCB3A15B6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682221" y="3901343"/>
            <a:ext cx="720725" cy="71913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accent4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0" name="Bildplatzhalter 75">
            <a:extLst>
              <a:ext uri="{FF2B5EF4-FFF2-40B4-BE49-F238E27FC236}">
                <a16:creationId xmlns:a16="http://schemas.microsoft.com/office/drawing/2014/main" id="{8F91579E-A843-95B5-5C98-8ABA01282093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6488163" y="1824462"/>
            <a:ext cx="2016000" cy="20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1" name="Bildplatzhalter 75">
            <a:extLst>
              <a:ext uri="{FF2B5EF4-FFF2-40B4-BE49-F238E27FC236}">
                <a16:creationId xmlns:a16="http://schemas.microsoft.com/office/drawing/2014/main" id="{8EF699EA-92D3-AFA2-AF99-C6EFCA7E782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504163" y="1824462"/>
            <a:ext cx="2016000" cy="20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tx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2" name="Bildplatzhalter 75">
            <a:extLst>
              <a:ext uri="{FF2B5EF4-FFF2-40B4-BE49-F238E27FC236}">
                <a16:creationId xmlns:a16="http://schemas.microsoft.com/office/drawing/2014/main" id="{B3D1EB28-9044-FA77-EF2C-CD1779377B68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488163" y="3840462"/>
            <a:ext cx="2016000" cy="20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accent4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3" name="Bildplatzhalter 75">
            <a:extLst>
              <a:ext uri="{FF2B5EF4-FFF2-40B4-BE49-F238E27FC236}">
                <a16:creationId xmlns:a16="http://schemas.microsoft.com/office/drawing/2014/main" id="{9FBFD2AE-A89D-29CF-4CE0-3E4F240BBAC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8504163" y="3840462"/>
            <a:ext cx="2016000" cy="2016000"/>
          </a:xfrm>
          <a:prstGeom prst="rect">
            <a:avLst/>
          </a:prstGeom>
          <a:pattFill prst="pct5">
            <a:fgClr>
              <a:schemeClr val="bg2"/>
            </a:fgClr>
            <a:bgClr>
              <a:schemeClr val="tx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4" name="Textplatzhalter 9">
            <a:extLst>
              <a:ext uri="{FF2B5EF4-FFF2-40B4-BE49-F238E27FC236}">
                <a16:creationId xmlns:a16="http://schemas.microsoft.com/office/drawing/2014/main" id="{CDA609C0-647C-B1BD-93EC-A78509D9832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8813" y="2896348"/>
            <a:ext cx="2151057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 sz="1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endParaRPr lang="de-DE"/>
          </a:p>
        </p:txBody>
      </p:sp>
      <p:sp>
        <p:nvSpPr>
          <p:cNvPr id="85" name="Textplatzhalter 29">
            <a:extLst>
              <a:ext uri="{FF2B5EF4-FFF2-40B4-BE49-F238E27FC236}">
                <a16:creationId xmlns:a16="http://schemas.microsoft.com/office/drawing/2014/main" id="{C112F0A2-A070-327C-8023-F5E35CAFF63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8814" y="2666297"/>
            <a:ext cx="2151057" cy="2036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err="1"/>
              <a:t>Heading</a:t>
            </a:r>
            <a:endParaRPr lang="de-DE"/>
          </a:p>
        </p:txBody>
      </p:sp>
      <p:sp>
        <p:nvSpPr>
          <p:cNvPr id="86" name="Textplatzhalter 9">
            <a:extLst>
              <a:ext uri="{FF2B5EF4-FFF2-40B4-BE49-F238E27FC236}">
                <a16:creationId xmlns:a16="http://schemas.microsoft.com/office/drawing/2014/main" id="{254547D5-8F71-F03C-36AB-1B91C150CC1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176789" y="2896348"/>
            <a:ext cx="2151057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 sz="1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endParaRPr lang="de-DE"/>
          </a:p>
        </p:txBody>
      </p:sp>
      <p:sp>
        <p:nvSpPr>
          <p:cNvPr id="87" name="Textplatzhalter 29">
            <a:extLst>
              <a:ext uri="{FF2B5EF4-FFF2-40B4-BE49-F238E27FC236}">
                <a16:creationId xmlns:a16="http://schemas.microsoft.com/office/drawing/2014/main" id="{05042D0D-FDDB-CCD7-326B-E6A0483D70C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176790" y="2666297"/>
            <a:ext cx="2151057" cy="2036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err="1"/>
              <a:t>Heading</a:t>
            </a:r>
            <a:endParaRPr lang="de-DE"/>
          </a:p>
        </p:txBody>
      </p:sp>
      <p:sp>
        <p:nvSpPr>
          <p:cNvPr id="88" name="Textplatzhalter 9">
            <a:extLst>
              <a:ext uri="{FF2B5EF4-FFF2-40B4-BE49-F238E27FC236}">
                <a16:creationId xmlns:a16="http://schemas.microsoft.com/office/drawing/2014/main" id="{0EF15943-3A9E-1793-7627-E1655D446F3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81570" y="5016884"/>
            <a:ext cx="2151057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 sz="1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endParaRPr lang="de-DE"/>
          </a:p>
        </p:txBody>
      </p:sp>
      <p:sp>
        <p:nvSpPr>
          <p:cNvPr id="89" name="Textplatzhalter 29">
            <a:extLst>
              <a:ext uri="{FF2B5EF4-FFF2-40B4-BE49-F238E27FC236}">
                <a16:creationId xmlns:a16="http://schemas.microsoft.com/office/drawing/2014/main" id="{6B860575-782D-1C92-7C8F-D1EFBD3549D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81571" y="4786833"/>
            <a:ext cx="2151057" cy="2036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err="1"/>
              <a:t>Heading</a:t>
            </a:r>
            <a:endParaRPr lang="de-DE"/>
          </a:p>
        </p:txBody>
      </p:sp>
      <p:sp>
        <p:nvSpPr>
          <p:cNvPr id="90" name="Textplatzhalter 9">
            <a:extLst>
              <a:ext uri="{FF2B5EF4-FFF2-40B4-BE49-F238E27FC236}">
                <a16:creationId xmlns:a16="http://schemas.microsoft.com/office/drawing/2014/main" id="{6D4B7B9E-8681-3FE6-2C1C-3D017FE2314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199546" y="5016884"/>
            <a:ext cx="2151057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 sz="1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endParaRPr lang="de-DE"/>
          </a:p>
        </p:txBody>
      </p:sp>
      <p:sp>
        <p:nvSpPr>
          <p:cNvPr id="91" name="Textplatzhalter 29">
            <a:extLst>
              <a:ext uri="{FF2B5EF4-FFF2-40B4-BE49-F238E27FC236}">
                <a16:creationId xmlns:a16="http://schemas.microsoft.com/office/drawing/2014/main" id="{81A9C47E-BBD0-D717-A4B3-202CF0F24A9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199547" y="4786833"/>
            <a:ext cx="2151057" cy="2036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err="1"/>
              <a:t>Heading</a:t>
            </a:r>
            <a:endParaRPr lang="de-DE"/>
          </a:p>
        </p:txBody>
      </p:sp>
      <p:sp>
        <p:nvSpPr>
          <p:cNvPr id="92" name="Textplatzhalter 29">
            <a:extLst>
              <a:ext uri="{FF2B5EF4-FFF2-40B4-BE49-F238E27FC236}">
                <a16:creationId xmlns:a16="http://schemas.microsoft.com/office/drawing/2014/main" id="{311152C1-EE48-B023-11D2-BA0FEDD80F1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730427" y="3840462"/>
            <a:ext cx="610083" cy="2190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93" name="Textplatzhalter 29">
            <a:extLst>
              <a:ext uri="{FF2B5EF4-FFF2-40B4-BE49-F238E27FC236}">
                <a16:creationId xmlns:a16="http://schemas.microsoft.com/office/drawing/2014/main" id="{11F56A58-56BB-6693-7AEF-C847D2834F4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504163" y="6126166"/>
            <a:ext cx="610083" cy="2190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08F3CAFD-82AD-6240-32DA-0A65E1AAEC50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075857E2-8126-7390-ACA1-5E51D8C6B58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F12EF73A-21F9-849E-5E7C-DB5DEB77E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371549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Devi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2BC4B996-22FD-F47B-2286-9FC5EE9427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78B49EC-1E7E-CBA5-20E5-32DACA007E30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1E281D-AA97-31A9-EA27-7D3C3ADF18B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6" name="Group 27">
            <a:extLst>
              <a:ext uri="{FF2B5EF4-FFF2-40B4-BE49-F238E27FC236}">
                <a16:creationId xmlns:a16="http://schemas.microsoft.com/office/drawing/2014/main" id="{469D64B7-86FC-F283-991C-9E843A720F06}"/>
              </a:ext>
            </a:extLst>
          </p:cNvPr>
          <p:cNvGrpSpPr/>
          <p:nvPr userDrawn="1"/>
        </p:nvGrpSpPr>
        <p:grpSpPr>
          <a:xfrm>
            <a:off x="7105852" y="2461748"/>
            <a:ext cx="364509" cy="29294"/>
            <a:chOff x="7105852" y="2461748"/>
            <a:chExt cx="364509" cy="29294"/>
          </a:xfrm>
          <a:pattFill prst="pct5">
            <a:fgClr>
              <a:schemeClr val="tx1"/>
            </a:fgClr>
            <a:bgClr>
              <a:schemeClr val="bg1"/>
            </a:bgClr>
          </a:pattFill>
        </p:grpSpPr>
        <p:sp>
          <p:nvSpPr>
            <p:cNvPr id="27" name="Freeform 16">
              <a:extLst>
                <a:ext uri="{FF2B5EF4-FFF2-40B4-BE49-F238E27FC236}">
                  <a16:creationId xmlns:a16="http://schemas.microsoft.com/office/drawing/2014/main" id="{3C68FE3A-F1EB-2C15-C550-05BC12062266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8398" y="2465003"/>
              <a:ext cx="16273" cy="26036"/>
            </a:xfrm>
            <a:custGeom>
              <a:avLst/>
              <a:gdLst>
                <a:gd name="T0" fmla="*/ 3 w 5"/>
                <a:gd name="T1" fmla="*/ 4 h 8"/>
                <a:gd name="T2" fmla="*/ 3 w 5"/>
                <a:gd name="T3" fmla="*/ 4 h 8"/>
                <a:gd name="T4" fmla="*/ 4 w 5"/>
                <a:gd name="T5" fmla="*/ 3 h 8"/>
                <a:gd name="T6" fmla="*/ 4 w 5"/>
                <a:gd name="T7" fmla="*/ 2 h 8"/>
                <a:gd name="T8" fmla="*/ 4 w 5"/>
                <a:gd name="T9" fmla="*/ 1 h 8"/>
                <a:gd name="T10" fmla="*/ 4 w 5"/>
                <a:gd name="T11" fmla="*/ 1 h 8"/>
                <a:gd name="T12" fmla="*/ 3 w 5"/>
                <a:gd name="T13" fmla="*/ 0 h 8"/>
                <a:gd name="T14" fmla="*/ 2 w 5"/>
                <a:gd name="T15" fmla="*/ 0 h 8"/>
                <a:gd name="T16" fmla="*/ 1 w 5"/>
                <a:gd name="T17" fmla="*/ 0 h 8"/>
                <a:gd name="T18" fmla="*/ 0 w 5"/>
                <a:gd name="T19" fmla="*/ 1 h 8"/>
                <a:gd name="T20" fmla="*/ 0 w 5"/>
                <a:gd name="T21" fmla="*/ 2 h 8"/>
                <a:gd name="T22" fmla="*/ 0 w 5"/>
                <a:gd name="T23" fmla="*/ 3 h 8"/>
                <a:gd name="T24" fmla="*/ 1 w 5"/>
                <a:gd name="T25" fmla="*/ 3 h 8"/>
                <a:gd name="T26" fmla="*/ 1 w 5"/>
                <a:gd name="T27" fmla="*/ 2 h 8"/>
                <a:gd name="T28" fmla="*/ 1 w 5"/>
                <a:gd name="T29" fmla="*/ 2 h 8"/>
                <a:gd name="T30" fmla="*/ 1 w 5"/>
                <a:gd name="T31" fmla="*/ 1 h 8"/>
                <a:gd name="T32" fmla="*/ 2 w 5"/>
                <a:gd name="T33" fmla="*/ 1 h 8"/>
                <a:gd name="T34" fmla="*/ 3 w 5"/>
                <a:gd name="T35" fmla="*/ 1 h 8"/>
                <a:gd name="T36" fmla="*/ 3 w 5"/>
                <a:gd name="T37" fmla="*/ 2 h 8"/>
                <a:gd name="T38" fmla="*/ 3 w 5"/>
                <a:gd name="T39" fmla="*/ 3 h 8"/>
                <a:gd name="T40" fmla="*/ 3 w 5"/>
                <a:gd name="T41" fmla="*/ 3 h 8"/>
                <a:gd name="T42" fmla="*/ 2 w 5"/>
                <a:gd name="T43" fmla="*/ 3 h 8"/>
                <a:gd name="T44" fmla="*/ 2 w 5"/>
                <a:gd name="T45" fmla="*/ 4 h 8"/>
                <a:gd name="T46" fmla="*/ 2 w 5"/>
                <a:gd name="T47" fmla="*/ 4 h 8"/>
                <a:gd name="T48" fmla="*/ 2 w 5"/>
                <a:gd name="T49" fmla="*/ 4 h 8"/>
                <a:gd name="T50" fmla="*/ 2 w 5"/>
                <a:gd name="T51" fmla="*/ 4 h 8"/>
                <a:gd name="T52" fmla="*/ 2 w 5"/>
                <a:gd name="T53" fmla="*/ 4 h 8"/>
                <a:gd name="T54" fmla="*/ 3 w 5"/>
                <a:gd name="T55" fmla="*/ 4 h 8"/>
                <a:gd name="T56" fmla="*/ 3 w 5"/>
                <a:gd name="T57" fmla="*/ 5 h 8"/>
                <a:gd name="T58" fmla="*/ 4 w 5"/>
                <a:gd name="T59" fmla="*/ 5 h 8"/>
                <a:gd name="T60" fmla="*/ 4 w 5"/>
                <a:gd name="T61" fmla="*/ 6 h 8"/>
                <a:gd name="T62" fmla="*/ 4 w 5"/>
                <a:gd name="T63" fmla="*/ 6 h 8"/>
                <a:gd name="T64" fmla="*/ 3 w 5"/>
                <a:gd name="T65" fmla="*/ 7 h 8"/>
                <a:gd name="T66" fmla="*/ 3 w 5"/>
                <a:gd name="T67" fmla="*/ 7 h 8"/>
                <a:gd name="T68" fmla="*/ 2 w 5"/>
                <a:gd name="T69" fmla="*/ 7 h 8"/>
                <a:gd name="T70" fmla="*/ 1 w 5"/>
                <a:gd name="T71" fmla="*/ 7 h 8"/>
                <a:gd name="T72" fmla="*/ 0 w 5"/>
                <a:gd name="T73" fmla="*/ 5 h 8"/>
                <a:gd name="T74" fmla="*/ 0 w 5"/>
                <a:gd name="T75" fmla="*/ 5 h 8"/>
                <a:gd name="T76" fmla="*/ 0 w 5"/>
                <a:gd name="T77" fmla="*/ 6 h 8"/>
                <a:gd name="T78" fmla="*/ 0 w 5"/>
                <a:gd name="T79" fmla="*/ 7 h 8"/>
                <a:gd name="T80" fmla="*/ 1 w 5"/>
                <a:gd name="T81" fmla="*/ 8 h 8"/>
                <a:gd name="T82" fmla="*/ 2 w 5"/>
                <a:gd name="T83" fmla="*/ 8 h 8"/>
                <a:gd name="T84" fmla="*/ 3 w 5"/>
                <a:gd name="T85" fmla="*/ 8 h 8"/>
                <a:gd name="T86" fmla="*/ 4 w 5"/>
                <a:gd name="T87" fmla="*/ 7 h 8"/>
                <a:gd name="T88" fmla="*/ 4 w 5"/>
                <a:gd name="T89" fmla="*/ 7 h 8"/>
                <a:gd name="T90" fmla="*/ 5 w 5"/>
                <a:gd name="T91" fmla="*/ 6 h 8"/>
                <a:gd name="T92" fmla="*/ 4 w 5"/>
                <a:gd name="T93" fmla="*/ 4 h 8"/>
                <a:gd name="T94" fmla="*/ 3 w 5"/>
                <a:gd name="T95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" h="8">
                  <a:moveTo>
                    <a:pt x="3" y="4"/>
                  </a:moveTo>
                  <a:cubicBezTo>
                    <a:pt x="3" y="4"/>
                    <a:pt x="3" y="4"/>
                    <a:pt x="3" y="4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1" y="7"/>
                    <a:pt x="1" y="7"/>
                  </a:cubicBezTo>
                  <a:cubicBezTo>
                    <a:pt x="1" y="6"/>
                    <a:pt x="0" y="6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4" y="5"/>
                    <a:pt x="4" y="4"/>
                  </a:cubicBezTo>
                  <a:cubicBezTo>
                    <a:pt x="4" y="4"/>
                    <a:pt x="4" y="4"/>
                    <a:pt x="3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28" name="Freeform 17">
              <a:extLst>
                <a:ext uri="{FF2B5EF4-FFF2-40B4-BE49-F238E27FC236}">
                  <a16:creationId xmlns:a16="http://schemas.microsoft.com/office/drawing/2014/main" id="{D8DC6444-6D8F-30FC-4658-397E7C3BB9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87216" y="2465003"/>
              <a:ext cx="22782" cy="26036"/>
            </a:xfrm>
            <a:custGeom>
              <a:avLst/>
              <a:gdLst>
                <a:gd name="T0" fmla="*/ 6 w 14"/>
                <a:gd name="T1" fmla="*/ 2 h 16"/>
                <a:gd name="T2" fmla="*/ 8 w 14"/>
                <a:gd name="T3" fmla="*/ 2 h 16"/>
                <a:gd name="T4" fmla="*/ 10 w 14"/>
                <a:gd name="T5" fmla="*/ 10 h 16"/>
                <a:gd name="T6" fmla="*/ 4 w 14"/>
                <a:gd name="T7" fmla="*/ 10 h 16"/>
                <a:gd name="T8" fmla="*/ 6 w 14"/>
                <a:gd name="T9" fmla="*/ 2 h 16"/>
                <a:gd name="T10" fmla="*/ 6 w 14"/>
                <a:gd name="T11" fmla="*/ 0 h 16"/>
                <a:gd name="T12" fmla="*/ 0 w 14"/>
                <a:gd name="T13" fmla="*/ 16 h 16"/>
                <a:gd name="T14" fmla="*/ 2 w 14"/>
                <a:gd name="T15" fmla="*/ 16 h 16"/>
                <a:gd name="T16" fmla="*/ 4 w 14"/>
                <a:gd name="T17" fmla="*/ 10 h 16"/>
                <a:gd name="T18" fmla="*/ 10 w 14"/>
                <a:gd name="T19" fmla="*/ 10 h 16"/>
                <a:gd name="T20" fmla="*/ 12 w 14"/>
                <a:gd name="T21" fmla="*/ 16 h 16"/>
                <a:gd name="T22" fmla="*/ 14 w 14"/>
                <a:gd name="T23" fmla="*/ 16 h 16"/>
                <a:gd name="T24" fmla="*/ 8 w 14"/>
                <a:gd name="T25" fmla="*/ 0 h 16"/>
                <a:gd name="T26" fmla="*/ 6 w 14"/>
                <a:gd name="T2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" h="16">
                  <a:moveTo>
                    <a:pt x="6" y="2"/>
                  </a:moveTo>
                  <a:lnTo>
                    <a:pt x="8" y="2"/>
                  </a:lnTo>
                  <a:lnTo>
                    <a:pt x="10" y="10"/>
                  </a:lnTo>
                  <a:lnTo>
                    <a:pt x="4" y="10"/>
                  </a:lnTo>
                  <a:lnTo>
                    <a:pt x="6" y="2"/>
                  </a:lnTo>
                  <a:close/>
                  <a:moveTo>
                    <a:pt x="6" y="0"/>
                  </a:moveTo>
                  <a:lnTo>
                    <a:pt x="0" y="16"/>
                  </a:lnTo>
                  <a:lnTo>
                    <a:pt x="2" y="16"/>
                  </a:lnTo>
                  <a:lnTo>
                    <a:pt x="4" y="10"/>
                  </a:lnTo>
                  <a:lnTo>
                    <a:pt x="10" y="10"/>
                  </a:lnTo>
                  <a:lnTo>
                    <a:pt x="12" y="16"/>
                  </a:lnTo>
                  <a:lnTo>
                    <a:pt x="14" y="16"/>
                  </a:lnTo>
                  <a:lnTo>
                    <a:pt x="8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29" name="Freeform 18">
              <a:extLst>
                <a:ext uri="{FF2B5EF4-FFF2-40B4-BE49-F238E27FC236}">
                  <a16:creationId xmlns:a16="http://schemas.microsoft.com/office/drawing/2014/main" id="{B72E36B5-B5C2-B39F-7B31-9F085A63305A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7106" y="2471512"/>
              <a:ext cx="3255" cy="13018"/>
            </a:xfrm>
            <a:custGeom>
              <a:avLst/>
              <a:gdLst>
                <a:gd name="T0" fmla="*/ 0 w 1"/>
                <a:gd name="T1" fmla="*/ 0 h 4"/>
                <a:gd name="T2" fmla="*/ 0 w 1"/>
                <a:gd name="T3" fmla="*/ 4 h 4"/>
                <a:gd name="T4" fmla="*/ 1 w 1"/>
                <a:gd name="T5" fmla="*/ 2 h 4"/>
                <a:gd name="T6" fmla="*/ 0 w 1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4">
                  <a:moveTo>
                    <a:pt x="0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1" y="3"/>
                    <a:pt x="1" y="2"/>
                  </a:cubicBezTo>
                  <a:cubicBezTo>
                    <a:pt x="1" y="1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30" name="Freeform 19">
              <a:extLst>
                <a:ext uri="{FF2B5EF4-FFF2-40B4-BE49-F238E27FC236}">
                  <a16:creationId xmlns:a16="http://schemas.microsoft.com/office/drawing/2014/main" id="{02639FCC-9A15-843C-C8C7-C700B855AF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57925" y="2465003"/>
              <a:ext cx="16273" cy="26036"/>
            </a:xfrm>
            <a:custGeom>
              <a:avLst/>
              <a:gdLst>
                <a:gd name="T0" fmla="*/ 4 w 5"/>
                <a:gd name="T1" fmla="*/ 4 h 8"/>
                <a:gd name="T2" fmla="*/ 4 w 5"/>
                <a:gd name="T3" fmla="*/ 5 h 8"/>
                <a:gd name="T4" fmla="*/ 4 w 5"/>
                <a:gd name="T5" fmla="*/ 6 h 8"/>
                <a:gd name="T6" fmla="*/ 3 w 5"/>
                <a:gd name="T7" fmla="*/ 7 h 8"/>
                <a:gd name="T8" fmla="*/ 2 w 5"/>
                <a:gd name="T9" fmla="*/ 7 h 8"/>
                <a:gd name="T10" fmla="*/ 2 w 5"/>
                <a:gd name="T11" fmla="*/ 7 h 8"/>
                <a:gd name="T12" fmla="*/ 1 w 5"/>
                <a:gd name="T13" fmla="*/ 6 h 8"/>
                <a:gd name="T14" fmla="*/ 1 w 5"/>
                <a:gd name="T15" fmla="*/ 5 h 8"/>
                <a:gd name="T16" fmla="*/ 1 w 5"/>
                <a:gd name="T17" fmla="*/ 4 h 8"/>
                <a:gd name="T18" fmla="*/ 1 w 5"/>
                <a:gd name="T19" fmla="*/ 3 h 8"/>
                <a:gd name="T20" fmla="*/ 1 w 5"/>
                <a:gd name="T21" fmla="*/ 3 h 8"/>
                <a:gd name="T22" fmla="*/ 1 w 5"/>
                <a:gd name="T23" fmla="*/ 2 h 8"/>
                <a:gd name="T24" fmla="*/ 1 w 5"/>
                <a:gd name="T25" fmla="*/ 2 h 8"/>
                <a:gd name="T26" fmla="*/ 2 w 5"/>
                <a:gd name="T27" fmla="*/ 1 h 8"/>
                <a:gd name="T28" fmla="*/ 2 w 5"/>
                <a:gd name="T29" fmla="*/ 1 h 8"/>
                <a:gd name="T30" fmla="*/ 3 w 5"/>
                <a:gd name="T31" fmla="*/ 1 h 8"/>
                <a:gd name="T32" fmla="*/ 3 w 5"/>
                <a:gd name="T33" fmla="*/ 2 h 8"/>
                <a:gd name="T34" fmla="*/ 4 w 5"/>
                <a:gd name="T35" fmla="*/ 2 h 8"/>
                <a:gd name="T36" fmla="*/ 4 w 5"/>
                <a:gd name="T37" fmla="*/ 3 h 8"/>
                <a:gd name="T38" fmla="*/ 4 w 5"/>
                <a:gd name="T39" fmla="*/ 3 h 8"/>
                <a:gd name="T40" fmla="*/ 4 w 5"/>
                <a:gd name="T41" fmla="*/ 4 h 8"/>
                <a:gd name="T42" fmla="*/ 5 w 5"/>
                <a:gd name="T43" fmla="*/ 4 h 8"/>
                <a:gd name="T44" fmla="*/ 5 w 5"/>
                <a:gd name="T45" fmla="*/ 3 h 8"/>
                <a:gd name="T46" fmla="*/ 5 w 5"/>
                <a:gd name="T47" fmla="*/ 2 h 8"/>
                <a:gd name="T48" fmla="*/ 5 w 5"/>
                <a:gd name="T49" fmla="*/ 2 h 8"/>
                <a:gd name="T50" fmla="*/ 4 w 5"/>
                <a:gd name="T51" fmla="*/ 1 h 8"/>
                <a:gd name="T52" fmla="*/ 3 w 5"/>
                <a:gd name="T53" fmla="*/ 0 h 8"/>
                <a:gd name="T54" fmla="*/ 2 w 5"/>
                <a:gd name="T55" fmla="*/ 0 h 8"/>
                <a:gd name="T56" fmla="*/ 1 w 5"/>
                <a:gd name="T57" fmla="*/ 0 h 8"/>
                <a:gd name="T58" fmla="*/ 1 w 5"/>
                <a:gd name="T59" fmla="*/ 1 h 8"/>
                <a:gd name="T60" fmla="*/ 0 w 5"/>
                <a:gd name="T61" fmla="*/ 2 h 8"/>
                <a:gd name="T62" fmla="*/ 0 w 5"/>
                <a:gd name="T63" fmla="*/ 2 h 8"/>
                <a:gd name="T64" fmla="*/ 0 w 5"/>
                <a:gd name="T65" fmla="*/ 3 h 8"/>
                <a:gd name="T66" fmla="*/ 0 w 5"/>
                <a:gd name="T67" fmla="*/ 4 h 8"/>
                <a:gd name="T68" fmla="*/ 0 w 5"/>
                <a:gd name="T69" fmla="*/ 5 h 8"/>
                <a:gd name="T70" fmla="*/ 0 w 5"/>
                <a:gd name="T71" fmla="*/ 6 h 8"/>
                <a:gd name="T72" fmla="*/ 0 w 5"/>
                <a:gd name="T73" fmla="*/ 7 h 8"/>
                <a:gd name="T74" fmla="*/ 1 w 5"/>
                <a:gd name="T75" fmla="*/ 7 h 8"/>
                <a:gd name="T76" fmla="*/ 1 w 5"/>
                <a:gd name="T77" fmla="*/ 8 h 8"/>
                <a:gd name="T78" fmla="*/ 2 w 5"/>
                <a:gd name="T79" fmla="*/ 8 h 8"/>
                <a:gd name="T80" fmla="*/ 3 w 5"/>
                <a:gd name="T81" fmla="*/ 8 h 8"/>
                <a:gd name="T82" fmla="*/ 4 w 5"/>
                <a:gd name="T83" fmla="*/ 7 h 8"/>
                <a:gd name="T84" fmla="*/ 5 w 5"/>
                <a:gd name="T85" fmla="*/ 7 h 8"/>
                <a:gd name="T86" fmla="*/ 5 w 5"/>
                <a:gd name="T87" fmla="*/ 6 h 8"/>
                <a:gd name="T88" fmla="*/ 5 w 5"/>
                <a:gd name="T89" fmla="*/ 5 h 8"/>
                <a:gd name="T90" fmla="*/ 5 w 5"/>
                <a:gd name="T91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" h="8">
                  <a:moveTo>
                    <a:pt x="4" y="4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4"/>
                    <a:pt x="4" y="4"/>
                    <a:pt x="4" y="4"/>
                  </a:cubicBezTo>
                  <a:moveTo>
                    <a:pt x="5" y="4"/>
                  </a:moveTo>
                  <a:cubicBezTo>
                    <a:pt x="5" y="3"/>
                    <a:pt x="5" y="3"/>
                    <a:pt x="5" y="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4"/>
                    <a:pt x="5" y="4"/>
                    <a:pt x="5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31" name="Freeform 20">
              <a:extLst>
                <a:ext uri="{FF2B5EF4-FFF2-40B4-BE49-F238E27FC236}">
                  <a16:creationId xmlns:a16="http://schemas.microsoft.com/office/drawing/2014/main" id="{5D4B37E1-2F0D-7453-4D6C-46A39E1B2C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05852" y="2465003"/>
              <a:ext cx="16273" cy="26036"/>
            </a:xfrm>
            <a:custGeom>
              <a:avLst/>
              <a:gdLst>
                <a:gd name="T0" fmla="*/ 4 w 5"/>
                <a:gd name="T1" fmla="*/ 3 h 8"/>
                <a:gd name="T2" fmla="*/ 4 w 5"/>
                <a:gd name="T3" fmla="*/ 3 h 8"/>
                <a:gd name="T4" fmla="*/ 3 w 5"/>
                <a:gd name="T5" fmla="*/ 4 h 8"/>
                <a:gd name="T6" fmla="*/ 3 w 5"/>
                <a:gd name="T7" fmla="*/ 4 h 8"/>
                <a:gd name="T8" fmla="*/ 2 w 5"/>
                <a:gd name="T9" fmla="*/ 4 h 8"/>
                <a:gd name="T10" fmla="*/ 2 w 5"/>
                <a:gd name="T11" fmla="*/ 4 h 8"/>
                <a:gd name="T12" fmla="*/ 1 w 5"/>
                <a:gd name="T13" fmla="*/ 4 h 8"/>
                <a:gd name="T14" fmla="*/ 1 w 5"/>
                <a:gd name="T15" fmla="*/ 3 h 8"/>
                <a:gd name="T16" fmla="*/ 1 w 5"/>
                <a:gd name="T17" fmla="*/ 3 h 8"/>
                <a:gd name="T18" fmla="*/ 1 w 5"/>
                <a:gd name="T19" fmla="*/ 2 h 8"/>
                <a:gd name="T20" fmla="*/ 1 w 5"/>
                <a:gd name="T21" fmla="*/ 2 h 8"/>
                <a:gd name="T22" fmla="*/ 2 w 5"/>
                <a:gd name="T23" fmla="*/ 1 h 8"/>
                <a:gd name="T24" fmla="*/ 2 w 5"/>
                <a:gd name="T25" fmla="*/ 1 h 8"/>
                <a:gd name="T26" fmla="*/ 3 w 5"/>
                <a:gd name="T27" fmla="*/ 1 h 8"/>
                <a:gd name="T28" fmla="*/ 4 w 5"/>
                <a:gd name="T29" fmla="*/ 2 h 8"/>
                <a:gd name="T30" fmla="*/ 4 w 5"/>
                <a:gd name="T31" fmla="*/ 2 h 8"/>
                <a:gd name="T32" fmla="*/ 4 w 5"/>
                <a:gd name="T33" fmla="*/ 3 h 8"/>
                <a:gd name="T34" fmla="*/ 5 w 5"/>
                <a:gd name="T35" fmla="*/ 4 h 8"/>
                <a:gd name="T36" fmla="*/ 5 w 5"/>
                <a:gd name="T37" fmla="*/ 2 h 8"/>
                <a:gd name="T38" fmla="*/ 4 w 5"/>
                <a:gd name="T39" fmla="*/ 1 h 8"/>
                <a:gd name="T40" fmla="*/ 3 w 5"/>
                <a:gd name="T41" fmla="*/ 0 h 8"/>
                <a:gd name="T42" fmla="*/ 2 w 5"/>
                <a:gd name="T43" fmla="*/ 0 h 8"/>
                <a:gd name="T44" fmla="*/ 1 w 5"/>
                <a:gd name="T45" fmla="*/ 0 h 8"/>
                <a:gd name="T46" fmla="*/ 1 w 5"/>
                <a:gd name="T47" fmla="*/ 1 h 8"/>
                <a:gd name="T48" fmla="*/ 0 w 5"/>
                <a:gd name="T49" fmla="*/ 2 h 8"/>
                <a:gd name="T50" fmla="*/ 0 w 5"/>
                <a:gd name="T51" fmla="*/ 3 h 8"/>
                <a:gd name="T52" fmla="*/ 0 w 5"/>
                <a:gd name="T53" fmla="*/ 4 h 8"/>
                <a:gd name="T54" fmla="*/ 1 w 5"/>
                <a:gd name="T55" fmla="*/ 5 h 8"/>
                <a:gd name="T56" fmla="*/ 1 w 5"/>
                <a:gd name="T57" fmla="*/ 5 h 8"/>
                <a:gd name="T58" fmla="*/ 2 w 5"/>
                <a:gd name="T59" fmla="*/ 5 h 8"/>
                <a:gd name="T60" fmla="*/ 3 w 5"/>
                <a:gd name="T61" fmla="*/ 5 h 8"/>
                <a:gd name="T62" fmla="*/ 4 w 5"/>
                <a:gd name="T63" fmla="*/ 4 h 8"/>
                <a:gd name="T64" fmla="*/ 4 w 5"/>
                <a:gd name="T65" fmla="*/ 4 h 8"/>
                <a:gd name="T66" fmla="*/ 4 w 5"/>
                <a:gd name="T67" fmla="*/ 6 h 8"/>
                <a:gd name="T68" fmla="*/ 2 w 5"/>
                <a:gd name="T69" fmla="*/ 7 h 8"/>
                <a:gd name="T70" fmla="*/ 1 w 5"/>
                <a:gd name="T71" fmla="*/ 7 h 8"/>
                <a:gd name="T72" fmla="*/ 1 w 5"/>
                <a:gd name="T73" fmla="*/ 6 h 8"/>
                <a:gd name="T74" fmla="*/ 0 w 5"/>
                <a:gd name="T75" fmla="*/ 6 h 8"/>
                <a:gd name="T76" fmla="*/ 1 w 5"/>
                <a:gd name="T77" fmla="*/ 7 h 8"/>
                <a:gd name="T78" fmla="*/ 2 w 5"/>
                <a:gd name="T79" fmla="*/ 8 h 8"/>
                <a:gd name="T80" fmla="*/ 4 w 5"/>
                <a:gd name="T81" fmla="*/ 7 h 8"/>
                <a:gd name="T82" fmla="*/ 5 w 5"/>
                <a:gd name="T83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" h="8">
                  <a:moveTo>
                    <a:pt x="4" y="3"/>
                  </a:moveTo>
                  <a:cubicBezTo>
                    <a:pt x="4" y="3"/>
                    <a:pt x="4" y="3"/>
                    <a:pt x="4" y="3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4" y="3"/>
                    <a:pt x="4" y="3"/>
                  </a:cubicBezTo>
                  <a:moveTo>
                    <a:pt x="5" y="4"/>
                  </a:moveTo>
                  <a:cubicBezTo>
                    <a:pt x="5" y="3"/>
                    <a:pt x="5" y="3"/>
                    <a:pt x="5" y="2"/>
                  </a:cubicBezTo>
                  <a:cubicBezTo>
                    <a:pt x="5" y="2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5"/>
                    <a:pt x="4" y="6"/>
                    <a:pt x="4" y="6"/>
                  </a:cubicBezTo>
                  <a:cubicBezTo>
                    <a:pt x="3" y="7"/>
                    <a:pt x="3" y="7"/>
                    <a:pt x="2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1" y="6"/>
                    <a:pt x="1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1" y="7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4" y="8"/>
                    <a:pt x="4" y="7"/>
                  </a:cubicBezTo>
                  <a:cubicBezTo>
                    <a:pt x="5" y="6"/>
                    <a:pt x="5" y="5"/>
                    <a:pt x="5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32" name="Rectangle 21">
              <a:extLst>
                <a:ext uri="{FF2B5EF4-FFF2-40B4-BE49-F238E27FC236}">
                  <a16:creationId xmlns:a16="http://schemas.microsoft.com/office/drawing/2014/main" id="{A5674583-6A4F-D6D8-8E9F-E094194015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8634" y="2487787"/>
              <a:ext cx="3255" cy="325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Rectangle 22">
              <a:extLst>
                <a:ext uri="{FF2B5EF4-FFF2-40B4-BE49-F238E27FC236}">
                  <a16:creationId xmlns:a16="http://schemas.microsoft.com/office/drawing/2014/main" id="{3F3803F5-4943-63D5-818D-7805C59CD5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8634" y="2471514"/>
              <a:ext cx="3255" cy="325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34" name="Freeform 23">
              <a:extLst>
                <a:ext uri="{FF2B5EF4-FFF2-40B4-BE49-F238E27FC236}">
                  <a16:creationId xmlns:a16="http://schemas.microsoft.com/office/drawing/2014/main" id="{BF234ADB-C4F4-9E60-2564-FC957D3B4F9A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6452" y="2461748"/>
              <a:ext cx="29291" cy="13018"/>
            </a:xfrm>
            <a:custGeom>
              <a:avLst/>
              <a:gdLst>
                <a:gd name="T0" fmla="*/ 0 w 9"/>
                <a:gd name="T1" fmla="*/ 3 h 4"/>
                <a:gd name="T2" fmla="*/ 1 w 9"/>
                <a:gd name="T3" fmla="*/ 4 h 4"/>
                <a:gd name="T4" fmla="*/ 4 w 9"/>
                <a:gd name="T5" fmla="*/ 3 h 4"/>
                <a:gd name="T6" fmla="*/ 8 w 9"/>
                <a:gd name="T7" fmla="*/ 4 h 4"/>
                <a:gd name="T8" fmla="*/ 9 w 9"/>
                <a:gd name="T9" fmla="*/ 3 h 4"/>
                <a:gd name="T10" fmla="*/ 0 w 9"/>
                <a:gd name="T11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4">
                  <a:moveTo>
                    <a:pt x="0" y="3"/>
                  </a:moveTo>
                  <a:cubicBezTo>
                    <a:pt x="0" y="3"/>
                    <a:pt x="0" y="4"/>
                    <a:pt x="1" y="4"/>
                  </a:cubicBezTo>
                  <a:cubicBezTo>
                    <a:pt x="2" y="3"/>
                    <a:pt x="3" y="3"/>
                    <a:pt x="4" y="3"/>
                  </a:cubicBezTo>
                  <a:cubicBezTo>
                    <a:pt x="6" y="3"/>
                    <a:pt x="7" y="3"/>
                    <a:pt x="8" y="4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6" y="0"/>
                    <a:pt x="2" y="0"/>
                    <a:pt x="0" y="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35" name="Freeform 24">
              <a:extLst>
                <a:ext uri="{FF2B5EF4-FFF2-40B4-BE49-F238E27FC236}">
                  <a16:creationId xmlns:a16="http://schemas.microsoft.com/office/drawing/2014/main" id="{3A97B463-DCCE-F5E4-1071-3BA69E3695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15034" y="2465003"/>
              <a:ext cx="48818" cy="26036"/>
            </a:xfrm>
            <a:custGeom>
              <a:avLst/>
              <a:gdLst>
                <a:gd name="T0" fmla="*/ 11 w 15"/>
                <a:gd name="T1" fmla="*/ 7 h 8"/>
                <a:gd name="T2" fmla="*/ 10 w 15"/>
                <a:gd name="T3" fmla="*/ 7 h 8"/>
                <a:gd name="T4" fmla="*/ 2 w 15"/>
                <a:gd name="T5" fmla="*/ 7 h 8"/>
                <a:gd name="T6" fmla="*/ 1 w 15"/>
                <a:gd name="T7" fmla="*/ 6 h 8"/>
                <a:gd name="T8" fmla="*/ 1 w 15"/>
                <a:gd name="T9" fmla="*/ 2 h 8"/>
                <a:gd name="T10" fmla="*/ 2 w 15"/>
                <a:gd name="T11" fmla="*/ 1 h 8"/>
                <a:gd name="T12" fmla="*/ 10 w 15"/>
                <a:gd name="T13" fmla="*/ 1 h 8"/>
                <a:gd name="T14" fmla="*/ 11 w 15"/>
                <a:gd name="T15" fmla="*/ 2 h 8"/>
                <a:gd name="T16" fmla="*/ 11 w 15"/>
                <a:gd name="T17" fmla="*/ 7 h 8"/>
                <a:gd name="T18" fmla="*/ 15 w 15"/>
                <a:gd name="T19" fmla="*/ 6 h 8"/>
                <a:gd name="T20" fmla="*/ 15 w 15"/>
                <a:gd name="T21" fmla="*/ 2 h 8"/>
                <a:gd name="T22" fmla="*/ 13 w 15"/>
                <a:gd name="T23" fmla="*/ 0 h 8"/>
                <a:gd name="T24" fmla="*/ 2 w 15"/>
                <a:gd name="T25" fmla="*/ 0 h 8"/>
                <a:gd name="T26" fmla="*/ 0 w 15"/>
                <a:gd name="T27" fmla="*/ 2 h 8"/>
                <a:gd name="T28" fmla="*/ 0 w 15"/>
                <a:gd name="T29" fmla="*/ 6 h 8"/>
                <a:gd name="T30" fmla="*/ 2 w 15"/>
                <a:gd name="T31" fmla="*/ 8 h 8"/>
                <a:gd name="T32" fmla="*/ 7 w 15"/>
                <a:gd name="T33" fmla="*/ 8 h 8"/>
                <a:gd name="T34" fmla="*/ 13 w 15"/>
                <a:gd name="T35" fmla="*/ 8 h 8"/>
                <a:gd name="T36" fmla="*/ 15 w 15"/>
                <a:gd name="T37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" h="8">
                  <a:moveTo>
                    <a:pt x="11" y="7"/>
                  </a:moveTo>
                  <a:cubicBezTo>
                    <a:pt x="10" y="7"/>
                    <a:pt x="10" y="7"/>
                    <a:pt x="10" y="7"/>
                  </a:cubicBezTo>
                  <a:cubicBezTo>
                    <a:pt x="8" y="7"/>
                    <a:pt x="5" y="7"/>
                    <a:pt x="2" y="7"/>
                  </a:cubicBezTo>
                  <a:cubicBezTo>
                    <a:pt x="2" y="7"/>
                    <a:pt x="1" y="6"/>
                    <a:pt x="1" y="6"/>
                  </a:cubicBezTo>
                  <a:cubicBezTo>
                    <a:pt x="1" y="5"/>
                    <a:pt x="1" y="3"/>
                    <a:pt x="1" y="2"/>
                  </a:cubicBezTo>
                  <a:cubicBezTo>
                    <a:pt x="1" y="2"/>
                    <a:pt x="2" y="1"/>
                    <a:pt x="2" y="1"/>
                  </a:cubicBezTo>
                  <a:cubicBezTo>
                    <a:pt x="5" y="1"/>
                    <a:pt x="8" y="1"/>
                    <a:pt x="10" y="1"/>
                  </a:cubicBezTo>
                  <a:cubicBezTo>
                    <a:pt x="11" y="2"/>
                    <a:pt x="11" y="2"/>
                    <a:pt x="11" y="2"/>
                  </a:cubicBezTo>
                  <a:lnTo>
                    <a:pt x="11" y="7"/>
                  </a:lnTo>
                  <a:close/>
                  <a:moveTo>
                    <a:pt x="15" y="6"/>
                  </a:moveTo>
                  <a:cubicBezTo>
                    <a:pt x="15" y="5"/>
                    <a:pt x="15" y="3"/>
                    <a:pt x="15" y="2"/>
                  </a:cubicBezTo>
                  <a:cubicBezTo>
                    <a:pt x="15" y="1"/>
                    <a:pt x="14" y="0"/>
                    <a:pt x="13" y="0"/>
                  </a:cubicBezTo>
                  <a:cubicBezTo>
                    <a:pt x="9" y="0"/>
                    <a:pt x="6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7"/>
                    <a:pt x="1" y="8"/>
                    <a:pt x="2" y="8"/>
                  </a:cubicBezTo>
                  <a:cubicBezTo>
                    <a:pt x="4" y="8"/>
                    <a:pt x="6" y="8"/>
                    <a:pt x="7" y="8"/>
                  </a:cubicBezTo>
                  <a:cubicBezTo>
                    <a:pt x="9" y="8"/>
                    <a:pt x="11" y="8"/>
                    <a:pt x="13" y="8"/>
                  </a:cubicBezTo>
                  <a:cubicBezTo>
                    <a:pt x="14" y="8"/>
                    <a:pt x="15" y="7"/>
                    <a:pt x="15" y="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36" name="Oval 25">
              <a:extLst>
                <a:ext uri="{FF2B5EF4-FFF2-40B4-BE49-F238E27FC236}">
                  <a16:creationId xmlns:a16="http://schemas.microsoft.com/office/drawing/2014/main" id="{9453C3EC-86F2-D350-875C-D06D33E49D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66215" y="2484530"/>
              <a:ext cx="9764" cy="650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37" name="Freeform 26">
              <a:extLst>
                <a:ext uri="{FF2B5EF4-FFF2-40B4-BE49-F238E27FC236}">
                  <a16:creationId xmlns:a16="http://schemas.microsoft.com/office/drawing/2014/main" id="{8D9BD1AB-4560-4FC2-3272-D38AE28B5697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9704" y="2471514"/>
              <a:ext cx="19527" cy="9764"/>
            </a:xfrm>
            <a:custGeom>
              <a:avLst/>
              <a:gdLst>
                <a:gd name="T0" fmla="*/ 0 w 6"/>
                <a:gd name="T1" fmla="*/ 2 h 3"/>
                <a:gd name="T2" fmla="*/ 2 w 6"/>
                <a:gd name="T3" fmla="*/ 3 h 3"/>
                <a:gd name="T4" fmla="*/ 3 w 6"/>
                <a:gd name="T5" fmla="*/ 3 h 3"/>
                <a:gd name="T6" fmla="*/ 5 w 6"/>
                <a:gd name="T7" fmla="*/ 3 h 3"/>
                <a:gd name="T8" fmla="*/ 6 w 6"/>
                <a:gd name="T9" fmla="*/ 2 h 3"/>
                <a:gd name="T10" fmla="*/ 0 w 6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">
                  <a:moveTo>
                    <a:pt x="0" y="2"/>
                  </a:moveTo>
                  <a:cubicBezTo>
                    <a:pt x="1" y="3"/>
                    <a:pt x="1" y="3"/>
                    <a:pt x="2" y="3"/>
                  </a:cubicBezTo>
                  <a:cubicBezTo>
                    <a:pt x="2" y="3"/>
                    <a:pt x="3" y="3"/>
                    <a:pt x="3" y="3"/>
                  </a:cubicBezTo>
                  <a:cubicBezTo>
                    <a:pt x="4" y="3"/>
                    <a:pt x="4" y="3"/>
                    <a:pt x="5" y="3"/>
                  </a:cubicBezTo>
                  <a:cubicBezTo>
                    <a:pt x="5" y="3"/>
                    <a:pt x="6" y="3"/>
                    <a:pt x="6" y="2"/>
                  </a:cubicBezTo>
                  <a:cubicBezTo>
                    <a:pt x="5" y="0"/>
                    <a:pt x="2" y="0"/>
                    <a:pt x="0" y="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38" name="Freeform 27">
              <a:extLst>
                <a:ext uri="{FF2B5EF4-FFF2-40B4-BE49-F238E27FC236}">
                  <a16:creationId xmlns:a16="http://schemas.microsoft.com/office/drawing/2014/main" id="{305C0D6C-3D71-3179-7D29-E2F03854D7A2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1361" y="2481278"/>
              <a:ext cx="9764" cy="9764"/>
            </a:xfrm>
            <a:custGeom>
              <a:avLst/>
              <a:gdLst>
                <a:gd name="T0" fmla="*/ 2 w 3"/>
                <a:gd name="T1" fmla="*/ 0 h 3"/>
                <a:gd name="T2" fmla="*/ 2 w 3"/>
                <a:gd name="T3" fmla="*/ 0 h 3"/>
                <a:gd name="T4" fmla="*/ 0 w 3"/>
                <a:gd name="T5" fmla="*/ 1 h 3"/>
                <a:gd name="T6" fmla="*/ 0 w 3"/>
                <a:gd name="T7" fmla="*/ 2 h 3"/>
                <a:gd name="T8" fmla="*/ 2 w 3"/>
                <a:gd name="T9" fmla="*/ 3 h 3"/>
                <a:gd name="T10" fmla="*/ 2 w 3"/>
                <a:gd name="T11" fmla="*/ 3 h 3"/>
                <a:gd name="T12" fmla="*/ 3 w 3"/>
                <a:gd name="T13" fmla="*/ 2 h 3"/>
                <a:gd name="T14" fmla="*/ 3 w 3"/>
                <a:gd name="T15" fmla="*/ 1 h 3"/>
                <a:gd name="T16" fmla="*/ 2 w 3"/>
                <a:gd name="T1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3"/>
                    <a:pt x="3" y="3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0"/>
                    <a:pt x="3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39" name="Freeform 28">
              <a:extLst>
                <a:ext uri="{FF2B5EF4-FFF2-40B4-BE49-F238E27FC236}">
                  <a16:creationId xmlns:a16="http://schemas.microsoft.com/office/drawing/2014/main" id="{82B7B459-754E-606A-64DB-CCBB4260DD2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0650" y="2465003"/>
              <a:ext cx="6509" cy="26036"/>
            </a:xfrm>
            <a:custGeom>
              <a:avLst/>
              <a:gdLst>
                <a:gd name="T0" fmla="*/ 1 w 2"/>
                <a:gd name="T1" fmla="*/ 0 h 8"/>
                <a:gd name="T2" fmla="*/ 1 w 2"/>
                <a:gd name="T3" fmla="*/ 0 h 8"/>
                <a:gd name="T4" fmla="*/ 0 w 2"/>
                <a:gd name="T5" fmla="*/ 1 h 8"/>
                <a:gd name="T6" fmla="*/ 0 w 2"/>
                <a:gd name="T7" fmla="*/ 7 h 8"/>
                <a:gd name="T8" fmla="*/ 1 w 2"/>
                <a:gd name="T9" fmla="*/ 8 h 8"/>
                <a:gd name="T10" fmla="*/ 1 w 2"/>
                <a:gd name="T11" fmla="*/ 8 h 8"/>
                <a:gd name="T12" fmla="*/ 2 w 2"/>
                <a:gd name="T13" fmla="*/ 7 h 8"/>
                <a:gd name="T14" fmla="*/ 2 w 2"/>
                <a:gd name="T15" fmla="*/ 1 h 8"/>
                <a:gd name="T16" fmla="*/ 1 w 2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" h="8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8"/>
                    <a:pt x="0" y="8"/>
                    <a:pt x="1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7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0"/>
                    <a:pt x="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0" name="Freeform 29">
              <a:extLst>
                <a:ext uri="{FF2B5EF4-FFF2-40B4-BE49-F238E27FC236}">
                  <a16:creationId xmlns:a16="http://schemas.microsoft.com/office/drawing/2014/main" id="{2739D395-D20A-9087-32F3-51A8FD65DA15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3250" y="2465003"/>
              <a:ext cx="26036" cy="26036"/>
            </a:xfrm>
            <a:custGeom>
              <a:avLst/>
              <a:gdLst>
                <a:gd name="T0" fmla="*/ 12 w 16"/>
                <a:gd name="T1" fmla="*/ 0 h 16"/>
                <a:gd name="T2" fmla="*/ 8 w 16"/>
                <a:gd name="T3" fmla="*/ 14 h 16"/>
                <a:gd name="T4" fmla="*/ 4 w 16"/>
                <a:gd name="T5" fmla="*/ 0 h 16"/>
                <a:gd name="T6" fmla="*/ 0 w 16"/>
                <a:gd name="T7" fmla="*/ 0 h 16"/>
                <a:gd name="T8" fmla="*/ 0 w 16"/>
                <a:gd name="T9" fmla="*/ 16 h 16"/>
                <a:gd name="T10" fmla="*/ 2 w 16"/>
                <a:gd name="T11" fmla="*/ 16 h 16"/>
                <a:gd name="T12" fmla="*/ 2 w 16"/>
                <a:gd name="T13" fmla="*/ 4 h 16"/>
                <a:gd name="T14" fmla="*/ 2 w 16"/>
                <a:gd name="T15" fmla="*/ 4 h 16"/>
                <a:gd name="T16" fmla="*/ 8 w 16"/>
                <a:gd name="T17" fmla="*/ 16 h 16"/>
                <a:gd name="T18" fmla="*/ 8 w 16"/>
                <a:gd name="T19" fmla="*/ 16 h 16"/>
                <a:gd name="T20" fmla="*/ 14 w 16"/>
                <a:gd name="T21" fmla="*/ 4 h 16"/>
                <a:gd name="T22" fmla="*/ 14 w 16"/>
                <a:gd name="T23" fmla="*/ 4 h 16"/>
                <a:gd name="T24" fmla="*/ 14 w 16"/>
                <a:gd name="T25" fmla="*/ 16 h 16"/>
                <a:gd name="T26" fmla="*/ 16 w 16"/>
                <a:gd name="T27" fmla="*/ 16 h 16"/>
                <a:gd name="T28" fmla="*/ 16 w 16"/>
                <a:gd name="T29" fmla="*/ 0 h 16"/>
                <a:gd name="T30" fmla="*/ 12 w 16"/>
                <a:gd name="T3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16">
                  <a:moveTo>
                    <a:pt x="12" y="0"/>
                  </a:moveTo>
                  <a:lnTo>
                    <a:pt x="8" y="14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2" y="4"/>
                  </a:lnTo>
                  <a:lnTo>
                    <a:pt x="2" y="4"/>
                  </a:lnTo>
                  <a:lnTo>
                    <a:pt x="8" y="16"/>
                  </a:lnTo>
                  <a:lnTo>
                    <a:pt x="8" y="16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4" y="16"/>
                  </a:lnTo>
                  <a:lnTo>
                    <a:pt x="16" y="16"/>
                  </a:lnTo>
                  <a:lnTo>
                    <a:pt x="16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1" name="Freeform 30">
              <a:extLst>
                <a:ext uri="{FF2B5EF4-FFF2-40B4-BE49-F238E27FC236}">
                  <a16:creationId xmlns:a16="http://schemas.microsoft.com/office/drawing/2014/main" id="{AEBCABE1-09FC-3688-8F4C-F500072A925F}"/>
                </a:ext>
              </a:extLst>
            </p:cNvPr>
            <p:cNvSpPr>
              <a:spLocks/>
            </p:cNvSpPr>
            <p:nvPr/>
          </p:nvSpPr>
          <p:spPr bwMode="auto">
            <a:xfrm>
              <a:off x="7307632" y="2471512"/>
              <a:ext cx="6509" cy="19527"/>
            </a:xfrm>
            <a:custGeom>
              <a:avLst/>
              <a:gdLst>
                <a:gd name="T0" fmla="*/ 1 w 2"/>
                <a:gd name="T1" fmla="*/ 0 h 6"/>
                <a:gd name="T2" fmla="*/ 1 w 2"/>
                <a:gd name="T3" fmla="*/ 0 h 6"/>
                <a:gd name="T4" fmla="*/ 0 w 2"/>
                <a:gd name="T5" fmla="*/ 2 h 6"/>
                <a:gd name="T6" fmla="*/ 0 w 2"/>
                <a:gd name="T7" fmla="*/ 5 h 6"/>
                <a:gd name="T8" fmla="*/ 1 w 2"/>
                <a:gd name="T9" fmla="*/ 6 h 6"/>
                <a:gd name="T10" fmla="*/ 1 w 2"/>
                <a:gd name="T11" fmla="*/ 6 h 6"/>
                <a:gd name="T12" fmla="*/ 2 w 2"/>
                <a:gd name="T13" fmla="*/ 5 h 6"/>
                <a:gd name="T14" fmla="*/ 2 w 2"/>
                <a:gd name="T15" fmla="*/ 2 h 6"/>
                <a:gd name="T16" fmla="*/ 1 w 2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" h="6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6"/>
                    <a:pt x="2" y="6"/>
                    <a:pt x="2" y="5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3B01CDF0-E6F7-2C7B-575B-ECD654A3154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3" name="Textplatzhalter 17">
            <a:extLst>
              <a:ext uri="{FF2B5EF4-FFF2-40B4-BE49-F238E27FC236}">
                <a16:creationId xmlns:a16="http://schemas.microsoft.com/office/drawing/2014/main" id="{A5F583D8-515E-27EC-BCCD-3710DB0999C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23F2A9D6-0815-3602-98AC-29A295F26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70F25648-1256-C868-441B-E4B671EC234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882260" y="2764852"/>
            <a:ext cx="4163476" cy="2783988"/>
          </a:xfrm>
          <a:custGeom>
            <a:avLst/>
            <a:gdLst>
              <a:gd name="connsiteX0" fmla="*/ 130223 w 5121354"/>
              <a:gd name="connsiteY0" fmla="*/ 0 h 3353148"/>
              <a:gd name="connsiteX1" fmla="*/ 4991131 w 5121354"/>
              <a:gd name="connsiteY1" fmla="*/ 0 h 3353148"/>
              <a:gd name="connsiteX2" fmla="*/ 5121354 w 5121354"/>
              <a:gd name="connsiteY2" fmla="*/ 130253 h 3353148"/>
              <a:gd name="connsiteX3" fmla="*/ 5121354 w 5121354"/>
              <a:gd name="connsiteY3" fmla="*/ 3353148 h 3353148"/>
              <a:gd name="connsiteX4" fmla="*/ 0 w 5121354"/>
              <a:gd name="connsiteY4" fmla="*/ 3353148 h 3353148"/>
              <a:gd name="connsiteX5" fmla="*/ 0 w 5121354"/>
              <a:gd name="connsiteY5" fmla="*/ 130253 h 3353148"/>
              <a:gd name="connsiteX6" fmla="*/ 130223 w 5121354"/>
              <a:gd name="connsiteY6" fmla="*/ 0 h 335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21354" h="3353148">
                <a:moveTo>
                  <a:pt x="130223" y="0"/>
                </a:moveTo>
                <a:cubicBezTo>
                  <a:pt x="130223" y="0"/>
                  <a:pt x="130223" y="0"/>
                  <a:pt x="4991131" y="0"/>
                </a:cubicBezTo>
                <a:cubicBezTo>
                  <a:pt x="5062581" y="0"/>
                  <a:pt x="5121354" y="58788"/>
                  <a:pt x="5121354" y="130253"/>
                </a:cubicBezTo>
                <a:lnTo>
                  <a:pt x="5121354" y="3353148"/>
                </a:lnTo>
                <a:cubicBezTo>
                  <a:pt x="5121354" y="3353148"/>
                  <a:pt x="5121354" y="3353148"/>
                  <a:pt x="0" y="3353148"/>
                </a:cubicBezTo>
                <a:cubicBezTo>
                  <a:pt x="0" y="3353148"/>
                  <a:pt x="0" y="3353148"/>
                  <a:pt x="0" y="130253"/>
                </a:cubicBezTo>
                <a:cubicBezTo>
                  <a:pt x="0" y="58788"/>
                  <a:pt x="58775" y="0"/>
                  <a:pt x="130223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/>
            </a:lvl1pPr>
          </a:lstStyle>
          <a:p>
            <a:endParaRPr lang="de-DE"/>
          </a:p>
        </p:txBody>
      </p:sp>
      <p:sp>
        <p:nvSpPr>
          <p:cNvPr id="18" name="Bildplatzhalter 36">
            <a:extLst>
              <a:ext uri="{FF2B5EF4-FFF2-40B4-BE49-F238E27FC236}">
                <a16:creationId xmlns:a16="http://schemas.microsoft.com/office/drawing/2014/main" id="{23337609-EBA9-3600-CE9A-9A35EC4390B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882260" y="2764852"/>
            <a:ext cx="4163476" cy="2783988"/>
          </a:xfrm>
          <a:custGeom>
            <a:avLst/>
            <a:gdLst>
              <a:gd name="connsiteX0" fmla="*/ 130223 w 5121354"/>
              <a:gd name="connsiteY0" fmla="*/ 0 h 3353148"/>
              <a:gd name="connsiteX1" fmla="*/ 4991131 w 5121354"/>
              <a:gd name="connsiteY1" fmla="*/ 0 h 3353148"/>
              <a:gd name="connsiteX2" fmla="*/ 5121354 w 5121354"/>
              <a:gd name="connsiteY2" fmla="*/ 130253 h 3353148"/>
              <a:gd name="connsiteX3" fmla="*/ 5121354 w 5121354"/>
              <a:gd name="connsiteY3" fmla="*/ 3353148 h 3353148"/>
              <a:gd name="connsiteX4" fmla="*/ 0 w 5121354"/>
              <a:gd name="connsiteY4" fmla="*/ 3353148 h 3353148"/>
              <a:gd name="connsiteX5" fmla="*/ 0 w 5121354"/>
              <a:gd name="connsiteY5" fmla="*/ 130253 h 3353148"/>
              <a:gd name="connsiteX6" fmla="*/ 130223 w 5121354"/>
              <a:gd name="connsiteY6" fmla="*/ 0 h 335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21354" h="3353148">
                <a:moveTo>
                  <a:pt x="130223" y="0"/>
                </a:moveTo>
                <a:cubicBezTo>
                  <a:pt x="130223" y="0"/>
                  <a:pt x="130223" y="0"/>
                  <a:pt x="4991131" y="0"/>
                </a:cubicBezTo>
                <a:cubicBezTo>
                  <a:pt x="5062581" y="0"/>
                  <a:pt x="5121354" y="58788"/>
                  <a:pt x="5121354" y="130253"/>
                </a:cubicBezTo>
                <a:lnTo>
                  <a:pt x="5121354" y="3353148"/>
                </a:lnTo>
                <a:cubicBezTo>
                  <a:pt x="5121354" y="3353148"/>
                  <a:pt x="5121354" y="3353148"/>
                  <a:pt x="0" y="3353148"/>
                </a:cubicBezTo>
                <a:cubicBezTo>
                  <a:pt x="0" y="3353148"/>
                  <a:pt x="0" y="3353148"/>
                  <a:pt x="0" y="130253"/>
                </a:cubicBezTo>
                <a:cubicBezTo>
                  <a:pt x="0" y="58788"/>
                  <a:pt x="58775" y="0"/>
                  <a:pt x="130223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endParaRPr lang="de-DE"/>
          </a:p>
        </p:txBody>
      </p:sp>
      <p:grpSp>
        <p:nvGrpSpPr>
          <p:cNvPr id="20" name="Group 22">
            <a:extLst>
              <a:ext uri="{FF2B5EF4-FFF2-40B4-BE49-F238E27FC236}">
                <a16:creationId xmlns:a16="http://schemas.microsoft.com/office/drawing/2014/main" id="{20431B79-9F55-9192-2BC3-0DA8D252304D}"/>
              </a:ext>
            </a:extLst>
          </p:cNvPr>
          <p:cNvGrpSpPr/>
          <p:nvPr userDrawn="1"/>
        </p:nvGrpSpPr>
        <p:grpSpPr>
          <a:xfrm>
            <a:off x="6351402" y="2718513"/>
            <a:ext cx="5221915" cy="3015681"/>
            <a:chOff x="6144186" y="2371271"/>
            <a:chExt cx="6403598" cy="3665723"/>
          </a:xfrm>
          <a:solidFill>
            <a:srgbClr val="2F3941"/>
          </a:solidFill>
        </p:grpSpPr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30EE1B4B-EE8E-8964-7A54-B85F6890ED73}"/>
                </a:ext>
              </a:extLst>
            </p:cNvPr>
            <p:cNvSpPr>
              <a:spLocks/>
            </p:cNvSpPr>
            <p:nvPr/>
          </p:nvSpPr>
          <p:spPr bwMode="auto">
            <a:xfrm>
              <a:off x="6164141" y="5953183"/>
              <a:ext cx="6363688" cy="83811"/>
            </a:xfrm>
            <a:custGeom>
              <a:avLst/>
              <a:gdLst>
                <a:gd name="T0" fmla="*/ 1596 w 1596"/>
                <a:gd name="T1" fmla="*/ 0 h 21"/>
                <a:gd name="T2" fmla="*/ 0 w 1596"/>
                <a:gd name="T3" fmla="*/ 0 h 21"/>
                <a:gd name="T4" fmla="*/ 229 w 1596"/>
                <a:gd name="T5" fmla="*/ 21 h 21"/>
                <a:gd name="T6" fmla="*/ 1391 w 1596"/>
                <a:gd name="T7" fmla="*/ 21 h 21"/>
                <a:gd name="T8" fmla="*/ 1596 w 1596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96" h="21">
                  <a:moveTo>
                    <a:pt x="159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5" y="12"/>
                    <a:pt x="133" y="21"/>
                    <a:pt x="229" y="21"/>
                  </a:cubicBezTo>
                  <a:cubicBezTo>
                    <a:pt x="1391" y="21"/>
                    <a:pt x="1391" y="21"/>
                    <a:pt x="1391" y="21"/>
                  </a:cubicBezTo>
                  <a:cubicBezTo>
                    <a:pt x="1530" y="21"/>
                    <a:pt x="1582" y="11"/>
                    <a:pt x="159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77090A91-7F4B-D2B2-3DE4-926424D5781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0843" y="2371271"/>
              <a:ext cx="5214273" cy="3542004"/>
            </a:xfrm>
            <a:custGeom>
              <a:avLst/>
              <a:gdLst>
                <a:gd name="T0" fmla="*/ 1260 w 1307"/>
                <a:gd name="T1" fmla="*/ 0 h 888"/>
                <a:gd name="T2" fmla="*/ 47 w 1307"/>
                <a:gd name="T3" fmla="*/ 0 h 888"/>
                <a:gd name="T4" fmla="*/ 0 w 1307"/>
                <a:gd name="T5" fmla="*/ 47 h 888"/>
                <a:gd name="T6" fmla="*/ 0 w 1307"/>
                <a:gd name="T7" fmla="*/ 876 h 888"/>
                <a:gd name="T8" fmla="*/ 12 w 1307"/>
                <a:gd name="T9" fmla="*/ 888 h 888"/>
                <a:gd name="T10" fmla="*/ 14 w 1307"/>
                <a:gd name="T11" fmla="*/ 888 h 888"/>
                <a:gd name="T12" fmla="*/ 14 w 1307"/>
                <a:gd name="T13" fmla="*/ 46 h 888"/>
                <a:gd name="T14" fmla="*/ 46 w 1307"/>
                <a:gd name="T15" fmla="*/ 14 h 888"/>
                <a:gd name="T16" fmla="*/ 1261 w 1307"/>
                <a:gd name="T17" fmla="*/ 14 h 888"/>
                <a:gd name="T18" fmla="*/ 1294 w 1307"/>
                <a:gd name="T19" fmla="*/ 46 h 888"/>
                <a:gd name="T20" fmla="*/ 1294 w 1307"/>
                <a:gd name="T21" fmla="*/ 888 h 888"/>
                <a:gd name="T22" fmla="*/ 1296 w 1307"/>
                <a:gd name="T23" fmla="*/ 888 h 888"/>
                <a:gd name="T24" fmla="*/ 1307 w 1307"/>
                <a:gd name="T25" fmla="*/ 876 h 888"/>
                <a:gd name="T26" fmla="*/ 1307 w 1307"/>
                <a:gd name="T27" fmla="*/ 47 h 888"/>
                <a:gd name="T28" fmla="*/ 1260 w 1307"/>
                <a:gd name="T29" fmla="*/ 0 h 8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07" h="888">
                  <a:moveTo>
                    <a:pt x="1260" y="0"/>
                  </a:moveTo>
                  <a:cubicBezTo>
                    <a:pt x="47" y="0"/>
                    <a:pt x="47" y="0"/>
                    <a:pt x="47" y="0"/>
                  </a:cubicBezTo>
                  <a:cubicBezTo>
                    <a:pt x="21" y="0"/>
                    <a:pt x="0" y="21"/>
                    <a:pt x="0" y="47"/>
                  </a:cubicBezTo>
                  <a:cubicBezTo>
                    <a:pt x="0" y="876"/>
                    <a:pt x="0" y="876"/>
                    <a:pt x="0" y="876"/>
                  </a:cubicBezTo>
                  <a:cubicBezTo>
                    <a:pt x="0" y="883"/>
                    <a:pt x="6" y="888"/>
                    <a:pt x="12" y="888"/>
                  </a:cubicBezTo>
                  <a:cubicBezTo>
                    <a:pt x="14" y="888"/>
                    <a:pt x="14" y="888"/>
                    <a:pt x="14" y="888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28"/>
                    <a:pt x="29" y="14"/>
                    <a:pt x="46" y="14"/>
                  </a:cubicBezTo>
                  <a:cubicBezTo>
                    <a:pt x="1261" y="14"/>
                    <a:pt x="1261" y="14"/>
                    <a:pt x="1261" y="14"/>
                  </a:cubicBezTo>
                  <a:cubicBezTo>
                    <a:pt x="1279" y="14"/>
                    <a:pt x="1294" y="28"/>
                    <a:pt x="1294" y="46"/>
                  </a:cubicBezTo>
                  <a:cubicBezTo>
                    <a:pt x="1294" y="888"/>
                    <a:pt x="1294" y="888"/>
                    <a:pt x="1294" y="888"/>
                  </a:cubicBezTo>
                  <a:cubicBezTo>
                    <a:pt x="1296" y="888"/>
                    <a:pt x="1296" y="888"/>
                    <a:pt x="1296" y="888"/>
                  </a:cubicBezTo>
                  <a:cubicBezTo>
                    <a:pt x="1302" y="888"/>
                    <a:pt x="1307" y="883"/>
                    <a:pt x="1307" y="876"/>
                  </a:cubicBezTo>
                  <a:cubicBezTo>
                    <a:pt x="1307" y="47"/>
                    <a:pt x="1307" y="47"/>
                    <a:pt x="1307" y="47"/>
                  </a:cubicBezTo>
                  <a:cubicBezTo>
                    <a:pt x="1307" y="21"/>
                    <a:pt x="1286" y="0"/>
                    <a:pt x="126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F76B45B8-67B1-BE9B-B7C6-50181EED4D0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0843" y="5765622"/>
              <a:ext cx="5214273" cy="147666"/>
            </a:xfrm>
            <a:custGeom>
              <a:avLst/>
              <a:gdLst>
                <a:gd name="T0" fmla="*/ 0 w 1307"/>
                <a:gd name="T1" fmla="*/ 0 h 37"/>
                <a:gd name="T2" fmla="*/ 0 w 1307"/>
                <a:gd name="T3" fmla="*/ 25 h 37"/>
                <a:gd name="T4" fmla="*/ 12 w 1307"/>
                <a:gd name="T5" fmla="*/ 37 h 37"/>
                <a:gd name="T6" fmla="*/ 1296 w 1307"/>
                <a:gd name="T7" fmla="*/ 37 h 37"/>
                <a:gd name="T8" fmla="*/ 1307 w 1307"/>
                <a:gd name="T9" fmla="*/ 25 h 37"/>
                <a:gd name="T10" fmla="*/ 1307 w 1307"/>
                <a:gd name="T11" fmla="*/ 0 h 37"/>
                <a:gd name="T12" fmla="*/ 0 w 1307"/>
                <a:gd name="T13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7" h="37">
                  <a:moveTo>
                    <a:pt x="0" y="0"/>
                  </a:moveTo>
                  <a:cubicBezTo>
                    <a:pt x="0" y="25"/>
                    <a:pt x="0" y="25"/>
                    <a:pt x="0" y="25"/>
                  </a:cubicBezTo>
                  <a:cubicBezTo>
                    <a:pt x="0" y="32"/>
                    <a:pt x="6" y="37"/>
                    <a:pt x="12" y="37"/>
                  </a:cubicBezTo>
                  <a:cubicBezTo>
                    <a:pt x="1296" y="37"/>
                    <a:pt x="1296" y="37"/>
                    <a:pt x="1296" y="37"/>
                  </a:cubicBezTo>
                  <a:cubicBezTo>
                    <a:pt x="1302" y="37"/>
                    <a:pt x="1307" y="32"/>
                    <a:pt x="1307" y="25"/>
                  </a:cubicBezTo>
                  <a:cubicBezTo>
                    <a:pt x="1307" y="0"/>
                    <a:pt x="1307" y="0"/>
                    <a:pt x="130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42" name="Freeform 10">
              <a:extLst>
                <a:ext uri="{FF2B5EF4-FFF2-40B4-BE49-F238E27FC236}">
                  <a16:creationId xmlns:a16="http://schemas.microsoft.com/office/drawing/2014/main" id="{4CE82A0E-E6E1-9256-8504-A6E3A3FB85F1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4186" y="5909336"/>
              <a:ext cx="6403598" cy="43901"/>
            </a:xfrm>
            <a:custGeom>
              <a:avLst/>
              <a:gdLst>
                <a:gd name="T0" fmla="*/ 1601 w 1606"/>
                <a:gd name="T1" fmla="*/ 11 h 11"/>
                <a:gd name="T2" fmla="*/ 5 w 1606"/>
                <a:gd name="T3" fmla="*/ 11 h 11"/>
                <a:gd name="T4" fmla="*/ 0 w 1606"/>
                <a:gd name="T5" fmla="*/ 5 h 11"/>
                <a:gd name="T6" fmla="*/ 5 w 1606"/>
                <a:gd name="T7" fmla="*/ 0 h 11"/>
                <a:gd name="T8" fmla="*/ 1601 w 1606"/>
                <a:gd name="T9" fmla="*/ 0 h 11"/>
                <a:gd name="T10" fmla="*/ 1606 w 1606"/>
                <a:gd name="T11" fmla="*/ 5 h 11"/>
                <a:gd name="T12" fmla="*/ 1601 w 1606"/>
                <a:gd name="T13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06" h="11">
                  <a:moveTo>
                    <a:pt x="1601" y="11"/>
                  </a:moveTo>
                  <a:cubicBezTo>
                    <a:pt x="5" y="11"/>
                    <a:pt x="5" y="11"/>
                    <a:pt x="5" y="11"/>
                  </a:cubicBezTo>
                  <a:cubicBezTo>
                    <a:pt x="2" y="11"/>
                    <a:pt x="0" y="8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1601" y="0"/>
                    <a:pt x="1601" y="0"/>
                    <a:pt x="1601" y="0"/>
                  </a:cubicBezTo>
                  <a:cubicBezTo>
                    <a:pt x="1604" y="0"/>
                    <a:pt x="1606" y="2"/>
                    <a:pt x="1606" y="5"/>
                  </a:cubicBezTo>
                  <a:cubicBezTo>
                    <a:pt x="1606" y="8"/>
                    <a:pt x="1604" y="11"/>
                    <a:pt x="1601" y="11"/>
                  </a:cubicBezTo>
                </a:path>
              </a:pathLst>
            </a:custGeom>
            <a:gradFill flip="none" rotWithShape="1">
              <a:gsLst>
                <a:gs pos="52000">
                  <a:schemeClr val="tx1"/>
                </a:gs>
                <a:gs pos="99000">
                  <a:srgbClr val="2F3941"/>
                </a:gs>
                <a:gs pos="0">
                  <a:schemeClr val="tx1">
                    <a:lumMod val="5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</p:grpSp>
      <p:sp>
        <p:nvSpPr>
          <p:cNvPr id="43" name="Bildplatzhalter 53">
            <a:extLst>
              <a:ext uri="{FF2B5EF4-FFF2-40B4-BE49-F238E27FC236}">
                <a16:creationId xmlns:a16="http://schemas.microsoft.com/office/drawing/2014/main" id="{1A8F1818-9F41-94AE-D449-D8B1C33CE0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087155" y="2431904"/>
            <a:ext cx="2510152" cy="3276014"/>
          </a:xfrm>
          <a:custGeom>
            <a:avLst/>
            <a:gdLst>
              <a:gd name="connsiteX0" fmla="*/ 106268 w 2517211"/>
              <a:gd name="connsiteY0" fmla="*/ 0 h 3285589"/>
              <a:gd name="connsiteX1" fmla="*/ 2410944 w 2517211"/>
              <a:gd name="connsiteY1" fmla="*/ 0 h 3285589"/>
              <a:gd name="connsiteX2" fmla="*/ 2517211 w 2517211"/>
              <a:gd name="connsiteY2" fmla="*/ 105139 h 3285589"/>
              <a:gd name="connsiteX3" fmla="*/ 2517211 w 2517211"/>
              <a:gd name="connsiteY3" fmla="*/ 3180451 h 3285589"/>
              <a:gd name="connsiteX4" fmla="*/ 2410944 w 2517211"/>
              <a:gd name="connsiteY4" fmla="*/ 3285589 h 3285589"/>
              <a:gd name="connsiteX5" fmla="*/ 106268 w 2517211"/>
              <a:gd name="connsiteY5" fmla="*/ 3285589 h 3285589"/>
              <a:gd name="connsiteX6" fmla="*/ 0 w 2517211"/>
              <a:gd name="connsiteY6" fmla="*/ 3180451 h 3285589"/>
              <a:gd name="connsiteX7" fmla="*/ 0 w 2517211"/>
              <a:gd name="connsiteY7" fmla="*/ 105139 h 3285589"/>
              <a:gd name="connsiteX8" fmla="*/ 106268 w 2517211"/>
              <a:gd name="connsiteY8" fmla="*/ 0 h 3285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17211" h="3285589">
                <a:moveTo>
                  <a:pt x="106268" y="0"/>
                </a:moveTo>
                <a:cubicBezTo>
                  <a:pt x="2410944" y="0"/>
                  <a:pt x="2410944" y="0"/>
                  <a:pt x="2410944" y="0"/>
                </a:cubicBezTo>
                <a:cubicBezTo>
                  <a:pt x="2467399" y="0"/>
                  <a:pt x="2517211" y="49284"/>
                  <a:pt x="2517211" y="105139"/>
                </a:cubicBezTo>
                <a:cubicBezTo>
                  <a:pt x="2517211" y="3180451"/>
                  <a:pt x="2517211" y="3180451"/>
                  <a:pt x="2517211" y="3180451"/>
                </a:cubicBezTo>
                <a:cubicBezTo>
                  <a:pt x="2517211" y="3239591"/>
                  <a:pt x="2467399" y="3285589"/>
                  <a:pt x="2410944" y="3285589"/>
                </a:cubicBezTo>
                <a:cubicBezTo>
                  <a:pt x="106268" y="3285589"/>
                  <a:pt x="106268" y="3285589"/>
                  <a:pt x="106268" y="3285589"/>
                </a:cubicBezTo>
                <a:cubicBezTo>
                  <a:pt x="46493" y="3285589"/>
                  <a:pt x="0" y="3239591"/>
                  <a:pt x="0" y="3180451"/>
                </a:cubicBezTo>
                <a:cubicBezTo>
                  <a:pt x="0" y="105139"/>
                  <a:pt x="0" y="105139"/>
                  <a:pt x="0" y="105139"/>
                </a:cubicBezTo>
                <a:cubicBezTo>
                  <a:pt x="0" y="49284"/>
                  <a:pt x="46493" y="0"/>
                  <a:pt x="106268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/>
            </a:lvl1pPr>
          </a:lstStyle>
          <a:p>
            <a:endParaRPr lang="de-DE"/>
          </a:p>
        </p:txBody>
      </p:sp>
      <p:grpSp>
        <p:nvGrpSpPr>
          <p:cNvPr id="44" name="Group 27">
            <a:extLst>
              <a:ext uri="{FF2B5EF4-FFF2-40B4-BE49-F238E27FC236}">
                <a16:creationId xmlns:a16="http://schemas.microsoft.com/office/drawing/2014/main" id="{61834154-FC53-EC67-1340-40B088EA8999}"/>
              </a:ext>
            </a:extLst>
          </p:cNvPr>
          <p:cNvGrpSpPr/>
          <p:nvPr userDrawn="1"/>
        </p:nvGrpSpPr>
        <p:grpSpPr>
          <a:xfrm>
            <a:off x="7105852" y="2461748"/>
            <a:ext cx="364509" cy="29294"/>
            <a:chOff x="7105852" y="2461748"/>
            <a:chExt cx="364509" cy="29294"/>
          </a:xfrm>
          <a:pattFill prst="pct5">
            <a:fgClr>
              <a:schemeClr val="tx1"/>
            </a:fgClr>
            <a:bgClr>
              <a:schemeClr val="bg1"/>
            </a:bgClr>
          </a:pattFill>
        </p:grpSpPr>
        <p:sp>
          <p:nvSpPr>
            <p:cNvPr id="45" name="Freeform 16">
              <a:extLst>
                <a:ext uri="{FF2B5EF4-FFF2-40B4-BE49-F238E27FC236}">
                  <a16:creationId xmlns:a16="http://schemas.microsoft.com/office/drawing/2014/main" id="{E4351C09-A58C-6412-D9DB-2E37CDAA2E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8398" y="2465003"/>
              <a:ext cx="16273" cy="26036"/>
            </a:xfrm>
            <a:custGeom>
              <a:avLst/>
              <a:gdLst>
                <a:gd name="T0" fmla="*/ 3 w 5"/>
                <a:gd name="T1" fmla="*/ 4 h 8"/>
                <a:gd name="T2" fmla="*/ 3 w 5"/>
                <a:gd name="T3" fmla="*/ 4 h 8"/>
                <a:gd name="T4" fmla="*/ 4 w 5"/>
                <a:gd name="T5" fmla="*/ 3 h 8"/>
                <a:gd name="T6" fmla="*/ 4 w 5"/>
                <a:gd name="T7" fmla="*/ 2 h 8"/>
                <a:gd name="T8" fmla="*/ 4 w 5"/>
                <a:gd name="T9" fmla="*/ 1 h 8"/>
                <a:gd name="T10" fmla="*/ 4 w 5"/>
                <a:gd name="T11" fmla="*/ 1 h 8"/>
                <a:gd name="T12" fmla="*/ 3 w 5"/>
                <a:gd name="T13" fmla="*/ 0 h 8"/>
                <a:gd name="T14" fmla="*/ 2 w 5"/>
                <a:gd name="T15" fmla="*/ 0 h 8"/>
                <a:gd name="T16" fmla="*/ 1 w 5"/>
                <a:gd name="T17" fmla="*/ 0 h 8"/>
                <a:gd name="T18" fmla="*/ 0 w 5"/>
                <a:gd name="T19" fmla="*/ 1 h 8"/>
                <a:gd name="T20" fmla="*/ 0 w 5"/>
                <a:gd name="T21" fmla="*/ 2 h 8"/>
                <a:gd name="T22" fmla="*/ 0 w 5"/>
                <a:gd name="T23" fmla="*/ 3 h 8"/>
                <a:gd name="T24" fmla="*/ 1 w 5"/>
                <a:gd name="T25" fmla="*/ 3 h 8"/>
                <a:gd name="T26" fmla="*/ 1 w 5"/>
                <a:gd name="T27" fmla="*/ 2 h 8"/>
                <a:gd name="T28" fmla="*/ 1 w 5"/>
                <a:gd name="T29" fmla="*/ 2 h 8"/>
                <a:gd name="T30" fmla="*/ 1 w 5"/>
                <a:gd name="T31" fmla="*/ 1 h 8"/>
                <a:gd name="T32" fmla="*/ 2 w 5"/>
                <a:gd name="T33" fmla="*/ 1 h 8"/>
                <a:gd name="T34" fmla="*/ 3 w 5"/>
                <a:gd name="T35" fmla="*/ 1 h 8"/>
                <a:gd name="T36" fmla="*/ 3 w 5"/>
                <a:gd name="T37" fmla="*/ 2 h 8"/>
                <a:gd name="T38" fmla="*/ 3 w 5"/>
                <a:gd name="T39" fmla="*/ 3 h 8"/>
                <a:gd name="T40" fmla="*/ 3 w 5"/>
                <a:gd name="T41" fmla="*/ 3 h 8"/>
                <a:gd name="T42" fmla="*/ 2 w 5"/>
                <a:gd name="T43" fmla="*/ 3 h 8"/>
                <a:gd name="T44" fmla="*/ 2 w 5"/>
                <a:gd name="T45" fmla="*/ 4 h 8"/>
                <a:gd name="T46" fmla="*/ 2 w 5"/>
                <a:gd name="T47" fmla="*/ 4 h 8"/>
                <a:gd name="T48" fmla="*/ 2 w 5"/>
                <a:gd name="T49" fmla="*/ 4 h 8"/>
                <a:gd name="T50" fmla="*/ 2 w 5"/>
                <a:gd name="T51" fmla="*/ 4 h 8"/>
                <a:gd name="T52" fmla="*/ 2 w 5"/>
                <a:gd name="T53" fmla="*/ 4 h 8"/>
                <a:gd name="T54" fmla="*/ 3 w 5"/>
                <a:gd name="T55" fmla="*/ 4 h 8"/>
                <a:gd name="T56" fmla="*/ 3 w 5"/>
                <a:gd name="T57" fmla="*/ 5 h 8"/>
                <a:gd name="T58" fmla="*/ 4 w 5"/>
                <a:gd name="T59" fmla="*/ 5 h 8"/>
                <a:gd name="T60" fmla="*/ 4 w 5"/>
                <a:gd name="T61" fmla="*/ 6 h 8"/>
                <a:gd name="T62" fmla="*/ 4 w 5"/>
                <a:gd name="T63" fmla="*/ 6 h 8"/>
                <a:gd name="T64" fmla="*/ 3 w 5"/>
                <a:gd name="T65" fmla="*/ 7 h 8"/>
                <a:gd name="T66" fmla="*/ 3 w 5"/>
                <a:gd name="T67" fmla="*/ 7 h 8"/>
                <a:gd name="T68" fmla="*/ 2 w 5"/>
                <a:gd name="T69" fmla="*/ 7 h 8"/>
                <a:gd name="T70" fmla="*/ 1 w 5"/>
                <a:gd name="T71" fmla="*/ 7 h 8"/>
                <a:gd name="T72" fmla="*/ 0 w 5"/>
                <a:gd name="T73" fmla="*/ 5 h 8"/>
                <a:gd name="T74" fmla="*/ 0 w 5"/>
                <a:gd name="T75" fmla="*/ 5 h 8"/>
                <a:gd name="T76" fmla="*/ 0 w 5"/>
                <a:gd name="T77" fmla="*/ 6 h 8"/>
                <a:gd name="T78" fmla="*/ 0 w 5"/>
                <a:gd name="T79" fmla="*/ 7 h 8"/>
                <a:gd name="T80" fmla="*/ 1 w 5"/>
                <a:gd name="T81" fmla="*/ 8 h 8"/>
                <a:gd name="T82" fmla="*/ 2 w 5"/>
                <a:gd name="T83" fmla="*/ 8 h 8"/>
                <a:gd name="T84" fmla="*/ 3 w 5"/>
                <a:gd name="T85" fmla="*/ 8 h 8"/>
                <a:gd name="T86" fmla="*/ 4 w 5"/>
                <a:gd name="T87" fmla="*/ 7 h 8"/>
                <a:gd name="T88" fmla="*/ 4 w 5"/>
                <a:gd name="T89" fmla="*/ 7 h 8"/>
                <a:gd name="T90" fmla="*/ 5 w 5"/>
                <a:gd name="T91" fmla="*/ 6 h 8"/>
                <a:gd name="T92" fmla="*/ 4 w 5"/>
                <a:gd name="T93" fmla="*/ 4 h 8"/>
                <a:gd name="T94" fmla="*/ 3 w 5"/>
                <a:gd name="T95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" h="8">
                  <a:moveTo>
                    <a:pt x="3" y="4"/>
                  </a:moveTo>
                  <a:cubicBezTo>
                    <a:pt x="3" y="4"/>
                    <a:pt x="3" y="4"/>
                    <a:pt x="3" y="4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1" y="7"/>
                    <a:pt x="1" y="7"/>
                  </a:cubicBezTo>
                  <a:cubicBezTo>
                    <a:pt x="1" y="6"/>
                    <a:pt x="0" y="6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4" y="5"/>
                    <a:pt x="4" y="4"/>
                  </a:cubicBezTo>
                  <a:cubicBezTo>
                    <a:pt x="4" y="4"/>
                    <a:pt x="4" y="4"/>
                    <a:pt x="3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6" name="Freeform 17">
              <a:extLst>
                <a:ext uri="{FF2B5EF4-FFF2-40B4-BE49-F238E27FC236}">
                  <a16:creationId xmlns:a16="http://schemas.microsoft.com/office/drawing/2014/main" id="{E6CEF467-EDCF-1894-387C-9D1981B933D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87216" y="2465003"/>
              <a:ext cx="22782" cy="26036"/>
            </a:xfrm>
            <a:custGeom>
              <a:avLst/>
              <a:gdLst>
                <a:gd name="T0" fmla="*/ 6 w 14"/>
                <a:gd name="T1" fmla="*/ 2 h 16"/>
                <a:gd name="T2" fmla="*/ 8 w 14"/>
                <a:gd name="T3" fmla="*/ 2 h 16"/>
                <a:gd name="T4" fmla="*/ 10 w 14"/>
                <a:gd name="T5" fmla="*/ 10 h 16"/>
                <a:gd name="T6" fmla="*/ 4 w 14"/>
                <a:gd name="T7" fmla="*/ 10 h 16"/>
                <a:gd name="T8" fmla="*/ 6 w 14"/>
                <a:gd name="T9" fmla="*/ 2 h 16"/>
                <a:gd name="T10" fmla="*/ 6 w 14"/>
                <a:gd name="T11" fmla="*/ 0 h 16"/>
                <a:gd name="T12" fmla="*/ 0 w 14"/>
                <a:gd name="T13" fmla="*/ 16 h 16"/>
                <a:gd name="T14" fmla="*/ 2 w 14"/>
                <a:gd name="T15" fmla="*/ 16 h 16"/>
                <a:gd name="T16" fmla="*/ 4 w 14"/>
                <a:gd name="T17" fmla="*/ 10 h 16"/>
                <a:gd name="T18" fmla="*/ 10 w 14"/>
                <a:gd name="T19" fmla="*/ 10 h 16"/>
                <a:gd name="T20" fmla="*/ 12 w 14"/>
                <a:gd name="T21" fmla="*/ 16 h 16"/>
                <a:gd name="T22" fmla="*/ 14 w 14"/>
                <a:gd name="T23" fmla="*/ 16 h 16"/>
                <a:gd name="T24" fmla="*/ 8 w 14"/>
                <a:gd name="T25" fmla="*/ 0 h 16"/>
                <a:gd name="T26" fmla="*/ 6 w 14"/>
                <a:gd name="T2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" h="16">
                  <a:moveTo>
                    <a:pt x="6" y="2"/>
                  </a:moveTo>
                  <a:lnTo>
                    <a:pt x="8" y="2"/>
                  </a:lnTo>
                  <a:lnTo>
                    <a:pt x="10" y="10"/>
                  </a:lnTo>
                  <a:lnTo>
                    <a:pt x="4" y="10"/>
                  </a:lnTo>
                  <a:lnTo>
                    <a:pt x="6" y="2"/>
                  </a:lnTo>
                  <a:close/>
                  <a:moveTo>
                    <a:pt x="6" y="0"/>
                  </a:moveTo>
                  <a:lnTo>
                    <a:pt x="0" y="16"/>
                  </a:lnTo>
                  <a:lnTo>
                    <a:pt x="2" y="16"/>
                  </a:lnTo>
                  <a:lnTo>
                    <a:pt x="4" y="10"/>
                  </a:lnTo>
                  <a:lnTo>
                    <a:pt x="10" y="10"/>
                  </a:lnTo>
                  <a:lnTo>
                    <a:pt x="12" y="16"/>
                  </a:lnTo>
                  <a:lnTo>
                    <a:pt x="14" y="16"/>
                  </a:lnTo>
                  <a:lnTo>
                    <a:pt x="8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7" name="Freeform 18">
              <a:extLst>
                <a:ext uri="{FF2B5EF4-FFF2-40B4-BE49-F238E27FC236}">
                  <a16:creationId xmlns:a16="http://schemas.microsoft.com/office/drawing/2014/main" id="{923C4F49-B5E3-B55F-85B3-45D0D6C73A9A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7106" y="2471512"/>
              <a:ext cx="3255" cy="13018"/>
            </a:xfrm>
            <a:custGeom>
              <a:avLst/>
              <a:gdLst>
                <a:gd name="T0" fmla="*/ 0 w 1"/>
                <a:gd name="T1" fmla="*/ 0 h 4"/>
                <a:gd name="T2" fmla="*/ 0 w 1"/>
                <a:gd name="T3" fmla="*/ 4 h 4"/>
                <a:gd name="T4" fmla="*/ 1 w 1"/>
                <a:gd name="T5" fmla="*/ 2 h 4"/>
                <a:gd name="T6" fmla="*/ 0 w 1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4">
                  <a:moveTo>
                    <a:pt x="0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1" y="3"/>
                    <a:pt x="1" y="2"/>
                  </a:cubicBezTo>
                  <a:cubicBezTo>
                    <a:pt x="1" y="1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8" name="Freeform 19">
              <a:extLst>
                <a:ext uri="{FF2B5EF4-FFF2-40B4-BE49-F238E27FC236}">
                  <a16:creationId xmlns:a16="http://schemas.microsoft.com/office/drawing/2014/main" id="{FDA17B34-6D7B-95F8-0D8E-E37EC25419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57925" y="2465003"/>
              <a:ext cx="16273" cy="26036"/>
            </a:xfrm>
            <a:custGeom>
              <a:avLst/>
              <a:gdLst>
                <a:gd name="T0" fmla="*/ 4 w 5"/>
                <a:gd name="T1" fmla="*/ 4 h 8"/>
                <a:gd name="T2" fmla="*/ 4 w 5"/>
                <a:gd name="T3" fmla="*/ 5 h 8"/>
                <a:gd name="T4" fmla="*/ 4 w 5"/>
                <a:gd name="T5" fmla="*/ 6 h 8"/>
                <a:gd name="T6" fmla="*/ 3 w 5"/>
                <a:gd name="T7" fmla="*/ 7 h 8"/>
                <a:gd name="T8" fmla="*/ 2 w 5"/>
                <a:gd name="T9" fmla="*/ 7 h 8"/>
                <a:gd name="T10" fmla="*/ 2 w 5"/>
                <a:gd name="T11" fmla="*/ 7 h 8"/>
                <a:gd name="T12" fmla="*/ 1 w 5"/>
                <a:gd name="T13" fmla="*/ 6 h 8"/>
                <a:gd name="T14" fmla="*/ 1 w 5"/>
                <a:gd name="T15" fmla="*/ 5 h 8"/>
                <a:gd name="T16" fmla="*/ 1 w 5"/>
                <a:gd name="T17" fmla="*/ 4 h 8"/>
                <a:gd name="T18" fmla="*/ 1 w 5"/>
                <a:gd name="T19" fmla="*/ 3 h 8"/>
                <a:gd name="T20" fmla="*/ 1 w 5"/>
                <a:gd name="T21" fmla="*/ 3 h 8"/>
                <a:gd name="T22" fmla="*/ 1 w 5"/>
                <a:gd name="T23" fmla="*/ 2 h 8"/>
                <a:gd name="T24" fmla="*/ 1 w 5"/>
                <a:gd name="T25" fmla="*/ 2 h 8"/>
                <a:gd name="T26" fmla="*/ 2 w 5"/>
                <a:gd name="T27" fmla="*/ 1 h 8"/>
                <a:gd name="T28" fmla="*/ 2 w 5"/>
                <a:gd name="T29" fmla="*/ 1 h 8"/>
                <a:gd name="T30" fmla="*/ 3 w 5"/>
                <a:gd name="T31" fmla="*/ 1 h 8"/>
                <a:gd name="T32" fmla="*/ 3 w 5"/>
                <a:gd name="T33" fmla="*/ 2 h 8"/>
                <a:gd name="T34" fmla="*/ 4 w 5"/>
                <a:gd name="T35" fmla="*/ 2 h 8"/>
                <a:gd name="T36" fmla="*/ 4 w 5"/>
                <a:gd name="T37" fmla="*/ 3 h 8"/>
                <a:gd name="T38" fmla="*/ 4 w 5"/>
                <a:gd name="T39" fmla="*/ 3 h 8"/>
                <a:gd name="T40" fmla="*/ 4 w 5"/>
                <a:gd name="T41" fmla="*/ 4 h 8"/>
                <a:gd name="T42" fmla="*/ 5 w 5"/>
                <a:gd name="T43" fmla="*/ 4 h 8"/>
                <a:gd name="T44" fmla="*/ 5 w 5"/>
                <a:gd name="T45" fmla="*/ 3 h 8"/>
                <a:gd name="T46" fmla="*/ 5 w 5"/>
                <a:gd name="T47" fmla="*/ 2 h 8"/>
                <a:gd name="T48" fmla="*/ 5 w 5"/>
                <a:gd name="T49" fmla="*/ 2 h 8"/>
                <a:gd name="T50" fmla="*/ 4 w 5"/>
                <a:gd name="T51" fmla="*/ 1 h 8"/>
                <a:gd name="T52" fmla="*/ 3 w 5"/>
                <a:gd name="T53" fmla="*/ 0 h 8"/>
                <a:gd name="T54" fmla="*/ 2 w 5"/>
                <a:gd name="T55" fmla="*/ 0 h 8"/>
                <a:gd name="T56" fmla="*/ 1 w 5"/>
                <a:gd name="T57" fmla="*/ 0 h 8"/>
                <a:gd name="T58" fmla="*/ 1 w 5"/>
                <a:gd name="T59" fmla="*/ 1 h 8"/>
                <a:gd name="T60" fmla="*/ 0 w 5"/>
                <a:gd name="T61" fmla="*/ 2 h 8"/>
                <a:gd name="T62" fmla="*/ 0 w 5"/>
                <a:gd name="T63" fmla="*/ 2 h 8"/>
                <a:gd name="T64" fmla="*/ 0 w 5"/>
                <a:gd name="T65" fmla="*/ 3 h 8"/>
                <a:gd name="T66" fmla="*/ 0 w 5"/>
                <a:gd name="T67" fmla="*/ 4 h 8"/>
                <a:gd name="T68" fmla="*/ 0 w 5"/>
                <a:gd name="T69" fmla="*/ 5 h 8"/>
                <a:gd name="T70" fmla="*/ 0 w 5"/>
                <a:gd name="T71" fmla="*/ 6 h 8"/>
                <a:gd name="T72" fmla="*/ 0 w 5"/>
                <a:gd name="T73" fmla="*/ 7 h 8"/>
                <a:gd name="T74" fmla="*/ 1 w 5"/>
                <a:gd name="T75" fmla="*/ 7 h 8"/>
                <a:gd name="T76" fmla="*/ 1 w 5"/>
                <a:gd name="T77" fmla="*/ 8 h 8"/>
                <a:gd name="T78" fmla="*/ 2 w 5"/>
                <a:gd name="T79" fmla="*/ 8 h 8"/>
                <a:gd name="T80" fmla="*/ 3 w 5"/>
                <a:gd name="T81" fmla="*/ 8 h 8"/>
                <a:gd name="T82" fmla="*/ 4 w 5"/>
                <a:gd name="T83" fmla="*/ 7 h 8"/>
                <a:gd name="T84" fmla="*/ 5 w 5"/>
                <a:gd name="T85" fmla="*/ 7 h 8"/>
                <a:gd name="T86" fmla="*/ 5 w 5"/>
                <a:gd name="T87" fmla="*/ 6 h 8"/>
                <a:gd name="T88" fmla="*/ 5 w 5"/>
                <a:gd name="T89" fmla="*/ 5 h 8"/>
                <a:gd name="T90" fmla="*/ 5 w 5"/>
                <a:gd name="T91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" h="8">
                  <a:moveTo>
                    <a:pt x="4" y="4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4"/>
                    <a:pt x="4" y="4"/>
                    <a:pt x="4" y="4"/>
                  </a:cubicBezTo>
                  <a:moveTo>
                    <a:pt x="5" y="4"/>
                  </a:moveTo>
                  <a:cubicBezTo>
                    <a:pt x="5" y="3"/>
                    <a:pt x="5" y="3"/>
                    <a:pt x="5" y="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4"/>
                    <a:pt x="5" y="4"/>
                    <a:pt x="5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9" name="Freeform 20">
              <a:extLst>
                <a:ext uri="{FF2B5EF4-FFF2-40B4-BE49-F238E27FC236}">
                  <a16:creationId xmlns:a16="http://schemas.microsoft.com/office/drawing/2014/main" id="{7D9D1932-D4B3-555B-9E34-4F007DC9689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05852" y="2465003"/>
              <a:ext cx="16273" cy="26036"/>
            </a:xfrm>
            <a:custGeom>
              <a:avLst/>
              <a:gdLst>
                <a:gd name="T0" fmla="*/ 4 w 5"/>
                <a:gd name="T1" fmla="*/ 3 h 8"/>
                <a:gd name="T2" fmla="*/ 4 w 5"/>
                <a:gd name="T3" fmla="*/ 3 h 8"/>
                <a:gd name="T4" fmla="*/ 3 w 5"/>
                <a:gd name="T5" fmla="*/ 4 h 8"/>
                <a:gd name="T6" fmla="*/ 3 w 5"/>
                <a:gd name="T7" fmla="*/ 4 h 8"/>
                <a:gd name="T8" fmla="*/ 2 w 5"/>
                <a:gd name="T9" fmla="*/ 4 h 8"/>
                <a:gd name="T10" fmla="*/ 2 w 5"/>
                <a:gd name="T11" fmla="*/ 4 h 8"/>
                <a:gd name="T12" fmla="*/ 1 w 5"/>
                <a:gd name="T13" fmla="*/ 4 h 8"/>
                <a:gd name="T14" fmla="*/ 1 w 5"/>
                <a:gd name="T15" fmla="*/ 3 h 8"/>
                <a:gd name="T16" fmla="*/ 1 w 5"/>
                <a:gd name="T17" fmla="*/ 3 h 8"/>
                <a:gd name="T18" fmla="*/ 1 w 5"/>
                <a:gd name="T19" fmla="*/ 2 h 8"/>
                <a:gd name="T20" fmla="*/ 1 w 5"/>
                <a:gd name="T21" fmla="*/ 2 h 8"/>
                <a:gd name="T22" fmla="*/ 2 w 5"/>
                <a:gd name="T23" fmla="*/ 1 h 8"/>
                <a:gd name="T24" fmla="*/ 2 w 5"/>
                <a:gd name="T25" fmla="*/ 1 h 8"/>
                <a:gd name="T26" fmla="*/ 3 w 5"/>
                <a:gd name="T27" fmla="*/ 1 h 8"/>
                <a:gd name="T28" fmla="*/ 4 w 5"/>
                <a:gd name="T29" fmla="*/ 2 h 8"/>
                <a:gd name="T30" fmla="*/ 4 w 5"/>
                <a:gd name="T31" fmla="*/ 2 h 8"/>
                <a:gd name="T32" fmla="*/ 4 w 5"/>
                <a:gd name="T33" fmla="*/ 3 h 8"/>
                <a:gd name="T34" fmla="*/ 5 w 5"/>
                <a:gd name="T35" fmla="*/ 4 h 8"/>
                <a:gd name="T36" fmla="*/ 5 w 5"/>
                <a:gd name="T37" fmla="*/ 2 h 8"/>
                <a:gd name="T38" fmla="*/ 4 w 5"/>
                <a:gd name="T39" fmla="*/ 1 h 8"/>
                <a:gd name="T40" fmla="*/ 3 w 5"/>
                <a:gd name="T41" fmla="*/ 0 h 8"/>
                <a:gd name="T42" fmla="*/ 2 w 5"/>
                <a:gd name="T43" fmla="*/ 0 h 8"/>
                <a:gd name="T44" fmla="*/ 1 w 5"/>
                <a:gd name="T45" fmla="*/ 0 h 8"/>
                <a:gd name="T46" fmla="*/ 1 w 5"/>
                <a:gd name="T47" fmla="*/ 1 h 8"/>
                <a:gd name="T48" fmla="*/ 0 w 5"/>
                <a:gd name="T49" fmla="*/ 2 h 8"/>
                <a:gd name="T50" fmla="*/ 0 w 5"/>
                <a:gd name="T51" fmla="*/ 3 h 8"/>
                <a:gd name="T52" fmla="*/ 0 w 5"/>
                <a:gd name="T53" fmla="*/ 4 h 8"/>
                <a:gd name="T54" fmla="*/ 1 w 5"/>
                <a:gd name="T55" fmla="*/ 5 h 8"/>
                <a:gd name="T56" fmla="*/ 1 w 5"/>
                <a:gd name="T57" fmla="*/ 5 h 8"/>
                <a:gd name="T58" fmla="*/ 2 w 5"/>
                <a:gd name="T59" fmla="*/ 5 h 8"/>
                <a:gd name="T60" fmla="*/ 3 w 5"/>
                <a:gd name="T61" fmla="*/ 5 h 8"/>
                <a:gd name="T62" fmla="*/ 4 w 5"/>
                <a:gd name="T63" fmla="*/ 4 h 8"/>
                <a:gd name="T64" fmla="*/ 4 w 5"/>
                <a:gd name="T65" fmla="*/ 4 h 8"/>
                <a:gd name="T66" fmla="*/ 4 w 5"/>
                <a:gd name="T67" fmla="*/ 6 h 8"/>
                <a:gd name="T68" fmla="*/ 2 w 5"/>
                <a:gd name="T69" fmla="*/ 7 h 8"/>
                <a:gd name="T70" fmla="*/ 1 w 5"/>
                <a:gd name="T71" fmla="*/ 7 h 8"/>
                <a:gd name="T72" fmla="*/ 1 w 5"/>
                <a:gd name="T73" fmla="*/ 6 h 8"/>
                <a:gd name="T74" fmla="*/ 0 w 5"/>
                <a:gd name="T75" fmla="*/ 6 h 8"/>
                <a:gd name="T76" fmla="*/ 1 w 5"/>
                <a:gd name="T77" fmla="*/ 7 h 8"/>
                <a:gd name="T78" fmla="*/ 2 w 5"/>
                <a:gd name="T79" fmla="*/ 8 h 8"/>
                <a:gd name="T80" fmla="*/ 4 w 5"/>
                <a:gd name="T81" fmla="*/ 7 h 8"/>
                <a:gd name="T82" fmla="*/ 5 w 5"/>
                <a:gd name="T83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" h="8">
                  <a:moveTo>
                    <a:pt x="4" y="3"/>
                  </a:moveTo>
                  <a:cubicBezTo>
                    <a:pt x="4" y="3"/>
                    <a:pt x="4" y="3"/>
                    <a:pt x="4" y="3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4" y="3"/>
                    <a:pt x="4" y="3"/>
                  </a:cubicBezTo>
                  <a:moveTo>
                    <a:pt x="5" y="4"/>
                  </a:moveTo>
                  <a:cubicBezTo>
                    <a:pt x="5" y="3"/>
                    <a:pt x="5" y="3"/>
                    <a:pt x="5" y="2"/>
                  </a:cubicBezTo>
                  <a:cubicBezTo>
                    <a:pt x="5" y="2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5"/>
                    <a:pt x="4" y="6"/>
                    <a:pt x="4" y="6"/>
                  </a:cubicBezTo>
                  <a:cubicBezTo>
                    <a:pt x="3" y="7"/>
                    <a:pt x="3" y="7"/>
                    <a:pt x="2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1" y="6"/>
                    <a:pt x="1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1" y="7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4" y="8"/>
                    <a:pt x="4" y="7"/>
                  </a:cubicBezTo>
                  <a:cubicBezTo>
                    <a:pt x="5" y="6"/>
                    <a:pt x="5" y="5"/>
                    <a:pt x="5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0" name="Rectangle 21">
              <a:extLst>
                <a:ext uri="{FF2B5EF4-FFF2-40B4-BE49-F238E27FC236}">
                  <a16:creationId xmlns:a16="http://schemas.microsoft.com/office/drawing/2014/main" id="{05CFFC3D-5BF3-725A-7987-83AD7B7FB2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8634" y="2487787"/>
              <a:ext cx="3255" cy="325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1" name="Rectangle 22">
              <a:extLst>
                <a:ext uri="{FF2B5EF4-FFF2-40B4-BE49-F238E27FC236}">
                  <a16:creationId xmlns:a16="http://schemas.microsoft.com/office/drawing/2014/main" id="{62115A65-E48A-8A2E-ABDB-CBC1866AC2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8634" y="2471514"/>
              <a:ext cx="3255" cy="325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2" name="Freeform 23">
              <a:extLst>
                <a:ext uri="{FF2B5EF4-FFF2-40B4-BE49-F238E27FC236}">
                  <a16:creationId xmlns:a16="http://schemas.microsoft.com/office/drawing/2014/main" id="{0FBE2656-94C5-3831-538A-6E5AF2D366A7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6452" y="2461748"/>
              <a:ext cx="29291" cy="13018"/>
            </a:xfrm>
            <a:custGeom>
              <a:avLst/>
              <a:gdLst>
                <a:gd name="T0" fmla="*/ 0 w 9"/>
                <a:gd name="T1" fmla="*/ 3 h 4"/>
                <a:gd name="T2" fmla="*/ 1 w 9"/>
                <a:gd name="T3" fmla="*/ 4 h 4"/>
                <a:gd name="T4" fmla="*/ 4 w 9"/>
                <a:gd name="T5" fmla="*/ 3 h 4"/>
                <a:gd name="T6" fmla="*/ 8 w 9"/>
                <a:gd name="T7" fmla="*/ 4 h 4"/>
                <a:gd name="T8" fmla="*/ 9 w 9"/>
                <a:gd name="T9" fmla="*/ 3 h 4"/>
                <a:gd name="T10" fmla="*/ 0 w 9"/>
                <a:gd name="T11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4">
                  <a:moveTo>
                    <a:pt x="0" y="3"/>
                  </a:moveTo>
                  <a:cubicBezTo>
                    <a:pt x="0" y="3"/>
                    <a:pt x="0" y="4"/>
                    <a:pt x="1" y="4"/>
                  </a:cubicBezTo>
                  <a:cubicBezTo>
                    <a:pt x="2" y="3"/>
                    <a:pt x="3" y="3"/>
                    <a:pt x="4" y="3"/>
                  </a:cubicBezTo>
                  <a:cubicBezTo>
                    <a:pt x="6" y="3"/>
                    <a:pt x="7" y="3"/>
                    <a:pt x="8" y="4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6" y="0"/>
                    <a:pt x="2" y="0"/>
                    <a:pt x="0" y="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3" name="Freeform 24">
              <a:extLst>
                <a:ext uri="{FF2B5EF4-FFF2-40B4-BE49-F238E27FC236}">
                  <a16:creationId xmlns:a16="http://schemas.microsoft.com/office/drawing/2014/main" id="{7252B3C9-ABCE-D118-CFFC-642D3D4DD57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15034" y="2465003"/>
              <a:ext cx="48818" cy="26036"/>
            </a:xfrm>
            <a:custGeom>
              <a:avLst/>
              <a:gdLst>
                <a:gd name="T0" fmla="*/ 11 w 15"/>
                <a:gd name="T1" fmla="*/ 7 h 8"/>
                <a:gd name="T2" fmla="*/ 10 w 15"/>
                <a:gd name="T3" fmla="*/ 7 h 8"/>
                <a:gd name="T4" fmla="*/ 2 w 15"/>
                <a:gd name="T5" fmla="*/ 7 h 8"/>
                <a:gd name="T6" fmla="*/ 1 w 15"/>
                <a:gd name="T7" fmla="*/ 6 h 8"/>
                <a:gd name="T8" fmla="*/ 1 w 15"/>
                <a:gd name="T9" fmla="*/ 2 h 8"/>
                <a:gd name="T10" fmla="*/ 2 w 15"/>
                <a:gd name="T11" fmla="*/ 1 h 8"/>
                <a:gd name="T12" fmla="*/ 10 w 15"/>
                <a:gd name="T13" fmla="*/ 1 h 8"/>
                <a:gd name="T14" fmla="*/ 11 w 15"/>
                <a:gd name="T15" fmla="*/ 2 h 8"/>
                <a:gd name="T16" fmla="*/ 11 w 15"/>
                <a:gd name="T17" fmla="*/ 7 h 8"/>
                <a:gd name="T18" fmla="*/ 15 w 15"/>
                <a:gd name="T19" fmla="*/ 6 h 8"/>
                <a:gd name="T20" fmla="*/ 15 w 15"/>
                <a:gd name="T21" fmla="*/ 2 h 8"/>
                <a:gd name="T22" fmla="*/ 13 w 15"/>
                <a:gd name="T23" fmla="*/ 0 h 8"/>
                <a:gd name="T24" fmla="*/ 2 w 15"/>
                <a:gd name="T25" fmla="*/ 0 h 8"/>
                <a:gd name="T26" fmla="*/ 0 w 15"/>
                <a:gd name="T27" fmla="*/ 2 h 8"/>
                <a:gd name="T28" fmla="*/ 0 w 15"/>
                <a:gd name="T29" fmla="*/ 6 h 8"/>
                <a:gd name="T30" fmla="*/ 2 w 15"/>
                <a:gd name="T31" fmla="*/ 8 h 8"/>
                <a:gd name="T32" fmla="*/ 7 w 15"/>
                <a:gd name="T33" fmla="*/ 8 h 8"/>
                <a:gd name="T34" fmla="*/ 13 w 15"/>
                <a:gd name="T35" fmla="*/ 8 h 8"/>
                <a:gd name="T36" fmla="*/ 15 w 15"/>
                <a:gd name="T37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" h="8">
                  <a:moveTo>
                    <a:pt x="11" y="7"/>
                  </a:moveTo>
                  <a:cubicBezTo>
                    <a:pt x="10" y="7"/>
                    <a:pt x="10" y="7"/>
                    <a:pt x="10" y="7"/>
                  </a:cubicBezTo>
                  <a:cubicBezTo>
                    <a:pt x="8" y="7"/>
                    <a:pt x="5" y="7"/>
                    <a:pt x="2" y="7"/>
                  </a:cubicBezTo>
                  <a:cubicBezTo>
                    <a:pt x="2" y="7"/>
                    <a:pt x="1" y="6"/>
                    <a:pt x="1" y="6"/>
                  </a:cubicBezTo>
                  <a:cubicBezTo>
                    <a:pt x="1" y="5"/>
                    <a:pt x="1" y="3"/>
                    <a:pt x="1" y="2"/>
                  </a:cubicBezTo>
                  <a:cubicBezTo>
                    <a:pt x="1" y="2"/>
                    <a:pt x="2" y="1"/>
                    <a:pt x="2" y="1"/>
                  </a:cubicBezTo>
                  <a:cubicBezTo>
                    <a:pt x="5" y="1"/>
                    <a:pt x="8" y="1"/>
                    <a:pt x="10" y="1"/>
                  </a:cubicBezTo>
                  <a:cubicBezTo>
                    <a:pt x="11" y="2"/>
                    <a:pt x="11" y="2"/>
                    <a:pt x="11" y="2"/>
                  </a:cubicBezTo>
                  <a:lnTo>
                    <a:pt x="11" y="7"/>
                  </a:lnTo>
                  <a:close/>
                  <a:moveTo>
                    <a:pt x="15" y="6"/>
                  </a:moveTo>
                  <a:cubicBezTo>
                    <a:pt x="15" y="5"/>
                    <a:pt x="15" y="3"/>
                    <a:pt x="15" y="2"/>
                  </a:cubicBezTo>
                  <a:cubicBezTo>
                    <a:pt x="15" y="1"/>
                    <a:pt x="14" y="0"/>
                    <a:pt x="13" y="0"/>
                  </a:cubicBezTo>
                  <a:cubicBezTo>
                    <a:pt x="9" y="0"/>
                    <a:pt x="6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7"/>
                    <a:pt x="1" y="8"/>
                    <a:pt x="2" y="8"/>
                  </a:cubicBezTo>
                  <a:cubicBezTo>
                    <a:pt x="4" y="8"/>
                    <a:pt x="6" y="8"/>
                    <a:pt x="7" y="8"/>
                  </a:cubicBezTo>
                  <a:cubicBezTo>
                    <a:pt x="9" y="8"/>
                    <a:pt x="11" y="8"/>
                    <a:pt x="13" y="8"/>
                  </a:cubicBezTo>
                  <a:cubicBezTo>
                    <a:pt x="14" y="8"/>
                    <a:pt x="15" y="7"/>
                    <a:pt x="15" y="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4" name="Oval 25">
              <a:extLst>
                <a:ext uri="{FF2B5EF4-FFF2-40B4-BE49-F238E27FC236}">
                  <a16:creationId xmlns:a16="http://schemas.microsoft.com/office/drawing/2014/main" id="{347E7DA4-C0F0-E7A1-415A-6DF5DF42F5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66215" y="2484530"/>
              <a:ext cx="9764" cy="650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5" name="Freeform 26">
              <a:extLst>
                <a:ext uri="{FF2B5EF4-FFF2-40B4-BE49-F238E27FC236}">
                  <a16:creationId xmlns:a16="http://schemas.microsoft.com/office/drawing/2014/main" id="{BD4E1201-DF46-8564-93B8-EE713429323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9704" y="2471514"/>
              <a:ext cx="19527" cy="9764"/>
            </a:xfrm>
            <a:custGeom>
              <a:avLst/>
              <a:gdLst>
                <a:gd name="T0" fmla="*/ 0 w 6"/>
                <a:gd name="T1" fmla="*/ 2 h 3"/>
                <a:gd name="T2" fmla="*/ 2 w 6"/>
                <a:gd name="T3" fmla="*/ 3 h 3"/>
                <a:gd name="T4" fmla="*/ 3 w 6"/>
                <a:gd name="T5" fmla="*/ 3 h 3"/>
                <a:gd name="T6" fmla="*/ 5 w 6"/>
                <a:gd name="T7" fmla="*/ 3 h 3"/>
                <a:gd name="T8" fmla="*/ 6 w 6"/>
                <a:gd name="T9" fmla="*/ 2 h 3"/>
                <a:gd name="T10" fmla="*/ 0 w 6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">
                  <a:moveTo>
                    <a:pt x="0" y="2"/>
                  </a:moveTo>
                  <a:cubicBezTo>
                    <a:pt x="1" y="3"/>
                    <a:pt x="1" y="3"/>
                    <a:pt x="2" y="3"/>
                  </a:cubicBezTo>
                  <a:cubicBezTo>
                    <a:pt x="2" y="3"/>
                    <a:pt x="3" y="3"/>
                    <a:pt x="3" y="3"/>
                  </a:cubicBezTo>
                  <a:cubicBezTo>
                    <a:pt x="4" y="3"/>
                    <a:pt x="4" y="3"/>
                    <a:pt x="5" y="3"/>
                  </a:cubicBezTo>
                  <a:cubicBezTo>
                    <a:pt x="5" y="3"/>
                    <a:pt x="6" y="3"/>
                    <a:pt x="6" y="2"/>
                  </a:cubicBezTo>
                  <a:cubicBezTo>
                    <a:pt x="5" y="0"/>
                    <a:pt x="2" y="0"/>
                    <a:pt x="0" y="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6" name="Freeform 27">
              <a:extLst>
                <a:ext uri="{FF2B5EF4-FFF2-40B4-BE49-F238E27FC236}">
                  <a16:creationId xmlns:a16="http://schemas.microsoft.com/office/drawing/2014/main" id="{77ADD900-1D24-CC85-4549-7DD247C0459F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1361" y="2481278"/>
              <a:ext cx="9764" cy="9764"/>
            </a:xfrm>
            <a:custGeom>
              <a:avLst/>
              <a:gdLst>
                <a:gd name="T0" fmla="*/ 2 w 3"/>
                <a:gd name="T1" fmla="*/ 0 h 3"/>
                <a:gd name="T2" fmla="*/ 2 w 3"/>
                <a:gd name="T3" fmla="*/ 0 h 3"/>
                <a:gd name="T4" fmla="*/ 0 w 3"/>
                <a:gd name="T5" fmla="*/ 1 h 3"/>
                <a:gd name="T6" fmla="*/ 0 w 3"/>
                <a:gd name="T7" fmla="*/ 2 h 3"/>
                <a:gd name="T8" fmla="*/ 2 w 3"/>
                <a:gd name="T9" fmla="*/ 3 h 3"/>
                <a:gd name="T10" fmla="*/ 2 w 3"/>
                <a:gd name="T11" fmla="*/ 3 h 3"/>
                <a:gd name="T12" fmla="*/ 3 w 3"/>
                <a:gd name="T13" fmla="*/ 2 h 3"/>
                <a:gd name="T14" fmla="*/ 3 w 3"/>
                <a:gd name="T15" fmla="*/ 1 h 3"/>
                <a:gd name="T16" fmla="*/ 2 w 3"/>
                <a:gd name="T1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3"/>
                    <a:pt x="3" y="3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0"/>
                    <a:pt x="3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7" name="Freeform 28">
              <a:extLst>
                <a:ext uri="{FF2B5EF4-FFF2-40B4-BE49-F238E27FC236}">
                  <a16:creationId xmlns:a16="http://schemas.microsoft.com/office/drawing/2014/main" id="{A228DCC4-4317-E8FC-C2A6-CD1AB0364DAB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0650" y="2465003"/>
              <a:ext cx="6509" cy="26036"/>
            </a:xfrm>
            <a:custGeom>
              <a:avLst/>
              <a:gdLst>
                <a:gd name="T0" fmla="*/ 1 w 2"/>
                <a:gd name="T1" fmla="*/ 0 h 8"/>
                <a:gd name="T2" fmla="*/ 1 w 2"/>
                <a:gd name="T3" fmla="*/ 0 h 8"/>
                <a:gd name="T4" fmla="*/ 0 w 2"/>
                <a:gd name="T5" fmla="*/ 1 h 8"/>
                <a:gd name="T6" fmla="*/ 0 w 2"/>
                <a:gd name="T7" fmla="*/ 7 h 8"/>
                <a:gd name="T8" fmla="*/ 1 w 2"/>
                <a:gd name="T9" fmla="*/ 8 h 8"/>
                <a:gd name="T10" fmla="*/ 1 w 2"/>
                <a:gd name="T11" fmla="*/ 8 h 8"/>
                <a:gd name="T12" fmla="*/ 2 w 2"/>
                <a:gd name="T13" fmla="*/ 7 h 8"/>
                <a:gd name="T14" fmla="*/ 2 w 2"/>
                <a:gd name="T15" fmla="*/ 1 h 8"/>
                <a:gd name="T16" fmla="*/ 1 w 2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" h="8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8"/>
                    <a:pt x="0" y="8"/>
                    <a:pt x="1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7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0"/>
                    <a:pt x="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8" name="Freeform 29">
              <a:extLst>
                <a:ext uri="{FF2B5EF4-FFF2-40B4-BE49-F238E27FC236}">
                  <a16:creationId xmlns:a16="http://schemas.microsoft.com/office/drawing/2014/main" id="{5E0CFA24-89E1-B902-8F97-EA24CB5FB309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3250" y="2465003"/>
              <a:ext cx="26036" cy="26036"/>
            </a:xfrm>
            <a:custGeom>
              <a:avLst/>
              <a:gdLst>
                <a:gd name="T0" fmla="*/ 12 w 16"/>
                <a:gd name="T1" fmla="*/ 0 h 16"/>
                <a:gd name="T2" fmla="*/ 8 w 16"/>
                <a:gd name="T3" fmla="*/ 14 h 16"/>
                <a:gd name="T4" fmla="*/ 4 w 16"/>
                <a:gd name="T5" fmla="*/ 0 h 16"/>
                <a:gd name="T6" fmla="*/ 0 w 16"/>
                <a:gd name="T7" fmla="*/ 0 h 16"/>
                <a:gd name="T8" fmla="*/ 0 w 16"/>
                <a:gd name="T9" fmla="*/ 16 h 16"/>
                <a:gd name="T10" fmla="*/ 2 w 16"/>
                <a:gd name="T11" fmla="*/ 16 h 16"/>
                <a:gd name="T12" fmla="*/ 2 w 16"/>
                <a:gd name="T13" fmla="*/ 4 h 16"/>
                <a:gd name="T14" fmla="*/ 2 w 16"/>
                <a:gd name="T15" fmla="*/ 4 h 16"/>
                <a:gd name="T16" fmla="*/ 8 w 16"/>
                <a:gd name="T17" fmla="*/ 16 h 16"/>
                <a:gd name="T18" fmla="*/ 8 w 16"/>
                <a:gd name="T19" fmla="*/ 16 h 16"/>
                <a:gd name="T20" fmla="*/ 14 w 16"/>
                <a:gd name="T21" fmla="*/ 4 h 16"/>
                <a:gd name="T22" fmla="*/ 14 w 16"/>
                <a:gd name="T23" fmla="*/ 4 h 16"/>
                <a:gd name="T24" fmla="*/ 14 w 16"/>
                <a:gd name="T25" fmla="*/ 16 h 16"/>
                <a:gd name="T26" fmla="*/ 16 w 16"/>
                <a:gd name="T27" fmla="*/ 16 h 16"/>
                <a:gd name="T28" fmla="*/ 16 w 16"/>
                <a:gd name="T29" fmla="*/ 0 h 16"/>
                <a:gd name="T30" fmla="*/ 12 w 16"/>
                <a:gd name="T3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16">
                  <a:moveTo>
                    <a:pt x="12" y="0"/>
                  </a:moveTo>
                  <a:lnTo>
                    <a:pt x="8" y="14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2" y="4"/>
                  </a:lnTo>
                  <a:lnTo>
                    <a:pt x="2" y="4"/>
                  </a:lnTo>
                  <a:lnTo>
                    <a:pt x="8" y="16"/>
                  </a:lnTo>
                  <a:lnTo>
                    <a:pt x="8" y="16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4" y="16"/>
                  </a:lnTo>
                  <a:lnTo>
                    <a:pt x="16" y="16"/>
                  </a:lnTo>
                  <a:lnTo>
                    <a:pt x="16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9" name="Freeform 30">
              <a:extLst>
                <a:ext uri="{FF2B5EF4-FFF2-40B4-BE49-F238E27FC236}">
                  <a16:creationId xmlns:a16="http://schemas.microsoft.com/office/drawing/2014/main" id="{36B344EA-8E11-43BB-7276-A35919D8B1C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07632" y="2471512"/>
              <a:ext cx="6509" cy="19527"/>
            </a:xfrm>
            <a:custGeom>
              <a:avLst/>
              <a:gdLst>
                <a:gd name="T0" fmla="*/ 1 w 2"/>
                <a:gd name="T1" fmla="*/ 0 h 6"/>
                <a:gd name="T2" fmla="*/ 1 w 2"/>
                <a:gd name="T3" fmla="*/ 0 h 6"/>
                <a:gd name="T4" fmla="*/ 0 w 2"/>
                <a:gd name="T5" fmla="*/ 2 h 6"/>
                <a:gd name="T6" fmla="*/ 0 w 2"/>
                <a:gd name="T7" fmla="*/ 5 h 6"/>
                <a:gd name="T8" fmla="*/ 1 w 2"/>
                <a:gd name="T9" fmla="*/ 6 h 6"/>
                <a:gd name="T10" fmla="*/ 1 w 2"/>
                <a:gd name="T11" fmla="*/ 6 h 6"/>
                <a:gd name="T12" fmla="*/ 2 w 2"/>
                <a:gd name="T13" fmla="*/ 5 h 6"/>
                <a:gd name="T14" fmla="*/ 2 w 2"/>
                <a:gd name="T15" fmla="*/ 2 h 6"/>
                <a:gd name="T16" fmla="*/ 1 w 2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" h="6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6"/>
                    <a:pt x="2" y="6"/>
                    <a:pt x="2" y="5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1" name="Bildplatzhalter 37">
            <a:extLst>
              <a:ext uri="{FF2B5EF4-FFF2-40B4-BE49-F238E27FC236}">
                <a16:creationId xmlns:a16="http://schemas.microsoft.com/office/drawing/2014/main" id="{B8C18B75-B879-1C33-E60D-BA11FF85D46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087155" y="2431904"/>
            <a:ext cx="2510152" cy="3276014"/>
          </a:xfrm>
          <a:custGeom>
            <a:avLst/>
            <a:gdLst>
              <a:gd name="connsiteX0" fmla="*/ 106268 w 2517211"/>
              <a:gd name="connsiteY0" fmla="*/ 0 h 3285589"/>
              <a:gd name="connsiteX1" fmla="*/ 2410944 w 2517211"/>
              <a:gd name="connsiteY1" fmla="*/ 0 h 3285589"/>
              <a:gd name="connsiteX2" fmla="*/ 2517211 w 2517211"/>
              <a:gd name="connsiteY2" fmla="*/ 105139 h 3285589"/>
              <a:gd name="connsiteX3" fmla="*/ 2517211 w 2517211"/>
              <a:gd name="connsiteY3" fmla="*/ 3180451 h 3285589"/>
              <a:gd name="connsiteX4" fmla="*/ 2410944 w 2517211"/>
              <a:gd name="connsiteY4" fmla="*/ 3285589 h 3285589"/>
              <a:gd name="connsiteX5" fmla="*/ 106268 w 2517211"/>
              <a:gd name="connsiteY5" fmla="*/ 3285589 h 3285589"/>
              <a:gd name="connsiteX6" fmla="*/ 0 w 2517211"/>
              <a:gd name="connsiteY6" fmla="*/ 3180451 h 3285589"/>
              <a:gd name="connsiteX7" fmla="*/ 0 w 2517211"/>
              <a:gd name="connsiteY7" fmla="*/ 105139 h 3285589"/>
              <a:gd name="connsiteX8" fmla="*/ 106268 w 2517211"/>
              <a:gd name="connsiteY8" fmla="*/ 0 h 3285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17211" h="3285589">
                <a:moveTo>
                  <a:pt x="106268" y="0"/>
                </a:moveTo>
                <a:cubicBezTo>
                  <a:pt x="2410944" y="0"/>
                  <a:pt x="2410944" y="0"/>
                  <a:pt x="2410944" y="0"/>
                </a:cubicBezTo>
                <a:cubicBezTo>
                  <a:pt x="2467399" y="0"/>
                  <a:pt x="2517211" y="49284"/>
                  <a:pt x="2517211" y="105139"/>
                </a:cubicBezTo>
                <a:cubicBezTo>
                  <a:pt x="2517211" y="3180451"/>
                  <a:pt x="2517211" y="3180451"/>
                  <a:pt x="2517211" y="3180451"/>
                </a:cubicBezTo>
                <a:cubicBezTo>
                  <a:pt x="2517211" y="3239591"/>
                  <a:pt x="2467399" y="3285589"/>
                  <a:pt x="2410944" y="3285589"/>
                </a:cubicBezTo>
                <a:cubicBezTo>
                  <a:pt x="106268" y="3285589"/>
                  <a:pt x="106268" y="3285589"/>
                  <a:pt x="106268" y="3285589"/>
                </a:cubicBezTo>
                <a:cubicBezTo>
                  <a:pt x="46493" y="3285589"/>
                  <a:pt x="0" y="3239591"/>
                  <a:pt x="0" y="3180451"/>
                </a:cubicBezTo>
                <a:cubicBezTo>
                  <a:pt x="0" y="105139"/>
                  <a:pt x="0" y="105139"/>
                  <a:pt x="0" y="105139"/>
                </a:cubicBezTo>
                <a:cubicBezTo>
                  <a:pt x="0" y="49284"/>
                  <a:pt x="46493" y="0"/>
                  <a:pt x="106268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endParaRPr lang="de-DE"/>
          </a:p>
        </p:txBody>
      </p:sp>
      <p:sp>
        <p:nvSpPr>
          <p:cNvPr id="62" name="Freeform 11">
            <a:extLst>
              <a:ext uri="{FF2B5EF4-FFF2-40B4-BE49-F238E27FC236}">
                <a16:creationId xmlns:a16="http://schemas.microsoft.com/office/drawing/2014/main" id="{39CC70BA-199F-11DE-7611-23F9258857B3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5073390" y="2380385"/>
            <a:ext cx="2559698" cy="3353808"/>
          </a:xfrm>
          <a:custGeom>
            <a:avLst/>
            <a:gdLst>
              <a:gd name="T0" fmla="*/ 44 w 787"/>
              <a:gd name="T1" fmla="*/ 1018 h 1031"/>
              <a:gd name="T2" fmla="*/ 12 w 787"/>
              <a:gd name="T3" fmla="*/ 986 h 1031"/>
              <a:gd name="T4" fmla="*/ 12 w 787"/>
              <a:gd name="T5" fmla="*/ 50 h 1031"/>
              <a:gd name="T6" fmla="*/ 44 w 787"/>
              <a:gd name="T7" fmla="*/ 18 h 1031"/>
              <a:gd name="T8" fmla="*/ 738 w 787"/>
              <a:gd name="T9" fmla="*/ 18 h 1031"/>
              <a:gd name="T10" fmla="*/ 770 w 787"/>
              <a:gd name="T11" fmla="*/ 50 h 1031"/>
              <a:gd name="T12" fmla="*/ 770 w 787"/>
              <a:gd name="T13" fmla="*/ 986 h 1031"/>
              <a:gd name="T14" fmla="*/ 738 w 787"/>
              <a:gd name="T15" fmla="*/ 1018 h 1031"/>
              <a:gd name="T16" fmla="*/ 44 w 787"/>
              <a:gd name="T17" fmla="*/ 1018 h 1031"/>
              <a:gd name="T18" fmla="*/ 782 w 787"/>
              <a:gd name="T19" fmla="*/ 986 h 1031"/>
              <a:gd name="T20" fmla="*/ 782 w 787"/>
              <a:gd name="T21" fmla="*/ 162 h 1031"/>
              <a:gd name="T22" fmla="*/ 786 w 787"/>
              <a:gd name="T23" fmla="*/ 162 h 1031"/>
              <a:gd name="T24" fmla="*/ 787 w 787"/>
              <a:gd name="T25" fmla="*/ 161 h 1031"/>
              <a:gd name="T26" fmla="*/ 787 w 787"/>
              <a:gd name="T27" fmla="*/ 125 h 1031"/>
              <a:gd name="T28" fmla="*/ 786 w 787"/>
              <a:gd name="T29" fmla="*/ 123 h 1031"/>
              <a:gd name="T30" fmla="*/ 782 w 787"/>
              <a:gd name="T31" fmla="*/ 123 h 1031"/>
              <a:gd name="T32" fmla="*/ 782 w 787"/>
              <a:gd name="T33" fmla="*/ 112 h 1031"/>
              <a:gd name="T34" fmla="*/ 786 w 787"/>
              <a:gd name="T35" fmla="*/ 112 h 1031"/>
              <a:gd name="T36" fmla="*/ 787 w 787"/>
              <a:gd name="T37" fmla="*/ 111 h 1031"/>
              <a:gd name="T38" fmla="*/ 787 w 787"/>
              <a:gd name="T39" fmla="*/ 74 h 1031"/>
              <a:gd name="T40" fmla="*/ 786 w 787"/>
              <a:gd name="T41" fmla="*/ 73 h 1031"/>
              <a:gd name="T42" fmla="*/ 782 w 787"/>
              <a:gd name="T43" fmla="*/ 73 h 1031"/>
              <a:gd name="T44" fmla="*/ 782 w 787"/>
              <a:gd name="T45" fmla="*/ 50 h 1031"/>
              <a:gd name="T46" fmla="*/ 738 w 787"/>
              <a:gd name="T47" fmla="*/ 6 h 1031"/>
              <a:gd name="T48" fmla="*/ 738 w 787"/>
              <a:gd name="T49" fmla="*/ 1 h 1031"/>
              <a:gd name="T50" fmla="*/ 737 w 787"/>
              <a:gd name="T51" fmla="*/ 0 h 1031"/>
              <a:gd name="T52" fmla="*/ 701 w 787"/>
              <a:gd name="T53" fmla="*/ 0 h 1031"/>
              <a:gd name="T54" fmla="*/ 699 w 787"/>
              <a:gd name="T55" fmla="*/ 1 h 1031"/>
              <a:gd name="T56" fmla="*/ 699 w 787"/>
              <a:gd name="T57" fmla="*/ 6 h 1031"/>
              <a:gd name="T58" fmla="*/ 44 w 787"/>
              <a:gd name="T59" fmla="*/ 6 h 1031"/>
              <a:gd name="T60" fmla="*/ 0 w 787"/>
              <a:gd name="T61" fmla="*/ 50 h 1031"/>
              <a:gd name="T62" fmla="*/ 0 w 787"/>
              <a:gd name="T63" fmla="*/ 986 h 1031"/>
              <a:gd name="T64" fmla="*/ 44 w 787"/>
              <a:gd name="T65" fmla="*/ 1031 h 1031"/>
              <a:gd name="T66" fmla="*/ 738 w 787"/>
              <a:gd name="T67" fmla="*/ 1031 h 1031"/>
              <a:gd name="T68" fmla="*/ 782 w 787"/>
              <a:gd name="T69" fmla="*/ 986 h 10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787" h="1031">
                <a:moveTo>
                  <a:pt x="44" y="1018"/>
                </a:moveTo>
                <a:cubicBezTo>
                  <a:pt x="26" y="1018"/>
                  <a:pt x="12" y="1004"/>
                  <a:pt x="12" y="986"/>
                </a:cubicBezTo>
                <a:cubicBezTo>
                  <a:pt x="12" y="50"/>
                  <a:pt x="12" y="50"/>
                  <a:pt x="12" y="50"/>
                </a:cubicBezTo>
                <a:cubicBezTo>
                  <a:pt x="12" y="33"/>
                  <a:pt x="26" y="18"/>
                  <a:pt x="44" y="18"/>
                </a:cubicBezTo>
                <a:cubicBezTo>
                  <a:pt x="738" y="18"/>
                  <a:pt x="738" y="18"/>
                  <a:pt x="738" y="18"/>
                </a:cubicBezTo>
                <a:cubicBezTo>
                  <a:pt x="755" y="18"/>
                  <a:pt x="770" y="33"/>
                  <a:pt x="770" y="50"/>
                </a:cubicBezTo>
                <a:cubicBezTo>
                  <a:pt x="770" y="986"/>
                  <a:pt x="770" y="986"/>
                  <a:pt x="770" y="986"/>
                </a:cubicBezTo>
                <a:cubicBezTo>
                  <a:pt x="770" y="1004"/>
                  <a:pt x="755" y="1018"/>
                  <a:pt x="738" y="1018"/>
                </a:cubicBezTo>
                <a:cubicBezTo>
                  <a:pt x="44" y="1018"/>
                  <a:pt x="44" y="1018"/>
                  <a:pt x="44" y="1018"/>
                </a:cubicBezTo>
                <a:moveTo>
                  <a:pt x="782" y="986"/>
                </a:moveTo>
                <a:cubicBezTo>
                  <a:pt x="782" y="162"/>
                  <a:pt x="782" y="162"/>
                  <a:pt x="782" y="162"/>
                </a:cubicBezTo>
                <a:cubicBezTo>
                  <a:pt x="786" y="162"/>
                  <a:pt x="786" y="162"/>
                  <a:pt x="786" y="162"/>
                </a:cubicBezTo>
                <a:cubicBezTo>
                  <a:pt x="787" y="162"/>
                  <a:pt x="787" y="161"/>
                  <a:pt x="787" y="161"/>
                </a:cubicBezTo>
                <a:cubicBezTo>
                  <a:pt x="787" y="125"/>
                  <a:pt x="787" y="125"/>
                  <a:pt x="787" y="125"/>
                </a:cubicBezTo>
                <a:cubicBezTo>
                  <a:pt x="787" y="124"/>
                  <a:pt x="787" y="123"/>
                  <a:pt x="786" y="123"/>
                </a:cubicBezTo>
                <a:cubicBezTo>
                  <a:pt x="782" y="123"/>
                  <a:pt x="782" y="123"/>
                  <a:pt x="782" y="123"/>
                </a:cubicBezTo>
                <a:cubicBezTo>
                  <a:pt x="782" y="112"/>
                  <a:pt x="782" y="112"/>
                  <a:pt x="782" y="112"/>
                </a:cubicBezTo>
                <a:cubicBezTo>
                  <a:pt x="786" y="112"/>
                  <a:pt x="786" y="112"/>
                  <a:pt x="786" y="112"/>
                </a:cubicBezTo>
                <a:cubicBezTo>
                  <a:pt x="787" y="112"/>
                  <a:pt x="787" y="111"/>
                  <a:pt x="787" y="111"/>
                </a:cubicBezTo>
                <a:cubicBezTo>
                  <a:pt x="787" y="74"/>
                  <a:pt x="787" y="74"/>
                  <a:pt x="787" y="74"/>
                </a:cubicBezTo>
                <a:cubicBezTo>
                  <a:pt x="787" y="74"/>
                  <a:pt x="787" y="73"/>
                  <a:pt x="786" y="73"/>
                </a:cubicBezTo>
                <a:cubicBezTo>
                  <a:pt x="782" y="73"/>
                  <a:pt x="782" y="73"/>
                  <a:pt x="782" y="73"/>
                </a:cubicBezTo>
                <a:cubicBezTo>
                  <a:pt x="782" y="50"/>
                  <a:pt x="782" y="50"/>
                  <a:pt x="782" y="50"/>
                </a:cubicBezTo>
                <a:cubicBezTo>
                  <a:pt x="782" y="26"/>
                  <a:pt x="763" y="6"/>
                  <a:pt x="738" y="6"/>
                </a:cubicBezTo>
                <a:cubicBezTo>
                  <a:pt x="738" y="1"/>
                  <a:pt x="738" y="1"/>
                  <a:pt x="738" y="1"/>
                </a:cubicBezTo>
                <a:cubicBezTo>
                  <a:pt x="738" y="0"/>
                  <a:pt x="738" y="0"/>
                  <a:pt x="737" y="0"/>
                </a:cubicBezTo>
                <a:cubicBezTo>
                  <a:pt x="701" y="0"/>
                  <a:pt x="701" y="0"/>
                  <a:pt x="701" y="0"/>
                </a:cubicBezTo>
                <a:cubicBezTo>
                  <a:pt x="700" y="0"/>
                  <a:pt x="699" y="0"/>
                  <a:pt x="699" y="1"/>
                </a:cubicBezTo>
                <a:cubicBezTo>
                  <a:pt x="699" y="6"/>
                  <a:pt x="699" y="6"/>
                  <a:pt x="699" y="6"/>
                </a:cubicBezTo>
                <a:cubicBezTo>
                  <a:pt x="44" y="6"/>
                  <a:pt x="44" y="6"/>
                  <a:pt x="44" y="6"/>
                </a:cubicBezTo>
                <a:cubicBezTo>
                  <a:pt x="19" y="6"/>
                  <a:pt x="0" y="26"/>
                  <a:pt x="0" y="50"/>
                </a:cubicBezTo>
                <a:cubicBezTo>
                  <a:pt x="0" y="986"/>
                  <a:pt x="0" y="986"/>
                  <a:pt x="0" y="986"/>
                </a:cubicBezTo>
                <a:cubicBezTo>
                  <a:pt x="0" y="1011"/>
                  <a:pt x="19" y="1031"/>
                  <a:pt x="44" y="1031"/>
                </a:cubicBezTo>
                <a:cubicBezTo>
                  <a:pt x="738" y="1031"/>
                  <a:pt x="738" y="1031"/>
                  <a:pt x="738" y="1031"/>
                </a:cubicBezTo>
                <a:cubicBezTo>
                  <a:pt x="762" y="1031"/>
                  <a:pt x="782" y="1011"/>
                  <a:pt x="782" y="986"/>
                </a:cubicBezTo>
              </a:path>
            </a:pathLst>
          </a:custGeom>
          <a:solidFill>
            <a:srgbClr val="2F3941"/>
          </a:solidFill>
          <a:ln>
            <a:noFill/>
          </a:ln>
        </p:spPr>
        <p:txBody>
          <a:bodyPr vert="horz" wrap="square" lIns="114942" tIns="57471" rIns="114942" bIns="57471" numCol="1" anchor="ctr" anchorCtr="1" compatLnSpc="1">
            <a:prstTxWarp prst="textNoShape">
              <a:avLst/>
            </a:prstTxWarp>
          </a:bodyPr>
          <a:lstStyle/>
          <a:p>
            <a:endParaRPr lang="en-US" sz="2263"/>
          </a:p>
        </p:txBody>
      </p:sp>
      <p:grpSp>
        <p:nvGrpSpPr>
          <p:cNvPr id="63" name="Group 27">
            <a:extLst>
              <a:ext uri="{FF2B5EF4-FFF2-40B4-BE49-F238E27FC236}">
                <a16:creationId xmlns:a16="http://schemas.microsoft.com/office/drawing/2014/main" id="{5EC44CBE-ACFC-D4ED-FB88-244810EFD97A}"/>
              </a:ext>
            </a:extLst>
          </p:cNvPr>
          <p:cNvGrpSpPr/>
          <p:nvPr userDrawn="1"/>
        </p:nvGrpSpPr>
        <p:grpSpPr>
          <a:xfrm>
            <a:off x="7105852" y="2461748"/>
            <a:ext cx="364509" cy="29294"/>
            <a:chOff x="7105852" y="2461748"/>
            <a:chExt cx="364509" cy="29294"/>
          </a:xfrm>
        </p:grpSpPr>
        <p:sp>
          <p:nvSpPr>
            <p:cNvPr id="64" name="Freeform 16">
              <a:extLst>
                <a:ext uri="{FF2B5EF4-FFF2-40B4-BE49-F238E27FC236}">
                  <a16:creationId xmlns:a16="http://schemas.microsoft.com/office/drawing/2014/main" id="{5C764251-3DC9-9F40-1175-D27E496B5EC1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8398" y="2465003"/>
              <a:ext cx="16273" cy="26036"/>
            </a:xfrm>
            <a:custGeom>
              <a:avLst/>
              <a:gdLst>
                <a:gd name="T0" fmla="*/ 3 w 5"/>
                <a:gd name="T1" fmla="*/ 4 h 8"/>
                <a:gd name="T2" fmla="*/ 3 w 5"/>
                <a:gd name="T3" fmla="*/ 4 h 8"/>
                <a:gd name="T4" fmla="*/ 4 w 5"/>
                <a:gd name="T5" fmla="*/ 3 h 8"/>
                <a:gd name="T6" fmla="*/ 4 w 5"/>
                <a:gd name="T7" fmla="*/ 2 h 8"/>
                <a:gd name="T8" fmla="*/ 4 w 5"/>
                <a:gd name="T9" fmla="*/ 1 h 8"/>
                <a:gd name="T10" fmla="*/ 4 w 5"/>
                <a:gd name="T11" fmla="*/ 1 h 8"/>
                <a:gd name="T12" fmla="*/ 3 w 5"/>
                <a:gd name="T13" fmla="*/ 0 h 8"/>
                <a:gd name="T14" fmla="*/ 2 w 5"/>
                <a:gd name="T15" fmla="*/ 0 h 8"/>
                <a:gd name="T16" fmla="*/ 1 w 5"/>
                <a:gd name="T17" fmla="*/ 0 h 8"/>
                <a:gd name="T18" fmla="*/ 0 w 5"/>
                <a:gd name="T19" fmla="*/ 1 h 8"/>
                <a:gd name="T20" fmla="*/ 0 w 5"/>
                <a:gd name="T21" fmla="*/ 2 h 8"/>
                <a:gd name="T22" fmla="*/ 0 w 5"/>
                <a:gd name="T23" fmla="*/ 3 h 8"/>
                <a:gd name="T24" fmla="*/ 1 w 5"/>
                <a:gd name="T25" fmla="*/ 3 h 8"/>
                <a:gd name="T26" fmla="*/ 1 w 5"/>
                <a:gd name="T27" fmla="*/ 2 h 8"/>
                <a:gd name="T28" fmla="*/ 1 w 5"/>
                <a:gd name="T29" fmla="*/ 2 h 8"/>
                <a:gd name="T30" fmla="*/ 1 w 5"/>
                <a:gd name="T31" fmla="*/ 1 h 8"/>
                <a:gd name="T32" fmla="*/ 2 w 5"/>
                <a:gd name="T33" fmla="*/ 1 h 8"/>
                <a:gd name="T34" fmla="*/ 3 w 5"/>
                <a:gd name="T35" fmla="*/ 1 h 8"/>
                <a:gd name="T36" fmla="*/ 3 w 5"/>
                <a:gd name="T37" fmla="*/ 2 h 8"/>
                <a:gd name="T38" fmla="*/ 3 w 5"/>
                <a:gd name="T39" fmla="*/ 3 h 8"/>
                <a:gd name="T40" fmla="*/ 3 w 5"/>
                <a:gd name="T41" fmla="*/ 3 h 8"/>
                <a:gd name="T42" fmla="*/ 2 w 5"/>
                <a:gd name="T43" fmla="*/ 3 h 8"/>
                <a:gd name="T44" fmla="*/ 2 w 5"/>
                <a:gd name="T45" fmla="*/ 4 h 8"/>
                <a:gd name="T46" fmla="*/ 2 w 5"/>
                <a:gd name="T47" fmla="*/ 4 h 8"/>
                <a:gd name="T48" fmla="*/ 2 w 5"/>
                <a:gd name="T49" fmla="*/ 4 h 8"/>
                <a:gd name="T50" fmla="*/ 2 w 5"/>
                <a:gd name="T51" fmla="*/ 4 h 8"/>
                <a:gd name="T52" fmla="*/ 2 w 5"/>
                <a:gd name="T53" fmla="*/ 4 h 8"/>
                <a:gd name="T54" fmla="*/ 3 w 5"/>
                <a:gd name="T55" fmla="*/ 4 h 8"/>
                <a:gd name="T56" fmla="*/ 3 w 5"/>
                <a:gd name="T57" fmla="*/ 5 h 8"/>
                <a:gd name="T58" fmla="*/ 4 w 5"/>
                <a:gd name="T59" fmla="*/ 5 h 8"/>
                <a:gd name="T60" fmla="*/ 4 w 5"/>
                <a:gd name="T61" fmla="*/ 6 h 8"/>
                <a:gd name="T62" fmla="*/ 4 w 5"/>
                <a:gd name="T63" fmla="*/ 6 h 8"/>
                <a:gd name="T64" fmla="*/ 3 w 5"/>
                <a:gd name="T65" fmla="*/ 7 h 8"/>
                <a:gd name="T66" fmla="*/ 3 w 5"/>
                <a:gd name="T67" fmla="*/ 7 h 8"/>
                <a:gd name="T68" fmla="*/ 2 w 5"/>
                <a:gd name="T69" fmla="*/ 7 h 8"/>
                <a:gd name="T70" fmla="*/ 1 w 5"/>
                <a:gd name="T71" fmla="*/ 7 h 8"/>
                <a:gd name="T72" fmla="*/ 0 w 5"/>
                <a:gd name="T73" fmla="*/ 5 h 8"/>
                <a:gd name="T74" fmla="*/ 0 w 5"/>
                <a:gd name="T75" fmla="*/ 5 h 8"/>
                <a:gd name="T76" fmla="*/ 0 w 5"/>
                <a:gd name="T77" fmla="*/ 6 h 8"/>
                <a:gd name="T78" fmla="*/ 0 w 5"/>
                <a:gd name="T79" fmla="*/ 7 h 8"/>
                <a:gd name="T80" fmla="*/ 1 w 5"/>
                <a:gd name="T81" fmla="*/ 8 h 8"/>
                <a:gd name="T82" fmla="*/ 2 w 5"/>
                <a:gd name="T83" fmla="*/ 8 h 8"/>
                <a:gd name="T84" fmla="*/ 3 w 5"/>
                <a:gd name="T85" fmla="*/ 8 h 8"/>
                <a:gd name="T86" fmla="*/ 4 w 5"/>
                <a:gd name="T87" fmla="*/ 7 h 8"/>
                <a:gd name="T88" fmla="*/ 4 w 5"/>
                <a:gd name="T89" fmla="*/ 7 h 8"/>
                <a:gd name="T90" fmla="*/ 5 w 5"/>
                <a:gd name="T91" fmla="*/ 6 h 8"/>
                <a:gd name="T92" fmla="*/ 4 w 5"/>
                <a:gd name="T93" fmla="*/ 4 h 8"/>
                <a:gd name="T94" fmla="*/ 3 w 5"/>
                <a:gd name="T95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" h="8">
                  <a:moveTo>
                    <a:pt x="3" y="4"/>
                  </a:moveTo>
                  <a:cubicBezTo>
                    <a:pt x="3" y="4"/>
                    <a:pt x="3" y="4"/>
                    <a:pt x="3" y="4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1" y="7"/>
                    <a:pt x="1" y="7"/>
                  </a:cubicBezTo>
                  <a:cubicBezTo>
                    <a:pt x="1" y="6"/>
                    <a:pt x="0" y="6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4" y="5"/>
                    <a:pt x="4" y="4"/>
                  </a:cubicBezTo>
                  <a:cubicBezTo>
                    <a:pt x="4" y="4"/>
                    <a:pt x="4" y="4"/>
                    <a:pt x="3" y="4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5" name="Freeform 17">
              <a:extLst>
                <a:ext uri="{FF2B5EF4-FFF2-40B4-BE49-F238E27FC236}">
                  <a16:creationId xmlns:a16="http://schemas.microsoft.com/office/drawing/2014/main" id="{8C6F1F13-8B52-5C43-B965-CB447A7CC6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87216" y="2465003"/>
              <a:ext cx="22782" cy="26036"/>
            </a:xfrm>
            <a:custGeom>
              <a:avLst/>
              <a:gdLst>
                <a:gd name="T0" fmla="*/ 6 w 14"/>
                <a:gd name="T1" fmla="*/ 2 h 16"/>
                <a:gd name="T2" fmla="*/ 8 w 14"/>
                <a:gd name="T3" fmla="*/ 2 h 16"/>
                <a:gd name="T4" fmla="*/ 10 w 14"/>
                <a:gd name="T5" fmla="*/ 10 h 16"/>
                <a:gd name="T6" fmla="*/ 4 w 14"/>
                <a:gd name="T7" fmla="*/ 10 h 16"/>
                <a:gd name="T8" fmla="*/ 6 w 14"/>
                <a:gd name="T9" fmla="*/ 2 h 16"/>
                <a:gd name="T10" fmla="*/ 6 w 14"/>
                <a:gd name="T11" fmla="*/ 0 h 16"/>
                <a:gd name="T12" fmla="*/ 0 w 14"/>
                <a:gd name="T13" fmla="*/ 16 h 16"/>
                <a:gd name="T14" fmla="*/ 2 w 14"/>
                <a:gd name="T15" fmla="*/ 16 h 16"/>
                <a:gd name="T16" fmla="*/ 4 w 14"/>
                <a:gd name="T17" fmla="*/ 10 h 16"/>
                <a:gd name="T18" fmla="*/ 10 w 14"/>
                <a:gd name="T19" fmla="*/ 10 h 16"/>
                <a:gd name="T20" fmla="*/ 12 w 14"/>
                <a:gd name="T21" fmla="*/ 16 h 16"/>
                <a:gd name="T22" fmla="*/ 14 w 14"/>
                <a:gd name="T23" fmla="*/ 16 h 16"/>
                <a:gd name="T24" fmla="*/ 8 w 14"/>
                <a:gd name="T25" fmla="*/ 0 h 16"/>
                <a:gd name="T26" fmla="*/ 6 w 14"/>
                <a:gd name="T2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" h="16">
                  <a:moveTo>
                    <a:pt x="6" y="2"/>
                  </a:moveTo>
                  <a:lnTo>
                    <a:pt x="8" y="2"/>
                  </a:lnTo>
                  <a:lnTo>
                    <a:pt x="10" y="10"/>
                  </a:lnTo>
                  <a:lnTo>
                    <a:pt x="4" y="10"/>
                  </a:lnTo>
                  <a:lnTo>
                    <a:pt x="6" y="2"/>
                  </a:lnTo>
                  <a:close/>
                  <a:moveTo>
                    <a:pt x="6" y="0"/>
                  </a:moveTo>
                  <a:lnTo>
                    <a:pt x="0" y="16"/>
                  </a:lnTo>
                  <a:lnTo>
                    <a:pt x="2" y="16"/>
                  </a:lnTo>
                  <a:lnTo>
                    <a:pt x="4" y="10"/>
                  </a:lnTo>
                  <a:lnTo>
                    <a:pt x="10" y="10"/>
                  </a:lnTo>
                  <a:lnTo>
                    <a:pt x="12" y="16"/>
                  </a:lnTo>
                  <a:lnTo>
                    <a:pt x="14" y="16"/>
                  </a:lnTo>
                  <a:lnTo>
                    <a:pt x="8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6" name="Freeform 18">
              <a:extLst>
                <a:ext uri="{FF2B5EF4-FFF2-40B4-BE49-F238E27FC236}">
                  <a16:creationId xmlns:a16="http://schemas.microsoft.com/office/drawing/2014/main" id="{C4420F91-0F41-58D7-5988-8426EEF375F1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7106" y="2471512"/>
              <a:ext cx="3255" cy="13018"/>
            </a:xfrm>
            <a:custGeom>
              <a:avLst/>
              <a:gdLst>
                <a:gd name="T0" fmla="*/ 0 w 1"/>
                <a:gd name="T1" fmla="*/ 0 h 4"/>
                <a:gd name="T2" fmla="*/ 0 w 1"/>
                <a:gd name="T3" fmla="*/ 4 h 4"/>
                <a:gd name="T4" fmla="*/ 1 w 1"/>
                <a:gd name="T5" fmla="*/ 2 h 4"/>
                <a:gd name="T6" fmla="*/ 0 w 1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4">
                  <a:moveTo>
                    <a:pt x="0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1" y="3"/>
                    <a:pt x="1" y="2"/>
                  </a:cubicBezTo>
                  <a:cubicBezTo>
                    <a:pt x="1" y="1"/>
                    <a:pt x="0" y="0"/>
                    <a:pt x="0" y="0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7" name="Freeform 19">
              <a:extLst>
                <a:ext uri="{FF2B5EF4-FFF2-40B4-BE49-F238E27FC236}">
                  <a16:creationId xmlns:a16="http://schemas.microsoft.com/office/drawing/2014/main" id="{25A7E184-3F03-51DF-7AA1-D745C6010E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57925" y="2465003"/>
              <a:ext cx="16273" cy="26036"/>
            </a:xfrm>
            <a:custGeom>
              <a:avLst/>
              <a:gdLst>
                <a:gd name="T0" fmla="*/ 4 w 5"/>
                <a:gd name="T1" fmla="*/ 4 h 8"/>
                <a:gd name="T2" fmla="*/ 4 w 5"/>
                <a:gd name="T3" fmla="*/ 5 h 8"/>
                <a:gd name="T4" fmla="*/ 4 w 5"/>
                <a:gd name="T5" fmla="*/ 6 h 8"/>
                <a:gd name="T6" fmla="*/ 3 w 5"/>
                <a:gd name="T7" fmla="*/ 7 h 8"/>
                <a:gd name="T8" fmla="*/ 2 w 5"/>
                <a:gd name="T9" fmla="*/ 7 h 8"/>
                <a:gd name="T10" fmla="*/ 2 w 5"/>
                <a:gd name="T11" fmla="*/ 7 h 8"/>
                <a:gd name="T12" fmla="*/ 1 w 5"/>
                <a:gd name="T13" fmla="*/ 6 h 8"/>
                <a:gd name="T14" fmla="*/ 1 w 5"/>
                <a:gd name="T15" fmla="*/ 5 h 8"/>
                <a:gd name="T16" fmla="*/ 1 w 5"/>
                <a:gd name="T17" fmla="*/ 4 h 8"/>
                <a:gd name="T18" fmla="*/ 1 w 5"/>
                <a:gd name="T19" fmla="*/ 3 h 8"/>
                <a:gd name="T20" fmla="*/ 1 w 5"/>
                <a:gd name="T21" fmla="*/ 3 h 8"/>
                <a:gd name="T22" fmla="*/ 1 w 5"/>
                <a:gd name="T23" fmla="*/ 2 h 8"/>
                <a:gd name="T24" fmla="*/ 1 w 5"/>
                <a:gd name="T25" fmla="*/ 2 h 8"/>
                <a:gd name="T26" fmla="*/ 2 w 5"/>
                <a:gd name="T27" fmla="*/ 1 h 8"/>
                <a:gd name="T28" fmla="*/ 2 w 5"/>
                <a:gd name="T29" fmla="*/ 1 h 8"/>
                <a:gd name="T30" fmla="*/ 3 w 5"/>
                <a:gd name="T31" fmla="*/ 1 h 8"/>
                <a:gd name="T32" fmla="*/ 3 w 5"/>
                <a:gd name="T33" fmla="*/ 2 h 8"/>
                <a:gd name="T34" fmla="*/ 4 w 5"/>
                <a:gd name="T35" fmla="*/ 2 h 8"/>
                <a:gd name="T36" fmla="*/ 4 w 5"/>
                <a:gd name="T37" fmla="*/ 3 h 8"/>
                <a:gd name="T38" fmla="*/ 4 w 5"/>
                <a:gd name="T39" fmla="*/ 3 h 8"/>
                <a:gd name="T40" fmla="*/ 4 w 5"/>
                <a:gd name="T41" fmla="*/ 4 h 8"/>
                <a:gd name="T42" fmla="*/ 5 w 5"/>
                <a:gd name="T43" fmla="*/ 4 h 8"/>
                <a:gd name="T44" fmla="*/ 5 w 5"/>
                <a:gd name="T45" fmla="*/ 3 h 8"/>
                <a:gd name="T46" fmla="*/ 5 w 5"/>
                <a:gd name="T47" fmla="*/ 2 h 8"/>
                <a:gd name="T48" fmla="*/ 5 w 5"/>
                <a:gd name="T49" fmla="*/ 2 h 8"/>
                <a:gd name="T50" fmla="*/ 4 w 5"/>
                <a:gd name="T51" fmla="*/ 1 h 8"/>
                <a:gd name="T52" fmla="*/ 3 w 5"/>
                <a:gd name="T53" fmla="*/ 0 h 8"/>
                <a:gd name="T54" fmla="*/ 2 w 5"/>
                <a:gd name="T55" fmla="*/ 0 h 8"/>
                <a:gd name="T56" fmla="*/ 1 w 5"/>
                <a:gd name="T57" fmla="*/ 0 h 8"/>
                <a:gd name="T58" fmla="*/ 1 w 5"/>
                <a:gd name="T59" fmla="*/ 1 h 8"/>
                <a:gd name="T60" fmla="*/ 0 w 5"/>
                <a:gd name="T61" fmla="*/ 2 h 8"/>
                <a:gd name="T62" fmla="*/ 0 w 5"/>
                <a:gd name="T63" fmla="*/ 2 h 8"/>
                <a:gd name="T64" fmla="*/ 0 w 5"/>
                <a:gd name="T65" fmla="*/ 3 h 8"/>
                <a:gd name="T66" fmla="*/ 0 w 5"/>
                <a:gd name="T67" fmla="*/ 4 h 8"/>
                <a:gd name="T68" fmla="*/ 0 w 5"/>
                <a:gd name="T69" fmla="*/ 5 h 8"/>
                <a:gd name="T70" fmla="*/ 0 w 5"/>
                <a:gd name="T71" fmla="*/ 6 h 8"/>
                <a:gd name="T72" fmla="*/ 0 w 5"/>
                <a:gd name="T73" fmla="*/ 7 h 8"/>
                <a:gd name="T74" fmla="*/ 1 w 5"/>
                <a:gd name="T75" fmla="*/ 7 h 8"/>
                <a:gd name="T76" fmla="*/ 1 w 5"/>
                <a:gd name="T77" fmla="*/ 8 h 8"/>
                <a:gd name="T78" fmla="*/ 2 w 5"/>
                <a:gd name="T79" fmla="*/ 8 h 8"/>
                <a:gd name="T80" fmla="*/ 3 w 5"/>
                <a:gd name="T81" fmla="*/ 8 h 8"/>
                <a:gd name="T82" fmla="*/ 4 w 5"/>
                <a:gd name="T83" fmla="*/ 7 h 8"/>
                <a:gd name="T84" fmla="*/ 5 w 5"/>
                <a:gd name="T85" fmla="*/ 7 h 8"/>
                <a:gd name="T86" fmla="*/ 5 w 5"/>
                <a:gd name="T87" fmla="*/ 6 h 8"/>
                <a:gd name="T88" fmla="*/ 5 w 5"/>
                <a:gd name="T89" fmla="*/ 5 h 8"/>
                <a:gd name="T90" fmla="*/ 5 w 5"/>
                <a:gd name="T91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" h="8">
                  <a:moveTo>
                    <a:pt x="4" y="4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4"/>
                    <a:pt x="4" y="4"/>
                    <a:pt x="4" y="4"/>
                  </a:cubicBezTo>
                  <a:moveTo>
                    <a:pt x="5" y="4"/>
                  </a:moveTo>
                  <a:cubicBezTo>
                    <a:pt x="5" y="3"/>
                    <a:pt x="5" y="3"/>
                    <a:pt x="5" y="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4"/>
                    <a:pt x="5" y="4"/>
                    <a:pt x="5" y="4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8" name="Freeform 20">
              <a:extLst>
                <a:ext uri="{FF2B5EF4-FFF2-40B4-BE49-F238E27FC236}">
                  <a16:creationId xmlns:a16="http://schemas.microsoft.com/office/drawing/2014/main" id="{3D7E09F3-60EF-A20B-EDCA-819676AF9F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05852" y="2465003"/>
              <a:ext cx="16273" cy="26036"/>
            </a:xfrm>
            <a:custGeom>
              <a:avLst/>
              <a:gdLst>
                <a:gd name="T0" fmla="*/ 4 w 5"/>
                <a:gd name="T1" fmla="*/ 3 h 8"/>
                <a:gd name="T2" fmla="*/ 4 w 5"/>
                <a:gd name="T3" fmla="*/ 3 h 8"/>
                <a:gd name="T4" fmla="*/ 3 w 5"/>
                <a:gd name="T5" fmla="*/ 4 h 8"/>
                <a:gd name="T6" fmla="*/ 3 w 5"/>
                <a:gd name="T7" fmla="*/ 4 h 8"/>
                <a:gd name="T8" fmla="*/ 2 w 5"/>
                <a:gd name="T9" fmla="*/ 4 h 8"/>
                <a:gd name="T10" fmla="*/ 2 w 5"/>
                <a:gd name="T11" fmla="*/ 4 h 8"/>
                <a:gd name="T12" fmla="*/ 1 w 5"/>
                <a:gd name="T13" fmla="*/ 4 h 8"/>
                <a:gd name="T14" fmla="*/ 1 w 5"/>
                <a:gd name="T15" fmla="*/ 3 h 8"/>
                <a:gd name="T16" fmla="*/ 1 w 5"/>
                <a:gd name="T17" fmla="*/ 3 h 8"/>
                <a:gd name="T18" fmla="*/ 1 w 5"/>
                <a:gd name="T19" fmla="*/ 2 h 8"/>
                <a:gd name="T20" fmla="*/ 1 w 5"/>
                <a:gd name="T21" fmla="*/ 2 h 8"/>
                <a:gd name="T22" fmla="*/ 2 w 5"/>
                <a:gd name="T23" fmla="*/ 1 h 8"/>
                <a:gd name="T24" fmla="*/ 2 w 5"/>
                <a:gd name="T25" fmla="*/ 1 h 8"/>
                <a:gd name="T26" fmla="*/ 3 w 5"/>
                <a:gd name="T27" fmla="*/ 1 h 8"/>
                <a:gd name="T28" fmla="*/ 4 w 5"/>
                <a:gd name="T29" fmla="*/ 2 h 8"/>
                <a:gd name="T30" fmla="*/ 4 w 5"/>
                <a:gd name="T31" fmla="*/ 2 h 8"/>
                <a:gd name="T32" fmla="*/ 4 w 5"/>
                <a:gd name="T33" fmla="*/ 3 h 8"/>
                <a:gd name="T34" fmla="*/ 5 w 5"/>
                <a:gd name="T35" fmla="*/ 4 h 8"/>
                <a:gd name="T36" fmla="*/ 5 w 5"/>
                <a:gd name="T37" fmla="*/ 2 h 8"/>
                <a:gd name="T38" fmla="*/ 4 w 5"/>
                <a:gd name="T39" fmla="*/ 1 h 8"/>
                <a:gd name="T40" fmla="*/ 3 w 5"/>
                <a:gd name="T41" fmla="*/ 0 h 8"/>
                <a:gd name="T42" fmla="*/ 2 w 5"/>
                <a:gd name="T43" fmla="*/ 0 h 8"/>
                <a:gd name="T44" fmla="*/ 1 w 5"/>
                <a:gd name="T45" fmla="*/ 0 h 8"/>
                <a:gd name="T46" fmla="*/ 1 w 5"/>
                <a:gd name="T47" fmla="*/ 1 h 8"/>
                <a:gd name="T48" fmla="*/ 0 w 5"/>
                <a:gd name="T49" fmla="*/ 2 h 8"/>
                <a:gd name="T50" fmla="*/ 0 w 5"/>
                <a:gd name="T51" fmla="*/ 3 h 8"/>
                <a:gd name="T52" fmla="*/ 0 w 5"/>
                <a:gd name="T53" fmla="*/ 4 h 8"/>
                <a:gd name="T54" fmla="*/ 1 w 5"/>
                <a:gd name="T55" fmla="*/ 5 h 8"/>
                <a:gd name="T56" fmla="*/ 1 w 5"/>
                <a:gd name="T57" fmla="*/ 5 h 8"/>
                <a:gd name="T58" fmla="*/ 2 w 5"/>
                <a:gd name="T59" fmla="*/ 5 h 8"/>
                <a:gd name="T60" fmla="*/ 3 w 5"/>
                <a:gd name="T61" fmla="*/ 5 h 8"/>
                <a:gd name="T62" fmla="*/ 4 w 5"/>
                <a:gd name="T63" fmla="*/ 4 h 8"/>
                <a:gd name="T64" fmla="*/ 4 w 5"/>
                <a:gd name="T65" fmla="*/ 4 h 8"/>
                <a:gd name="T66" fmla="*/ 4 w 5"/>
                <a:gd name="T67" fmla="*/ 6 h 8"/>
                <a:gd name="T68" fmla="*/ 2 w 5"/>
                <a:gd name="T69" fmla="*/ 7 h 8"/>
                <a:gd name="T70" fmla="*/ 1 w 5"/>
                <a:gd name="T71" fmla="*/ 7 h 8"/>
                <a:gd name="T72" fmla="*/ 1 w 5"/>
                <a:gd name="T73" fmla="*/ 6 h 8"/>
                <a:gd name="T74" fmla="*/ 0 w 5"/>
                <a:gd name="T75" fmla="*/ 6 h 8"/>
                <a:gd name="T76" fmla="*/ 1 w 5"/>
                <a:gd name="T77" fmla="*/ 7 h 8"/>
                <a:gd name="T78" fmla="*/ 2 w 5"/>
                <a:gd name="T79" fmla="*/ 8 h 8"/>
                <a:gd name="T80" fmla="*/ 4 w 5"/>
                <a:gd name="T81" fmla="*/ 7 h 8"/>
                <a:gd name="T82" fmla="*/ 5 w 5"/>
                <a:gd name="T83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" h="8">
                  <a:moveTo>
                    <a:pt x="4" y="3"/>
                  </a:moveTo>
                  <a:cubicBezTo>
                    <a:pt x="4" y="3"/>
                    <a:pt x="4" y="3"/>
                    <a:pt x="4" y="3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4" y="3"/>
                    <a:pt x="4" y="3"/>
                  </a:cubicBezTo>
                  <a:moveTo>
                    <a:pt x="5" y="4"/>
                  </a:moveTo>
                  <a:cubicBezTo>
                    <a:pt x="5" y="3"/>
                    <a:pt x="5" y="3"/>
                    <a:pt x="5" y="2"/>
                  </a:cubicBezTo>
                  <a:cubicBezTo>
                    <a:pt x="5" y="2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5"/>
                    <a:pt x="4" y="6"/>
                    <a:pt x="4" y="6"/>
                  </a:cubicBezTo>
                  <a:cubicBezTo>
                    <a:pt x="3" y="7"/>
                    <a:pt x="3" y="7"/>
                    <a:pt x="2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1" y="6"/>
                    <a:pt x="1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1" y="7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4" y="8"/>
                    <a:pt x="4" y="7"/>
                  </a:cubicBezTo>
                  <a:cubicBezTo>
                    <a:pt x="5" y="6"/>
                    <a:pt x="5" y="5"/>
                    <a:pt x="5" y="4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9" name="Rectangle 21">
              <a:extLst>
                <a:ext uri="{FF2B5EF4-FFF2-40B4-BE49-F238E27FC236}">
                  <a16:creationId xmlns:a16="http://schemas.microsoft.com/office/drawing/2014/main" id="{4F296186-3595-B874-68F7-BC104CCD6F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8634" y="2487787"/>
              <a:ext cx="3255" cy="3255"/>
            </a:xfrm>
            <a:prstGeom prst="rect">
              <a:avLst/>
            </a:pr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0" name="Rectangle 22">
              <a:extLst>
                <a:ext uri="{FF2B5EF4-FFF2-40B4-BE49-F238E27FC236}">
                  <a16:creationId xmlns:a16="http://schemas.microsoft.com/office/drawing/2014/main" id="{FEF9FDEF-0745-E020-4437-6037BBCD6B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8634" y="2471514"/>
              <a:ext cx="3255" cy="3255"/>
            </a:xfrm>
            <a:prstGeom prst="rect">
              <a:avLst/>
            </a:pr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1" name="Freeform 23">
              <a:extLst>
                <a:ext uri="{FF2B5EF4-FFF2-40B4-BE49-F238E27FC236}">
                  <a16:creationId xmlns:a16="http://schemas.microsoft.com/office/drawing/2014/main" id="{C8E1D6D8-E19B-1070-6D2E-0F25825D63A3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6452" y="2461748"/>
              <a:ext cx="29291" cy="13018"/>
            </a:xfrm>
            <a:custGeom>
              <a:avLst/>
              <a:gdLst>
                <a:gd name="T0" fmla="*/ 0 w 9"/>
                <a:gd name="T1" fmla="*/ 3 h 4"/>
                <a:gd name="T2" fmla="*/ 1 w 9"/>
                <a:gd name="T3" fmla="*/ 4 h 4"/>
                <a:gd name="T4" fmla="*/ 4 w 9"/>
                <a:gd name="T5" fmla="*/ 3 h 4"/>
                <a:gd name="T6" fmla="*/ 8 w 9"/>
                <a:gd name="T7" fmla="*/ 4 h 4"/>
                <a:gd name="T8" fmla="*/ 9 w 9"/>
                <a:gd name="T9" fmla="*/ 3 h 4"/>
                <a:gd name="T10" fmla="*/ 0 w 9"/>
                <a:gd name="T11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4">
                  <a:moveTo>
                    <a:pt x="0" y="3"/>
                  </a:moveTo>
                  <a:cubicBezTo>
                    <a:pt x="0" y="3"/>
                    <a:pt x="0" y="4"/>
                    <a:pt x="1" y="4"/>
                  </a:cubicBezTo>
                  <a:cubicBezTo>
                    <a:pt x="2" y="3"/>
                    <a:pt x="3" y="3"/>
                    <a:pt x="4" y="3"/>
                  </a:cubicBezTo>
                  <a:cubicBezTo>
                    <a:pt x="6" y="3"/>
                    <a:pt x="7" y="3"/>
                    <a:pt x="8" y="4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6" y="0"/>
                    <a:pt x="2" y="0"/>
                    <a:pt x="0" y="3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2" name="Freeform 24">
              <a:extLst>
                <a:ext uri="{FF2B5EF4-FFF2-40B4-BE49-F238E27FC236}">
                  <a16:creationId xmlns:a16="http://schemas.microsoft.com/office/drawing/2014/main" id="{BD36453D-2549-3D3F-0211-CE5F31B7DD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15034" y="2465003"/>
              <a:ext cx="48818" cy="26036"/>
            </a:xfrm>
            <a:custGeom>
              <a:avLst/>
              <a:gdLst>
                <a:gd name="T0" fmla="*/ 11 w 15"/>
                <a:gd name="T1" fmla="*/ 7 h 8"/>
                <a:gd name="T2" fmla="*/ 10 w 15"/>
                <a:gd name="T3" fmla="*/ 7 h 8"/>
                <a:gd name="T4" fmla="*/ 2 w 15"/>
                <a:gd name="T5" fmla="*/ 7 h 8"/>
                <a:gd name="T6" fmla="*/ 1 w 15"/>
                <a:gd name="T7" fmla="*/ 6 h 8"/>
                <a:gd name="T8" fmla="*/ 1 w 15"/>
                <a:gd name="T9" fmla="*/ 2 h 8"/>
                <a:gd name="T10" fmla="*/ 2 w 15"/>
                <a:gd name="T11" fmla="*/ 1 h 8"/>
                <a:gd name="T12" fmla="*/ 10 w 15"/>
                <a:gd name="T13" fmla="*/ 1 h 8"/>
                <a:gd name="T14" fmla="*/ 11 w 15"/>
                <a:gd name="T15" fmla="*/ 2 h 8"/>
                <a:gd name="T16" fmla="*/ 11 w 15"/>
                <a:gd name="T17" fmla="*/ 7 h 8"/>
                <a:gd name="T18" fmla="*/ 15 w 15"/>
                <a:gd name="T19" fmla="*/ 6 h 8"/>
                <a:gd name="T20" fmla="*/ 15 w 15"/>
                <a:gd name="T21" fmla="*/ 2 h 8"/>
                <a:gd name="T22" fmla="*/ 13 w 15"/>
                <a:gd name="T23" fmla="*/ 0 h 8"/>
                <a:gd name="T24" fmla="*/ 2 w 15"/>
                <a:gd name="T25" fmla="*/ 0 h 8"/>
                <a:gd name="T26" fmla="*/ 0 w 15"/>
                <a:gd name="T27" fmla="*/ 2 h 8"/>
                <a:gd name="T28" fmla="*/ 0 w 15"/>
                <a:gd name="T29" fmla="*/ 6 h 8"/>
                <a:gd name="T30" fmla="*/ 2 w 15"/>
                <a:gd name="T31" fmla="*/ 8 h 8"/>
                <a:gd name="T32" fmla="*/ 7 w 15"/>
                <a:gd name="T33" fmla="*/ 8 h 8"/>
                <a:gd name="T34" fmla="*/ 13 w 15"/>
                <a:gd name="T35" fmla="*/ 8 h 8"/>
                <a:gd name="T36" fmla="*/ 15 w 15"/>
                <a:gd name="T37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" h="8">
                  <a:moveTo>
                    <a:pt x="11" y="7"/>
                  </a:moveTo>
                  <a:cubicBezTo>
                    <a:pt x="10" y="7"/>
                    <a:pt x="10" y="7"/>
                    <a:pt x="10" y="7"/>
                  </a:cubicBezTo>
                  <a:cubicBezTo>
                    <a:pt x="8" y="7"/>
                    <a:pt x="5" y="7"/>
                    <a:pt x="2" y="7"/>
                  </a:cubicBezTo>
                  <a:cubicBezTo>
                    <a:pt x="2" y="7"/>
                    <a:pt x="1" y="6"/>
                    <a:pt x="1" y="6"/>
                  </a:cubicBezTo>
                  <a:cubicBezTo>
                    <a:pt x="1" y="5"/>
                    <a:pt x="1" y="3"/>
                    <a:pt x="1" y="2"/>
                  </a:cubicBezTo>
                  <a:cubicBezTo>
                    <a:pt x="1" y="2"/>
                    <a:pt x="2" y="1"/>
                    <a:pt x="2" y="1"/>
                  </a:cubicBezTo>
                  <a:cubicBezTo>
                    <a:pt x="5" y="1"/>
                    <a:pt x="8" y="1"/>
                    <a:pt x="10" y="1"/>
                  </a:cubicBezTo>
                  <a:cubicBezTo>
                    <a:pt x="11" y="2"/>
                    <a:pt x="11" y="2"/>
                    <a:pt x="11" y="2"/>
                  </a:cubicBezTo>
                  <a:lnTo>
                    <a:pt x="11" y="7"/>
                  </a:lnTo>
                  <a:close/>
                  <a:moveTo>
                    <a:pt x="15" y="6"/>
                  </a:moveTo>
                  <a:cubicBezTo>
                    <a:pt x="15" y="5"/>
                    <a:pt x="15" y="3"/>
                    <a:pt x="15" y="2"/>
                  </a:cubicBezTo>
                  <a:cubicBezTo>
                    <a:pt x="15" y="1"/>
                    <a:pt x="14" y="0"/>
                    <a:pt x="13" y="0"/>
                  </a:cubicBezTo>
                  <a:cubicBezTo>
                    <a:pt x="9" y="0"/>
                    <a:pt x="6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7"/>
                    <a:pt x="1" y="8"/>
                    <a:pt x="2" y="8"/>
                  </a:cubicBezTo>
                  <a:cubicBezTo>
                    <a:pt x="4" y="8"/>
                    <a:pt x="6" y="8"/>
                    <a:pt x="7" y="8"/>
                  </a:cubicBezTo>
                  <a:cubicBezTo>
                    <a:pt x="9" y="8"/>
                    <a:pt x="11" y="8"/>
                    <a:pt x="13" y="8"/>
                  </a:cubicBezTo>
                  <a:cubicBezTo>
                    <a:pt x="14" y="8"/>
                    <a:pt x="15" y="7"/>
                    <a:pt x="15" y="6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3" name="Oval 25">
              <a:extLst>
                <a:ext uri="{FF2B5EF4-FFF2-40B4-BE49-F238E27FC236}">
                  <a16:creationId xmlns:a16="http://schemas.microsoft.com/office/drawing/2014/main" id="{DC6B3E33-7574-03D9-1E3B-AF12D10BA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66215" y="2484530"/>
              <a:ext cx="9764" cy="6509"/>
            </a:xfrm>
            <a:prstGeom prst="ellipse">
              <a:avLst/>
            </a:pr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4" name="Freeform 26">
              <a:extLst>
                <a:ext uri="{FF2B5EF4-FFF2-40B4-BE49-F238E27FC236}">
                  <a16:creationId xmlns:a16="http://schemas.microsoft.com/office/drawing/2014/main" id="{83752CCF-B16C-74A7-C893-4B6AF094BCB9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9704" y="2471514"/>
              <a:ext cx="19527" cy="9764"/>
            </a:xfrm>
            <a:custGeom>
              <a:avLst/>
              <a:gdLst>
                <a:gd name="T0" fmla="*/ 0 w 6"/>
                <a:gd name="T1" fmla="*/ 2 h 3"/>
                <a:gd name="T2" fmla="*/ 2 w 6"/>
                <a:gd name="T3" fmla="*/ 3 h 3"/>
                <a:gd name="T4" fmla="*/ 3 w 6"/>
                <a:gd name="T5" fmla="*/ 3 h 3"/>
                <a:gd name="T6" fmla="*/ 5 w 6"/>
                <a:gd name="T7" fmla="*/ 3 h 3"/>
                <a:gd name="T8" fmla="*/ 6 w 6"/>
                <a:gd name="T9" fmla="*/ 2 h 3"/>
                <a:gd name="T10" fmla="*/ 0 w 6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">
                  <a:moveTo>
                    <a:pt x="0" y="2"/>
                  </a:moveTo>
                  <a:cubicBezTo>
                    <a:pt x="1" y="3"/>
                    <a:pt x="1" y="3"/>
                    <a:pt x="2" y="3"/>
                  </a:cubicBezTo>
                  <a:cubicBezTo>
                    <a:pt x="2" y="3"/>
                    <a:pt x="3" y="3"/>
                    <a:pt x="3" y="3"/>
                  </a:cubicBezTo>
                  <a:cubicBezTo>
                    <a:pt x="4" y="3"/>
                    <a:pt x="4" y="3"/>
                    <a:pt x="5" y="3"/>
                  </a:cubicBezTo>
                  <a:cubicBezTo>
                    <a:pt x="5" y="3"/>
                    <a:pt x="6" y="3"/>
                    <a:pt x="6" y="2"/>
                  </a:cubicBezTo>
                  <a:cubicBezTo>
                    <a:pt x="5" y="0"/>
                    <a:pt x="2" y="0"/>
                    <a:pt x="0" y="2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5" name="Freeform 27">
              <a:extLst>
                <a:ext uri="{FF2B5EF4-FFF2-40B4-BE49-F238E27FC236}">
                  <a16:creationId xmlns:a16="http://schemas.microsoft.com/office/drawing/2014/main" id="{1A15DE5A-D812-8C04-E1F5-5F78F4E90851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1361" y="2481278"/>
              <a:ext cx="9764" cy="9764"/>
            </a:xfrm>
            <a:custGeom>
              <a:avLst/>
              <a:gdLst>
                <a:gd name="T0" fmla="*/ 2 w 3"/>
                <a:gd name="T1" fmla="*/ 0 h 3"/>
                <a:gd name="T2" fmla="*/ 2 w 3"/>
                <a:gd name="T3" fmla="*/ 0 h 3"/>
                <a:gd name="T4" fmla="*/ 0 w 3"/>
                <a:gd name="T5" fmla="*/ 1 h 3"/>
                <a:gd name="T6" fmla="*/ 0 w 3"/>
                <a:gd name="T7" fmla="*/ 2 h 3"/>
                <a:gd name="T8" fmla="*/ 2 w 3"/>
                <a:gd name="T9" fmla="*/ 3 h 3"/>
                <a:gd name="T10" fmla="*/ 2 w 3"/>
                <a:gd name="T11" fmla="*/ 3 h 3"/>
                <a:gd name="T12" fmla="*/ 3 w 3"/>
                <a:gd name="T13" fmla="*/ 2 h 3"/>
                <a:gd name="T14" fmla="*/ 3 w 3"/>
                <a:gd name="T15" fmla="*/ 1 h 3"/>
                <a:gd name="T16" fmla="*/ 2 w 3"/>
                <a:gd name="T1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3"/>
                    <a:pt x="3" y="3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0"/>
                    <a:pt x="3" y="0"/>
                    <a:pt x="2" y="0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6" name="Freeform 28">
              <a:extLst>
                <a:ext uri="{FF2B5EF4-FFF2-40B4-BE49-F238E27FC236}">
                  <a16:creationId xmlns:a16="http://schemas.microsoft.com/office/drawing/2014/main" id="{55F59623-EEFD-98F0-EF84-970142504C8C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0650" y="2465003"/>
              <a:ext cx="6509" cy="26036"/>
            </a:xfrm>
            <a:custGeom>
              <a:avLst/>
              <a:gdLst>
                <a:gd name="T0" fmla="*/ 1 w 2"/>
                <a:gd name="T1" fmla="*/ 0 h 8"/>
                <a:gd name="T2" fmla="*/ 1 w 2"/>
                <a:gd name="T3" fmla="*/ 0 h 8"/>
                <a:gd name="T4" fmla="*/ 0 w 2"/>
                <a:gd name="T5" fmla="*/ 1 h 8"/>
                <a:gd name="T6" fmla="*/ 0 w 2"/>
                <a:gd name="T7" fmla="*/ 7 h 8"/>
                <a:gd name="T8" fmla="*/ 1 w 2"/>
                <a:gd name="T9" fmla="*/ 8 h 8"/>
                <a:gd name="T10" fmla="*/ 1 w 2"/>
                <a:gd name="T11" fmla="*/ 8 h 8"/>
                <a:gd name="T12" fmla="*/ 2 w 2"/>
                <a:gd name="T13" fmla="*/ 7 h 8"/>
                <a:gd name="T14" fmla="*/ 2 w 2"/>
                <a:gd name="T15" fmla="*/ 1 h 8"/>
                <a:gd name="T16" fmla="*/ 1 w 2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" h="8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8"/>
                    <a:pt x="0" y="8"/>
                    <a:pt x="1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7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0"/>
                    <a:pt x="1" y="0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7" name="Freeform 29">
              <a:extLst>
                <a:ext uri="{FF2B5EF4-FFF2-40B4-BE49-F238E27FC236}">
                  <a16:creationId xmlns:a16="http://schemas.microsoft.com/office/drawing/2014/main" id="{849A4A13-3EF0-BE68-A4A1-39BAF1DDE29C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3250" y="2465003"/>
              <a:ext cx="26036" cy="26036"/>
            </a:xfrm>
            <a:custGeom>
              <a:avLst/>
              <a:gdLst>
                <a:gd name="T0" fmla="*/ 12 w 16"/>
                <a:gd name="T1" fmla="*/ 0 h 16"/>
                <a:gd name="T2" fmla="*/ 8 w 16"/>
                <a:gd name="T3" fmla="*/ 14 h 16"/>
                <a:gd name="T4" fmla="*/ 4 w 16"/>
                <a:gd name="T5" fmla="*/ 0 h 16"/>
                <a:gd name="T6" fmla="*/ 0 w 16"/>
                <a:gd name="T7" fmla="*/ 0 h 16"/>
                <a:gd name="T8" fmla="*/ 0 w 16"/>
                <a:gd name="T9" fmla="*/ 16 h 16"/>
                <a:gd name="T10" fmla="*/ 2 w 16"/>
                <a:gd name="T11" fmla="*/ 16 h 16"/>
                <a:gd name="T12" fmla="*/ 2 w 16"/>
                <a:gd name="T13" fmla="*/ 4 h 16"/>
                <a:gd name="T14" fmla="*/ 2 w 16"/>
                <a:gd name="T15" fmla="*/ 4 h 16"/>
                <a:gd name="T16" fmla="*/ 8 w 16"/>
                <a:gd name="T17" fmla="*/ 16 h 16"/>
                <a:gd name="T18" fmla="*/ 8 w 16"/>
                <a:gd name="T19" fmla="*/ 16 h 16"/>
                <a:gd name="T20" fmla="*/ 14 w 16"/>
                <a:gd name="T21" fmla="*/ 4 h 16"/>
                <a:gd name="T22" fmla="*/ 14 w 16"/>
                <a:gd name="T23" fmla="*/ 4 h 16"/>
                <a:gd name="T24" fmla="*/ 14 w 16"/>
                <a:gd name="T25" fmla="*/ 16 h 16"/>
                <a:gd name="T26" fmla="*/ 16 w 16"/>
                <a:gd name="T27" fmla="*/ 16 h 16"/>
                <a:gd name="T28" fmla="*/ 16 w 16"/>
                <a:gd name="T29" fmla="*/ 0 h 16"/>
                <a:gd name="T30" fmla="*/ 12 w 16"/>
                <a:gd name="T3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16">
                  <a:moveTo>
                    <a:pt x="12" y="0"/>
                  </a:moveTo>
                  <a:lnTo>
                    <a:pt x="8" y="14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2" y="4"/>
                  </a:lnTo>
                  <a:lnTo>
                    <a:pt x="2" y="4"/>
                  </a:lnTo>
                  <a:lnTo>
                    <a:pt x="8" y="16"/>
                  </a:lnTo>
                  <a:lnTo>
                    <a:pt x="8" y="16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4" y="16"/>
                  </a:lnTo>
                  <a:lnTo>
                    <a:pt x="16" y="16"/>
                  </a:lnTo>
                  <a:lnTo>
                    <a:pt x="16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8" name="Freeform 30">
              <a:extLst>
                <a:ext uri="{FF2B5EF4-FFF2-40B4-BE49-F238E27FC236}">
                  <a16:creationId xmlns:a16="http://schemas.microsoft.com/office/drawing/2014/main" id="{6AC0C482-F0D2-ADCB-6D6E-314D3082FFCB}"/>
                </a:ext>
              </a:extLst>
            </p:cNvPr>
            <p:cNvSpPr>
              <a:spLocks/>
            </p:cNvSpPr>
            <p:nvPr/>
          </p:nvSpPr>
          <p:spPr bwMode="auto">
            <a:xfrm>
              <a:off x="7307632" y="2471512"/>
              <a:ext cx="6509" cy="19527"/>
            </a:xfrm>
            <a:custGeom>
              <a:avLst/>
              <a:gdLst>
                <a:gd name="T0" fmla="*/ 1 w 2"/>
                <a:gd name="T1" fmla="*/ 0 h 6"/>
                <a:gd name="T2" fmla="*/ 1 w 2"/>
                <a:gd name="T3" fmla="*/ 0 h 6"/>
                <a:gd name="T4" fmla="*/ 0 w 2"/>
                <a:gd name="T5" fmla="*/ 2 h 6"/>
                <a:gd name="T6" fmla="*/ 0 w 2"/>
                <a:gd name="T7" fmla="*/ 5 h 6"/>
                <a:gd name="T8" fmla="*/ 1 w 2"/>
                <a:gd name="T9" fmla="*/ 6 h 6"/>
                <a:gd name="T10" fmla="*/ 1 w 2"/>
                <a:gd name="T11" fmla="*/ 6 h 6"/>
                <a:gd name="T12" fmla="*/ 2 w 2"/>
                <a:gd name="T13" fmla="*/ 5 h 6"/>
                <a:gd name="T14" fmla="*/ 2 w 2"/>
                <a:gd name="T15" fmla="*/ 2 h 6"/>
                <a:gd name="T16" fmla="*/ 1 w 2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" h="6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6"/>
                    <a:pt x="2" y="6"/>
                    <a:pt x="2" y="5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</p:grpSp>
      <p:sp>
        <p:nvSpPr>
          <p:cNvPr id="79" name="Bildplatzhalter 52">
            <a:extLst>
              <a:ext uri="{FF2B5EF4-FFF2-40B4-BE49-F238E27FC236}">
                <a16:creationId xmlns:a16="http://schemas.microsoft.com/office/drawing/2014/main" id="{719122C1-B70B-52C9-9C81-BDA38AFFF4B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855496" y="3605196"/>
            <a:ext cx="1140677" cy="2451240"/>
          </a:xfrm>
          <a:custGeom>
            <a:avLst/>
            <a:gdLst>
              <a:gd name="connsiteX0" fmla="*/ 140084 w 1140677"/>
              <a:gd name="connsiteY0" fmla="*/ 0 h 2451240"/>
              <a:gd name="connsiteX1" fmla="*/ 276831 w 1140677"/>
              <a:gd name="connsiteY1" fmla="*/ 0 h 2451240"/>
              <a:gd name="connsiteX2" fmla="*/ 276831 w 1140677"/>
              <a:gd name="connsiteY2" fmla="*/ 26287 h 2451240"/>
              <a:gd name="connsiteX3" fmla="*/ 330197 w 1140677"/>
              <a:gd name="connsiteY3" fmla="*/ 82146 h 2451240"/>
              <a:gd name="connsiteX4" fmla="*/ 810482 w 1140677"/>
              <a:gd name="connsiteY4" fmla="*/ 82146 h 2451240"/>
              <a:gd name="connsiteX5" fmla="*/ 863846 w 1140677"/>
              <a:gd name="connsiteY5" fmla="*/ 26287 h 2451240"/>
              <a:gd name="connsiteX6" fmla="*/ 863846 w 1140677"/>
              <a:gd name="connsiteY6" fmla="*/ 0 h 2451240"/>
              <a:gd name="connsiteX7" fmla="*/ 1000594 w 1140677"/>
              <a:gd name="connsiteY7" fmla="*/ 0 h 2451240"/>
              <a:gd name="connsiteX8" fmla="*/ 1140677 w 1140677"/>
              <a:gd name="connsiteY8" fmla="*/ 138006 h 2451240"/>
              <a:gd name="connsiteX9" fmla="*/ 1140677 w 1140677"/>
              <a:gd name="connsiteY9" fmla="*/ 2313235 h 2451240"/>
              <a:gd name="connsiteX10" fmla="*/ 1000594 w 1140677"/>
              <a:gd name="connsiteY10" fmla="*/ 2451240 h 2451240"/>
              <a:gd name="connsiteX11" fmla="*/ 140084 w 1140677"/>
              <a:gd name="connsiteY11" fmla="*/ 2451240 h 2451240"/>
              <a:gd name="connsiteX12" fmla="*/ 0 w 1140677"/>
              <a:gd name="connsiteY12" fmla="*/ 2313235 h 2451240"/>
              <a:gd name="connsiteX13" fmla="*/ 0 w 1140677"/>
              <a:gd name="connsiteY13" fmla="*/ 138006 h 2451240"/>
              <a:gd name="connsiteX14" fmla="*/ 140084 w 1140677"/>
              <a:gd name="connsiteY14" fmla="*/ 0 h 2451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40677" h="2451240">
                <a:moveTo>
                  <a:pt x="140084" y="0"/>
                </a:moveTo>
                <a:cubicBezTo>
                  <a:pt x="276831" y="0"/>
                  <a:pt x="276831" y="0"/>
                  <a:pt x="276831" y="0"/>
                </a:cubicBezTo>
                <a:cubicBezTo>
                  <a:pt x="276831" y="26287"/>
                  <a:pt x="276831" y="26287"/>
                  <a:pt x="276831" y="26287"/>
                </a:cubicBezTo>
                <a:cubicBezTo>
                  <a:pt x="276831" y="46002"/>
                  <a:pt x="293508" y="82146"/>
                  <a:pt x="330197" y="82146"/>
                </a:cubicBezTo>
                <a:cubicBezTo>
                  <a:pt x="810482" y="82146"/>
                  <a:pt x="810482" y="82146"/>
                  <a:pt x="810482" y="82146"/>
                </a:cubicBezTo>
                <a:cubicBezTo>
                  <a:pt x="847170" y="82146"/>
                  <a:pt x="863846" y="46002"/>
                  <a:pt x="863846" y="26287"/>
                </a:cubicBezTo>
                <a:cubicBezTo>
                  <a:pt x="863846" y="0"/>
                  <a:pt x="863846" y="0"/>
                  <a:pt x="863846" y="0"/>
                </a:cubicBezTo>
                <a:cubicBezTo>
                  <a:pt x="1000594" y="0"/>
                  <a:pt x="1000594" y="0"/>
                  <a:pt x="1000594" y="0"/>
                </a:cubicBezTo>
                <a:cubicBezTo>
                  <a:pt x="1077306" y="0"/>
                  <a:pt x="1140677" y="62432"/>
                  <a:pt x="1140677" y="138006"/>
                </a:cubicBezTo>
                <a:cubicBezTo>
                  <a:pt x="1140677" y="2313235"/>
                  <a:pt x="1140677" y="2313235"/>
                  <a:pt x="1140677" y="2313235"/>
                </a:cubicBezTo>
                <a:cubicBezTo>
                  <a:pt x="1140677" y="2388810"/>
                  <a:pt x="1077306" y="2451240"/>
                  <a:pt x="1000594" y="2451240"/>
                </a:cubicBezTo>
                <a:cubicBezTo>
                  <a:pt x="140084" y="2451240"/>
                  <a:pt x="140084" y="2451240"/>
                  <a:pt x="140084" y="2451240"/>
                </a:cubicBezTo>
                <a:cubicBezTo>
                  <a:pt x="63371" y="2451240"/>
                  <a:pt x="0" y="2388810"/>
                  <a:pt x="0" y="2313235"/>
                </a:cubicBezTo>
                <a:cubicBezTo>
                  <a:pt x="0" y="138006"/>
                  <a:pt x="0" y="138006"/>
                  <a:pt x="0" y="138006"/>
                </a:cubicBezTo>
                <a:cubicBezTo>
                  <a:pt x="0" y="62432"/>
                  <a:pt x="63371" y="0"/>
                  <a:pt x="140084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/>
            </a:lvl1pPr>
          </a:lstStyle>
          <a:p>
            <a:endParaRPr lang="de-DE"/>
          </a:p>
        </p:txBody>
      </p:sp>
      <p:sp>
        <p:nvSpPr>
          <p:cNvPr id="80" name="Bildplatzhalter 7">
            <a:extLst>
              <a:ext uri="{FF2B5EF4-FFF2-40B4-BE49-F238E27FC236}">
                <a16:creationId xmlns:a16="http://schemas.microsoft.com/office/drawing/2014/main" id="{EF5E1C74-1FB2-05F1-FE42-68B2A93D01E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855496" y="3605196"/>
            <a:ext cx="1140677" cy="2451240"/>
          </a:xfrm>
          <a:custGeom>
            <a:avLst/>
            <a:gdLst>
              <a:gd name="connsiteX0" fmla="*/ 140084 w 1140677"/>
              <a:gd name="connsiteY0" fmla="*/ 0 h 2451240"/>
              <a:gd name="connsiteX1" fmla="*/ 276831 w 1140677"/>
              <a:gd name="connsiteY1" fmla="*/ 0 h 2451240"/>
              <a:gd name="connsiteX2" fmla="*/ 276831 w 1140677"/>
              <a:gd name="connsiteY2" fmla="*/ 26287 h 2451240"/>
              <a:gd name="connsiteX3" fmla="*/ 330197 w 1140677"/>
              <a:gd name="connsiteY3" fmla="*/ 82146 h 2451240"/>
              <a:gd name="connsiteX4" fmla="*/ 810482 w 1140677"/>
              <a:gd name="connsiteY4" fmla="*/ 82146 h 2451240"/>
              <a:gd name="connsiteX5" fmla="*/ 863846 w 1140677"/>
              <a:gd name="connsiteY5" fmla="*/ 26287 h 2451240"/>
              <a:gd name="connsiteX6" fmla="*/ 863846 w 1140677"/>
              <a:gd name="connsiteY6" fmla="*/ 0 h 2451240"/>
              <a:gd name="connsiteX7" fmla="*/ 1000594 w 1140677"/>
              <a:gd name="connsiteY7" fmla="*/ 0 h 2451240"/>
              <a:gd name="connsiteX8" fmla="*/ 1140677 w 1140677"/>
              <a:gd name="connsiteY8" fmla="*/ 138006 h 2451240"/>
              <a:gd name="connsiteX9" fmla="*/ 1140677 w 1140677"/>
              <a:gd name="connsiteY9" fmla="*/ 2313235 h 2451240"/>
              <a:gd name="connsiteX10" fmla="*/ 1000594 w 1140677"/>
              <a:gd name="connsiteY10" fmla="*/ 2451240 h 2451240"/>
              <a:gd name="connsiteX11" fmla="*/ 140084 w 1140677"/>
              <a:gd name="connsiteY11" fmla="*/ 2451240 h 2451240"/>
              <a:gd name="connsiteX12" fmla="*/ 0 w 1140677"/>
              <a:gd name="connsiteY12" fmla="*/ 2313235 h 2451240"/>
              <a:gd name="connsiteX13" fmla="*/ 0 w 1140677"/>
              <a:gd name="connsiteY13" fmla="*/ 138006 h 2451240"/>
              <a:gd name="connsiteX14" fmla="*/ 140084 w 1140677"/>
              <a:gd name="connsiteY14" fmla="*/ 0 h 2451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40677" h="2451240">
                <a:moveTo>
                  <a:pt x="140084" y="0"/>
                </a:moveTo>
                <a:cubicBezTo>
                  <a:pt x="276831" y="0"/>
                  <a:pt x="276831" y="0"/>
                  <a:pt x="276831" y="0"/>
                </a:cubicBezTo>
                <a:cubicBezTo>
                  <a:pt x="276831" y="26287"/>
                  <a:pt x="276831" y="26287"/>
                  <a:pt x="276831" y="26287"/>
                </a:cubicBezTo>
                <a:cubicBezTo>
                  <a:pt x="276831" y="46002"/>
                  <a:pt x="293508" y="82146"/>
                  <a:pt x="330197" y="82146"/>
                </a:cubicBezTo>
                <a:cubicBezTo>
                  <a:pt x="810482" y="82146"/>
                  <a:pt x="810482" y="82146"/>
                  <a:pt x="810482" y="82146"/>
                </a:cubicBezTo>
                <a:cubicBezTo>
                  <a:pt x="847170" y="82146"/>
                  <a:pt x="863846" y="46002"/>
                  <a:pt x="863846" y="26287"/>
                </a:cubicBezTo>
                <a:cubicBezTo>
                  <a:pt x="863846" y="0"/>
                  <a:pt x="863846" y="0"/>
                  <a:pt x="863846" y="0"/>
                </a:cubicBezTo>
                <a:cubicBezTo>
                  <a:pt x="1000594" y="0"/>
                  <a:pt x="1000594" y="0"/>
                  <a:pt x="1000594" y="0"/>
                </a:cubicBezTo>
                <a:cubicBezTo>
                  <a:pt x="1077306" y="0"/>
                  <a:pt x="1140677" y="62432"/>
                  <a:pt x="1140677" y="138006"/>
                </a:cubicBezTo>
                <a:cubicBezTo>
                  <a:pt x="1140677" y="2313235"/>
                  <a:pt x="1140677" y="2313235"/>
                  <a:pt x="1140677" y="2313235"/>
                </a:cubicBezTo>
                <a:cubicBezTo>
                  <a:pt x="1140677" y="2388810"/>
                  <a:pt x="1077306" y="2451240"/>
                  <a:pt x="1000594" y="2451240"/>
                </a:cubicBezTo>
                <a:cubicBezTo>
                  <a:pt x="140084" y="2451240"/>
                  <a:pt x="140084" y="2451240"/>
                  <a:pt x="140084" y="2451240"/>
                </a:cubicBezTo>
                <a:cubicBezTo>
                  <a:pt x="63371" y="2451240"/>
                  <a:pt x="0" y="2388810"/>
                  <a:pt x="0" y="2313235"/>
                </a:cubicBezTo>
                <a:cubicBezTo>
                  <a:pt x="0" y="138006"/>
                  <a:pt x="0" y="138006"/>
                  <a:pt x="0" y="138006"/>
                </a:cubicBezTo>
                <a:cubicBezTo>
                  <a:pt x="0" y="62432"/>
                  <a:pt x="63371" y="0"/>
                  <a:pt x="140084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endParaRPr lang="de-DE"/>
          </a:p>
        </p:txBody>
      </p:sp>
      <p:grpSp>
        <p:nvGrpSpPr>
          <p:cNvPr id="81" name="Group 81">
            <a:extLst>
              <a:ext uri="{FF2B5EF4-FFF2-40B4-BE49-F238E27FC236}">
                <a16:creationId xmlns:a16="http://schemas.microsoft.com/office/drawing/2014/main" id="{EAF5B494-258A-9DF1-B51A-85F44BA096C5}"/>
              </a:ext>
            </a:extLst>
          </p:cNvPr>
          <p:cNvGrpSpPr/>
          <p:nvPr userDrawn="1"/>
        </p:nvGrpSpPr>
        <p:grpSpPr>
          <a:xfrm>
            <a:off x="6825309" y="3575061"/>
            <a:ext cx="1201825" cy="2516269"/>
            <a:chOff x="6837149" y="3580375"/>
            <a:chExt cx="1178145" cy="2491355"/>
          </a:xfrm>
          <a:solidFill>
            <a:srgbClr val="2F3941"/>
          </a:solidFill>
        </p:grpSpPr>
        <p:sp>
          <p:nvSpPr>
            <p:cNvPr id="82" name="Freeform 13">
              <a:extLst>
                <a:ext uri="{FF2B5EF4-FFF2-40B4-BE49-F238E27FC236}">
                  <a16:creationId xmlns:a16="http://schemas.microsoft.com/office/drawing/2014/main" id="{46596193-ED8B-E160-5842-4E8D99ABDA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37149" y="3580375"/>
              <a:ext cx="1178145" cy="2491355"/>
            </a:xfrm>
            <a:custGeom>
              <a:avLst/>
              <a:gdLst>
                <a:gd name="T0" fmla="*/ 352 w 362"/>
                <a:gd name="T1" fmla="*/ 714 h 766"/>
                <a:gd name="T2" fmla="*/ 310 w 362"/>
                <a:gd name="T3" fmla="*/ 756 h 766"/>
                <a:gd name="T4" fmla="*/ 52 w 362"/>
                <a:gd name="T5" fmla="*/ 756 h 766"/>
                <a:gd name="T6" fmla="*/ 10 w 362"/>
                <a:gd name="T7" fmla="*/ 714 h 766"/>
                <a:gd name="T8" fmla="*/ 10 w 362"/>
                <a:gd name="T9" fmla="*/ 52 h 766"/>
                <a:gd name="T10" fmla="*/ 52 w 362"/>
                <a:gd name="T11" fmla="*/ 10 h 766"/>
                <a:gd name="T12" fmla="*/ 93 w 362"/>
                <a:gd name="T13" fmla="*/ 10 h 766"/>
                <a:gd name="T14" fmla="*/ 93 w 362"/>
                <a:gd name="T15" fmla="*/ 18 h 766"/>
                <a:gd name="T16" fmla="*/ 109 w 362"/>
                <a:gd name="T17" fmla="*/ 35 h 766"/>
                <a:gd name="T18" fmla="*/ 253 w 362"/>
                <a:gd name="T19" fmla="*/ 35 h 766"/>
                <a:gd name="T20" fmla="*/ 269 w 362"/>
                <a:gd name="T21" fmla="*/ 18 h 766"/>
                <a:gd name="T22" fmla="*/ 269 w 362"/>
                <a:gd name="T23" fmla="*/ 10 h 766"/>
                <a:gd name="T24" fmla="*/ 310 w 362"/>
                <a:gd name="T25" fmla="*/ 10 h 766"/>
                <a:gd name="T26" fmla="*/ 352 w 362"/>
                <a:gd name="T27" fmla="*/ 52 h 766"/>
                <a:gd name="T28" fmla="*/ 352 w 362"/>
                <a:gd name="T29" fmla="*/ 714 h 766"/>
                <a:gd name="T30" fmla="*/ 309 w 362"/>
                <a:gd name="T31" fmla="*/ 0 h 766"/>
                <a:gd name="T32" fmla="*/ 53 w 362"/>
                <a:gd name="T33" fmla="*/ 0 h 766"/>
                <a:gd name="T34" fmla="*/ 0 w 362"/>
                <a:gd name="T35" fmla="*/ 54 h 766"/>
                <a:gd name="T36" fmla="*/ 0 w 362"/>
                <a:gd name="T37" fmla="*/ 712 h 766"/>
                <a:gd name="T38" fmla="*/ 53 w 362"/>
                <a:gd name="T39" fmla="*/ 766 h 766"/>
                <a:gd name="T40" fmla="*/ 309 w 362"/>
                <a:gd name="T41" fmla="*/ 766 h 766"/>
                <a:gd name="T42" fmla="*/ 362 w 362"/>
                <a:gd name="T43" fmla="*/ 712 h 766"/>
                <a:gd name="T44" fmla="*/ 362 w 362"/>
                <a:gd name="T45" fmla="*/ 54 h 766"/>
                <a:gd name="T46" fmla="*/ 309 w 362"/>
                <a:gd name="T47" fmla="*/ 0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2" h="766">
                  <a:moveTo>
                    <a:pt x="352" y="714"/>
                  </a:moveTo>
                  <a:cubicBezTo>
                    <a:pt x="352" y="737"/>
                    <a:pt x="333" y="756"/>
                    <a:pt x="310" y="756"/>
                  </a:cubicBezTo>
                  <a:cubicBezTo>
                    <a:pt x="52" y="756"/>
                    <a:pt x="52" y="756"/>
                    <a:pt x="52" y="756"/>
                  </a:cubicBezTo>
                  <a:cubicBezTo>
                    <a:pt x="29" y="756"/>
                    <a:pt x="10" y="737"/>
                    <a:pt x="10" y="714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10" y="29"/>
                    <a:pt x="29" y="10"/>
                    <a:pt x="52" y="10"/>
                  </a:cubicBezTo>
                  <a:cubicBezTo>
                    <a:pt x="93" y="10"/>
                    <a:pt x="93" y="10"/>
                    <a:pt x="93" y="10"/>
                  </a:cubicBezTo>
                  <a:cubicBezTo>
                    <a:pt x="93" y="18"/>
                    <a:pt x="93" y="18"/>
                    <a:pt x="93" y="18"/>
                  </a:cubicBezTo>
                  <a:cubicBezTo>
                    <a:pt x="93" y="24"/>
                    <a:pt x="98" y="35"/>
                    <a:pt x="109" y="35"/>
                  </a:cubicBezTo>
                  <a:cubicBezTo>
                    <a:pt x="253" y="35"/>
                    <a:pt x="253" y="35"/>
                    <a:pt x="253" y="35"/>
                  </a:cubicBezTo>
                  <a:cubicBezTo>
                    <a:pt x="264" y="35"/>
                    <a:pt x="269" y="24"/>
                    <a:pt x="269" y="18"/>
                  </a:cubicBezTo>
                  <a:cubicBezTo>
                    <a:pt x="269" y="10"/>
                    <a:pt x="269" y="10"/>
                    <a:pt x="269" y="10"/>
                  </a:cubicBezTo>
                  <a:cubicBezTo>
                    <a:pt x="310" y="10"/>
                    <a:pt x="310" y="10"/>
                    <a:pt x="310" y="10"/>
                  </a:cubicBezTo>
                  <a:cubicBezTo>
                    <a:pt x="333" y="10"/>
                    <a:pt x="352" y="29"/>
                    <a:pt x="352" y="52"/>
                  </a:cubicBezTo>
                  <a:cubicBezTo>
                    <a:pt x="352" y="714"/>
                    <a:pt x="352" y="714"/>
                    <a:pt x="352" y="714"/>
                  </a:cubicBezTo>
                  <a:moveTo>
                    <a:pt x="309" y="0"/>
                  </a:moveTo>
                  <a:cubicBezTo>
                    <a:pt x="53" y="0"/>
                    <a:pt x="53" y="0"/>
                    <a:pt x="53" y="0"/>
                  </a:cubicBezTo>
                  <a:cubicBezTo>
                    <a:pt x="22" y="0"/>
                    <a:pt x="0" y="22"/>
                    <a:pt x="0" y="54"/>
                  </a:cubicBezTo>
                  <a:cubicBezTo>
                    <a:pt x="0" y="712"/>
                    <a:pt x="0" y="712"/>
                    <a:pt x="0" y="712"/>
                  </a:cubicBezTo>
                  <a:cubicBezTo>
                    <a:pt x="0" y="744"/>
                    <a:pt x="22" y="766"/>
                    <a:pt x="53" y="766"/>
                  </a:cubicBezTo>
                  <a:cubicBezTo>
                    <a:pt x="309" y="766"/>
                    <a:pt x="309" y="766"/>
                    <a:pt x="309" y="766"/>
                  </a:cubicBezTo>
                  <a:cubicBezTo>
                    <a:pt x="340" y="766"/>
                    <a:pt x="362" y="744"/>
                    <a:pt x="362" y="712"/>
                  </a:cubicBezTo>
                  <a:cubicBezTo>
                    <a:pt x="362" y="54"/>
                    <a:pt x="362" y="54"/>
                    <a:pt x="362" y="54"/>
                  </a:cubicBezTo>
                  <a:cubicBezTo>
                    <a:pt x="362" y="22"/>
                    <a:pt x="340" y="0"/>
                    <a:pt x="309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grpSp>
          <p:nvGrpSpPr>
            <p:cNvPr id="83" name="Group 33">
              <a:extLst>
                <a:ext uri="{FF2B5EF4-FFF2-40B4-BE49-F238E27FC236}">
                  <a16:creationId xmlns:a16="http://schemas.microsoft.com/office/drawing/2014/main" id="{6420B8EA-0812-7CD8-B1E6-A1B26BBE8917}"/>
                </a:ext>
              </a:extLst>
            </p:cNvPr>
            <p:cNvGrpSpPr/>
            <p:nvPr/>
          </p:nvGrpSpPr>
          <p:grpSpPr>
            <a:xfrm>
              <a:off x="7216110" y="3583933"/>
              <a:ext cx="397676" cy="75655"/>
              <a:chOff x="7218491" y="3591078"/>
              <a:chExt cx="397676" cy="75655"/>
            </a:xfrm>
            <a:grpFill/>
          </p:grpSpPr>
          <p:sp>
            <p:nvSpPr>
              <p:cNvPr id="84" name="Freeform 15">
                <a:extLst>
                  <a:ext uri="{FF2B5EF4-FFF2-40B4-BE49-F238E27FC236}">
                    <a16:creationId xmlns:a16="http://schemas.microsoft.com/office/drawing/2014/main" id="{42F813ED-F8DC-90D5-10CF-5930859838A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49049" y="3591078"/>
                <a:ext cx="279891" cy="29291"/>
              </a:xfrm>
              <a:custGeom>
                <a:avLst/>
                <a:gdLst>
                  <a:gd name="T0" fmla="*/ 84 w 86"/>
                  <a:gd name="T1" fmla="*/ 2 h 9"/>
                  <a:gd name="T2" fmla="*/ 22 w 86"/>
                  <a:gd name="T3" fmla="*/ 2 h 9"/>
                  <a:gd name="T4" fmla="*/ 19 w 86"/>
                  <a:gd name="T5" fmla="*/ 4 h 9"/>
                  <a:gd name="T6" fmla="*/ 19 w 86"/>
                  <a:gd name="T7" fmla="*/ 5 h 9"/>
                  <a:gd name="T8" fmla="*/ 22 w 86"/>
                  <a:gd name="T9" fmla="*/ 7 h 9"/>
                  <a:gd name="T10" fmla="*/ 84 w 86"/>
                  <a:gd name="T11" fmla="*/ 7 h 9"/>
                  <a:gd name="T12" fmla="*/ 86 w 86"/>
                  <a:gd name="T13" fmla="*/ 5 h 9"/>
                  <a:gd name="T14" fmla="*/ 86 w 86"/>
                  <a:gd name="T15" fmla="*/ 4 h 9"/>
                  <a:gd name="T16" fmla="*/ 84 w 86"/>
                  <a:gd name="T17" fmla="*/ 2 h 9"/>
                  <a:gd name="T18" fmla="*/ 5 w 86"/>
                  <a:gd name="T19" fmla="*/ 0 h 9"/>
                  <a:gd name="T20" fmla="*/ 0 w 86"/>
                  <a:gd name="T21" fmla="*/ 4 h 9"/>
                  <a:gd name="T22" fmla="*/ 5 w 86"/>
                  <a:gd name="T23" fmla="*/ 9 h 9"/>
                  <a:gd name="T24" fmla="*/ 9 w 86"/>
                  <a:gd name="T25" fmla="*/ 4 h 9"/>
                  <a:gd name="T26" fmla="*/ 5 w 86"/>
                  <a:gd name="T27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6" h="9">
                    <a:moveTo>
                      <a:pt x="84" y="2"/>
                    </a:moveTo>
                    <a:cubicBezTo>
                      <a:pt x="22" y="2"/>
                      <a:pt x="22" y="2"/>
                      <a:pt x="22" y="2"/>
                    </a:cubicBezTo>
                    <a:cubicBezTo>
                      <a:pt x="21" y="2"/>
                      <a:pt x="19" y="3"/>
                      <a:pt x="19" y="4"/>
                    </a:cubicBezTo>
                    <a:cubicBezTo>
                      <a:pt x="19" y="5"/>
                      <a:pt x="19" y="5"/>
                      <a:pt x="19" y="5"/>
                    </a:cubicBezTo>
                    <a:cubicBezTo>
                      <a:pt x="19" y="6"/>
                      <a:pt x="21" y="7"/>
                      <a:pt x="22" y="7"/>
                    </a:cubicBezTo>
                    <a:cubicBezTo>
                      <a:pt x="84" y="7"/>
                      <a:pt x="84" y="7"/>
                      <a:pt x="84" y="7"/>
                    </a:cubicBezTo>
                    <a:cubicBezTo>
                      <a:pt x="85" y="7"/>
                      <a:pt x="86" y="6"/>
                      <a:pt x="86" y="5"/>
                    </a:cubicBezTo>
                    <a:cubicBezTo>
                      <a:pt x="86" y="4"/>
                      <a:pt x="86" y="4"/>
                      <a:pt x="86" y="4"/>
                    </a:cubicBezTo>
                    <a:cubicBezTo>
                      <a:pt x="86" y="3"/>
                      <a:pt x="85" y="2"/>
                      <a:pt x="84" y="2"/>
                    </a:cubicBezTo>
                    <a:moveTo>
                      <a:pt x="5" y="0"/>
                    </a:move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5" y="9"/>
                    </a:cubicBezTo>
                    <a:cubicBezTo>
                      <a:pt x="7" y="9"/>
                      <a:pt x="9" y="7"/>
                      <a:pt x="9" y="4"/>
                    </a:cubicBezTo>
                    <a:cubicBezTo>
                      <a:pt x="9" y="2"/>
                      <a:pt x="7" y="0"/>
                      <a:pt x="5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14942" tIns="57471" rIns="114942" bIns="57471" numCol="1" anchor="ctr" anchorCtr="1" compatLnSpc="1">
                <a:prstTxWarp prst="textNoShape">
                  <a:avLst/>
                </a:prstTxWarp>
              </a:bodyPr>
              <a:lstStyle/>
              <a:p>
                <a:endParaRPr lang="en-US" sz="2263"/>
              </a:p>
            </p:txBody>
          </p:sp>
          <p:sp>
            <p:nvSpPr>
              <p:cNvPr id="85" name="Freeform 12">
                <a:extLst>
                  <a:ext uri="{FF2B5EF4-FFF2-40B4-BE49-F238E27FC236}">
                    <a16:creationId xmlns:a16="http://schemas.microsoft.com/office/drawing/2014/main" id="{BABDB71C-453F-888D-69C6-1687C556D83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18491" y="3625647"/>
                <a:ext cx="397676" cy="41086"/>
              </a:xfrm>
              <a:custGeom>
                <a:avLst/>
                <a:gdLst>
                  <a:gd name="T0" fmla="*/ 143 w 147"/>
                  <a:gd name="T1" fmla="*/ 3 h 16"/>
                  <a:gd name="T2" fmla="*/ 38 w 147"/>
                  <a:gd name="T3" fmla="*/ 3 h 16"/>
                  <a:gd name="T4" fmla="*/ 33 w 147"/>
                  <a:gd name="T5" fmla="*/ 8 h 16"/>
                  <a:gd name="T6" fmla="*/ 33 w 147"/>
                  <a:gd name="T7" fmla="*/ 8 h 16"/>
                  <a:gd name="T8" fmla="*/ 38 w 147"/>
                  <a:gd name="T9" fmla="*/ 13 h 16"/>
                  <a:gd name="T10" fmla="*/ 143 w 147"/>
                  <a:gd name="T11" fmla="*/ 13 h 16"/>
                  <a:gd name="T12" fmla="*/ 147 w 147"/>
                  <a:gd name="T13" fmla="*/ 8 h 16"/>
                  <a:gd name="T14" fmla="*/ 147 w 147"/>
                  <a:gd name="T15" fmla="*/ 8 h 16"/>
                  <a:gd name="T16" fmla="*/ 143 w 147"/>
                  <a:gd name="T17" fmla="*/ 3 h 16"/>
                  <a:gd name="T18" fmla="*/ 8 w 147"/>
                  <a:gd name="T19" fmla="*/ 0 h 16"/>
                  <a:gd name="T20" fmla="*/ 0 w 147"/>
                  <a:gd name="T21" fmla="*/ 8 h 16"/>
                  <a:gd name="T22" fmla="*/ 8 w 147"/>
                  <a:gd name="T23" fmla="*/ 16 h 16"/>
                  <a:gd name="T24" fmla="*/ 16 w 147"/>
                  <a:gd name="T25" fmla="*/ 8 h 16"/>
                  <a:gd name="T26" fmla="*/ 8 w 147"/>
                  <a:gd name="T27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7" h="16">
                    <a:moveTo>
                      <a:pt x="143" y="3"/>
                    </a:moveTo>
                    <a:cubicBezTo>
                      <a:pt x="38" y="3"/>
                      <a:pt x="38" y="3"/>
                      <a:pt x="38" y="3"/>
                    </a:cubicBezTo>
                    <a:cubicBezTo>
                      <a:pt x="35" y="3"/>
                      <a:pt x="33" y="5"/>
                      <a:pt x="33" y="8"/>
                    </a:cubicBezTo>
                    <a:cubicBezTo>
                      <a:pt x="33" y="8"/>
                      <a:pt x="33" y="8"/>
                      <a:pt x="33" y="8"/>
                    </a:cubicBezTo>
                    <a:cubicBezTo>
                      <a:pt x="33" y="11"/>
                      <a:pt x="35" y="13"/>
                      <a:pt x="38" y="13"/>
                    </a:cubicBezTo>
                    <a:cubicBezTo>
                      <a:pt x="143" y="13"/>
                      <a:pt x="143" y="13"/>
                      <a:pt x="143" y="13"/>
                    </a:cubicBezTo>
                    <a:cubicBezTo>
                      <a:pt x="145" y="13"/>
                      <a:pt x="147" y="11"/>
                      <a:pt x="147" y="8"/>
                    </a:cubicBezTo>
                    <a:cubicBezTo>
                      <a:pt x="147" y="8"/>
                      <a:pt x="147" y="8"/>
                      <a:pt x="147" y="8"/>
                    </a:cubicBezTo>
                    <a:cubicBezTo>
                      <a:pt x="147" y="5"/>
                      <a:pt x="145" y="3"/>
                      <a:pt x="143" y="3"/>
                    </a:cubicBezTo>
                    <a:moveTo>
                      <a:pt x="8" y="0"/>
                    </a:move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6"/>
                      <a:pt x="8" y="16"/>
                    </a:cubicBezTo>
                    <a:cubicBezTo>
                      <a:pt x="12" y="16"/>
                      <a:pt x="16" y="12"/>
                      <a:pt x="16" y="8"/>
                    </a:cubicBezTo>
                    <a:cubicBezTo>
                      <a:pt x="16" y="4"/>
                      <a:pt x="12" y="0"/>
                      <a:pt x="8" y="0"/>
                    </a:cubicBezTo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114942" tIns="57471" rIns="114942" bIns="57471" numCol="1" anchor="ctr" anchorCtr="1" compatLnSpc="1">
                <a:prstTxWarp prst="textNoShape">
                  <a:avLst/>
                </a:prstTxWarp>
              </a:bodyPr>
              <a:lstStyle/>
              <a:p>
                <a:endParaRPr lang="en-US" sz="2263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43190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Lap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2BC4B996-22FD-F47B-2286-9FC5EE9427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78B49EC-1E7E-CBA5-20E5-32DACA007E30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1E281D-AA97-31A9-EA27-7D3C3ADF18B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252E24C-EA0F-F346-8341-A96AD6CD6AE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3" name="Textplatzhalter 17">
            <a:extLst>
              <a:ext uri="{FF2B5EF4-FFF2-40B4-BE49-F238E27FC236}">
                <a16:creationId xmlns:a16="http://schemas.microsoft.com/office/drawing/2014/main" id="{D4E66A12-8231-9185-8DE2-5300FB7887B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E6EC2FAA-4813-683B-75EB-F5B1CA71E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03E4EEE7-6564-159D-D68B-94C8EE7EC41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93116" y="2206611"/>
            <a:ext cx="5395136" cy="3532403"/>
          </a:xfrm>
          <a:custGeom>
            <a:avLst/>
            <a:gdLst>
              <a:gd name="connsiteX0" fmla="*/ 130223 w 5121354"/>
              <a:gd name="connsiteY0" fmla="*/ 0 h 3353148"/>
              <a:gd name="connsiteX1" fmla="*/ 4991131 w 5121354"/>
              <a:gd name="connsiteY1" fmla="*/ 0 h 3353148"/>
              <a:gd name="connsiteX2" fmla="*/ 5121354 w 5121354"/>
              <a:gd name="connsiteY2" fmla="*/ 130253 h 3353148"/>
              <a:gd name="connsiteX3" fmla="*/ 5121354 w 5121354"/>
              <a:gd name="connsiteY3" fmla="*/ 3353148 h 3353148"/>
              <a:gd name="connsiteX4" fmla="*/ 0 w 5121354"/>
              <a:gd name="connsiteY4" fmla="*/ 3353148 h 3353148"/>
              <a:gd name="connsiteX5" fmla="*/ 0 w 5121354"/>
              <a:gd name="connsiteY5" fmla="*/ 130253 h 3353148"/>
              <a:gd name="connsiteX6" fmla="*/ 130223 w 5121354"/>
              <a:gd name="connsiteY6" fmla="*/ 0 h 335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21354" h="3353148">
                <a:moveTo>
                  <a:pt x="130223" y="0"/>
                </a:moveTo>
                <a:cubicBezTo>
                  <a:pt x="130223" y="0"/>
                  <a:pt x="130223" y="0"/>
                  <a:pt x="4991131" y="0"/>
                </a:cubicBezTo>
                <a:cubicBezTo>
                  <a:pt x="5062581" y="0"/>
                  <a:pt x="5121354" y="58788"/>
                  <a:pt x="5121354" y="130253"/>
                </a:cubicBezTo>
                <a:lnTo>
                  <a:pt x="5121354" y="3353148"/>
                </a:lnTo>
                <a:cubicBezTo>
                  <a:pt x="5121354" y="3353148"/>
                  <a:pt x="5121354" y="3353148"/>
                  <a:pt x="0" y="3353148"/>
                </a:cubicBezTo>
                <a:cubicBezTo>
                  <a:pt x="0" y="3353148"/>
                  <a:pt x="0" y="3353148"/>
                  <a:pt x="0" y="130253"/>
                </a:cubicBezTo>
                <a:cubicBezTo>
                  <a:pt x="0" y="58788"/>
                  <a:pt x="58775" y="0"/>
                  <a:pt x="130223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/>
            </a:lvl1pPr>
          </a:lstStyle>
          <a:p>
            <a:endParaRPr lang="de-DE"/>
          </a:p>
        </p:txBody>
      </p:sp>
      <p:sp>
        <p:nvSpPr>
          <p:cNvPr id="18" name="Bildplatzhalter 6">
            <a:extLst>
              <a:ext uri="{FF2B5EF4-FFF2-40B4-BE49-F238E27FC236}">
                <a16:creationId xmlns:a16="http://schemas.microsoft.com/office/drawing/2014/main" id="{4EF647DD-7C89-678C-3E8F-24A8A932D15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493116" y="2206611"/>
            <a:ext cx="5395136" cy="3532403"/>
          </a:xfrm>
          <a:custGeom>
            <a:avLst/>
            <a:gdLst>
              <a:gd name="connsiteX0" fmla="*/ 130223 w 5121354"/>
              <a:gd name="connsiteY0" fmla="*/ 0 h 3353148"/>
              <a:gd name="connsiteX1" fmla="*/ 4991131 w 5121354"/>
              <a:gd name="connsiteY1" fmla="*/ 0 h 3353148"/>
              <a:gd name="connsiteX2" fmla="*/ 5121354 w 5121354"/>
              <a:gd name="connsiteY2" fmla="*/ 130253 h 3353148"/>
              <a:gd name="connsiteX3" fmla="*/ 5121354 w 5121354"/>
              <a:gd name="connsiteY3" fmla="*/ 3353148 h 3353148"/>
              <a:gd name="connsiteX4" fmla="*/ 0 w 5121354"/>
              <a:gd name="connsiteY4" fmla="*/ 3353148 h 3353148"/>
              <a:gd name="connsiteX5" fmla="*/ 0 w 5121354"/>
              <a:gd name="connsiteY5" fmla="*/ 130253 h 3353148"/>
              <a:gd name="connsiteX6" fmla="*/ 130223 w 5121354"/>
              <a:gd name="connsiteY6" fmla="*/ 0 h 335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21354" h="3353148">
                <a:moveTo>
                  <a:pt x="130223" y="0"/>
                </a:moveTo>
                <a:cubicBezTo>
                  <a:pt x="130223" y="0"/>
                  <a:pt x="130223" y="0"/>
                  <a:pt x="4991131" y="0"/>
                </a:cubicBezTo>
                <a:cubicBezTo>
                  <a:pt x="5062581" y="0"/>
                  <a:pt x="5121354" y="58788"/>
                  <a:pt x="5121354" y="130253"/>
                </a:cubicBezTo>
                <a:lnTo>
                  <a:pt x="5121354" y="3353148"/>
                </a:lnTo>
                <a:cubicBezTo>
                  <a:pt x="5121354" y="3353148"/>
                  <a:pt x="5121354" y="3353148"/>
                  <a:pt x="0" y="3353148"/>
                </a:cubicBezTo>
                <a:cubicBezTo>
                  <a:pt x="0" y="3353148"/>
                  <a:pt x="0" y="3353148"/>
                  <a:pt x="0" y="130253"/>
                </a:cubicBezTo>
                <a:cubicBezTo>
                  <a:pt x="0" y="58788"/>
                  <a:pt x="58775" y="0"/>
                  <a:pt x="130223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endParaRPr lang="de-DE"/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5185EC3D-3C5A-63C3-2D47-ECC5FE3ED736}"/>
              </a:ext>
            </a:extLst>
          </p:cNvPr>
          <p:cNvGrpSpPr/>
          <p:nvPr userDrawn="1"/>
        </p:nvGrpSpPr>
        <p:grpSpPr>
          <a:xfrm>
            <a:off x="4880346" y="2148891"/>
            <a:ext cx="6620676" cy="3830916"/>
            <a:chOff x="4880346" y="2148891"/>
            <a:chExt cx="6620676" cy="3830916"/>
          </a:xfrm>
        </p:grpSpPr>
        <p:pic>
          <p:nvPicPr>
            <p:cNvPr id="21" name="Grafik 20">
              <a:extLst>
                <a:ext uri="{FF2B5EF4-FFF2-40B4-BE49-F238E27FC236}">
                  <a16:creationId xmlns:a16="http://schemas.microsoft.com/office/drawing/2014/main" id="{8CBB51C1-D55E-A3C1-DA58-929C0ACFE74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346" y="5891363"/>
              <a:ext cx="6620676" cy="88444"/>
            </a:xfrm>
            <a:prstGeom prst="rect">
              <a:avLst/>
            </a:prstGeom>
          </p:spPr>
        </p:pic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6560C9EA-0B1E-5391-427C-10A992704501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8672" y="2148891"/>
              <a:ext cx="5464024" cy="3711732"/>
            </a:xfrm>
            <a:custGeom>
              <a:avLst/>
              <a:gdLst>
                <a:gd name="T0" fmla="*/ 4375 w 4538"/>
                <a:gd name="T1" fmla="*/ 0 h 3082"/>
                <a:gd name="T2" fmla="*/ 163 w 4538"/>
                <a:gd name="T3" fmla="*/ 0 h 3082"/>
                <a:gd name="T4" fmla="*/ 0 w 4538"/>
                <a:gd name="T5" fmla="*/ 163 h 3082"/>
                <a:gd name="T6" fmla="*/ 0 w 4538"/>
                <a:gd name="T7" fmla="*/ 3042 h 3082"/>
                <a:gd name="T8" fmla="*/ 41 w 4538"/>
                <a:gd name="T9" fmla="*/ 3082 h 3082"/>
                <a:gd name="T10" fmla="*/ 48 w 4538"/>
                <a:gd name="T11" fmla="*/ 3082 h 3082"/>
                <a:gd name="T12" fmla="*/ 48 w 4538"/>
                <a:gd name="T13" fmla="*/ 160 h 3082"/>
                <a:gd name="T14" fmla="*/ 160 w 4538"/>
                <a:gd name="T15" fmla="*/ 47 h 3082"/>
                <a:gd name="T16" fmla="*/ 4379 w 4538"/>
                <a:gd name="T17" fmla="*/ 47 h 3082"/>
                <a:gd name="T18" fmla="*/ 4491 w 4538"/>
                <a:gd name="T19" fmla="*/ 160 h 3082"/>
                <a:gd name="T20" fmla="*/ 4491 w 4538"/>
                <a:gd name="T21" fmla="*/ 3082 h 3082"/>
                <a:gd name="T22" fmla="*/ 4498 w 4538"/>
                <a:gd name="T23" fmla="*/ 3082 h 3082"/>
                <a:gd name="T24" fmla="*/ 4538 w 4538"/>
                <a:gd name="T25" fmla="*/ 3042 h 3082"/>
                <a:gd name="T26" fmla="*/ 4538 w 4538"/>
                <a:gd name="T27" fmla="*/ 163 h 3082"/>
                <a:gd name="T28" fmla="*/ 4375 w 4538"/>
                <a:gd name="T29" fmla="*/ 0 h 30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38" h="3082">
                  <a:moveTo>
                    <a:pt x="4375" y="0"/>
                  </a:moveTo>
                  <a:cubicBezTo>
                    <a:pt x="163" y="0"/>
                    <a:pt x="163" y="0"/>
                    <a:pt x="163" y="0"/>
                  </a:cubicBezTo>
                  <a:cubicBezTo>
                    <a:pt x="74" y="0"/>
                    <a:pt x="0" y="73"/>
                    <a:pt x="0" y="163"/>
                  </a:cubicBezTo>
                  <a:cubicBezTo>
                    <a:pt x="0" y="3042"/>
                    <a:pt x="0" y="3042"/>
                    <a:pt x="0" y="3042"/>
                  </a:cubicBezTo>
                  <a:cubicBezTo>
                    <a:pt x="0" y="3064"/>
                    <a:pt x="19" y="3082"/>
                    <a:pt x="41" y="3082"/>
                  </a:cubicBezTo>
                  <a:cubicBezTo>
                    <a:pt x="48" y="3082"/>
                    <a:pt x="48" y="3082"/>
                    <a:pt x="48" y="3082"/>
                  </a:cubicBezTo>
                  <a:cubicBezTo>
                    <a:pt x="48" y="160"/>
                    <a:pt x="48" y="160"/>
                    <a:pt x="48" y="160"/>
                  </a:cubicBezTo>
                  <a:cubicBezTo>
                    <a:pt x="48" y="98"/>
                    <a:pt x="98" y="47"/>
                    <a:pt x="160" y="47"/>
                  </a:cubicBezTo>
                  <a:cubicBezTo>
                    <a:pt x="4379" y="47"/>
                    <a:pt x="4379" y="47"/>
                    <a:pt x="4379" y="47"/>
                  </a:cubicBezTo>
                  <a:cubicBezTo>
                    <a:pt x="4441" y="47"/>
                    <a:pt x="4491" y="98"/>
                    <a:pt x="4491" y="160"/>
                  </a:cubicBezTo>
                  <a:cubicBezTo>
                    <a:pt x="4491" y="3082"/>
                    <a:pt x="4491" y="3082"/>
                    <a:pt x="4491" y="3082"/>
                  </a:cubicBezTo>
                  <a:cubicBezTo>
                    <a:pt x="4498" y="3082"/>
                    <a:pt x="4498" y="3082"/>
                    <a:pt x="4498" y="3082"/>
                  </a:cubicBezTo>
                  <a:cubicBezTo>
                    <a:pt x="4520" y="3082"/>
                    <a:pt x="4538" y="3064"/>
                    <a:pt x="4538" y="3042"/>
                  </a:cubicBezTo>
                  <a:cubicBezTo>
                    <a:pt x="4538" y="163"/>
                    <a:pt x="4538" y="163"/>
                    <a:pt x="4538" y="163"/>
                  </a:cubicBezTo>
                  <a:cubicBezTo>
                    <a:pt x="4538" y="73"/>
                    <a:pt x="4465" y="0"/>
                    <a:pt x="4375" y="0"/>
                  </a:cubicBezTo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84C80312-57D8-87C0-A38D-ADB3456403E3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7566" y="2178228"/>
              <a:ext cx="5406237" cy="3682394"/>
            </a:xfrm>
            <a:custGeom>
              <a:avLst/>
              <a:gdLst>
                <a:gd name="T0" fmla="*/ 4491 w 4491"/>
                <a:gd name="T1" fmla="*/ 3042 h 3058"/>
                <a:gd name="T2" fmla="*/ 4491 w 4491"/>
                <a:gd name="T3" fmla="*/ 138 h 3058"/>
                <a:gd name="T4" fmla="*/ 4352 w 4491"/>
                <a:gd name="T5" fmla="*/ 0 h 3058"/>
                <a:gd name="T6" fmla="*/ 139 w 4491"/>
                <a:gd name="T7" fmla="*/ 0 h 3058"/>
                <a:gd name="T8" fmla="*/ 0 w 4491"/>
                <a:gd name="T9" fmla="*/ 138 h 3058"/>
                <a:gd name="T10" fmla="*/ 0 w 4491"/>
                <a:gd name="T11" fmla="*/ 3042 h 3058"/>
                <a:gd name="T12" fmla="*/ 15 w 4491"/>
                <a:gd name="T13" fmla="*/ 3058 h 3058"/>
                <a:gd name="T14" fmla="*/ 17 w 4491"/>
                <a:gd name="T15" fmla="*/ 3058 h 3058"/>
                <a:gd name="T16" fmla="*/ 24 w 4491"/>
                <a:gd name="T17" fmla="*/ 3058 h 3058"/>
                <a:gd name="T18" fmla="*/ 24 w 4491"/>
                <a:gd name="T19" fmla="*/ 136 h 3058"/>
                <a:gd name="T20" fmla="*/ 136 w 4491"/>
                <a:gd name="T21" fmla="*/ 23 h 3058"/>
                <a:gd name="T22" fmla="*/ 4355 w 4491"/>
                <a:gd name="T23" fmla="*/ 23 h 3058"/>
                <a:gd name="T24" fmla="*/ 4467 w 4491"/>
                <a:gd name="T25" fmla="*/ 136 h 3058"/>
                <a:gd name="T26" fmla="*/ 4467 w 4491"/>
                <a:gd name="T27" fmla="*/ 3058 h 3058"/>
                <a:gd name="T28" fmla="*/ 4474 w 4491"/>
                <a:gd name="T29" fmla="*/ 3058 h 3058"/>
                <a:gd name="T30" fmla="*/ 4476 w 4491"/>
                <a:gd name="T31" fmla="*/ 3058 h 3058"/>
                <a:gd name="T32" fmla="*/ 4491 w 4491"/>
                <a:gd name="T33" fmla="*/ 3042 h 30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491" h="3058">
                  <a:moveTo>
                    <a:pt x="4491" y="3042"/>
                  </a:moveTo>
                  <a:cubicBezTo>
                    <a:pt x="4491" y="138"/>
                    <a:pt x="4491" y="138"/>
                    <a:pt x="4491" y="138"/>
                  </a:cubicBezTo>
                  <a:cubicBezTo>
                    <a:pt x="4491" y="62"/>
                    <a:pt x="4429" y="0"/>
                    <a:pt x="4352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62" y="0"/>
                    <a:pt x="0" y="62"/>
                    <a:pt x="0" y="138"/>
                  </a:cubicBezTo>
                  <a:cubicBezTo>
                    <a:pt x="0" y="3042"/>
                    <a:pt x="0" y="3042"/>
                    <a:pt x="0" y="3042"/>
                  </a:cubicBezTo>
                  <a:cubicBezTo>
                    <a:pt x="0" y="3051"/>
                    <a:pt x="7" y="3058"/>
                    <a:pt x="15" y="3058"/>
                  </a:cubicBezTo>
                  <a:cubicBezTo>
                    <a:pt x="16" y="3058"/>
                    <a:pt x="17" y="3058"/>
                    <a:pt x="17" y="3058"/>
                  </a:cubicBezTo>
                  <a:cubicBezTo>
                    <a:pt x="24" y="3058"/>
                    <a:pt x="24" y="3058"/>
                    <a:pt x="24" y="3058"/>
                  </a:cubicBezTo>
                  <a:cubicBezTo>
                    <a:pt x="24" y="136"/>
                    <a:pt x="24" y="136"/>
                    <a:pt x="24" y="136"/>
                  </a:cubicBezTo>
                  <a:cubicBezTo>
                    <a:pt x="24" y="74"/>
                    <a:pt x="74" y="23"/>
                    <a:pt x="136" y="23"/>
                  </a:cubicBezTo>
                  <a:cubicBezTo>
                    <a:pt x="4355" y="23"/>
                    <a:pt x="4355" y="23"/>
                    <a:pt x="4355" y="23"/>
                  </a:cubicBezTo>
                  <a:cubicBezTo>
                    <a:pt x="4417" y="23"/>
                    <a:pt x="4467" y="74"/>
                    <a:pt x="4467" y="136"/>
                  </a:cubicBezTo>
                  <a:cubicBezTo>
                    <a:pt x="4467" y="3058"/>
                    <a:pt x="4467" y="3058"/>
                    <a:pt x="4467" y="3058"/>
                  </a:cubicBezTo>
                  <a:cubicBezTo>
                    <a:pt x="4474" y="3058"/>
                    <a:pt x="4474" y="3058"/>
                    <a:pt x="4474" y="3058"/>
                  </a:cubicBezTo>
                  <a:cubicBezTo>
                    <a:pt x="4474" y="3058"/>
                    <a:pt x="4475" y="3058"/>
                    <a:pt x="4476" y="3058"/>
                  </a:cubicBezTo>
                  <a:cubicBezTo>
                    <a:pt x="4484" y="3058"/>
                    <a:pt x="4491" y="3051"/>
                    <a:pt x="4491" y="3042"/>
                  </a:cubicBezTo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1FF4E814-BA11-8143-36CC-A2A572FC271F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8672" y="5700783"/>
              <a:ext cx="5464024" cy="152026"/>
            </a:xfrm>
            <a:custGeom>
              <a:avLst/>
              <a:gdLst>
                <a:gd name="T0" fmla="*/ 0 w 4538"/>
                <a:gd name="T1" fmla="*/ 0 h 126"/>
                <a:gd name="T2" fmla="*/ 0 w 4538"/>
                <a:gd name="T3" fmla="*/ 86 h 126"/>
                <a:gd name="T4" fmla="*/ 41 w 4538"/>
                <a:gd name="T5" fmla="*/ 126 h 126"/>
                <a:gd name="T6" fmla="*/ 4498 w 4538"/>
                <a:gd name="T7" fmla="*/ 126 h 126"/>
                <a:gd name="T8" fmla="*/ 4538 w 4538"/>
                <a:gd name="T9" fmla="*/ 86 h 126"/>
                <a:gd name="T10" fmla="*/ 4538 w 4538"/>
                <a:gd name="T11" fmla="*/ 0 h 126"/>
                <a:gd name="T12" fmla="*/ 0 w 4538"/>
                <a:gd name="T13" fmla="*/ 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38" h="126">
                  <a:moveTo>
                    <a:pt x="0" y="0"/>
                  </a:moveTo>
                  <a:cubicBezTo>
                    <a:pt x="0" y="86"/>
                    <a:pt x="0" y="86"/>
                    <a:pt x="0" y="86"/>
                  </a:cubicBezTo>
                  <a:cubicBezTo>
                    <a:pt x="0" y="108"/>
                    <a:pt x="19" y="126"/>
                    <a:pt x="41" y="126"/>
                  </a:cubicBezTo>
                  <a:cubicBezTo>
                    <a:pt x="4498" y="126"/>
                    <a:pt x="4498" y="126"/>
                    <a:pt x="4498" y="126"/>
                  </a:cubicBezTo>
                  <a:cubicBezTo>
                    <a:pt x="4520" y="126"/>
                    <a:pt x="4538" y="108"/>
                    <a:pt x="4538" y="86"/>
                  </a:cubicBezTo>
                  <a:cubicBezTo>
                    <a:pt x="4538" y="0"/>
                    <a:pt x="4538" y="0"/>
                    <a:pt x="453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6708E22F-E850-6A7F-E8E3-4023A020AA3D}"/>
                </a:ext>
              </a:extLst>
            </p:cNvPr>
            <p:cNvCxnSpPr>
              <a:cxnSpLocks/>
            </p:cNvCxnSpPr>
            <p:nvPr/>
          </p:nvCxnSpPr>
          <p:spPr>
            <a:xfrm>
              <a:off x="4880346" y="5869704"/>
              <a:ext cx="6620676" cy="0"/>
            </a:xfrm>
            <a:prstGeom prst="line">
              <a:avLst/>
            </a:prstGeom>
            <a:ln w="50800" cap="rnd">
              <a:gradFill flip="none" rotWithShape="1">
                <a:gsLst>
                  <a:gs pos="0">
                    <a:schemeClr val="tx1">
                      <a:lumMod val="50000"/>
                    </a:schemeClr>
                  </a:gs>
                  <a:gs pos="46000">
                    <a:schemeClr val="tx1">
                      <a:lumMod val="75000"/>
                    </a:schemeClr>
                  </a:gs>
                  <a:gs pos="100000">
                    <a:schemeClr val="tx1">
                      <a:lumMod val="50000"/>
                    </a:schemeClr>
                  </a:gs>
                </a:gsLst>
                <a:path path="circle">
                  <a:fillToRect l="50000" t="130000" r="50000" b="-30000"/>
                </a:path>
                <a:tileRect/>
              </a:gra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19492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Tab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2BC4B996-22FD-F47B-2286-9FC5EE9427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6C3AEED-268C-A10F-FBBD-D515CE143E54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DD5176-8492-5BCB-53FE-585205A05F6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0EF79DB2-ADD1-A216-B8B4-53296B84348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3" name="Textplatzhalter 17">
            <a:extLst>
              <a:ext uri="{FF2B5EF4-FFF2-40B4-BE49-F238E27FC236}">
                <a16:creationId xmlns:a16="http://schemas.microsoft.com/office/drawing/2014/main" id="{FC268F45-A8A3-BE59-4835-A79BAF1B3A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5E4BC56F-DE67-35E0-07B4-A234E520B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04CD89AB-7DA4-9184-D5E0-7D8F5C3C6D2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35296" y="2096497"/>
            <a:ext cx="5252195" cy="3981784"/>
          </a:xfrm>
          <a:custGeom>
            <a:avLst/>
            <a:gdLst>
              <a:gd name="connsiteX0" fmla="*/ 145098 w 4621113"/>
              <a:gd name="connsiteY0" fmla="*/ 0 h 3503349"/>
              <a:gd name="connsiteX1" fmla="*/ 4476016 w 4621113"/>
              <a:gd name="connsiteY1" fmla="*/ 0 h 3503349"/>
              <a:gd name="connsiteX2" fmla="*/ 4621113 w 4621113"/>
              <a:gd name="connsiteY2" fmla="*/ 146140 h 3503349"/>
              <a:gd name="connsiteX3" fmla="*/ 4621113 w 4621113"/>
              <a:gd name="connsiteY3" fmla="*/ 3358210 h 3503349"/>
              <a:gd name="connsiteX4" fmla="*/ 4476016 w 4621113"/>
              <a:gd name="connsiteY4" fmla="*/ 3503349 h 3503349"/>
              <a:gd name="connsiteX5" fmla="*/ 145098 w 4621113"/>
              <a:gd name="connsiteY5" fmla="*/ 3503349 h 3503349"/>
              <a:gd name="connsiteX6" fmla="*/ 0 w 4621113"/>
              <a:gd name="connsiteY6" fmla="*/ 3358210 h 3503349"/>
              <a:gd name="connsiteX7" fmla="*/ 0 w 4621113"/>
              <a:gd name="connsiteY7" fmla="*/ 146140 h 3503349"/>
              <a:gd name="connsiteX8" fmla="*/ 145098 w 4621113"/>
              <a:gd name="connsiteY8" fmla="*/ 0 h 3503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21113" h="3503349">
                <a:moveTo>
                  <a:pt x="145098" y="0"/>
                </a:moveTo>
                <a:cubicBezTo>
                  <a:pt x="4476016" y="0"/>
                  <a:pt x="4476016" y="0"/>
                  <a:pt x="4476016" y="0"/>
                </a:cubicBezTo>
                <a:cubicBezTo>
                  <a:pt x="4556070" y="0"/>
                  <a:pt x="4621113" y="65063"/>
                  <a:pt x="4621113" y="146140"/>
                </a:cubicBezTo>
                <a:lnTo>
                  <a:pt x="4621113" y="3358210"/>
                </a:lnTo>
                <a:cubicBezTo>
                  <a:pt x="4621113" y="3438288"/>
                  <a:pt x="4556070" y="3503349"/>
                  <a:pt x="4476016" y="3503349"/>
                </a:cubicBezTo>
                <a:cubicBezTo>
                  <a:pt x="145098" y="3503349"/>
                  <a:pt x="145098" y="3503349"/>
                  <a:pt x="145098" y="3503349"/>
                </a:cubicBezTo>
                <a:cubicBezTo>
                  <a:pt x="65044" y="3503349"/>
                  <a:pt x="0" y="3438288"/>
                  <a:pt x="0" y="3358210"/>
                </a:cubicBezTo>
                <a:cubicBezTo>
                  <a:pt x="0" y="146140"/>
                  <a:pt x="0" y="146140"/>
                  <a:pt x="0" y="146140"/>
                </a:cubicBezTo>
                <a:cubicBezTo>
                  <a:pt x="0" y="65063"/>
                  <a:pt x="65044" y="0"/>
                  <a:pt x="145098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8" name="Bildplatzhalter 9">
            <a:extLst>
              <a:ext uri="{FF2B5EF4-FFF2-40B4-BE49-F238E27FC236}">
                <a16:creationId xmlns:a16="http://schemas.microsoft.com/office/drawing/2014/main" id="{33920A67-A9CC-E333-F4DC-413A632C0C2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35296" y="2096497"/>
            <a:ext cx="5252195" cy="3981784"/>
          </a:xfrm>
          <a:custGeom>
            <a:avLst/>
            <a:gdLst>
              <a:gd name="connsiteX0" fmla="*/ 145098 w 4621113"/>
              <a:gd name="connsiteY0" fmla="*/ 0 h 3503349"/>
              <a:gd name="connsiteX1" fmla="*/ 4476016 w 4621113"/>
              <a:gd name="connsiteY1" fmla="*/ 0 h 3503349"/>
              <a:gd name="connsiteX2" fmla="*/ 4621113 w 4621113"/>
              <a:gd name="connsiteY2" fmla="*/ 146140 h 3503349"/>
              <a:gd name="connsiteX3" fmla="*/ 4621113 w 4621113"/>
              <a:gd name="connsiteY3" fmla="*/ 3358210 h 3503349"/>
              <a:gd name="connsiteX4" fmla="*/ 4476016 w 4621113"/>
              <a:gd name="connsiteY4" fmla="*/ 3503349 h 3503349"/>
              <a:gd name="connsiteX5" fmla="*/ 145098 w 4621113"/>
              <a:gd name="connsiteY5" fmla="*/ 3503349 h 3503349"/>
              <a:gd name="connsiteX6" fmla="*/ 0 w 4621113"/>
              <a:gd name="connsiteY6" fmla="*/ 3358210 h 3503349"/>
              <a:gd name="connsiteX7" fmla="*/ 0 w 4621113"/>
              <a:gd name="connsiteY7" fmla="*/ 146140 h 3503349"/>
              <a:gd name="connsiteX8" fmla="*/ 145098 w 4621113"/>
              <a:gd name="connsiteY8" fmla="*/ 0 h 3503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21113" h="3503349">
                <a:moveTo>
                  <a:pt x="145098" y="0"/>
                </a:moveTo>
                <a:cubicBezTo>
                  <a:pt x="4476016" y="0"/>
                  <a:pt x="4476016" y="0"/>
                  <a:pt x="4476016" y="0"/>
                </a:cubicBezTo>
                <a:cubicBezTo>
                  <a:pt x="4556070" y="0"/>
                  <a:pt x="4621113" y="65063"/>
                  <a:pt x="4621113" y="146140"/>
                </a:cubicBezTo>
                <a:lnTo>
                  <a:pt x="4621113" y="3358210"/>
                </a:lnTo>
                <a:cubicBezTo>
                  <a:pt x="4621113" y="3438288"/>
                  <a:pt x="4556070" y="3503349"/>
                  <a:pt x="4476016" y="3503349"/>
                </a:cubicBezTo>
                <a:cubicBezTo>
                  <a:pt x="145098" y="3503349"/>
                  <a:pt x="145098" y="3503349"/>
                  <a:pt x="145098" y="3503349"/>
                </a:cubicBezTo>
                <a:cubicBezTo>
                  <a:pt x="65044" y="3503349"/>
                  <a:pt x="0" y="3438288"/>
                  <a:pt x="0" y="3358210"/>
                </a:cubicBezTo>
                <a:cubicBezTo>
                  <a:pt x="0" y="146140"/>
                  <a:pt x="0" y="146140"/>
                  <a:pt x="0" y="146140"/>
                </a:cubicBezTo>
                <a:cubicBezTo>
                  <a:pt x="0" y="65063"/>
                  <a:pt x="65044" y="0"/>
                  <a:pt x="145098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endParaRPr lang="de-DE"/>
          </a:p>
        </p:txBody>
      </p:sp>
      <p:sp>
        <p:nvSpPr>
          <p:cNvPr id="20" name="Freeform 5">
            <a:extLst>
              <a:ext uri="{FF2B5EF4-FFF2-40B4-BE49-F238E27FC236}">
                <a16:creationId xmlns:a16="http://schemas.microsoft.com/office/drawing/2014/main" id="{8E7A6FDC-9EF8-523A-41E1-FA7DAE2A6F3E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6162385" y="2019796"/>
            <a:ext cx="5376995" cy="4111035"/>
          </a:xfrm>
          <a:custGeom>
            <a:avLst/>
            <a:gdLst>
              <a:gd name="T0" fmla="*/ 576 w 4763"/>
              <a:gd name="T1" fmla="*/ 0 h 3641"/>
              <a:gd name="T2" fmla="*/ 511 w 4763"/>
              <a:gd name="T3" fmla="*/ 0 h 3641"/>
              <a:gd name="T4" fmla="*/ 27 w 4763"/>
              <a:gd name="T5" fmla="*/ 227 h 3641"/>
              <a:gd name="T6" fmla="*/ 27 w 4763"/>
              <a:gd name="T7" fmla="*/ 406 h 3641"/>
              <a:gd name="T8" fmla="*/ 4763 w 4763"/>
              <a:gd name="T9" fmla="*/ 228 h 3641"/>
              <a:gd name="T10" fmla="*/ 86 w 4763"/>
              <a:gd name="T11" fmla="*/ 3437 h 3641"/>
              <a:gd name="T12" fmla="*/ 4704 w 4763"/>
              <a:gd name="T13" fmla="*/ 3437 h 3641"/>
              <a:gd name="T14" fmla="*/ 4163 w 4763"/>
              <a:gd name="T15" fmla="*/ 138 h 3641"/>
              <a:gd name="T16" fmla="*/ 4145 w 4763"/>
              <a:gd name="T17" fmla="*/ 136 h 3641"/>
              <a:gd name="T18" fmla="*/ 4148 w 4763"/>
              <a:gd name="T19" fmla="*/ 139 h 3641"/>
              <a:gd name="T20" fmla="*/ 4159 w 4763"/>
              <a:gd name="T21" fmla="*/ 144 h 3641"/>
              <a:gd name="T22" fmla="*/ 4151 w 4763"/>
              <a:gd name="T23" fmla="*/ 147 h 3641"/>
              <a:gd name="T24" fmla="*/ 4160 w 4763"/>
              <a:gd name="T25" fmla="*/ 155 h 3641"/>
              <a:gd name="T26" fmla="*/ 4153 w 4763"/>
              <a:gd name="T27" fmla="*/ 164 h 3641"/>
              <a:gd name="T28" fmla="*/ 4145 w 4763"/>
              <a:gd name="T29" fmla="*/ 165 h 3641"/>
              <a:gd name="T30" fmla="*/ 4164 w 4763"/>
              <a:gd name="T31" fmla="*/ 162 h 3641"/>
              <a:gd name="T32" fmla="*/ 4213 w 4763"/>
              <a:gd name="T33" fmla="*/ 167 h 3641"/>
              <a:gd name="T34" fmla="*/ 4246 w 4763"/>
              <a:gd name="T35" fmla="*/ 167 h 3641"/>
              <a:gd name="T36" fmla="*/ 4229 w 4763"/>
              <a:gd name="T37" fmla="*/ 137 h 3641"/>
              <a:gd name="T38" fmla="*/ 4615 w 4763"/>
              <a:gd name="T39" fmla="*/ 151 h 3641"/>
              <a:gd name="T40" fmla="*/ 4187 w 4763"/>
              <a:gd name="T41" fmla="*/ 133 h 3641"/>
              <a:gd name="T42" fmla="*/ 4172 w 4763"/>
              <a:gd name="T43" fmla="*/ 142 h 3641"/>
              <a:gd name="T44" fmla="*/ 4173 w 4763"/>
              <a:gd name="T45" fmla="*/ 162 h 3641"/>
              <a:gd name="T46" fmla="*/ 4191 w 4763"/>
              <a:gd name="T47" fmla="*/ 165 h 3641"/>
              <a:gd name="T48" fmla="*/ 4194 w 4763"/>
              <a:gd name="T49" fmla="*/ 146 h 3641"/>
              <a:gd name="T50" fmla="*/ 4183 w 4763"/>
              <a:gd name="T51" fmla="*/ 164 h 3641"/>
              <a:gd name="T52" fmla="*/ 4176 w 4763"/>
              <a:gd name="T53" fmla="*/ 147 h 3641"/>
              <a:gd name="T54" fmla="*/ 4183 w 4763"/>
              <a:gd name="T55" fmla="*/ 136 h 3641"/>
              <a:gd name="T56" fmla="*/ 4190 w 4763"/>
              <a:gd name="T57" fmla="*/ 147 h 3641"/>
              <a:gd name="T58" fmla="*/ 4109 w 4763"/>
              <a:gd name="T59" fmla="*/ 133 h 3641"/>
              <a:gd name="T60" fmla="*/ 4098 w 4763"/>
              <a:gd name="T61" fmla="*/ 149 h 3641"/>
              <a:gd name="T62" fmla="*/ 4116 w 4763"/>
              <a:gd name="T63" fmla="*/ 151 h 3641"/>
              <a:gd name="T64" fmla="*/ 4102 w 4763"/>
              <a:gd name="T65" fmla="*/ 159 h 3641"/>
              <a:gd name="T66" fmla="*/ 4121 w 4763"/>
              <a:gd name="T67" fmla="*/ 149 h 3641"/>
              <a:gd name="T68" fmla="*/ 4112 w 4763"/>
              <a:gd name="T69" fmla="*/ 151 h 3641"/>
              <a:gd name="T70" fmla="*/ 4102 w 4763"/>
              <a:gd name="T71" fmla="*/ 145 h 3641"/>
              <a:gd name="T72" fmla="*/ 4112 w 4763"/>
              <a:gd name="T73" fmla="*/ 137 h 3641"/>
              <a:gd name="T74" fmla="*/ 4129 w 4763"/>
              <a:gd name="T75" fmla="*/ 167 h 3641"/>
              <a:gd name="T76" fmla="*/ 4129 w 4763"/>
              <a:gd name="T77" fmla="*/ 147 h 3641"/>
              <a:gd name="T78" fmla="*/ 4452 w 4763"/>
              <a:gd name="T79" fmla="*/ 141 h 3641"/>
              <a:gd name="T80" fmla="*/ 4452 w 4763"/>
              <a:gd name="T81" fmla="*/ 141 h 3641"/>
              <a:gd name="T82" fmla="*/ 4545 w 4763"/>
              <a:gd name="T83" fmla="*/ 169 h 3641"/>
              <a:gd name="T84" fmla="*/ 4597 w 4763"/>
              <a:gd name="T85" fmla="*/ 131 h 3641"/>
              <a:gd name="T86" fmla="*/ 4540 w 4763"/>
              <a:gd name="T87" fmla="*/ 140 h 3641"/>
              <a:gd name="T88" fmla="*/ 4602 w 4763"/>
              <a:gd name="T89" fmla="*/ 160 h 3641"/>
              <a:gd name="T90" fmla="*/ 4473 w 4763"/>
              <a:gd name="T91" fmla="*/ 157 h 3641"/>
              <a:gd name="T92" fmla="*/ 4487 w 4763"/>
              <a:gd name="T93" fmla="*/ 151 h 3641"/>
              <a:gd name="T94" fmla="*/ 4548 w 4763"/>
              <a:gd name="T95" fmla="*/ 162 h 3641"/>
              <a:gd name="T96" fmla="*/ 4547 w 4763"/>
              <a:gd name="T97" fmla="*/ 138 h 3641"/>
              <a:gd name="T98" fmla="*/ 4369 w 4763"/>
              <a:gd name="T99" fmla="*/ 170 h 3641"/>
              <a:gd name="T100" fmla="*/ 4408 w 4763"/>
              <a:gd name="T101" fmla="*/ 132 h 3641"/>
              <a:gd name="T102" fmla="*/ 4408 w 4763"/>
              <a:gd name="T103" fmla="*/ 170 h 3641"/>
              <a:gd name="T104" fmla="*/ 4257 w 4763"/>
              <a:gd name="T105" fmla="*/ 132 h 3641"/>
              <a:gd name="T106" fmla="*/ 4256 w 4763"/>
              <a:gd name="T107" fmla="*/ 138 h 3641"/>
              <a:gd name="T108" fmla="*/ 4281 w 4763"/>
              <a:gd name="T109" fmla="*/ 167 h 3641"/>
              <a:gd name="T110" fmla="*/ 4389 w 4763"/>
              <a:gd name="T111" fmla="*/ 143 h 3641"/>
              <a:gd name="T112" fmla="*/ 4389 w 4763"/>
              <a:gd name="T113" fmla="*/ 170 h 36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4763" h="3641">
                <a:moveTo>
                  <a:pt x="4559" y="24"/>
                </a:moveTo>
                <a:cubicBezTo>
                  <a:pt x="750" y="24"/>
                  <a:pt x="750" y="24"/>
                  <a:pt x="750" y="24"/>
                </a:cubicBezTo>
                <a:cubicBezTo>
                  <a:pt x="750" y="6"/>
                  <a:pt x="750" y="6"/>
                  <a:pt x="750" y="6"/>
                </a:cubicBezTo>
                <a:cubicBezTo>
                  <a:pt x="750" y="2"/>
                  <a:pt x="747" y="0"/>
                  <a:pt x="744" y="0"/>
                </a:cubicBezTo>
                <a:cubicBezTo>
                  <a:pt x="576" y="0"/>
                  <a:pt x="576" y="0"/>
                  <a:pt x="576" y="0"/>
                </a:cubicBezTo>
                <a:cubicBezTo>
                  <a:pt x="573" y="0"/>
                  <a:pt x="570" y="2"/>
                  <a:pt x="570" y="6"/>
                </a:cubicBezTo>
                <a:cubicBezTo>
                  <a:pt x="570" y="24"/>
                  <a:pt x="570" y="24"/>
                  <a:pt x="570" y="24"/>
                </a:cubicBezTo>
                <a:cubicBezTo>
                  <a:pt x="517" y="24"/>
                  <a:pt x="517" y="24"/>
                  <a:pt x="517" y="24"/>
                </a:cubicBezTo>
                <a:cubicBezTo>
                  <a:pt x="517" y="6"/>
                  <a:pt x="517" y="6"/>
                  <a:pt x="517" y="6"/>
                </a:cubicBezTo>
                <a:cubicBezTo>
                  <a:pt x="517" y="2"/>
                  <a:pt x="515" y="0"/>
                  <a:pt x="511" y="0"/>
                </a:cubicBezTo>
                <a:cubicBezTo>
                  <a:pt x="344" y="0"/>
                  <a:pt x="344" y="0"/>
                  <a:pt x="344" y="0"/>
                </a:cubicBezTo>
                <a:cubicBezTo>
                  <a:pt x="341" y="0"/>
                  <a:pt x="338" y="2"/>
                  <a:pt x="338" y="6"/>
                </a:cubicBezTo>
                <a:cubicBezTo>
                  <a:pt x="338" y="24"/>
                  <a:pt x="338" y="24"/>
                  <a:pt x="338" y="24"/>
                </a:cubicBezTo>
                <a:cubicBezTo>
                  <a:pt x="231" y="24"/>
                  <a:pt x="231" y="24"/>
                  <a:pt x="231" y="24"/>
                </a:cubicBezTo>
                <a:cubicBezTo>
                  <a:pt x="119" y="24"/>
                  <a:pt x="27" y="115"/>
                  <a:pt x="27" y="227"/>
                </a:cubicBezTo>
                <a:cubicBezTo>
                  <a:pt x="6" y="227"/>
                  <a:pt x="6" y="227"/>
                  <a:pt x="6" y="227"/>
                </a:cubicBezTo>
                <a:cubicBezTo>
                  <a:pt x="3" y="227"/>
                  <a:pt x="0" y="230"/>
                  <a:pt x="0" y="233"/>
                </a:cubicBezTo>
                <a:cubicBezTo>
                  <a:pt x="0" y="400"/>
                  <a:pt x="0" y="400"/>
                  <a:pt x="0" y="400"/>
                </a:cubicBezTo>
                <a:cubicBezTo>
                  <a:pt x="0" y="404"/>
                  <a:pt x="3" y="406"/>
                  <a:pt x="6" y="406"/>
                </a:cubicBezTo>
                <a:cubicBezTo>
                  <a:pt x="27" y="406"/>
                  <a:pt x="27" y="406"/>
                  <a:pt x="27" y="406"/>
                </a:cubicBezTo>
                <a:cubicBezTo>
                  <a:pt x="27" y="3437"/>
                  <a:pt x="27" y="3437"/>
                  <a:pt x="27" y="3437"/>
                </a:cubicBezTo>
                <a:cubicBezTo>
                  <a:pt x="27" y="3549"/>
                  <a:pt x="119" y="3641"/>
                  <a:pt x="231" y="3641"/>
                </a:cubicBezTo>
                <a:cubicBezTo>
                  <a:pt x="4559" y="3641"/>
                  <a:pt x="4559" y="3641"/>
                  <a:pt x="4559" y="3641"/>
                </a:cubicBezTo>
                <a:cubicBezTo>
                  <a:pt x="4671" y="3641"/>
                  <a:pt x="4763" y="3549"/>
                  <a:pt x="4763" y="3437"/>
                </a:cubicBezTo>
                <a:cubicBezTo>
                  <a:pt x="4763" y="228"/>
                  <a:pt x="4763" y="228"/>
                  <a:pt x="4763" y="228"/>
                </a:cubicBezTo>
                <a:cubicBezTo>
                  <a:pt x="4763" y="115"/>
                  <a:pt x="4671" y="24"/>
                  <a:pt x="4559" y="24"/>
                </a:cubicBezTo>
                <a:moveTo>
                  <a:pt x="4704" y="3437"/>
                </a:moveTo>
                <a:cubicBezTo>
                  <a:pt x="4704" y="3517"/>
                  <a:pt x="4639" y="3582"/>
                  <a:pt x="4559" y="3582"/>
                </a:cubicBezTo>
                <a:cubicBezTo>
                  <a:pt x="231" y="3582"/>
                  <a:pt x="231" y="3582"/>
                  <a:pt x="231" y="3582"/>
                </a:cubicBezTo>
                <a:cubicBezTo>
                  <a:pt x="151" y="3582"/>
                  <a:pt x="86" y="3517"/>
                  <a:pt x="86" y="3437"/>
                </a:cubicBezTo>
                <a:cubicBezTo>
                  <a:pt x="86" y="228"/>
                  <a:pt x="86" y="228"/>
                  <a:pt x="86" y="228"/>
                </a:cubicBezTo>
                <a:cubicBezTo>
                  <a:pt x="86" y="147"/>
                  <a:pt x="151" y="82"/>
                  <a:pt x="231" y="82"/>
                </a:cubicBezTo>
                <a:cubicBezTo>
                  <a:pt x="4559" y="82"/>
                  <a:pt x="4559" y="82"/>
                  <a:pt x="4559" y="82"/>
                </a:cubicBezTo>
                <a:cubicBezTo>
                  <a:pt x="4639" y="82"/>
                  <a:pt x="4704" y="147"/>
                  <a:pt x="4704" y="228"/>
                </a:cubicBezTo>
                <a:lnTo>
                  <a:pt x="4704" y="3437"/>
                </a:lnTo>
                <a:close/>
                <a:moveTo>
                  <a:pt x="4159" y="149"/>
                </a:moveTo>
                <a:cubicBezTo>
                  <a:pt x="4159" y="149"/>
                  <a:pt x="4159" y="149"/>
                  <a:pt x="4159" y="149"/>
                </a:cubicBezTo>
                <a:cubicBezTo>
                  <a:pt x="4160" y="148"/>
                  <a:pt x="4161" y="147"/>
                  <a:pt x="4162" y="146"/>
                </a:cubicBezTo>
                <a:cubicBezTo>
                  <a:pt x="4163" y="145"/>
                  <a:pt x="4164" y="144"/>
                  <a:pt x="4164" y="142"/>
                </a:cubicBezTo>
                <a:cubicBezTo>
                  <a:pt x="4164" y="140"/>
                  <a:pt x="4163" y="139"/>
                  <a:pt x="4163" y="138"/>
                </a:cubicBezTo>
                <a:cubicBezTo>
                  <a:pt x="4162" y="137"/>
                  <a:pt x="4162" y="136"/>
                  <a:pt x="4161" y="135"/>
                </a:cubicBezTo>
                <a:cubicBezTo>
                  <a:pt x="4160" y="134"/>
                  <a:pt x="4159" y="134"/>
                  <a:pt x="4157" y="133"/>
                </a:cubicBezTo>
                <a:cubicBezTo>
                  <a:pt x="4156" y="133"/>
                  <a:pt x="4155" y="133"/>
                  <a:pt x="4153" y="133"/>
                </a:cubicBezTo>
                <a:cubicBezTo>
                  <a:pt x="4151" y="133"/>
                  <a:pt x="4150" y="133"/>
                  <a:pt x="4149" y="134"/>
                </a:cubicBezTo>
                <a:cubicBezTo>
                  <a:pt x="4147" y="134"/>
                  <a:pt x="4146" y="135"/>
                  <a:pt x="4145" y="136"/>
                </a:cubicBezTo>
                <a:cubicBezTo>
                  <a:pt x="4144" y="137"/>
                  <a:pt x="4144" y="138"/>
                  <a:pt x="4143" y="139"/>
                </a:cubicBezTo>
                <a:cubicBezTo>
                  <a:pt x="4143" y="141"/>
                  <a:pt x="4143" y="142"/>
                  <a:pt x="4142" y="144"/>
                </a:cubicBezTo>
                <a:cubicBezTo>
                  <a:pt x="4147" y="144"/>
                  <a:pt x="4147" y="144"/>
                  <a:pt x="4147" y="144"/>
                </a:cubicBezTo>
                <a:cubicBezTo>
                  <a:pt x="4147" y="143"/>
                  <a:pt x="4147" y="142"/>
                  <a:pt x="4147" y="141"/>
                </a:cubicBezTo>
                <a:cubicBezTo>
                  <a:pt x="4147" y="140"/>
                  <a:pt x="4148" y="139"/>
                  <a:pt x="4148" y="139"/>
                </a:cubicBezTo>
                <a:cubicBezTo>
                  <a:pt x="4149" y="138"/>
                  <a:pt x="4149" y="137"/>
                  <a:pt x="4150" y="137"/>
                </a:cubicBezTo>
                <a:cubicBezTo>
                  <a:pt x="4151" y="137"/>
                  <a:pt x="4152" y="136"/>
                  <a:pt x="4153" y="136"/>
                </a:cubicBezTo>
                <a:cubicBezTo>
                  <a:pt x="4155" y="136"/>
                  <a:pt x="4156" y="137"/>
                  <a:pt x="4158" y="138"/>
                </a:cubicBezTo>
                <a:cubicBezTo>
                  <a:pt x="4159" y="139"/>
                  <a:pt x="4159" y="140"/>
                  <a:pt x="4159" y="142"/>
                </a:cubicBezTo>
                <a:cubicBezTo>
                  <a:pt x="4159" y="143"/>
                  <a:pt x="4159" y="144"/>
                  <a:pt x="4159" y="144"/>
                </a:cubicBezTo>
                <a:cubicBezTo>
                  <a:pt x="4158" y="145"/>
                  <a:pt x="4158" y="146"/>
                  <a:pt x="4157" y="146"/>
                </a:cubicBezTo>
                <a:cubicBezTo>
                  <a:pt x="4157" y="147"/>
                  <a:pt x="4156" y="147"/>
                  <a:pt x="4155" y="147"/>
                </a:cubicBezTo>
                <a:cubicBezTo>
                  <a:pt x="4154" y="147"/>
                  <a:pt x="4154" y="148"/>
                  <a:pt x="4153" y="148"/>
                </a:cubicBezTo>
                <a:cubicBezTo>
                  <a:pt x="4151" y="148"/>
                  <a:pt x="4151" y="148"/>
                  <a:pt x="4151" y="148"/>
                </a:cubicBezTo>
                <a:cubicBezTo>
                  <a:pt x="4151" y="148"/>
                  <a:pt x="4151" y="148"/>
                  <a:pt x="4151" y="147"/>
                </a:cubicBezTo>
                <a:cubicBezTo>
                  <a:pt x="4151" y="151"/>
                  <a:pt x="4151" y="151"/>
                  <a:pt x="4151" y="151"/>
                </a:cubicBezTo>
                <a:cubicBezTo>
                  <a:pt x="4152" y="151"/>
                  <a:pt x="4152" y="151"/>
                  <a:pt x="4153" y="151"/>
                </a:cubicBezTo>
                <a:cubicBezTo>
                  <a:pt x="4154" y="151"/>
                  <a:pt x="4155" y="151"/>
                  <a:pt x="4156" y="151"/>
                </a:cubicBezTo>
                <a:cubicBezTo>
                  <a:pt x="4157" y="152"/>
                  <a:pt x="4158" y="152"/>
                  <a:pt x="4159" y="153"/>
                </a:cubicBezTo>
                <a:cubicBezTo>
                  <a:pt x="4159" y="153"/>
                  <a:pt x="4160" y="154"/>
                  <a:pt x="4160" y="155"/>
                </a:cubicBezTo>
                <a:cubicBezTo>
                  <a:pt x="4161" y="155"/>
                  <a:pt x="4161" y="156"/>
                  <a:pt x="4161" y="157"/>
                </a:cubicBezTo>
                <a:cubicBezTo>
                  <a:pt x="4161" y="158"/>
                  <a:pt x="4161" y="159"/>
                  <a:pt x="4160" y="160"/>
                </a:cubicBezTo>
                <a:cubicBezTo>
                  <a:pt x="4160" y="161"/>
                  <a:pt x="4159" y="162"/>
                  <a:pt x="4158" y="162"/>
                </a:cubicBezTo>
                <a:cubicBezTo>
                  <a:pt x="4158" y="163"/>
                  <a:pt x="4157" y="163"/>
                  <a:pt x="4156" y="164"/>
                </a:cubicBezTo>
                <a:cubicBezTo>
                  <a:pt x="4155" y="164"/>
                  <a:pt x="4154" y="164"/>
                  <a:pt x="4153" y="164"/>
                </a:cubicBezTo>
                <a:cubicBezTo>
                  <a:pt x="4151" y="164"/>
                  <a:pt x="4149" y="163"/>
                  <a:pt x="4148" y="162"/>
                </a:cubicBezTo>
                <a:cubicBezTo>
                  <a:pt x="4147" y="161"/>
                  <a:pt x="4146" y="159"/>
                  <a:pt x="4146" y="157"/>
                </a:cubicBezTo>
                <a:cubicBezTo>
                  <a:pt x="4142" y="157"/>
                  <a:pt x="4142" y="157"/>
                  <a:pt x="4142" y="157"/>
                </a:cubicBezTo>
                <a:cubicBezTo>
                  <a:pt x="4142" y="158"/>
                  <a:pt x="4142" y="160"/>
                  <a:pt x="4143" y="161"/>
                </a:cubicBezTo>
                <a:cubicBezTo>
                  <a:pt x="4143" y="163"/>
                  <a:pt x="4144" y="164"/>
                  <a:pt x="4145" y="165"/>
                </a:cubicBezTo>
                <a:cubicBezTo>
                  <a:pt x="4146" y="166"/>
                  <a:pt x="4147" y="166"/>
                  <a:pt x="4148" y="167"/>
                </a:cubicBezTo>
                <a:cubicBezTo>
                  <a:pt x="4150" y="167"/>
                  <a:pt x="4151" y="168"/>
                  <a:pt x="4153" y="168"/>
                </a:cubicBezTo>
                <a:cubicBezTo>
                  <a:pt x="4155" y="168"/>
                  <a:pt x="4156" y="167"/>
                  <a:pt x="4158" y="167"/>
                </a:cubicBezTo>
                <a:cubicBezTo>
                  <a:pt x="4159" y="167"/>
                  <a:pt x="4161" y="166"/>
                  <a:pt x="4162" y="165"/>
                </a:cubicBezTo>
                <a:cubicBezTo>
                  <a:pt x="4163" y="164"/>
                  <a:pt x="4164" y="163"/>
                  <a:pt x="4164" y="162"/>
                </a:cubicBezTo>
                <a:cubicBezTo>
                  <a:pt x="4165" y="160"/>
                  <a:pt x="4165" y="159"/>
                  <a:pt x="4165" y="157"/>
                </a:cubicBezTo>
                <a:cubicBezTo>
                  <a:pt x="4165" y="155"/>
                  <a:pt x="4165" y="153"/>
                  <a:pt x="4164" y="152"/>
                </a:cubicBezTo>
                <a:cubicBezTo>
                  <a:pt x="4163" y="150"/>
                  <a:pt x="4161" y="149"/>
                  <a:pt x="4159" y="149"/>
                </a:cubicBezTo>
                <a:moveTo>
                  <a:pt x="4227" y="132"/>
                </a:moveTo>
                <a:cubicBezTo>
                  <a:pt x="4213" y="167"/>
                  <a:pt x="4213" y="167"/>
                  <a:pt x="4213" y="167"/>
                </a:cubicBezTo>
                <a:cubicBezTo>
                  <a:pt x="4218" y="167"/>
                  <a:pt x="4218" y="167"/>
                  <a:pt x="4218" y="167"/>
                </a:cubicBezTo>
                <a:cubicBezTo>
                  <a:pt x="4222" y="157"/>
                  <a:pt x="4222" y="157"/>
                  <a:pt x="4222" y="157"/>
                </a:cubicBezTo>
                <a:cubicBezTo>
                  <a:pt x="4237" y="157"/>
                  <a:pt x="4237" y="157"/>
                  <a:pt x="4237" y="157"/>
                </a:cubicBezTo>
                <a:cubicBezTo>
                  <a:pt x="4241" y="167"/>
                  <a:pt x="4241" y="167"/>
                  <a:pt x="4241" y="167"/>
                </a:cubicBezTo>
                <a:cubicBezTo>
                  <a:pt x="4246" y="167"/>
                  <a:pt x="4246" y="167"/>
                  <a:pt x="4246" y="167"/>
                </a:cubicBezTo>
                <a:cubicBezTo>
                  <a:pt x="4232" y="132"/>
                  <a:pt x="4232" y="132"/>
                  <a:pt x="4232" y="132"/>
                </a:cubicBezTo>
                <a:lnTo>
                  <a:pt x="4227" y="132"/>
                </a:lnTo>
                <a:close/>
                <a:moveTo>
                  <a:pt x="4223" y="153"/>
                </a:moveTo>
                <a:cubicBezTo>
                  <a:pt x="4229" y="137"/>
                  <a:pt x="4229" y="137"/>
                  <a:pt x="4229" y="137"/>
                </a:cubicBezTo>
                <a:cubicBezTo>
                  <a:pt x="4229" y="137"/>
                  <a:pt x="4229" y="137"/>
                  <a:pt x="4229" y="137"/>
                </a:cubicBezTo>
                <a:cubicBezTo>
                  <a:pt x="4235" y="153"/>
                  <a:pt x="4235" y="153"/>
                  <a:pt x="4235" y="153"/>
                </a:cubicBezTo>
                <a:lnTo>
                  <a:pt x="4223" y="153"/>
                </a:lnTo>
                <a:close/>
                <a:moveTo>
                  <a:pt x="4609" y="143"/>
                </a:moveTo>
                <a:cubicBezTo>
                  <a:pt x="4609" y="157"/>
                  <a:pt x="4609" y="157"/>
                  <a:pt x="4609" y="157"/>
                </a:cubicBezTo>
                <a:cubicBezTo>
                  <a:pt x="4612" y="157"/>
                  <a:pt x="4615" y="154"/>
                  <a:pt x="4615" y="151"/>
                </a:cubicBezTo>
                <a:cubicBezTo>
                  <a:pt x="4615" y="146"/>
                  <a:pt x="4612" y="143"/>
                  <a:pt x="4609" y="143"/>
                </a:cubicBezTo>
                <a:moveTo>
                  <a:pt x="4194" y="142"/>
                </a:moveTo>
                <a:cubicBezTo>
                  <a:pt x="4193" y="141"/>
                  <a:pt x="4193" y="140"/>
                  <a:pt x="4193" y="139"/>
                </a:cubicBezTo>
                <a:cubicBezTo>
                  <a:pt x="4192" y="137"/>
                  <a:pt x="4191" y="136"/>
                  <a:pt x="4191" y="136"/>
                </a:cubicBezTo>
                <a:cubicBezTo>
                  <a:pt x="4190" y="135"/>
                  <a:pt x="4189" y="134"/>
                  <a:pt x="4187" y="133"/>
                </a:cubicBezTo>
                <a:cubicBezTo>
                  <a:pt x="4186" y="133"/>
                  <a:pt x="4185" y="133"/>
                  <a:pt x="4183" y="133"/>
                </a:cubicBezTo>
                <a:cubicBezTo>
                  <a:pt x="4181" y="133"/>
                  <a:pt x="4179" y="133"/>
                  <a:pt x="4178" y="133"/>
                </a:cubicBezTo>
                <a:cubicBezTo>
                  <a:pt x="4177" y="134"/>
                  <a:pt x="4176" y="135"/>
                  <a:pt x="4175" y="136"/>
                </a:cubicBezTo>
                <a:cubicBezTo>
                  <a:pt x="4174" y="136"/>
                  <a:pt x="4174" y="137"/>
                  <a:pt x="4173" y="139"/>
                </a:cubicBezTo>
                <a:cubicBezTo>
                  <a:pt x="4173" y="140"/>
                  <a:pt x="4172" y="141"/>
                  <a:pt x="4172" y="142"/>
                </a:cubicBezTo>
                <a:cubicBezTo>
                  <a:pt x="4172" y="144"/>
                  <a:pt x="4171" y="145"/>
                  <a:pt x="4171" y="146"/>
                </a:cubicBezTo>
                <a:cubicBezTo>
                  <a:pt x="4171" y="148"/>
                  <a:pt x="4171" y="149"/>
                  <a:pt x="4171" y="150"/>
                </a:cubicBezTo>
                <a:cubicBezTo>
                  <a:pt x="4171" y="152"/>
                  <a:pt x="4171" y="153"/>
                  <a:pt x="4171" y="154"/>
                </a:cubicBezTo>
                <a:cubicBezTo>
                  <a:pt x="4171" y="156"/>
                  <a:pt x="4172" y="157"/>
                  <a:pt x="4172" y="158"/>
                </a:cubicBezTo>
                <a:cubicBezTo>
                  <a:pt x="4172" y="159"/>
                  <a:pt x="4173" y="161"/>
                  <a:pt x="4173" y="162"/>
                </a:cubicBezTo>
                <a:cubicBezTo>
                  <a:pt x="4174" y="163"/>
                  <a:pt x="4174" y="164"/>
                  <a:pt x="4175" y="165"/>
                </a:cubicBezTo>
                <a:cubicBezTo>
                  <a:pt x="4176" y="166"/>
                  <a:pt x="4177" y="166"/>
                  <a:pt x="4178" y="167"/>
                </a:cubicBezTo>
                <a:cubicBezTo>
                  <a:pt x="4179" y="167"/>
                  <a:pt x="4181" y="168"/>
                  <a:pt x="4183" y="168"/>
                </a:cubicBezTo>
                <a:cubicBezTo>
                  <a:pt x="4185" y="168"/>
                  <a:pt x="4186" y="167"/>
                  <a:pt x="4187" y="167"/>
                </a:cubicBezTo>
                <a:cubicBezTo>
                  <a:pt x="4189" y="166"/>
                  <a:pt x="4190" y="166"/>
                  <a:pt x="4191" y="165"/>
                </a:cubicBezTo>
                <a:cubicBezTo>
                  <a:pt x="4191" y="164"/>
                  <a:pt x="4192" y="163"/>
                  <a:pt x="4193" y="162"/>
                </a:cubicBezTo>
                <a:cubicBezTo>
                  <a:pt x="4193" y="161"/>
                  <a:pt x="4193" y="159"/>
                  <a:pt x="4194" y="158"/>
                </a:cubicBezTo>
                <a:cubicBezTo>
                  <a:pt x="4194" y="157"/>
                  <a:pt x="4194" y="156"/>
                  <a:pt x="4194" y="154"/>
                </a:cubicBezTo>
                <a:cubicBezTo>
                  <a:pt x="4194" y="153"/>
                  <a:pt x="4194" y="152"/>
                  <a:pt x="4194" y="150"/>
                </a:cubicBezTo>
                <a:cubicBezTo>
                  <a:pt x="4194" y="149"/>
                  <a:pt x="4194" y="148"/>
                  <a:pt x="4194" y="146"/>
                </a:cubicBezTo>
                <a:cubicBezTo>
                  <a:pt x="4194" y="145"/>
                  <a:pt x="4194" y="144"/>
                  <a:pt x="4194" y="142"/>
                </a:cubicBezTo>
                <a:moveTo>
                  <a:pt x="4190" y="155"/>
                </a:moveTo>
                <a:cubicBezTo>
                  <a:pt x="4190" y="156"/>
                  <a:pt x="4189" y="158"/>
                  <a:pt x="4189" y="159"/>
                </a:cubicBezTo>
                <a:cubicBezTo>
                  <a:pt x="4189" y="160"/>
                  <a:pt x="4188" y="162"/>
                  <a:pt x="4187" y="163"/>
                </a:cubicBezTo>
                <a:cubicBezTo>
                  <a:pt x="4186" y="164"/>
                  <a:pt x="4185" y="164"/>
                  <a:pt x="4183" y="164"/>
                </a:cubicBezTo>
                <a:cubicBezTo>
                  <a:pt x="4181" y="164"/>
                  <a:pt x="4180" y="164"/>
                  <a:pt x="4179" y="163"/>
                </a:cubicBezTo>
                <a:cubicBezTo>
                  <a:pt x="4178" y="162"/>
                  <a:pt x="4177" y="160"/>
                  <a:pt x="4177" y="159"/>
                </a:cubicBezTo>
                <a:cubicBezTo>
                  <a:pt x="4176" y="158"/>
                  <a:pt x="4176" y="156"/>
                  <a:pt x="4176" y="155"/>
                </a:cubicBezTo>
                <a:cubicBezTo>
                  <a:pt x="4176" y="153"/>
                  <a:pt x="4176" y="151"/>
                  <a:pt x="4176" y="150"/>
                </a:cubicBezTo>
                <a:cubicBezTo>
                  <a:pt x="4176" y="149"/>
                  <a:pt x="4176" y="148"/>
                  <a:pt x="4176" y="147"/>
                </a:cubicBezTo>
                <a:cubicBezTo>
                  <a:pt x="4176" y="146"/>
                  <a:pt x="4176" y="145"/>
                  <a:pt x="4176" y="144"/>
                </a:cubicBezTo>
                <a:cubicBezTo>
                  <a:pt x="4176" y="143"/>
                  <a:pt x="4176" y="142"/>
                  <a:pt x="4177" y="141"/>
                </a:cubicBezTo>
                <a:cubicBezTo>
                  <a:pt x="4177" y="140"/>
                  <a:pt x="4177" y="140"/>
                  <a:pt x="4178" y="139"/>
                </a:cubicBezTo>
                <a:cubicBezTo>
                  <a:pt x="4178" y="138"/>
                  <a:pt x="4179" y="137"/>
                  <a:pt x="4180" y="137"/>
                </a:cubicBezTo>
                <a:cubicBezTo>
                  <a:pt x="4181" y="137"/>
                  <a:pt x="4182" y="136"/>
                  <a:pt x="4183" y="136"/>
                </a:cubicBezTo>
                <a:cubicBezTo>
                  <a:pt x="4184" y="136"/>
                  <a:pt x="4185" y="137"/>
                  <a:pt x="4186" y="137"/>
                </a:cubicBezTo>
                <a:cubicBezTo>
                  <a:pt x="4187" y="137"/>
                  <a:pt x="4187" y="138"/>
                  <a:pt x="4188" y="139"/>
                </a:cubicBezTo>
                <a:cubicBezTo>
                  <a:pt x="4188" y="140"/>
                  <a:pt x="4189" y="140"/>
                  <a:pt x="4189" y="141"/>
                </a:cubicBezTo>
                <a:cubicBezTo>
                  <a:pt x="4189" y="142"/>
                  <a:pt x="4189" y="143"/>
                  <a:pt x="4190" y="144"/>
                </a:cubicBezTo>
                <a:cubicBezTo>
                  <a:pt x="4190" y="145"/>
                  <a:pt x="4190" y="146"/>
                  <a:pt x="4190" y="147"/>
                </a:cubicBezTo>
                <a:cubicBezTo>
                  <a:pt x="4190" y="148"/>
                  <a:pt x="4190" y="149"/>
                  <a:pt x="4190" y="150"/>
                </a:cubicBezTo>
                <a:cubicBezTo>
                  <a:pt x="4190" y="151"/>
                  <a:pt x="4190" y="153"/>
                  <a:pt x="4190" y="155"/>
                </a:cubicBezTo>
                <a:moveTo>
                  <a:pt x="4117" y="136"/>
                </a:moveTo>
                <a:cubicBezTo>
                  <a:pt x="4116" y="135"/>
                  <a:pt x="4115" y="134"/>
                  <a:pt x="4113" y="133"/>
                </a:cubicBezTo>
                <a:cubicBezTo>
                  <a:pt x="4112" y="133"/>
                  <a:pt x="4110" y="133"/>
                  <a:pt x="4109" y="133"/>
                </a:cubicBezTo>
                <a:cubicBezTo>
                  <a:pt x="4107" y="133"/>
                  <a:pt x="4106" y="133"/>
                  <a:pt x="4104" y="134"/>
                </a:cubicBezTo>
                <a:cubicBezTo>
                  <a:pt x="4103" y="134"/>
                  <a:pt x="4102" y="135"/>
                  <a:pt x="4101" y="136"/>
                </a:cubicBezTo>
                <a:cubicBezTo>
                  <a:pt x="4100" y="137"/>
                  <a:pt x="4099" y="138"/>
                  <a:pt x="4098" y="139"/>
                </a:cubicBezTo>
                <a:cubicBezTo>
                  <a:pt x="4098" y="141"/>
                  <a:pt x="4097" y="142"/>
                  <a:pt x="4097" y="144"/>
                </a:cubicBezTo>
                <a:cubicBezTo>
                  <a:pt x="4097" y="146"/>
                  <a:pt x="4098" y="147"/>
                  <a:pt x="4098" y="149"/>
                </a:cubicBezTo>
                <a:cubicBezTo>
                  <a:pt x="4099" y="150"/>
                  <a:pt x="4099" y="151"/>
                  <a:pt x="4100" y="152"/>
                </a:cubicBezTo>
                <a:cubicBezTo>
                  <a:pt x="4101" y="153"/>
                  <a:pt x="4102" y="154"/>
                  <a:pt x="4104" y="155"/>
                </a:cubicBezTo>
                <a:cubicBezTo>
                  <a:pt x="4105" y="155"/>
                  <a:pt x="4107" y="155"/>
                  <a:pt x="4108" y="155"/>
                </a:cubicBezTo>
                <a:cubicBezTo>
                  <a:pt x="4110" y="155"/>
                  <a:pt x="4112" y="155"/>
                  <a:pt x="4113" y="154"/>
                </a:cubicBezTo>
                <a:cubicBezTo>
                  <a:pt x="4114" y="153"/>
                  <a:pt x="4116" y="152"/>
                  <a:pt x="4116" y="151"/>
                </a:cubicBezTo>
                <a:cubicBezTo>
                  <a:pt x="4116" y="151"/>
                  <a:pt x="4116" y="151"/>
                  <a:pt x="4116" y="151"/>
                </a:cubicBezTo>
                <a:cubicBezTo>
                  <a:pt x="4116" y="155"/>
                  <a:pt x="4116" y="159"/>
                  <a:pt x="4114" y="161"/>
                </a:cubicBezTo>
                <a:cubicBezTo>
                  <a:pt x="4113" y="163"/>
                  <a:pt x="4111" y="164"/>
                  <a:pt x="4109" y="164"/>
                </a:cubicBezTo>
                <a:cubicBezTo>
                  <a:pt x="4107" y="164"/>
                  <a:pt x="4106" y="164"/>
                  <a:pt x="4104" y="163"/>
                </a:cubicBezTo>
                <a:cubicBezTo>
                  <a:pt x="4103" y="162"/>
                  <a:pt x="4103" y="161"/>
                  <a:pt x="4102" y="159"/>
                </a:cubicBezTo>
                <a:cubicBezTo>
                  <a:pt x="4098" y="159"/>
                  <a:pt x="4098" y="159"/>
                  <a:pt x="4098" y="159"/>
                </a:cubicBezTo>
                <a:cubicBezTo>
                  <a:pt x="4098" y="162"/>
                  <a:pt x="4100" y="164"/>
                  <a:pt x="4101" y="166"/>
                </a:cubicBezTo>
                <a:cubicBezTo>
                  <a:pt x="4103" y="167"/>
                  <a:pt x="4106" y="168"/>
                  <a:pt x="4109" y="168"/>
                </a:cubicBezTo>
                <a:cubicBezTo>
                  <a:pt x="4113" y="168"/>
                  <a:pt x="4116" y="166"/>
                  <a:pt x="4118" y="163"/>
                </a:cubicBezTo>
                <a:cubicBezTo>
                  <a:pt x="4120" y="160"/>
                  <a:pt x="4121" y="155"/>
                  <a:pt x="4121" y="149"/>
                </a:cubicBezTo>
                <a:cubicBezTo>
                  <a:pt x="4121" y="146"/>
                  <a:pt x="4120" y="143"/>
                  <a:pt x="4120" y="141"/>
                </a:cubicBezTo>
                <a:cubicBezTo>
                  <a:pt x="4119" y="139"/>
                  <a:pt x="4118" y="137"/>
                  <a:pt x="4117" y="136"/>
                </a:cubicBezTo>
                <a:moveTo>
                  <a:pt x="4115" y="147"/>
                </a:moveTo>
                <a:cubicBezTo>
                  <a:pt x="4115" y="148"/>
                  <a:pt x="4114" y="149"/>
                  <a:pt x="4114" y="150"/>
                </a:cubicBezTo>
                <a:cubicBezTo>
                  <a:pt x="4113" y="150"/>
                  <a:pt x="4112" y="151"/>
                  <a:pt x="4112" y="151"/>
                </a:cubicBezTo>
                <a:cubicBezTo>
                  <a:pt x="4111" y="152"/>
                  <a:pt x="4110" y="152"/>
                  <a:pt x="4109" y="152"/>
                </a:cubicBezTo>
                <a:cubicBezTo>
                  <a:pt x="4108" y="152"/>
                  <a:pt x="4107" y="152"/>
                  <a:pt x="4106" y="151"/>
                </a:cubicBezTo>
                <a:cubicBezTo>
                  <a:pt x="4105" y="151"/>
                  <a:pt x="4104" y="150"/>
                  <a:pt x="4104" y="150"/>
                </a:cubicBezTo>
                <a:cubicBezTo>
                  <a:pt x="4103" y="149"/>
                  <a:pt x="4103" y="148"/>
                  <a:pt x="4102" y="147"/>
                </a:cubicBezTo>
                <a:cubicBezTo>
                  <a:pt x="4102" y="146"/>
                  <a:pt x="4102" y="145"/>
                  <a:pt x="4102" y="145"/>
                </a:cubicBezTo>
                <a:cubicBezTo>
                  <a:pt x="4102" y="143"/>
                  <a:pt x="4102" y="142"/>
                  <a:pt x="4102" y="141"/>
                </a:cubicBezTo>
                <a:cubicBezTo>
                  <a:pt x="4102" y="140"/>
                  <a:pt x="4103" y="140"/>
                  <a:pt x="4103" y="139"/>
                </a:cubicBezTo>
                <a:cubicBezTo>
                  <a:pt x="4104" y="138"/>
                  <a:pt x="4105" y="137"/>
                  <a:pt x="4105" y="137"/>
                </a:cubicBezTo>
                <a:cubicBezTo>
                  <a:pt x="4106" y="137"/>
                  <a:pt x="4107" y="136"/>
                  <a:pt x="4109" y="136"/>
                </a:cubicBezTo>
                <a:cubicBezTo>
                  <a:pt x="4110" y="136"/>
                  <a:pt x="4111" y="137"/>
                  <a:pt x="4112" y="137"/>
                </a:cubicBezTo>
                <a:cubicBezTo>
                  <a:pt x="4113" y="137"/>
                  <a:pt x="4113" y="138"/>
                  <a:pt x="4114" y="139"/>
                </a:cubicBezTo>
                <a:cubicBezTo>
                  <a:pt x="4115" y="139"/>
                  <a:pt x="4115" y="140"/>
                  <a:pt x="4115" y="141"/>
                </a:cubicBezTo>
                <a:cubicBezTo>
                  <a:pt x="4116" y="142"/>
                  <a:pt x="4116" y="143"/>
                  <a:pt x="4116" y="144"/>
                </a:cubicBezTo>
                <a:cubicBezTo>
                  <a:pt x="4116" y="145"/>
                  <a:pt x="4116" y="146"/>
                  <a:pt x="4115" y="147"/>
                </a:cubicBezTo>
                <a:moveTo>
                  <a:pt x="4129" y="167"/>
                </a:moveTo>
                <a:cubicBezTo>
                  <a:pt x="4134" y="167"/>
                  <a:pt x="4134" y="167"/>
                  <a:pt x="4134" y="167"/>
                </a:cubicBezTo>
                <a:cubicBezTo>
                  <a:pt x="4134" y="162"/>
                  <a:pt x="4134" y="162"/>
                  <a:pt x="4134" y="162"/>
                </a:cubicBezTo>
                <a:cubicBezTo>
                  <a:pt x="4129" y="162"/>
                  <a:pt x="4129" y="162"/>
                  <a:pt x="4129" y="162"/>
                </a:cubicBezTo>
                <a:lnTo>
                  <a:pt x="4129" y="167"/>
                </a:lnTo>
                <a:close/>
                <a:moveTo>
                  <a:pt x="4129" y="147"/>
                </a:moveTo>
                <a:cubicBezTo>
                  <a:pt x="4134" y="147"/>
                  <a:pt x="4134" y="147"/>
                  <a:pt x="4134" y="147"/>
                </a:cubicBezTo>
                <a:cubicBezTo>
                  <a:pt x="4134" y="142"/>
                  <a:pt x="4134" y="142"/>
                  <a:pt x="4134" y="142"/>
                </a:cubicBezTo>
                <a:cubicBezTo>
                  <a:pt x="4129" y="142"/>
                  <a:pt x="4129" y="142"/>
                  <a:pt x="4129" y="142"/>
                </a:cubicBezTo>
                <a:lnTo>
                  <a:pt x="4129" y="147"/>
                </a:lnTo>
                <a:close/>
                <a:moveTo>
                  <a:pt x="4452" y="141"/>
                </a:moveTo>
                <a:cubicBezTo>
                  <a:pt x="4454" y="143"/>
                  <a:pt x="4455" y="145"/>
                  <a:pt x="4457" y="147"/>
                </a:cubicBezTo>
                <a:cubicBezTo>
                  <a:pt x="4462" y="142"/>
                  <a:pt x="4467" y="139"/>
                  <a:pt x="4473" y="139"/>
                </a:cubicBezTo>
                <a:cubicBezTo>
                  <a:pt x="4480" y="139"/>
                  <a:pt x="4485" y="142"/>
                  <a:pt x="4489" y="147"/>
                </a:cubicBezTo>
                <a:cubicBezTo>
                  <a:pt x="4491" y="145"/>
                  <a:pt x="4493" y="143"/>
                  <a:pt x="4495" y="141"/>
                </a:cubicBezTo>
                <a:cubicBezTo>
                  <a:pt x="4483" y="127"/>
                  <a:pt x="4462" y="129"/>
                  <a:pt x="4452" y="141"/>
                </a:cubicBezTo>
                <a:moveTo>
                  <a:pt x="4597" y="131"/>
                </a:moveTo>
                <a:cubicBezTo>
                  <a:pt x="4545" y="131"/>
                  <a:pt x="4545" y="131"/>
                  <a:pt x="4545" y="131"/>
                </a:cubicBezTo>
                <a:cubicBezTo>
                  <a:pt x="4540" y="131"/>
                  <a:pt x="4537" y="134"/>
                  <a:pt x="4537" y="140"/>
                </a:cubicBezTo>
                <a:cubicBezTo>
                  <a:pt x="4536" y="147"/>
                  <a:pt x="4536" y="153"/>
                  <a:pt x="4537" y="160"/>
                </a:cubicBezTo>
                <a:cubicBezTo>
                  <a:pt x="4537" y="166"/>
                  <a:pt x="4540" y="169"/>
                  <a:pt x="4545" y="169"/>
                </a:cubicBezTo>
                <a:cubicBezTo>
                  <a:pt x="4554" y="169"/>
                  <a:pt x="4562" y="169"/>
                  <a:pt x="4571" y="169"/>
                </a:cubicBezTo>
                <a:cubicBezTo>
                  <a:pt x="4580" y="169"/>
                  <a:pt x="4588" y="169"/>
                  <a:pt x="4597" y="169"/>
                </a:cubicBezTo>
                <a:cubicBezTo>
                  <a:pt x="4602" y="169"/>
                  <a:pt x="4605" y="166"/>
                  <a:pt x="4605" y="160"/>
                </a:cubicBezTo>
                <a:cubicBezTo>
                  <a:pt x="4606" y="153"/>
                  <a:pt x="4605" y="147"/>
                  <a:pt x="4605" y="140"/>
                </a:cubicBezTo>
                <a:cubicBezTo>
                  <a:pt x="4605" y="134"/>
                  <a:pt x="4602" y="131"/>
                  <a:pt x="4597" y="131"/>
                </a:cubicBezTo>
                <a:moveTo>
                  <a:pt x="4602" y="160"/>
                </a:moveTo>
                <a:cubicBezTo>
                  <a:pt x="4602" y="164"/>
                  <a:pt x="4601" y="166"/>
                  <a:pt x="4597" y="166"/>
                </a:cubicBezTo>
                <a:cubicBezTo>
                  <a:pt x="4545" y="166"/>
                  <a:pt x="4545" y="166"/>
                  <a:pt x="4545" y="166"/>
                </a:cubicBezTo>
                <a:cubicBezTo>
                  <a:pt x="4541" y="166"/>
                  <a:pt x="4540" y="164"/>
                  <a:pt x="4540" y="160"/>
                </a:cubicBezTo>
                <a:cubicBezTo>
                  <a:pt x="4540" y="153"/>
                  <a:pt x="4540" y="147"/>
                  <a:pt x="4540" y="140"/>
                </a:cubicBezTo>
                <a:cubicBezTo>
                  <a:pt x="4540" y="136"/>
                  <a:pt x="4541" y="134"/>
                  <a:pt x="4545" y="134"/>
                </a:cubicBezTo>
                <a:cubicBezTo>
                  <a:pt x="4554" y="134"/>
                  <a:pt x="4562" y="134"/>
                  <a:pt x="4571" y="134"/>
                </a:cubicBezTo>
                <a:cubicBezTo>
                  <a:pt x="4580" y="134"/>
                  <a:pt x="4588" y="134"/>
                  <a:pt x="4597" y="134"/>
                </a:cubicBezTo>
                <a:cubicBezTo>
                  <a:pt x="4601" y="134"/>
                  <a:pt x="4602" y="136"/>
                  <a:pt x="4602" y="140"/>
                </a:cubicBezTo>
                <a:cubicBezTo>
                  <a:pt x="4602" y="147"/>
                  <a:pt x="4602" y="153"/>
                  <a:pt x="4602" y="160"/>
                </a:cubicBezTo>
                <a:moveTo>
                  <a:pt x="4473" y="157"/>
                </a:moveTo>
                <a:cubicBezTo>
                  <a:pt x="4470" y="157"/>
                  <a:pt x="4467" y="159"/>
                  <a:pt x="4467" y="163"/>
                </a:cubicBezTo>
                <a:cubicBezTo>
                  <a:pt x="4467" y="166"/>
                  <a:pt x="4470" y="169"/>
                  <a:pt x="4473" y="169"/>
                </a:cubicBezTo>
                <a:cubicBezTo>
                  <a:pt x="4477" y="169"/>
                  <a:pt x="4479" y="166"/>
                  <a:pt x="4479" y="163"/>
                </a:cubicBezTo>
                <a:cubicBezTo>
                  <a:pt x="4479" y="159"/>
                  <a:pt x="4477" y="157"/>
                  <a:pt x="4473" y="157"/>
                </a:cubicBezTo>
                <a:moveTo>
                  <a:pt x="4460" y="151"/>
                </a:moveTo>
                <a:cubicBezTo>
                  <a:pt x="4462" y="152"/>
                  <a:pt x="4464" y="154"/>
                  <a:pt x="4466" y="156"/>
                </a:cubicBezTo>
                <a:cubicBezTo>
                  <a:pt x="4468" y="154"/>
                  <a:pt x="4470" y="153"/>
                  <a:pt x="4473" y="153"/>
                </a:cubicBezTo>
                <a:cubicBezTo>
                  <a:pt x="4476" y="153"/>
                  <a:pt x="4479" y="154"/>
                  <a:pt x="4481" y="156"/>
                </a:cubicBezTo>
                <a:cubicBezTo>
                  <a:pt x="4483" y="154"/>
                  <a:pt x="4485" y="152"/>
                  <a:pt x="4487" y="151"/>
                </a:cubicBezTo>
                <a:cubicBezTo>
                  <a:pt x="4480" y="142"/>
                  <a:pt x="4467" y="142"/>
                  <a:pt x="4460" y="151"/>
                </a:cubicBezTo>
                <a:moveTo>
                  <a:pt x="4547" y="138"/>
                </a:moveTo>
                <a:cubicBezTo>
                  <a:pt x="4545" y="138"/>
                  <a:pt x="4543" y="139"/>
                  <a:pt x="4543" y="142"/>
                </a:cubicBezTo>
                <a:cubicBezTo>
                  <a:pt x="4543" y="147"/>
                  <a:pt x="4543" y="152"/>
                  <a:pt x="4543" y="158"/>
                </a:cubicBezTo>
                <a:cubicBezTo>
                  <a:pt x="4543" y="161"/>
                  <a:pt x="4544" y="162"/>
                  <a:pt x="4548" y="162"/>
                </a:cubicBezTo>
                <a:cubicBezTo>
                  <a:pt x="4560" y="162"/>
                  <a:pt x="4572" y="162"/>
                  <a:pt x="4584" y="162"/>
                </a:cubicBezTo>
                <a:cubicBezTo>
                  <a:pt x="4585" y="162"/>
                  <a:pt x="4585" y="162"/>
                  <a:pt x="4586" y="162"/>
                </a:cubicBezTo>
                <a:cubicBezTo>
                  <a:pt x="4586" y="138"/>
                  <a:pt x="4586" y="138"/>
                  <a:pt x="4586" y="138"/>
                </a:cubicBezTo>
                <a:cubicBezTo>
                  <a:pt x="4586" y="138"/>
                  <a:pt x="4585" y="138"/>
                  <a:pt x="4585" y="138"/>
                </a:cubicBezTo>
                <a:cubicBezTo>
                  <a:pt x="4572" y="138"/>
                  <a:pt x="4560" y="138"/>
                  <a:pt x="4547" y="138"/>
                </a:cubicBezTo>
                <a:moveTo>
                  <a:pt x="4369" y="153"/>
                </a:moveTo>
                <a:cubicBezTo>
                  <a:pt x="4369" y="153"/>
                  <a:pt x="4369" y="153"/>
                  <a:pt x="4369" y="153"/>
                </a:cubicBezTo>
                <a:cubicBezTo>
                  <a:pt x="4366" y="153"/>
                  <a:pt x="4363" y="156"/>
                  <a:pt x="4363" y="159"/>
                </a:cubicBezTo>
                <a:cubicBezTo>
                  <a:pt x="4363" y="164"/>
                  <a:pt x="4363" y="164"/>
                  <a:pt x="4363" y="164"/>
                </a:cubicBezTo>
                <a:cubicBezTo>
                  <a:pt x="4363" y="167"/>
                  <a:pt x="4366" y="170"/>
                  <a:pt x="4369" y="170"/>
                </a:cubicBezTo>
                <a:cubicBezTo>
                  <a:pt x="4369" y="170"/>
                  <a:pt x="4369" y="170"/>
                  <a:pt x="4369" y="170"/>
                </a:cubicBezTo>
                <a:cubicBezTo>
                  <a:pt x="4373" y="170"/>
                  <a:pt x="4375" y="167"/>
                  <a:pt x="4375" y="164"/>
                </a:cubicBezTo>
                <a:cubicBezTo>
                  <a:pt x="4375" y="159"/>
                  <a:pt x="4375" y="159"/>
                  <a:pt x="4375" y="159"/>
                </a:cubicBezTo>
                <a:cubicBezTo>
                  <a:pt x="4375" y="156"/>
                  <a:pt x="4373" y="153"/>
                  <a:pt x="4369" y="153"/>
                </a:cubicBezTo>
                <a:moveTo>
                  <a:pt x="4408" y="132"/>
                </a:moveTo>
                <a:cubicBezTo>
                  <a:pt x="4407" y="132"/>
                  <a:pt x="4407" y="132"/>
                  <a:pt x="4407" y="132"/>
                </a:cubicBezTo>
                <a:cubicBezTo>
                  <a:pt x="4404" y="132"/>
                  <a:pt x="4402" y="135"/>
                  <a:pt x="4402" y="138"/>
                </a:cubicBezTo>
                <a:cubicBezTo>
                  <a:pt x="4402" y="164"/>
                  <a:pt x="4402" y="164"/>
                  <a:pt x="4402" y="164"/>
                </a:cubicBezTo>
                <a:cubicBezTo>
                  <a:pt x="4402" y="167"/>
                  <a:pt x="4404" y="170"/>
                  <a:pt x="4407" y="170"/>
                </a:cubicBezTo>
                <a:cubicBezTo>
                  <a:pt x="4408" y="170"/>
                  <a:pt x="4408" y="170"/>
                  <a:pt x="4408" y="170"/>
                </a:cubicBezTo>
                <a:cubicBezTo>
                  <a:pt x="4411" y="170"/>
                  <a:pt x="4414" y="167"/>
                  <a:pt x="4414" y="164"/>
                </a:cubicBezTo>
                <a:cubicBezTo>
                  <a:pt x="4414" y="138"/>
                  <a:pt x="4414" y="138"/>
                  <a:pt x="4414" y="138"/>
                </a:cubicBezTo>
                <a:cubicBezTo>
                  <a:pt x="4414" y="135"/>
                  <a:pt x="4411" y="132"/>
                  <a:pt x="4408" y="132"/>
                </a:cubicBezTo>
                <a:moveTo>
                  <a:pt x="4268" y="162"/>
                </a:moveTo>
                <a:cubicBezTo>
                  <a:pt x="4257" y="132"/>
                  <a:pt x="4257" y="132"/>
                  <a:pt x="4257" y="132"/>
                </a:cubicBezTo>
                <a:cubicBezTo>
                  <a:pt x="4251" y="132"/>
                  <a:pt x="4251" y="132"/>
                  <a:pt x="4251" y="132"/>
                </a:cubicBezTo>
                <a:cubicBezTo>
                  <a:pt x="4251" y="167"/>
                  <a:pt x="4251" y="167"/>
                  <a:pt x="4251" y="167"/>
                </a:cubicBezTo>
                <a:cubicBezTo>
                  <a:pt x="4255" y="167"/>
                  <a:pt x="4255" y="167"/>
                  <a:pt x="4255" y="167"/>
                </a:cubicBezTo>
                <a:cubicBezTo>
                  <a:pt x="4255" y="138"/>
                  <a:pt x="4255" y="138"/>
                  <a:pt x="4255" y="138"/>
                </a:cubicBezTo>
                <a:cubicBezTo>
                  <a:pt x="4256" y="138"/>
                  <a:pt x="4256" y="138"/>
                  <a:pt x="4256" y="138"/>
                </a:cubicBezTo>
                <a:cubicBezTo>
                  <a:pt x="4266" y="167"/>
                  <a:pt x="4266" y="167"/>
                  <a:pt x="4266" y="167"/>
                </a:cubicBezTo>
                <a:cubicBezTo>
                  <a:pt x="4270" y="167"/>
                  <a:pt x="4270" y="167"/>
                  <a:pt x="4270" y="167"/>
                </a:cubicBezTo>
                <a:cubicBezTo>
                  <a:pt x="4281" y="138"/>
                  <a:pt x="4281" y="138"/>
                  <a:pt x="4281" y="138"/>
                </a:cubicBezTo>
                <a:cubicBezTo>
                  <a:pt x="4281" y="138"/>
                  <a:pt x="4281" y="138"/>
                  <a:pt x="4281" y="138"/>
                </a:cubicBezTo>
                <a:cubicBezTo>
                  <a:pt x="4281" y="167"/>
                  <a:pt x="4281" y="167"/>
                  <a:pt x="4281" y="167"/>
                </a:cubicBezTo>
                <a:cubicBezTo>
                  <a:pt x="4286" y="167"/>
                  <a:pt x="4286" y="167"/>
                  <a:pt x="4286" y="167"/>
                </a:cubicBezTo>
                <a:cubicBezTo>
                  <a:pt x="4286" y="132"/>
                  <a:pt x="4286" y="132"/>
                  <a:pt x="4286" y="132"/>
                </a:cubicBezTo>
                <a:cubicBezTo>
                  <a:pt x="4279" y="132"/>
                  <a:pt x="4279" y="132"/>
                  <a:pt x="4279" y="132"/>
                </a:cubicBezTo>
                <a:lnTo>
                  <a:pt x="4268" y="162"/>
                </a:lnTo>
                <a:close/>
                <a:moveTo>
                  <a:pt x="4389" y="143"/>
                </a:moveTo>
                <a:cubicBezTo>
                  <a:pt x="4388" y="143"/>
                  <a:pt x="4388" y="143"/>
                  <a:pt x="4388" y="143"/>
                </a:cubicBezTo>
                <a:cubicBezTo>
                  <a:pt x="4385" y="143"/>
                  <a:pt x="4382" y="145"/>
                  <a:pt x="4382" y="149"/>
                </a:cubicBezTo>
                <a:cubicBezTo>
                  <a:pt x="4382" y="164"/>
                  <a:pt x="4382" y="164"/>
                  <a:pt x="4382" y="164"/>
                </a:cubicBezTo>
                <a:cubicBezTo>
                  <a:pt x="4382" y="167"/>
                  <a:pt x="4385" y="170"/>
                  <a:pt x="4388" y="170"/>
                </a:cubicBezTo>
                <a:cubicBezTo>
                  <a:pt x="4389" y="170"/>
                  <a:pt x="4389" y="170"/>
                  <a:pt x="4389" y="170"/>
                </a:cubicBezTo>
                <a:cubicBezTo>
                  <a:pt x="4392" y="170"/>
                  <a:pt x="4395" y="167"/>
                  <a:pt x="4395" y="164"/>
                </a:cubicBezTo>
                <a:cubicBezTo>
                  <a:pt x="4395" y="149"/>
                  <a:pt x="4395" y="149"/>
                  <a:pt x="4395" y="149"/>
                </a:cubicBezTo>
                <a:cubicBezTo>
                  <a:pt x="4395" y="145"/>
                  <a:pt x="4392" y="143"/>
                  <a:pt x="4389" y="143"/>
                </a:cubicBezTo>
              </a:path>
            </a:pathLst>
          </a:custGeom>
          <a:solidFill>
            <a:srgbClr val="2F3941"/>
          </a:solidFill>
          <a:ln>
            <a:noFill/>
          </a:ln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6212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Pho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7F783002-8F8A-FBB7-9005-A3E9DA77F3E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E3472D1-4B64-879E-FC55-008D4C09C50F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E2319061-5E8A-C1BC-FF0A-0BE78113563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623C9712-0EE8-55CE-3155-686F26CACB6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3" name="Textplatzhalter 17">
            <a:extLst>
              <a:ext uri="{FF2B5EF4-FFF2-40B4-BE49-F238E27FC236}">
                <a16:creationId xmlns:a16="http://schemas.microsoft.com/office/drawing/2014/main" id="{E06697FA-E812-1C7A-8708-4B639DB0EC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B7053A4A-D0C5-F6C5-19D1-8A8B5CBC7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6" name="Bildplatzhalter 29">
            <a:extLst>
              <a:ext uri="{FF2B5EF4-FFF2-40B4-BE49-F238E27FC236}">
                <a16:creationId xmlns:a16="http://schemas.microsoft.com/office/drawing/2014/main" id="{F3D2DAFB-9035-5E62-05BA-EA8BCD6C6BA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98614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/>
            </a:lvl1pPr>
          </a:lstStyle>
          <a:p>
            <a:endParaRPr lang="de-DE"/>
          </a:p>
        </p:txBody>
      </p:sp>
      <p:sp>
        <p:nvSpPr>
          <p:cNvPr id="17" name="Bildplatzhalter 3">
            <a:extLst>
              <a:ext uri="{FF2B5EF4-FFF2-40B4-BE49-F238E27FC236}">
                <a16:creationId xmlns:a16="http://schemas.microsoft.com/office/drawing/2014/main" id="{D8391B6F-D8EB-6915-9FB6-2DF7200AC7C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498614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endParaRPr lang="de-DE"/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36D7D09F-8A5C-9CCF-91AB-7E1D8FB8B4B9}"/>
              </a:ext>
            </a:extLst>
          </p:cNvPr>
          <p:cNvGrpSpPr/>
          <p:nvPr userDrawn="1"/>
        </p:nvGrpSpPr>
        <p:grpSpPr>
          <a:xfrm>
            <a:off x="7452799" y="1458000"/>
            <a:ext cx="2311134" cy="4894165"/>
            <a:chOff x="7452799" y="1458000"/>
            <a:chExt cx="2311134" cy="4894165"/>
          </a:xfrm>
        </p:grpSpPr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9F9AAD74-B772-E65C-857E-3B36D8E84D4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52799" y="1458000"/>
              <a:ext cx="2311134" cy="4894165"/>
            </a:xfrm>
            <a:custGeom>
              <a:avLst/>
              <a:gdLst>
                <a:gd name="T0" fmla="*/ 1381 w 1617"/>
                <a:gd name="T1" fmla="*/ 0 h 3426"/>
                <a:gd name="T2" fmla="*/ 237 w 1617"/>
                <a:gd name="T3" fmla="*/ 0 h 3426"/>
                <a:gd name="T4" fmla="*/ 0 w 1617"/>
                <a:gd name="T5" fmla="*/ 239 h 3426"/>
                <a:gd name="T6" fmla="*/ 0 w 1617"/>
                <a:gd name="T7" fmla="*/ 3187 h 3426"/>
                <a:gd name="T8" fmla="*/ 237 w 1617"/>
                <a:gd name="T9" fmla="*/ 3426 h 3426"/>
                <a:gd name="T10" fmla="*/ 1381 w 1617"/>
                <a:gd name="T11" fmla="*/ 3426 h 3426"/>
                <a:gd name="T12" fmla="*/ 1617 w 1617"/>
                <a:gd name="T13" fmla="*/ 3187 h 3426"/>
                <a:gd name="T14" fmla="*/ 1617 w 1617"/>
                <a:gd name="T15" fmla="*/ 239 h 3426"/>
                <a:gd name="T16" fmla="*/ 1381 w 1617"/>
                <a:gd name="T17" fmla="*/ 0 h 3426"/>
                <a:gd name="T18" fmla="*/ 1575 w 1617"/>
                <a:gd name="T19" fmla="*/ 3193 h 3426"/>
                <a:gd name="T20" fmla="*/ 1385 w 1617"/>
                <a:gd name="T21" fmla="*/ 3383 h 3426"/>
                <a:gd name="T22" fmla="*/ 233 w 1617"/>
                <a:gd name="T23" fmla="*/ 3383 h 3426"/>
                <a:gd name="T24" fmla="*/ 43 w 1617"/>
                <a:gd name="T25" fmla="*/ 3193 h 3426"/>
                <a:gd name="T26" fmla="*/ 43 w 1617"/>
                <a:gd name="T27" fmla="*/ 233 h 3426"/>
                <a:gd name="T28" fmla="*/ 233 w 1617"/>
                <a:gd name="T29" fmla="*/ 43 h 3426"/>
                <a:gd name="T30" fmla="*/ 417 w 1617"/>
                <a:gd name="T31" fmla="*/ 43 h 3426"/>
                <a:gd name="T32" fmla="*/ 417 w 1617"/>
                <a:gd name="T33" fmla="*/ 77 h 3426"/>
                <a:gd name="T34" fmla="*/ 487 w 1617"/>
                <a:gd name="T35" fmla="*/ 153 h 3426"/>
                <a:gd name="T36" fmla="*/ 1130 w 1617"/>
                <a:gd name="T37" fmla="*/ 153 h 3426"/>
                <a:gd name="T38" fmla="*/ 1201 w 1617"/>
                <a:gd name="T39" fmla="*/ 77 h 3426"/>
                <a:gd name="T40" fmla="*/ 1201 w 1617"/>
                <a:gd name="T41" fmla="*/ 43 h 3426"/>
                <a:gd name="T42" fmla="*/ 1385 w 1617"/>
                <a:gd name="T43" fmla="*/ 43 h 3426"/>
                <a:gd name="T44" fmla="*/ 1575 w 1617"/>
                <a:gd name="T45" fmla="*/ 233 h 3426"/>
                <a:gd name="T46" fmla="*/ 1575 w 1617"/>
                <a:gd name="T47" fmla="*/ 3193 h 3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17" h="3426">
                  <a:moveTo>
                    <a:pt x="1381" y="0"/>
                  </a:moveTo>
                  <a:cubicBezTo>
                    <a:pt x="237" y="0"/>
                    <a:pt x="237" y="0"/>
                    <a:pt x="237" y="0"/>
                  </a:cubicBezTo>
                  <a:cubicBezTo>
                    <a:pt x="98" y="0"/>
                    <a:pt x="0" y="99"/>
                    <a:pt x="0" y="239"/>
                  </a:cubicBezTo>
                  <a:cubicBezTo>
                    <a:pt x="0" y="3187"/>
                    <a:pt x="0" y="3187"/>
                    <a:pt x="0" y="3187"/>
                  </a:cubicBezTo>
                  <a:cubicBezTo>
                    <a:pt x="0" y="3328"/>
                    <a:pt x="98" y="3426"/>
                    <a:pt x="237" y="3426"/>
                  </a:cubicBezTo>
                  <a:cubicBezTo>
                    <a:pt x="1381" y="3426"/>
                    <a:pt x="1381" y="3426"/>
                    <a:pt x="1381" y="3426"/>
                  </a:cubicBezTo>
                  <a:cubicBezTo>
                    <a:pt x="1520" y="3426"/>
                    <a:pt x="1617" y="3328"/>
                    <a:pt x="1617" y="3187"/>
                  </a:cubicBezTo>
                  <a:cubicBezTo>
                    <a:pt x="1617" y="239"/>
                    <a:pt x="1617" y="239"/>
                    <a:pt x="1617" y="239"/>
                  </a:cubicBezTo>
                  <a:cubicBezTo>
                    <a:pt x="1617" y="99"/>
                    <a:pt x="1520" y="0"/>
                    <a:pt x="1381" y="0"/>
                  </a:cubicBezTo>
                  <a:moveTo>
                    <a:pt x="1575" y="3193"/>
                  </a:moveTo>
                  <a:cubicBezTo>
                    <a:pt x="1575" y="3298"/>
                    <a:pt x="1490" y="3383"/>
                    <a:pt x="1385" y="3383"/>
                  </a:cubicBezTo>
                  <a:cubicBezTo>
                    <a:pt x="233" y="3383"/>
                    <a:pt x="233" y="3383"/>
                    <a:pt x="233" y="3383"/>
                  </a:cubicBezTo>
                  <a:cubicBezTo>
                    <a:pt x="128" y="3383"/>
                    <a:pt x="43" y="3298"/>
                    <a:pt x="43" y="3193"/>
                  </a:cubicBezTo>
                  <a:cubicBezTo>
                    <a:pt x="43" y="233"/>
                    <a:pt x="43" y="233"/>
                    <a:pt x="43" y="233"/>
                  </a:cubicBezTo>
                  <a:cubicBezTo>
                    <a:pt x="43" y="128"/>
                    <a:pt x="128" y="43"/>
                    <a:pt x="233" y="43"/>
                  </a:cubicBezTo>
                  <a:cubicBezTo>
                    <a:pt x="417" y="43"/>
                    <a:pt x="417" y="43"/>
                    <a:pt x="417" y="43"/>
                  </a:cubicBezTo>
                  <a:cubicBezTo>
                    <a:pt x="417" y="77"/>
                    <a:pt x="417" y="77"/>
                    <a:pt x="417" y="77"/>
                  </a:cubicBezTo>
                  <a:cubicBezTo>
                    <a:pt x="417" y="108"/>
                    <a:pt x="436" y="153"/>
                    <a:pt x="487" y="153"/>
                  </a:cubicBezTo>
                  <a:cubicBezTo>
                    <a:pt x="1130" y="153"/>
                    <a:pt x="1130" y="153"/>
                    <a:pt x="1130" y="153"/>
                  </a:cubicBezTo>
                  <a:cubicBezTo>
                    <a:pt x="1181" y="153"/>
                    <a:pt x="1201" y="108"/>
                    <a:pt x="1201" y="77"/>
                  </a:cubicBezTo>
                  <a:cubicBezTo>
                    <a:pt x="1201" y="43"/>
                    <a:pt x="1201" y="43"/>
                    <a:pt x="1201" y="43"/>
                  </a:cubicBezTo>
                  <a:cubicBezTo>
                    <a:pt x="1385" y="43"/>
                    <a:pt x="1385" y="43"/>
                    <a:pt x="1385" y="43"/>
                  </a:cubicBezTo>
                  <a:cubicBezTo>
                    <a:pt x="1490" y="43"/>
                    <a:pt x="1575" y="128"/>
                    <a:pt x="1575" y="233"/>
                  </a:cubicBezTo>
                  <a:lnTo>
                    <a:pt x="1575" y="3193"/>
                  </a:lnTo>
                  <a:close/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E78D10A1-CA36-9ECC-48A9-5CF78AFAEBB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31937" y="1530506"/>
              <a:ext cx="552859" cy="60044"/>
            </a:xfrm>
            <a:custGeom>
              <a:avLst/>
              <a:gdLst>
                <a:gd name="T0" fmla="*/ 22 w 387"/>
                <a:gd name="T1" fmla="*/ 0 h 42"/>
                <a:gd name="T2" fmla="*/ 0 w 387"/>
                <a:gd name="T3" fmla="*/ 21 h 42"/>
                <a:gd name="T4" fmla="*/ 22 w 387"/>
                <a:gd name="T5" fmla="*/ 42 h 42"/>
                <a:gd name="T6" fmla="*/ 43 w 387"/>
                <a:gd name="T7" fmla="*/ 21 h 42"/>
                <a:gd name="T8" fmla="*/ 22 w 387"/>
                <a:gd name="T9" fmla="*/ 0 h 42"/>
                <a:gd name="T10" fmla="*/ 376 w 387"/>
                <a:gd name="T11" fmla="*/ 9 h 42"/>
                <a:gd name="T12" fmla="*/ 99 w 387"/>
                <a:gd name="T13" fmla="*/ 9 h 42"/>
                <a:gd name="T14" fmla="*/ 88 w 387"/>
                <a:gd name="T15" fmla="*/ 21 h 42"/>
                <a:gd name="T16" fmla="*/ 88 w 387"/>
                <a:gd name="T17" fmla="*/ 22 h 42"/>
                <a:gd name="T18" fmla="*/ 99 w 387"/>
                <a:gd name="T19" fmla="*/ 33 h 42"/>
                <a:gd name="T20" fmla="*/ 376 w 387"/>
                <a:gd name="T21" fmla="*/ 33 h 42"/>
                <a:gd name="T22" fmla="*/ 387 w 387"/>
                <a:gd name="T23" fmla="*/ 22 h 42"/>
                <a:gd name="T24" fmla="*/ 387 w 387"/>
                <a:gd name="T25" fmla="*/ 21 h 42"/>
                <a:gd name="T26" fmla="*/ 376 w 387"/>
                <a:gd name="T27" fmla="*/ 9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87" h="42">
                  <a:moveTo>
                    <a:pt x="22" y="0"/>
                  </a:moveTo>
                  <a:cubicBezTo>
                    <a:pt x="10" y="0"/>
                    <a:pt x="0" y="9"/>
                    <a:pt x="0" y="21"/>
                  </a:cubicBezTo>
                  <a:cubicBezTo>
                    <a:pt x="0" y="33"/>
                    <a:pt x="10" y="42"/>
                    <a:pt x="22" y="42"/>
                  </a:cubicBezTo>
                  <a:cubicBezTo>
                    <a:pt x="33" y="42"/>
                    <a:pt x="43" y="33"/>
                    <a:pt x="43" y="21"/>
                  </a:cubicBezTo>
                  <a:cubicBezTo>
                    <a:pt x="43" y="9"/>
                    <a:pt x="33" y="0"/>
                    <a:pt x="22" y="0"/>
                  </a:cubicBezTo>
                  <a:moveTo>
                    <a:pt x="376" y="9"/>
                  </a:moveTo>
                  <a:cubicBezTo>
                    <a:pt x="99" y="9"/>
                    <a:pt x="99" y="9"/>
                    <a:pt x="99" y="9"/>
                  </a:cubicBezTo>
                  <a:cubicBezTo>
                    <a:pt x="93" y="9"/>
                    <a:pt x="88" y="14"/>
                    <a:pt x="88" y="21"/>
                  </a:cubicBezTo>
                  <a:cubicBezTo>
                    <a:pt x="88" y="22"/>
                    <a:pt x="88" y="22"/>
                    <a:pt x="88" y="22"/>
                  </a:cubicBezTo>
                  <a:cubicBezTo>
                    <a:pt x="88" y="28"/>
                    <a:pt x="93" y="33"/>
                    <a:pt x="99" y="33"/>
                  </a:cubicBezTo>
                  <a:cubicBezTo>
                    <a:pt x="376" y="33"/>
                    <a:pt x="376" y="33"/>
                    <a:pt x="376" y="33"/>
                  </a:cubicBezTo>
                  <a:cubicBezTo>
                    <a:pt x="382" y="33"/>
                    <a:pt x="387" y="28"/>
                    <a:pt x="387" y="22"/>
                  </a:cubicBezTo>
                  <a:cubicBezTo>
                    <a:pt x="387" y="21"/>
                    <a:pt x="387" y="21"/>
                    <a:pt x="387" y="21"/>
                  </a:cubicBezTo>
                  <a:cubicBezTo>
                    <a:pt x="387" y="14"/>
                    <a:pt x="382" y="9"/>
                    <a:pt x="376" y="9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825396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Pho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7F783002-8F8A-FBB7-9005-A3E9DA77F3E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E3472D1-4B64-879E-FC55-008D4C09C50F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E2319061-5E8A-C1BC-FF0A-0BE78113563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9AFED0C-CF0F-CBAD-24CB-D1CB31E76793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3" name="Textplatzhalter 17">
            <a:extLst>
              <a:ext uri="{FF2B5EF4-FFF2-40B4-BE49-F238E27FC236}">
                <a16:creationId xmlns:a16="http://schemas.microsoft.com/office/drawing/2014/main" id="{E1F924FB-F963-3450-CCD9-0AFE886A842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1DD99F52-D901-3556-A0E7-CCDDBBC6E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5" name="Bildplatzhalter 29">
            <a:extLst>
              <a:ext uri="{FF2B5EF4-FFF2-40B4-BE49-F238E27FC236}">
                <a16:creationId xmlns:a16="http://schemas.microsoft.com/office/drawing/2014/main" id="{EBA3070C-7858-9A3F-53EC-558B5154CDA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6" name="Bildplatzhalter 29">
            <a:extLst>
              <a:ext uri="{FF2B5EF4-FFF2-40B4-BE49-F238E27FC236}">
                <a16:creationId xmlns:a16="http://schemas.microsoft.com/office/drawing/2014/main" id="{A8888852-EF09-F505-EB3D-00D60D6BB4D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731181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23F227A9-66FE-E29B-0900-777B7374BED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96000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endParaRPr lang="de-DE"/>
          </a:p>
        </p:txBody>
      </p:sp>
      <p:sp>
        <p:nvSpPr>
          <p:cNvPr id="22" name="Bildplatzhalter 16">
            <a:extLst>
              <a:ext uri="{FF2B5EF4-FFF2-40B4-BE49-F238E27FC236}">
                <a16:creationId xmlns:a16="http://schemas.microsoft.com/office/drawing/2014/main" id="{A956A02E-7E72-2357-2B22-2A07DD3234D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731181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endParaRPr lang="de-DE"/>
          </a:p>
        </p:txBody>
      </p: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E5E09B9B-F307-5CDF-02D9-DA8F8B49C645}"/>
              </a:ext>
            </a:extLst>
          </p:cNvPr>
          <p:cNvGrpSpPr/>
          <p:nvPr userDrawn="1"/>
        </p:nvGrpSpPr>
        <p:grpSpPr>
          <a:xfrm>
            <a:off x="6048375" y="1458000"/>
            <a:ext cx="2311134" cy="4894165"/>
            <a:chOff x="6048375" y="1458000"/>
            <a:chExt cx="2311134" cy="4894165"/>
          </a:xfrm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B96A5868-0DF7-264E-1C9B-6E30A24656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48375" y="1458000"/>
              <a:ext cx="2311134" cy="4894165"/>
            </a:xfrm>
            <a:custGeom>
              <a:avLst/>
              <a:gdLst>
                <a:gd name="T0" fmla="*/ 1381 w 1617"/>
                <a:gd name="T1" fmla="*/ 0 h 3426"/>
                <a:gd name="T2" fmla="*/ 237 w 1617"/>
                <a:gd name="T3" fmla="*/ 0 h 3426"/>
                <a:gd name="T4" fmla="*/ 0 w 1617"/>
                <a:gd name="T5" fmla="*/ 239 h 3426"/>
                <a:gd name="T6" fmla="*/ 0 w 1617"/>
                <a:gd name="T7" fmla="*/ 3187 h 3426"/>
                <a:gd name="T8" fmla="*/ 237 w 1617"/>
                <a:gd name="T9" fmla="*/ 3426 h 3426"/>
                <a:gd name="T10" fmla="*/ 1381 w 1617"/>
                <a:gd name="T11" fmla="*/ 3426 h 3426"/>
                <a:gd name="T12" fmla="*/ 1617 w 1617"/>
                <a:gd name="T13" fmla="*/ 3187 h 3426"/>
                <a:gd name="T14" fmla="*/ 1617 w 1617"/>
                <a:gd name="T15" fmla="*/ 239 h 3426"/>
                <a:gd name="T16" fmla="*/ 1381 w 1617"/>
                <a:gd name="T17" fmla="*/ 0 h 3426"/>
                <a:gd name="T18" fmla="*/ 1575 w 1617"/>
                <a:gd name="T19" fmla="*/ 3193 h 3426"/>
                <a:gd name="T20" fmla="*/ 1385 w 1617"/>
                <a:gd name="T21" fmla="*/ 3383 h 3426"/>
                <a:gd name="T22" fmla="*/ 233 w 1617"/>
                <a:gd name="T23" fmla="*/ 3383 h 3426"/>
                <a:gd name="T24" fmla="*/ 43 w 1617"/>
                <a:gd name="T25" fmla="*/ 3193 h 3426"/>
                <a:gd name="T26" fmla="*/ 43 w 1617"/>
                <a:gd name="T27" fmla="*/ 233 h 3426"/>
                <a:gd name="T28" fmla="*/ 233 w 1617"/>
                <a:gd name="T29" fmla="*/ 43 h 3426"/>
                <a:gd name="T30" fmla="*/ 417 w 1617"/>
                <a:gd name="T31" fmla="*/ 43 h 3426"/>
                <a:gd name="T32" fmla="*/ 417 w 1617"/>
                <a:gd name="T33" fmla="*/ 77 h 3426"/>
                <a:gd name="T34" fmla="*/ 487 w 1617"/>
                <a:gd name="T35" fmla="*/ 153 h 3426"/>
                <a:gd name="T36" fmla="*/ 1130 w 1617"/>
                <a:gd name="T37" fmla="*/ 153 h 3426"/>
                <a:gd name="T38" fmla="*/ 1201 w 1617"/>
                <a:gd name="T39" fmla="*/ 77 h 3426"/>
                <a:gd name="T40" fmla="*/ 1201 w 1617"/>
                <a:gd name="T41" fmla="*/ 43 h 3426"/>
                <a:gd name="T42" fmla="*/ 1385 w 1617"/>
                <a:gd name="T43" fmla="*/ 43 h 3426"/>
                <a:gd name="T44" fmla="*/ 1575 w 1617"/>
                <a:gd name="T45" fmla="*/ 233 h 3426"/>
                <a:gd name="T46" fmla="*/ 1575 w 1617"/>
                <a:gd name="T47" fmla="*/ 3193 h 3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17" h="3426">
                  <a:moveTo>
                    <a:pt x="1381" y="0"/>
                  </a:moveTo>
                  <a:cubicBezTo>
                    <a:pt x="237" y="0"/>
                    <a:pt x="237" y="0"/>
                    <a:pt x="237" y="0"/>
                  </a:cubicBezTo>
                  <a:cubicBezTo>
                    <a:pt x="98" y="0"/>
                    <a:pt x="0" y="99"/>
                    <a:pt x="0" y="239"/>
                  </a:cubicBezTo>
                  <a:cubicBezTo>
                    <a:pt x="0" y="3187"/>
                    <a:pt x="0" y="3187"/>
                    <a:pt x="0" y="3187"/>
                  </a:cubicBezTo>
                  <a:cubicBezTo>
                    <a:pt x="0" y="3328"/>
                    <a:pt x="98" y="3426"/>
                    <a:pt x="237" y="3426"/>
                  </a:cubicBezTo>
                  <a:cubicBezTo>
                    <a:pt x="1381" y="3426"/>
                    <a:pt x="1381" y="3426"/>
                    <a:pt x="1381" y="3426"/>
                  </a:cubicBezTo>
                  <a:cubicBezTo>
                    <a:pt x="1520" y="3426"/>
                    <a:pt x="1617" y="3328"/>
                    <a:pt x="1617" y="3187"/>
                  </a:cubicBezTo>
                  <a:cubicBezTo>
                    <a:pt x="1617" y="239"/>
                    <a:pt x="1617" y="239"/>
                    <a:pt x="1617" y="239"/>
                  </a:cubicBezTo>
                  <a:cubicBezTo>
                    <a:pt x="1617" y="99"/>
                    <a:pt x="1520" y="0"/>
                    <a:pt x="1381" y="0"/>
                  </a:cubicBezTo>
                  <a:moveTo>
                    <a:pt x="1575" y="3193"/>
                  </a:moveTo>
                  <a:cubicBezTo>
                    <a:pt x="1575" y="3298"/>
                    <a:pt x="1490" y="3383"/>
                    <a:pt x="1385" y="3383"/>
                  </a:cubicBezTo>
                  <a:cubicBezTo>
                    <a:pt x="233" y="3383"/>
                    <a:pt x="233" y="3383"/>
                    <a:pt x="233" y="3383"/>
                  </a:cubicBezTo>
                  <a:cubicBezTo>
                    <a:pt x="128" y="3383"/>
                    <a:pt x="43" y="3298"/>
                    <a:pt x="43" y="3193"/>
                  </a:cubicBezTo>
                  <a:cubicBezTo>
                    <a:pt x="43" y="233"/>
                    <a:pt x="43" y="233"/>
                    <a:pt x="43" y="233"/>
                  </a:cubicBezTo>
                  <a:cubicBezTo>
                    <a:pt x="43" y="128"/>
                    <a:pt x="128" y="43"/>
                    <a:pt x="233" y="43"/>
                  </a:cubicBezTo>
                  <a:cubicBezTo>
                    <a:pt x="417" y="43"/>
                    <a:pt x="417" y="43"/>
                    <a:pt x="417" y="43"/>
                  </a:cubicBezTo>
                  <a:cubicBezTo>
                    <a:pt x="417" y="77"/>
                    <a:pt x="417" y="77"/>
                    <a:pt x="417" y="77"/>
                  </a:cubicBezTo>
                  <a:cubicBezTo>
                    <a:pt x="417" y="108"/>
                    <a:pt x="436" y="153"/>
                    <a:pt x="487" y="153"/>
                  </a:cubicBezTo>
                  <a:cubicBezTo>
                    <a:pt x="1130" y="153"/>
                    <a:pt x="1130" y="153"/>
                    <a:pt x="1130" y="153"/>
                  </a:cubicBezTo>
                  <a:cubicBezTo>
                    <a:pt x="1181" y="153"/>
                    <a:pt x="1201" y="108"/>
                    <a:pt x="1201" y="77"/>
                  </a:cubicBezTo>
                  <a:cubicBezTo>
                    <a:pt x="1201" y="43"/>
                    <a:pt x="1201" y="43"/>
                    <a:pt x="1201" y="43"/>
                  </a:cubicBezTo>
                  <a:cubicBezTo>
                    <a:pt x="1385" y="43"/>
                    <a:pt x="1385" y="43"/>
                    <a:pt x="1385" y="43"/>
                  </a:cubicBezTo>
                  <a:cubicBezTo>
                    <a:pt x="1490" y="43"/>
                    <a:pt x="1575" y="128"/>
                    <a:pt x="1575" y="233"/>
                  </a:cubicBezTo>
                  <a:lnTo>
                    <a:pt x="1575" y="3193"/>
                  </a:lnTo>
                  <a:close/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445A27C4-A17C-0D87-BC96-FA76372496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27513" y="1530506"/>
              <a:ext cx="552859" cy="60044"/>
            </a:xfrm>
            <a:custGeom>
              <a:avLst/>
              <a:gdLst>
                <a:gd name="T0" fmla="*/ 22 w 387"/>
                <a:gd name="T1" fmla="*/ 0 h 42"/>
                <a:gd name="T2" fmla="*/ 0 w 387"/>
                <a:gd name="T3" fmla="*/ 21 h 42"/>
                <a:gd name="T4" fmla="*/ 22 w 387"/>
                <a:gd name="T5" fmla="*/ 42 h 42"/>
                <a:gd name="T6" fmla="*/ 43 w 387"/>
                <a:gd name="T7" fmla="*/ 21 h 42"/>
                <a:gd name="T8" fmla="*/ 22 w 387"/>
                <a:gd name="T9" fmla="*/ 0 h 42"/>
                <a:gd name="T10" fmla="*/ 376 w 387"/>
                <a:gd name="T11" fmla="*/ 9 h 42"/>
                <a:gd name="T12" fmla="*/ 99 w 387"/>
                <a:gd name="T13" fmla="*/ 9 h 42"/>
                <a:gd name="T14" fmla="*/ 88 w 387"/>
                <a:gd name="T15" fmla="*/ 21 h 42"/>
                <a:gd name="T16" fmla="*/ 88 w 387"/>
                <a:gd name="T17" fmla="*/ 22 h 42"/>
                <a:gd name="T18" fmla="*/ 99 w 387"/>
                <a:gd name="T19" fmla="*/ 33 h 42"/>
                <a:gd name="T20" fmla="*/ 376 w 387"/>
                <a:gd name="T21" fmla="*/ 33 h 42"/>
                <a:gd name="T22" fmla="*/ 387 w 387"/>
                <a:gd name="T23" fmla="*/ 22 h 42"/>
                <a:gd name="T24" fmla="*/ 387 w 387"/>
                <a:gd name="T25" fmla="*/ 21 h 42"/>
                <a:gd name="T26" fmla="*/ 376 w 387"/>
                <a:gd name="T27" fmla="*/ 9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87" h="42">
                  <a:moveTo>
                    <a:pt x="22" y="0"/>
                  </a:moveTo>
                  <a:cubicBezTo>
                    <a:pt x="10" y="0"/>
                    <a:pt x="0" y="9"/>
                    <a:pt x="0" y="21"/>
                  </a:cubicBezTo>
                  <a:cubicBezTo>
                    <a:pt x="0" y="33"/>
                    <a:pt x="10" y="42"/>
                    <a:pt x="22" y="42"/>
                  </a:cubicBezTo>
                  <a:cubicBezTo>
                    <a:pt x="33" y="42"/>
                    <a:pt x="43" y="33"/>
                    <a:pt x="43" y="21"/>
                  </a:cubicBezTo>
                  <a:cubicBezTo>
                    <a:pt x="43" y="9"/>
                    <a:pt x="33" y="0"/>
                    <a:pt x="22" y="0"/>
                  </a:cubicBezTo>
                  <a:moveTo>
                    <a:pt x="376" y="9"/>
                  </a:moveTo>
                  <a:cubicBezTo>
                    <a:pt x="99" y="9"/>
                    <a:pt x="99" y="9"/>
                    <a:pt x="99" y="9"/>
                  </a:cubicBezTo>
                  <a:cubicBezTo>
                    <a:pt x="93" y="9"/>
                    <a:pt x="88" y="14"/>
                    <a:pt x="88" y="21"/>
                  </a:cubicBezTo>
                  <a:cubicBezTo>
                    <a:pt x="88" y="22"/>
                    <a:pt x="88" y="22"/>
                    <a:pt x="88" y="22"/>
                  </a:cubicBezTo>
                  <a:cubicBezTo>
                    <a:pt x="88" y="28"/>
                    <a:pt x="93" y="33"/>
                    <a:pt x="99" y="33"/>
                  </a:cubicBezTo>
                  <a:cubicBezTo>
                    <a:pt x="376" y="33"/>
                    <a:pt x="376" y="33"/>
                    <a:pt x="376" y="33"/>
                  </a:cubicBezTo>
                  <a:cubicBezTo>
                    <a:pt x="382" y="33"/>
                    <a:pt x="387" y="28"/>
                    <a:pt x="387" y="22"/>
                  </a:cubicBezTo>
                  <a:cubicBezTo>
                    <a:pt x="387" y="21"/>
                    <a:pt x="387" y="21"/>
                    <a:pt x="387" y="21"/>
                  </a:cubicBezTo>
                  <a:cubicBezTo>
                    <a:pt x="387" y="14"/>
                    <a:pt x="382" y="9"/>
                    <a:pt x="376" y="9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F8C37AF7-538B-38E6-C458-0D9A39303DE6}"/>
              </a:ext>
            </a:extLst>
          </p:cNvPr>
          <p:cNvGrpSpPr/>
          <p:nvPr userDrawn="1"/>
        </p:nvGrpSpPr>
        <p:grpSpPr>
          <a:xfrm>
            <a:off x="8682614" y="1455063"/>
            <a:ext cx="2311134" cy="4894165"/>
            <a:chOff x="6048375" y="1458000"/>
            <a:chExt cx="2311134" cy="4894165"/>
          </a:xfrm>
        </p:grpSpPr>
        <p:sp>
          <p:nvSpPr>
            <p:cNvPr id="28" name="Freeform 5">
              <a:extLst>
                <a:ext uri="{FF2B5EF4-FFF2-40B4-BE49-F238E27FC236}">
                  <a16:creationId xmlns:a16="http://schemas.microsoft.com/office/drawing/2014/main" id="{2DDDA64D-5C43-C2A8-9E6E-98328C4FAAA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48375" y="1458000"/>
              <a:ext cx="2311134" cy="4894165"/>
            </a:xfrm>
            <a:custGeom>
              <a:avLst/>
              <a:gdLst>
                <a:gd name="T0" fmla="*/ 1381 w 1617"/>
                <a:gd name="T1" fmla="*/ 0 h 3426"/>
                <a:gd name="T2" fmla="*/ 237 w 1617"/>
                <a:gd name="T3" fmla="*/ 0 h 3426"/>
                <a:gd name="T4" fmla="*/ 0 w 1617"/>
                <a:gd name="T5" fmla="*/ 239 h 3426"/>
                <a:gd name="T6" fmla="*/ 0 w 1617"/>
                <a:gd name="T7" fmla="*/ 3187 h 3426"/>
                <a:gd name="T8" fmla="*/ 237 w 1617"/>
                <a:gd name="T9" fmla="*/ 3426 h 3426"/>
                <a:gd name="T10" fmla="*/ 1381 w 1617"/>
                <a:gd name="T11" fmla="*/ 3426 h 3426"/>
                <a:gd name="T12" fmla="*/ 1617 w 1617"/>
                <a:gd name="T13" fmla="*/ 3187 h 3426"/>
                <a:gd name="T14" fmla="*/ 1617 w 1617"/>
                <a:gd name="T15" fmla="*/ 239 h 3426"/>
                <a:gd name="T16" fmla="*/ 1381 w 1617"/>
                <a:gd name="T17" fmla="*/ 0 h 3426"/>
                <a:gd name="T18" fmla="*/ 1575 w 1617"/>
                <a:gd name="T19" fmla="*/ 3193 h 3426"/>
                <a:gd name="T20" fmla="*/ 1385 w 1617"/>
                <a:gd name="T21" fmla="*/ 3383 h 3426"/>
                <a:gd name="T22" fmla="*/ 233 w 1617"/>
                <a:gd name="T23" fmla="*/ 3383 h 3426"/>
                <a:gd name="T24" fmla="*/ 43 w 1617"/>
                <a:gd name="T25" fmla="*/ 3193 h 3426"/>
                <a:gd name="T26" fmla="*/ 43 w 1617"/>
                <a:gd name="T27" fmla="*/ 233 h 3426"/>
                <a:gd name="T28" fmla="*/ 233 w 1617"/>
                <a:gd name="T29" fmla="*/ 43 h 3426"/>
                <a:gd name="T30" fmla="*/ 417 w 1617"/>
                <a:gd name="T31" fmla="*/ 43 h 3426"/>
                <a:gd name="T32" fmla="*/ 417 w 1617"/>
                <a:gd name="T33" fmla="*/ 77 h 3426"/>
                <a:gd name="T34" fmla="*/ 487 w 1617"/>
                <a:gd name="T35" fmla="*/ 153 h 3426"/>
                <a:gd name="T36" fmla="*/ 1130 w 1617"/>
                <a:gd name="T37" fmla="*/ 153 h 3426"/>
                <a:gd name="T38" fmla="*/ 1201 w 1617"/>
                <a:gd name="T39" fmla="*/ 77 h 3426"/>
                <a:gd name="T40" fmla="*/ 1201 w 1617"/>
                <a:gd name="T41" fmla="*/ 43 h 3426"/>
                <a:gd name="T42" fmla="*/ 1385 w 1617"/>
                <a:gd name="T43" fmla="*/ 43 h 3426"/>
                <a:gd name="T44" fmla="*/ 1575 w 1617"/>
                <a:gd name="T45" fmla="*/ 233 h 3426"/>
                <a:gd name="T46" fmla="*/ 1575 w 1617"/>
                <a:gd name="T47" fmla="*/ 3193 h 3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17" h="3426">
                  <a:moveTo>
                    <a:pt x="1381" y="0"/>
                  </a:moveTo>
                  <a:cubicBezTo>
                    <a:pt x="237" y="0"/>
                    <a:pt x="237" y="0"/>
                    <a:pt x="237" y="0"/>
                  </a:cubicBezTo>
                  <a:cubicBezTo>
                    <a:pt x="98" y="0"/>
                    <a:pt x="0" y="99"/>
                    <a:pt x="0" y="239"/>
                  </a:cubicBezTo>
                  <a:cubicBezTo>
                    <a:pt x="0" y="3187"/>
                    <a:pt x="0" y="3187"/>
                    <a:pt x="0" y="3187"/>
                  </a:cubicBezTo>
                  <a:cubicBezTo>
                    <a:pt x="0" y="3328"/>
                    <a:pt x="98" y="3426"/>
                    <a:pt x="237" y="3426"/>
                  </a:cubicBezTo>
                  <a:cubicBezTo>
                    <a:pt x="1381" y="3426"/>
                    <a:pt x="1381" y="3426"/>
                    <a:pt x="1381" y="3426"/>
                  </a:cubicBezTo>
                  <a:cubicBezTo>
                    <a:pt x="1520" y="3426"/>
                    <a:pt x="1617" y="3328"/>
                    <a:pt x="1617" y="3187"/>
                  </a:cubicBezTo>
                  <a:cubicBezTo>
                    <a:pt x="1617" y="239"/>
                    <a:pt x="1617" y="239"/>
                    <a:pt x="1617" y="239"/>
                  </a:cubicBezTo>
                  <a:cubicBezTo>
                    <a:pt x="1617" y="99"/>
                    <a:pt x="1520" y="0"/>
                    <a:pt x="1381" y="0"/>
                  </a:cubicBezTo>
                  <a:moveTo>
                    <a:pt x="1575" y="3193"/>
                  </a:moveTo>
                  <a:cubicBezTo>
                    <a:pt x="1575" y="3298"/>
                    <a:pt x="1490" y="3383"/>
                    <a:pt x="1385" y="3383"/>
                  </a:cubicBezTo>
                  <a:cubicBezTo>
                    <a:pt x="233" y="3383"/>
                    <a:pt x="233" y="3383"/>
                    <a:pt x="233" y="3383"/>
                  </a:cubicBezTo>
                  <a:cubicBezTo>
                    <a:pt x="128" y="3383"/>
                    <a:pt x="43" y="3298"/>
                    <a:pt x="43" y="3193"/>
                  </a:cubicBezTo>
                  <a:cubicBezTo>
                    <a:pt x="43" y="233"/>
                    <a:pt x="43" y="233"/>
                    <a:pt x="43" y="233"/>
                  </a:cubicBezTo>
                  <a:cubicBezTo>
                    <a:pt x="43" y="128"/>
                    <a:pt x="128" y="43"/>
                    <a:pt x="233" y="43"/>
                  </a:cubicBezTo>
                  <a:cubicBezTo>
                    <a:pt x="417" y="43"/>
                    <a:pt x="417" y="43"/>
                    <a:pt x="417" y="43"/>
                  </a:cubicBezTo>
                  <a:cubicBezTo>
                    <a:pt x="417" y="77"/>
                    <a:pt x="417" y="77"/>
                    <a:pt x="417" y="77"/>
                  </a:cubicBezTo>
                  <a:cubicBezTo>
                    <a:pt x="417" y="108"/>
                    <a:pt x="436" y="153"/>
                    <a:pt x="487" y="153"/>
                  </a:cubicBezTo>
                  <a:cubicBezTo>
                    <a:pt x="1130" y="153"/>
                    <a:pt x="1130" y="153"/>
                    <a:pt x="1130" y="153"/>
                  </a:cubicBezTo>
                  <a:cubicBezTo>
                    <a:pt x="1181" y="153"/>
                    <a:pt x="1201" y="108"/>
                    <a:pt x="1201" y="77"/>
                  </a:cubicBezTo>
                  <a:cubicBezTo>
                    <a:pt x="1201" y="43"/>
                    <a:pt x="1201" y="43"/>
                    <a:pt x="1201" y="43"/>
                  </a:cubicBezTo>
                  <a:cubicBezTo>
                    <a:pt x="1385" y="43"/>
                    <a:pt x="1385" y="43"/>
                    <a:pt x="1385" y="43"/>
                  </a:cubicBezTo>
                  <a:cubicBezTo>
                    <a:pt x="1490" y="43"/>
                    <a:pt x="1575" y="128"/>
                    <a:pt x="1575" y="233"/>
                  </a:cubicBezTo>
                  <a:lnTo>
                    <a:pt x="1575" y="3193"/>
                  </a:lnTo>
                  <a:close/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6">
              <a:extLst>
                <a:ext uri="{FF2B5EF4-FFF2-40B4-BE49-F238E27FC236}">
                  <a16:creationId xmlns:a16="http://schemas.microsoft.com/office/drawing/2014/main" id="{9201C5ED-F54C-2456-CF89-24B614E4875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27513" y="1530506"/>
              <a:ext cx="552859" cy="60044"/>
            </a:xfrm>
            <a:custGeom>
              <a:avLst/>
              <a:gdLst>
                <a:gd name="T0" fmla="*/ 22 w 387"/>
                <a:gd name="T1" fmla="*/ 0 h 42"/>
                <a:gd name="T2" fmla="*/ 0 w 387"/>
                <a:gd name="T3" fmla="*/ 21 h 42"/>
                <a:gd name="T4" fmla="*/ 22 w 387"/>
                <a:gd name="T5" fmla="*/ 42 h 42"/>
                <a:gd name="T6" fmla="*/ 43 w 387"/>
                <a:gd name="T7" fmla="*/ 21 h 42"/>
                <a:gd name="T8" fmla="*/ 22 w 387"/>
                <a:gd name="T9" fmla="*/ 0 h 42"/>
                <a:gd name="T10" fmla="*/ 376 w 387"/>
                <a:gd name="T11" fmla="*/ 9 h 42"/>
                <a:gd name="T12" fmla="*/ 99 w 387"/>
                <a:gd name="T13" fmla="*/ 9 h 42"/>
                <a:gd name="T14" fmla="*/ 88 w 387"/>
                <a:gd name="T15" fmla="*/ 21 h 42"/>
                <a:gd name="T16" fmla="*/ 88 w 387"/>
                <a:gd name="T17" fmla="*/ 22 h 42"/>
                <a:gd name="T18" fmla="*/ 99 w 387"/>
                <a:gd name="T19" fmla="*/ 33 h 42"/>
                <a:gd name="T20" fmla="*/ 376 w 387"/>
                <a:gd name="T21" fmla="*/ 33 h 42"/>
                <a:gd name="T22" fmla="*/ 387 w 387"/>
                <a:gd name="T23" fmla="*/ 22 h 42"/>
                <a:gd name="T24" fmla="*/ 387 w 387"/>
                <a:gd name="T25" fmla="*/ 21 h 42"/>
                <a:gd name="T26" fmla="*/ 376 w 387"/>
                <a:gd name="T27" fmla="*/ 9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87" h="42">
                  <a:moveTo>
                    <a:pt x="22" y="0"/>
                  </a:moveTo>
                  <a:cubicBezTo>
                    <a:pt x="10" y="0"/>
                    <a:pt x="0" y="9"/>
                    <a:pt x="0" y="21"/>
                  </a:cubicBezTo>
                  <a:cubicBezTo>
                    <a:pt x="0" y="33"/>
                    <a:pt x="10" y="42"/>
                    <a:pt x="22" y="42"/>
                  </a:cubicBezTo>
                  <a:cubicBezTo>
                    <a:pt x="33" y="42"/>
                    <a:pt x="43" y="33"/>
                    <a:pt x="43" y="21"/>
                  </a:cubicBezTo>
                  <a:cubicBezTo>
                    <a:pt x="43" y="9"/>
                    <a:pt x="33" y="0"/>
                    <a:pt x="22" y="0"/>
                  </a:cubicBezTo>
                  <a:moveTo>
                    <a:pt x="376" y="9"/>
                  </a:moveTo>
                  <a:cubicBezTo>
                    <a:pt x="99" y="9"/>
                    <a:pt x="99" y="9"/>
                    <a:pt x="99" y="9"/>
                  </a:cubicBezTo>
                  <a:cubicBezTo>
                    <a:pt x="93" y="9"/>
                    <a:pt x="88" y="14"/>
                    <a:pt x="88" y="21"/>
                  </a:cubicBezTo>
                  <a:cubicBezTo>
                    <a:pt x="88" y="22"/>
                    <a:pt x="88" y="22"/>
                    <a:pt x="88" y="22"/>
                  </a:cubicBezTo>
                  <a:cubicBezTo>
                    <a:pt x="88" y="28"/>
                    <a:pt x="93" y="33"/>
                    <a:pt x="99" y="33"/>
                  </a:cubicBezTo>
                  <a:cubicBezTo>
                    <a:pt x="376" y="33"/>
                    <a:pt x="376" y="33"/>
                    <a:pt x="376" y="33"/>
                  </a:cubicBezTo>
                  <a:cubicBezTo>
                    <a:pt x="382" y="33"/>
                    <a:pt x="387" y="28"/>
                    <a:pt x="387" y="22"/>
                  </a:cubicBezTo>
                  <a:cubicBezTo>
                    <a:pt x="387" y="21"/>
                    <a:pt x="387" y="21"/>
                    <a:pt x="387" y="21"/>
                  </a:cubicBezTo>
                  <a:cubicBezTo>
                    <a:pt x="387" y="14"/>
                    <a:pt x="382" y="9"/>
                    <a:pt x="376" y="9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154917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D2C738C5-CE17-8F75-ADAC-39B90FA84D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64121" y="1295861"/>
            <a:ext cx="2110924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781407F7-B6AC-4E72-B6AC-77BC56A3AE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93435" y="1808163"/>
            <a:ext cx="2039475" cy="44631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26" name="Textplatzhalter 17">
            <a:extLst>
              <a:ext uri="{FF2B5EF4-FFF2-40B4-BE49-F238E27FC236}">
                <a16:creationId xmlns:a16="http://schemas.microsoft.com/office/drawing/2014/main" id="{A091C3CC-3F3F-23FE-602C-3411500BF0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7190" y="2617150"/>
            <a:ext cx="1422872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29" name="Textplatzhalter 24">
            <a:extLst>
              <a:ext uri="{FF2B5EF4-FFF2-40B4-BE49-F238E27FC236}">
                <a16:creationId xmlns:a16="http://schemas.microsoft.com/office/drawing/2014/main" id="{E1B4253D-A3DF-0CF2-D8A6-BD53847BB4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716839" y="3079886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30" name="Textplatzhalter 17">
            <a:extLst>
              <a:ext uri="{FF2B5EF4-FFF2-40B4-BE49-F238E27FC236}">
                <a16:creationId xmlns:a16="http://schemas.microsoft.com/office/drawing/2014/main" id="{96B47188-9DE9-83A5-4351-EF7BE32A85C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08364" y="3942865"/>
            <a:ext cx="2651320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00%</a:t>
            </a:r>
          </a:p>
        </p:txBody>
      </p:sp>
      <p:sp>
        <p:nvSpPr>
          <p:cNvPr id="31" name="Textplatzhalter 24">
            <a:extLst>
              <a:ext uri="{FF2B5EF4-FFF2-40B4-BE49-F238E27FC236}">
                <a16:creationId xmlns:a16="http://schemas.microsoft.com/office/drawing/2014/main" id="{52FB245C-0815-D83A-0EAA-EA17BEF16B1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66461" y="4405601"/>
            <a:ext cx="1656998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32" name="Textplatzhalter 17">
            <a:extLst>
              <a:ext uri="{FF2B5EF4-FFF2-40B4-BE49-F238E27FC236}">
                <a16:creationId xmlns:a16="http://schemas.microsoft.com/office/drawing/2014/main" id="{007CD200-62FF-17FA-0BA7-16E6A6F1EB2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6323" y="5268287"/>
            <a:ext cx="2110924" cy="106966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&gt;00</a:t>
            </a:r>
          </a:p>
        </p:txBody>
      </p:sp>
      <p:sp>
        <p:nvSpPr>
          <p:cNvPr id="33" name="Textplatzhalter 24">
            <a:extLst>
              <a:ext uri="{FF2B5EF4-FFF2-40B4-BE49-F238E27FC236}">
                <a16:creationId xmlns:a16="http://schemas.microsoft.com/office/drawing/2014/main" id="{CC6694AC-DF0F-CE8B-5A82-C6C614FF44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34024" y="5731023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33906E0-6D46-195B-33C1-D09180C9E89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8E9054D-2B23-A000-5E11-8D12948E29A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5F0F97F8-B6AF-0A50-6FE0-FEC64B2BB12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58812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91B6F4A6-7DAB-DCBD-BD5F-6E396AA8663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1B329209-7D2D-E1CC-AC68-B3D35C7A894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3C287D80-AE8A-7E22-9EBA-E32FAB71D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04506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Number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8E9054D-2B23-A000-5E11-8D12948E29A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platzhalter 17">
            <a:extLst>
              <a:ext uri="{FF2B5EF4-FFF2-40B4-BE49-F238E27FC236}">
                <a16:creationId xmlns:a16="http://schemas.microsoft.com/office/drawing/2014/main" id="{464BD83E-8778-CC97-4712-99AFB58E50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64121" y="1295861"/>
            <a:ext cx="2110924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16" name="Textplatzhalter 24">
            <a:extLst>
              <a:ext uri="{FF2B5EF4-FFF2-40B4-BE49-F238E27FC236}">
                <a16:creationId xmlns:a16="http://schemas.microsoft.com/office/drawing/2014/main" id="{FBCB321B-95A1-BEB1-0D24-83F6BEE520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93435" y="1808163"/>
            <a:ext cx="2039475" cy="44631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0ED7772D-CD08-A72F-BA2F-2DBE2B6D554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34007" y="3083836"/>
            <a:ext cx="1422872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</a:t>
            </a:r>
          </a:p>
        </p:txBody>
      </p:sp>
      <p:sp>
        <p:nvSpPr>
          <p:cNvPr id="19" name="Textplatzhalter 24">
            <a:extLst>
              <a:ext uri="{FF2B5EF4-FFF2-40B4-BE49-F238E27FC236}">
                <a16:creationId xmlns:a16="http://schemas.microsoft.com/office/drawing/2014/main" id="{8A4C226E-A367-B142-EA1F-8C4338098F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3656" y="3546572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8AF69B83-0099-07DC-2AF2-62DA1EF8864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08364" y="4594080"/>
            <a:ext cx="2651320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00%</a:t>
            </a:r>
          </a:p>
        </p:txBody>
      </p:sp>
      <p:sp>
        <p:nvSpPr>
          <p:cNvPr id="21" name="Textplatzhalter 24">
            <a:extLst>
              <a:ext uri="{FF2B5EF4-FFF2-40B4-BE49-F238E27FC236}">
                <a16:creationId xmlns:a16="http://schemas.microsoft.com/office/drawing/2014/main" id="{24212708-A85E-62D4-39B6-FC62619C21D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66461" y="5056816"/>
            <a:ext cx="1656998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22" name="Textplatzhalter 17">
            <a:extLst>
              <a:ext uri="{FF2B5EF4-FFF2-40B4-BE49-F238E27FC236}">
                <a16:creationId xmlns:a16="http://schemas.microsoft.com/office/drawing/2014/main" id="{91901F5D-7B87-BE07-0D0B-9793ED04A80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11478" y="5268287"/>
            <a:ext cx="2110924" cy="106966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&gt;00</a:t>
            </a:r>
          </a:p>
        </p:txBody>
      </p:sp>
      <p:sp>
        <p:nvSpPr>
          <p:cNvPr id="23" name="Textplatzhalter 24">
            <a:extLst>
              <a:ext uri="{FF2B5EF4-FFF2-40B4-BE49-F238E27FC236}">
                <a16:creationId xmlns:a16="http://schemas.microsoft.com/office/drawing/2014/main" id="{01264C22-8F84-ACBF-EFF8-2FBCA5FE86E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29179" y="5731023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24" name="Textplatzhalter 17">
            <a:extLst>
              <a:ext uri="{FF2B5EF4-FFF2-40B4-BE49-F238E27FC236}">
                <a16:creationId xmlns:a16="http://schemas.microsoft.com/office/drawing/2014/main" id="{F252CA67-FFA3-A81F-D76A-858E367B66C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58542" y="1638679"/>
            <a:ext cx="2110924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34" name="Textplatzhalter 24">
            <a:extLst>
              <a:ext uri="{FF2B5EF4-FFF2-40B4-BE49-F238E27FC236}">
                <a16:creationId xmlns:a16="http://schemas.microsoft.com/office/drawing/2014/main" id="{90349DD5-DB65-C386-0CB6-8DFE86A1E0A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87856" y="2150981"/>
            <a:ext cx="2039475" cy="44631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35" name="Textplatzhalter 17">
            <a:extLst>
              <a:ext uri="{FF2B5EF4-FFF2-40B4-BE49-F238E27FC236}">
                <a16:creationId xmlns:a16="http://schemas.microsoft.com/office/drawing/2014/main" id="{B5E01315-A857-14B2-E06B-ED59F947E98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1611" y="3511934"/>
            <a:ext cx="1422872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36" name="Textplatzhalter 24">
            <a:extLst>
              <a:ext uri="{FF2B5EF4-FFF2-40B4-BE49-F238E27FC236}">
                <a16:creationId xmlns:a16="http://schemas.microsoft.com/office/drawing/2014/main" id="{125F58F5-82E2-C17F-6D38-86D242329C3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11260" y="3974670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18" name="Fußzeilenplatzhalter 17">
            <a:extLst>
              <a:ext uri="{FF2B5EF4-FFF2-40B4-BE49-F238E27FC236}">
                <a16:creationId xmlns:a16="http://schemas.microsoft.com/office/drawing/2014/main" id="{3F540321-2A22-AD78-7A4F-44140B73FF2E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5" name="Textplatzhalter 17">
            <a:extLst>
              <a:ext uri="{FF2B5EF4-FFF2-40B4-BE49-F238E27FC236}">
                <a16:creationId xmlns:a16="http://schemas.microsoft.com/office/drawing/2014/main" id="{E5A0ABD8-67E6-183C-CE8C-F8A339A8225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itel 25">
            <a:extLst>
              <a:ext uri="{FF2B5EF4-FFF2-40B4-BE49-F238E27FC236}">
                <a16:creationId xmlns:a16="http://schemas.microsoft.com/office/drawing/2014/main" id="{477D87D7-857F-8715-47C5-A2D6A3915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2383144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Number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A7BA29A0-0475-CB59-42A6-F43F0CE81F2A}"/>
              </a:ext>
            </a:extLst>
          </p:cNvPr>
          <p:cNvGrpSpPr/>
          <p:nvPr userDrawn="1"/>
        </p:nvGrpSpPr>
        <p:grpSpPr>
          <a:xfrm>
            <a:off x="4239231" y="4062465"/>
            <a:ext cx="3713538" cy="1296000"/>
            <a:chOff x="4245504" y="4062465"/>
            <a:chExt cx="3713538" cy="1296000"/>
          </a:xfrm>
        </p:grpSpPr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FBD1D0BB-D5D1-451E-362D-0850AB2250B4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245504" y="4062465"/>
              <a:ext cx="0" cy="1296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Gerader Verbinder 7">
              <a:extLst>
                <a:ext uri="{FF2B5EF4-FFF2-40B4-BE49-F238E27FC236}">
                  <a16:creationId xmlns:a16="http://schemas.microsoft.com/office/drawing/2014/main" id="{F3ED77D0-18D5-6B3B-87CB-672BC1E5AB3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7959042" y="4062465"/>
              <a:ext cx="0" cy="1296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platzhalter 17">
            <a:extLst>
              <a:ext uri="{FF2B5EF4-FFF2-40B4-BE49-F238E27FC236}">
                <a16:creationId xmlns:a16="http://schemas.microsoft.com/office/drawing/2014/main" id="{E7B6069A-40C8-94D1-CEED-4528869F144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77538" y="4132505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300</a:t>
            </a:r>
          </a:p>
        </p:txBody>
      </p:sp>
      <p:sp>
        <p:nvSpPr>
          <p:cNvPr id="24" name="Textplatzhalter 24">
            <a:extLst>
              <a:ext uri="{FF2B5EF4-FFF2-40B4-BE49-F238E27FC236}">
                <a16:creationId xmlns:a16="http://schemas.microsoft.com/office/drawing/2014/main" id="{AEA58E8D-4488-9CB9-F626-5C7FA38C9E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77540" y="4898172"/>
            <a:ext cx="1685652" cy="26988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endParaRPr lang="de-DE"/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81F0644D-B565-F04C-F55D-0061E019FFB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77538" y="5212659"/>
            <a:ext cx="1685656" cy="65105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26" name="Textplatzhalter 17">
            <a:extLst>
              <a:ext uri="{FF2B5EF4-FFF2-40B4-BE49-F238E27FC236}">
                <a16:creationId xmlns:a16="http://schemas.microsoft.com/office/drawing/2014/main" id="{CA83C053-EC74-8221-0420-66FC3ABE8C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53172" y="4132505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29" name="Textplatzhalter 24">
            <a:extLst>
              <a:ext uri="{FF2B5EF4-FFF2-40B4-BE49-F238E27FC236}">
                <a16:creationId xmlns:a16="http://schemas.microsoft.com/office/drawing/2014/main" id="{0E2E8157-2D1A-CC25-EF26-EE00ED45533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53174" y="4898172"/>
            <a:ext cx="1685652" cy="26988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endParaRPr lang="de-DE"/>
          </a:p>
        </p:txBody>
      </p:sp>
      <p:sp>
        <p:nvSpPr>
          <p:cNvPr id="30" name="Textplatzhalter 24">
            <a:extLst>
              <a:ext uri="{FF2B5EF4-FFF2-40B4-BE49-F238E27FC236}">
                <a16:creationId xmlns:a16="http://schemas.microsoft.com/office/drawing/2014/main" id="{493D4D73-AAB1-516F-EFB3-C35E3D4944E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53172" y="5212659"/>
            <a:ext cx="1685656" cy="65105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31" name="Textplatzhalter 17">
            <a:extLst>
              <a:ext uri="{FF2B5EF4-FFF2-40B4-BE49-F238E27FC236}">
                <a16:creationId xmlns:a16="http://schemas.microsoft.com/office/drawing/2014/main" id="{A5CC053B-77E9-3D89-5EA6-578756D7BA6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66710" y="4132505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32" name="Textplatzhalter 24">
            <a:extLst>
              <a:ext uri="{FF2B5EF4-FFF2-40B4-BE49-F238E27FC236}">
                <a16:creationId xmlns:a16="http://schemas.microsoft.com/office/drawing/2014/main" id="{ACE9A6AB-AB41-F08B-0FCF-609545138CE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66712" y="4898172"/>
            <a:ext cx="1685652" cy="26988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endParaRPr lang="de-DE"/>
          </a:p>
        </p:txBody>
      </p:sp>
      <p:sp>
        <p:nvSpPr>
          <p:cNvPr id="33" name="Textplatzhalter 24">
            <a:extLst>
              <a:ext uri="{FF2B5EF4-FFF2-40B4-BE49-F238E27FC236}">
                <a16:creationId xmlns:a16="http://schemas.microsoft.com/office/drawing/2014/main" id="{610A1C2C-95D4-5095-F370-2EFD0D93BB3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966710" y="5212659"/>
            <a:ext cx="1685656" cy="65105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34" name="Textplatzhalter 33">
            <a:extLst>
              <a:ext uri="{FF2B5EF4-FFF2-40B4-BE49-F238E27FC236}">
                <a16:creationId xmlns:a16="http://schemas.microsoft.com/office/drawing/2014/main" id="{48D5DE7D-B7B0-B4AE-DACB-4ABEF6F8D7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58811" y="1808163"/>
            <a:ext cx="3580419" cy="70646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>
                <a:solidFill>
                  <a:schemeClr val="tx1"/>
                </a:solidFill>
                <a:latin typeface="+mn-lt"/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</a:t>
            </a:r>
            <a:endParaRPr lang="de-DE"/>
          </a:p>
        </p:txBody>
      </p:sp>
      <p:sp>
        <p:nvSpPr>
          <p:cNvPr id="35" name="Textplatzhalter 24">
            <a:extLst>
              <a:ext uri="{FF2B5EF4-FFF2-40B4-BE49-F238E27FC236}">
                <a16:creationId xmlns:a16="http://schemas.microsoft.com/office/drawing/2014/main" id="{C02373F9-D0E0-094A-737A-AB20359CE99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677538" y="3920770"/>
            <a:ext cx="1685656" cy="18298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000" b="0" spc="3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sz="1200" b="0">
                <a:effectLst/>
                <a:latin typeface="+mj-lt"/>
                <a:ea typeface="Open Sans" pitchFamily="2" charset="0"/>
                <a:cs typeface="Sora" pitchFamily="2" charset="0"/>
              </a:rPr>
              <a:t>Projekte</a:t>
            </a:r>
            <a:endParaRPr lang="de-DE"/>
          </a:p>
        </p:txBody>
      </p:sp>
      <p:sp>
        <p:nvSpPr>
          <p:cNvPr id="36" name="Textplatzhalter 24">
            <a:extLst>
              <a:ext uri="{FF2B5EF4-FFF2-40B4-BE49-F238E27FC236}">
                <a16:creationId xmlns:a16="http://schemas.microsoft.com/office/drawing/2014/main" id="{5DFC2D4C-660D-4062-0F81-9BE7729BEEF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53172" y="3917170"/>
            <a:ext cx="1685656" cy="18298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000" b="0" spc="3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sz="1200" b="0">
                <a:effectLst/>
                <a:latin typeface="+mj-lt"/>
                <a:ea typeface="Open Sans" pitchFamily="2" charset="0"/>
                <a:cs typeface="Sora" pitchFamily="2" charset="0"/>
              </a:rPr>
              <a:t>Projekte</a:t>
            </a:r>
            <a:endParaRPr lang="de-DE"/>
          </a:p>
        </p:txBody>
      </p:sp>
      <p:sp>
        <p:nvSpPr>
          <p:cNvPr id="37" name="Textplatzhalter 24">
            <a:extLst>
              <a:ext uri="{FF2B5EF4-FFF2-40B4-BE49-F238E27FC236}">
                <a16:creationId xmlns:a16="http://schemas.microsoft.com/office/drawing/2014/main" id="{F817B4CC-A1CF-4A82-CCEC-9CA1D438A5C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966710" y="3924678"/>
            <a:ext cx="1685656" cy="18298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000" b="0" spc="3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sz="1200" b="0">
                <a:effectLst/>
                <a:latin typeface="+mj-lt"/>
                <a:ea typeface="Open Sans" pitchFamily="2" charset="0"/>
                <a:cs typeface="Sora" pitchFamily="2" charset="0"/>
              </a:rPr>
              <a:t>Projekte</a:t>
            </a:r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38CCA27-A28D-4F94-2D7A-F51807EF2577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C1C88693-ED94-4510-BF50-3DE7B29C01B7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0F453C3C-2117-9D5E-31FE-59BCE7938945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AF0DE7D4-C1D7-F785-AADD-53970D2E1DFA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itel 20">
            <a:extLst>
              <a:ext uri="{FF2B5EF4-FFF2-40B4-BE49-F238E27FC236}">
                <a16:creationId xmlns:a16="http://schemas.microsoft.com/office/drawing/2014/main" id="{C9589A59-D16B-D97B-413D-A79FFA51B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966927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Number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A7BA29A0-0475-CB59-42A6-F43F0CE81F2A}"/>
              </a:ext>
            </a:extLst>
          </p:cNvPr>
          <p:cNvGrpSpPr/>
          <p:nvPr userDrawn="1"/>
        </p:nvGrpSpPr>
        <p:grpSpPr>
          <a:xfrm>
            <a:off x="4239231" y="4525761"/>
            <a:ext cx="3713538" cy="1296000"/>
            <a:chOff x="4245504" y="4062465"/>
            <a:chExt cx="3713538" cy="1296000"/>
          </a:xfrm>
        </p:grpSpPr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FBD1D0BB-D5D1-451E-362D-0850AB2250B4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245504" y="4062465"/>
              <a:ext cx="0" cy="1296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Gerader Verbinder 7">
              <a:extLst>
                <a:ext uri="{FF2B5EF4-FFF2-40B4-BE49-F238E27FC236}">
                  <a16:creationId xmlns:a16="http://schemas.microsoft.com/office/drawing/2014/main" id="{F3ED77D0-18D5-6B3B-87CB-672BC1E5AB3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7959042" y="4062465"/>
              <a:ext cx="0" cy="1296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platzhalter 17">
            <a:extLst>
              <a:ext uri="{FF2B5EF4-FFF2-40B4-BE49-F238E27FC236}">
                <a16:creationId xmlns:a16="http://schemas.microsoft.com/office/drawing/2014/main" id="{E7B6069A-40C8-94D1-CEED-4528869F144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77538" y="4595801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1000</a:t>
            </a:r>
          </a:p>
        </p:txBody>
      </p:sp>
      <p:sp>
        <p:nvSpPr>
          <p:cNvPr id="24" name="Textplatzhalter 24">
            <a:extLst>
              <a:ext uri="{FF2B5EF4-FFF2-40B4-BE49-F238E27FC236}">
                <a16:creationId xmlns:a16="http://schemas.microsoft.com/office/drawing/2014/main" id="{AEA58E8D-4488-9CB9-F626-5C7FA38C9E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77540" y="5361468"/>
            <a:ext cx="1685652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26" name="Textplatzhalter 17">
            <a:extLst>
              <a:ext uri="{FF2B5EF4-FFF2-40B4-BE49-F238E27FC236}">
                <a16:creationId xmlns:a16="http://schemas.microsoft.com/office/drawing/2014/main" id="{CA83C053-EC74-8221-0420-66FC3ABE8C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53172" y="4595801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1.1</a:t>
            </a:r>
          </a:p>
        </p:txBody>
      </p:sp>
      <p:sp>
        <p:nvSpPr>
          <p:cNvPr id="29" name="Textplatzhalter 24">
            <a:extLst>
              <a:ext uri="{FF2B5EF4-FFF2-40B4-BE49-F238E27FC236}">
                <a16:creationId xmlns:a16="http://schemas.microsoft.com/office/drawing/2014/main" id="{0E2E8157-2D1A-CC25-EF26-EE00ED45533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53174" y="5361468"/>
            <a:ext cx="1685652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31" name="Textplatzhalter 17">
            <a:extLst>
              <a:ext uri="{FF2B5EF4-FFF2-40B4-BE49-F238E27FC236}">
                <a16:creationId xmlns:a16="http://schemas.microsoft.com/office/drawing/2014/main" id="{A5CC053B-77E9-3D89-5EA6-578756D7BA6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66710" y="4595801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32" name="Textplatzhalter 24">
            <a:extLst>
              <a:ext uri="{FF2B5EF4-FFF2-40B4-BE49-F238E27FC236}">
                <a16:creationId xmlns:a16="http://schemas.microsoft.com/office/drawing/2014/main" id="{ACE9A6AB-AB41-F08B-0FCF-609545138CE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66712" y="5361468"/>
            <a:ext cx="1685652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C1C88693-ED94-4510-BF50-3DE7B29C01B7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B7C1FF4C-BB20-F196-8766-DBFD7C251171}"/>
              </a:ext>
            </a:extLst>
          </p:cNvPr>
          <p:cNvGrpSpPr/>
          <p:nvPr userDrawn="1"/>
        </p:nvGrpSpPr>
        <p:grpSpPr>
          <a:xfrm>
            <a:off x="4239231" y="2378900"/>
            <a:ext cx="3713538" cy="1296000"/>
            <a:chOff x="4245504" y="4062465"/>
            <a:chExt cx="3713538" cy="1296000"/>
          </a:xfrm>
        </p:grpSpPr>
        <p:cxnSp>
          <p:nvCxnSpPr>
            <p:cNvPr id="17" name="Gerader Verbinder 16">
              <a:extLst>
                <a:ext uri="{FF2B5EF4-FFF2-40B4-BE49-F238E27FC236}">
                  <a16:creationId xmlns:a16="http://schemas.microsoft.com/office/drawing/2014/main" id="{58DEA858-43FF-4415-DE89-277020C5EAF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245504" y="4062465"/>
              <a:ext cx="0" cy="1296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94AEF92F-434C-2FFD-CF05-7C8B68850385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7959042" y="4062465"/>
              <a:ext cx="0" cy="1296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0ECD0387-F61D-490D-FE26-5366E11DC75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677538" y="2448940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21" name="Textplatzhalter 24">
            <a:extLst>
              <a:ext uri="{FF2B5EF4-FFF2-40B4-BE49-F238E27FC236}">
                <a16:creationId xmlns:a16="http://schemas.microsoft.com/office/drawing/2014/main" id="{E166CB07-9F81-7EAD-7135-BBEA879EC29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677540" y="3214607"/>
            <a:ext cx="1685652" cy="595829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22" name="Textplatzhalter 17">
            <a:extLst>
              <a:ext uri="{FF2B5EF4-FFF2-40B4-BE49-F238E27FC236}">
                <a16:creationId xmlns:a16="http://schemas.microsoft.com/office/drawing/2014/main" id="{B26F895C-2B40-786C-429E-81F4483FE46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253172" y="2448940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</a:t>
            </a:r>
          </a:p>
        </p:txBody>
      </p:sp>
      <p:sp>
        <p:nvSpPr>
          <p:cNvPr id="38" name="Textplatzhalter 24">
            <a:extLst>
              <a:ext uri="{FF2B5EF4-FFF2-40B4-BE49-F238E27FC236}">
                <a16:creationId xmlns:a16="http://schemas.microsoft.com/office/drawing/2014/main" id="{5ADD81B7-6B3B-7274-726E-357BB9C52F9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253174" y="3214607"/>
            <a:ext cx="1685652" cy="595829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39" name="Textplatzhalter 17">
            <a:extLst>
              <a:ext uri="{FF2B5EF4-FFF2-40B4-BE49-F238E27FC236}">
                <a16:creationId xmlns:a16="http://schemas.microsoft.com/office/drawing/2014/main" id="{E3D7BC02-47FA-22EB-FE72-4D8D52E04A6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966710" y="2448940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</a:t>
            </a:r>
          </a:p>
        </p:txBody>
      </p:sp>
      <p:sp>
        <p:nvSpPr>
          <p:cNvPr id="40" name="Textplatzhalter 24">
            <a:extLst>
              <a:ext uri="{FF2B5EF4-FFF2-40B4-BE49-F238E27FC236}">
                <a16:creationId xmlns:a16="http://schemas.microsoft.com/office/drawing/2014/main" id="{0F3E8A97-495E-6B17-D01C-EEB4FB8912D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966712" y="3214607"/>
            <a:ext cx="1685652" cy="595829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27" name="Fußzeilenplatzhalter 26">
            <a:extLst>
              <a:ext uri="{FF2B5EF4-FFF2-40B4-BE49-F238E27FC236}">
                <a16:creationId xmlns:a16="http://schemas.microsoft.com/office/drawing/2014/main" id="{0040AF57-B67C-460E-D7E6-48C94E6EC6D2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8" name="Textplatzhalter 17">
            <a:extLst>
              <a:ext uri="{FF2B5EF4-FFF2-40B4-BE49-F238E27FC236}">
                <a16:creationId xmlns:a16="http://schemas.microsoft.com/office/drawing/2014/main" id="{DEE89C9F-E119-531D-CA52-7FCE69F811A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Titel 29">
            <a:extLst>
              <a:ext uri="{FF2B5EF4-FFF2-40B4-BE49-F238E27FC236}">
                <a16:creationId xmlns:a16="http://schemas.microsoft.com/office/drawing/2014/main" id="{89FFF096-1A78-86E2-75CB-E2CC18DFA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9596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C1C88693-ED94-4510-BF50-3DE7B29C01B7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0F453C3C-2117-9D5E-31FE-59BCE7938945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8B8F7556-96EA-B1E2-BFA8-9863648E4C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799" y="3827849"/>
            <a:ext cx="10875600" cy="234911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1600" b="1">
                <a:solidFill>
                  <a:schemeClr val="bg1"/>
                </a:solidFill>
              </a:defRPr>
            </a:lvl2pPr>
            <a:lvl3pPr marL="914400" indent="0">
              <a:buNone/>
              <a:defRPr sz="1600" b="1">
                <a:solidFill>
                  <a:schemeClr val="bg1"/>
                </a:solidFill>
              </a:defRPr>
            </a:lvl3pPr>
            <a:lvl4pPr marL="1371600" indent="0">
              <a:buNone/>
              <a:defRPr sz="1600" b="1">
                <a:solidFill>
                  <a:schemeClr val="bg1"/>
                </a:solidFill>
              </a:defRPr>
            </a:lvl4pPr>
            <a:lvl5pPr marL="1828800" indent="0">
              <a:buNone/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BAF04C67-7332-6B98-4844-19C25B7A7A76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9008"/>
          <a:stretch/>
        </p:blipFill>
        <p:spPr>
          <a:xfrm>
            <a:off x="8780393" y="2797200"/>
            <a:ext cx="3411607" cy="2687150"/>
          </a:xfrm>
          <a:prstGeom prst="rect">
            <a:avLst/>
          </a:prstGeom>
        </p:spPr>
      </p:pic>
      <p:sp>
        <p:nvSpPr>
          <p:cNvPr id="22" name="Textplatzhalter 33">
            <a:extLst>
              <a:ext uri="{FF2B5EF4-FFF2-40B4-BE49-F238E27FC236}">
                <a16:creationId xmlns:a16="http://schemas.microsoft.com/office/drawing/2014/main" id="{CEDB01B6-C458-FBA1-6803-6CCC559D95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61660" y="2349140"/>
            <a:ext cx="6371528" cy="11413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6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9600"/>
            </a:lvl2pPr>
            <a:lvl3pPr marL="914400" indent="0">
              <a:buNone/>
              <a:defRPr sz="9600"/>
            </a:lvl3pPr>
            <a:lvl4pPr marL="1371600" indent="0">
              <a:buNone/>
              <a:defRPr sz="9600"/>
            </a:lvl4pPr>
            <a:lvl5pPr marL="1828800" indent="0">
              <a:buNone/>
              <a:defRPr sz="9600"/>
            </a:lvl5pPr>
          </a:lstStyle>
          <a:p>
            <a:pPr lvl="0"/>
            <a:r>
              <a:rPr lang="de-DE"/>
              <a:t>KEYWORD</a:t>
            </a:r>
          </a:p>
        </p:txBody>
      </p:sp>
      <p:pic>
        <p:nvPicPr>
          <p:cNvPr id="27" name="Grafik 26">
            <a:extLst>
              <a:ext uri="{FF2B5EF4-FFF2-40B4-BE49-F238E27FC236}">
                <a16:creationId xmlns:a16="http://schemas.microsoft.com/office/drawing/2014/main" id="{407E59A1-58AD-2329-54E2-FDB78F525BC4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0" y="3552483"/>
            <a:ext cx="658814" cy="137683"/>
          </a:xfrm>
          <a:prstGeom prst="rect">
            <a:avLst/>
          </a:prstGeom>
        </p:spPr>
      </p:pic>
      <p:sp>
        <p:nvSpPr>
          <p:cNvPr id="28" name="Titel 27">
            <a:extLst>
              <a:ext uri="{FF2B5EF4-FFF2-40B4-BE49-F238E27FC236}">
                <a16:creationId xmlns:a16="http://schemas.microsoft.com/office/drawing/2014/main" id="{8AFB02A5-C8B5-E132-F5EB-2E95076CD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8" name="Textplatzhalter 17">
            <a:extLst>
              <a:ext uri="{FF2B5EF4-FFF2-40B4-BE49-F238E27FC236}">
                <a16:creationId xmlns:a16="http://schemas.microsoft.com/office/drawing/2014/main" id="{FD5FE47A-1FCA-8C90-9768-1A6A0D2F875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1435167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C1C88693-ED94-4510-BF50-3DE7B29C01B7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0F453C3C-2117-9D5E-31FE-59BCE7938945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BAF04C67-7332-6B98-4844-19C25B7A7A76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9008"/>
          <a:stretch/>
        </p:blipFill>
        <p:spPr>
          <a:xfrm>
            <a:off x="8780393" y="2797200"/>
            <a:ext cx="3411607" cy="2687150"/>
          </a:xfrm>
          <a:prstGeom prst="rect">
            <a:avLst/>
          </a:pr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A9DDEED-32A8-AE13-038D-DE565225012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8800" y="1807200"/>
            <a:ext cx="10875600" cy="453618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96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1600" b="1">
                <a:solidFill>
                  <a:schemeClr val="bg1"/>
                </a:solidFill>
              </a:defRPr>
            </a:lvl2pPr>
            <a:lvl3pPr marL="914400" indent="0">
              <a:buNone/>
              <a:defRPr sz="1600" b="1">
                <a:solidFill>
                  <a:schemeClr val="bg1"/>
                </a:solidFill>
              </a:defRPr>
            </a:lvl3pPr>
            <a:lvl4pPr marL="1371600" indent="0">
              <a:buNone/>
              <a:defRPr sz="1600" b="1">
                <a:solidFill>
                  <a:schemeClr val="bg1"/>
                </a:solidFill>
              </a:defRPr>
            </a:lvl4pPr>
            <a:lvl5pPr marL="1828800" indent="0">
              <a:buNone/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„Platz für Statements &amp; mehr“</a:t>
            </a:r>
          </a:p>
        </p:txBody>
      </p:sp>
    </p:spTree>
    <p:extLst>
      <p:ext uri="{BB962C8B-B14F-4D97-AF65-F5344CB8AC3E}">
        <p14:creationId xmlns:p14="http://schemas.microsoft.com/office/powerpoint/2010/main" val="28237148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C1C88693-ED94-4510-BF50-3DE7B29C01B7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0F453C3C-2117-9D5E-31FE-59BCE7938945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BAF04C67-7332-6B98-4844-19C25B7A7A76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9008"/>
          <a:stretch/>
        </p:blipFill>
        <p:spPr>
          <a:xfrm>
            <a:off x="8780393" y="2797200"/>
            <a:ext cx="3411607" cy="2687150"/>
          </a:xfrm>
          <a:prstGeom prst="rect">
            <a:avLst/>
          </a:prstGeom>
        </p:spPr>
      </p:pic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755AED7B-6636-40C8-D589-F19F8981C89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8800" y="1807200"/>
            <a:ext cx="10875600" cy="398843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60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1600" b="1">
                <a:solidFill>
                  <a:schemeClr val="bg1"/>
                </a:solidFill>
              </a:defRPr>
            </a:lvl2pPr>
            <a:lvl3pPr marL="914400" indent="0">
              <a:buNone/>
              <a:defRPr sz="1600" b="1">
                <a:solidFill>
                  <a:schemeClr val="bg1"/>
                </a:solidFill>
              </a:defRPr>
            </a:lvl3pPr>
            <a:lvl4pPr marL="1371600" indent="0">
              <a:buNone/>
              <a:defRPr sz="1600" b="1">
                <a:solidFill>
                  <a:schemeClr val="bg1"/>
                </a:solidFill>
              </a:defRPr>
            </a:lvl4pPr>
            <a:lvl5pPr marL="1828800" indent="0">
              <a:buNone/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„Platz für lange Statements, Sprüche, Zitate &amp; Co.</a:t>
            </a:r>
            <a:br>
              <a:rPr lang="de-DE"/>
            </a:br>
            <a:r>
              <a:rPr lang="de-DE"/>
              <a:t> Mit Quellenangabe </a:t>
            </a:r>
            <a:br>
              <a:rPr lang="de-DE"/>
            </a:br>
            <a:r>
              <a:rPr lang="de-DE"/>
              <a:t>oder Autor“</a:t>
            </a:r>
          </a:p>
        </p:txBody>
      </p:sp>
      <p:sp>
        <p:nvSpPr>
          <p:cNvPr id="7" name="Textplatzhalter 4">
            <a:extLst>
              <a:ext uri="{FF2B5EF4-FFF2-40B4-BE49-F238E27FC236}">
                <a16:creationId xmlns:a16="http://schemas.microsoft.com/office/drawing/2014/main" id="{5E3CF552-AADC-0DD4-FE7B-2754250449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814" y="5957739"/>
            <a:ext cx="10874374" cy="3208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b="0"/>
            </a:lvl2pPr>
            <a:lvl3pPr marL="914400" indent="0" algn="ctr">
              <a:buNone/>
              <a:defRPr b="0"/>
            </a:lvl3pPr>
            <a:lvl4pPr marL="1371600" indent="0" algn="ctr">
              <a:buNone/>
              <a:defRPr b="0"/>
            </a:lvl4pPr>
            <a:lvl5pPr marL="1828800" indent="0" algn="ctr">
              <a:buNone/>
              <a:defRPr b="0"/>
            </a:lvl5pPr>
          </a:lstStyle>
          <a:p>
            <a:pPr lvl="0"/>
            <a:r>
              <a:rPr lang="de-DE"/>
              <a:t>Autor / Quellenangabe</a:t>
            </a:r>
          </a:p>
        </p:txBody>
      </p:sp>
    </p:spTree>
    <p:extLst>
      <p:ext uri="{BB962C8B-B14F-4D97-AF65-F5344CB8AC3E}">
        <p14:creationId xmlns:p14="http://schemas.microsoft.com/office/powerpoint/2010/main" val="29271822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Break 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37976C26-78A6-624E-DAD4-0DE213156E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8541" y="1808163"/>
            <a:ext cx="10885465" cy="13383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600" b="1" cap="all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LUNCH BREAK</a:t>
            </a:r>
          </a:p>
        </p:txBody>
      </p:sp>
      <p:sp>
        <p:nvSpPr>
          <p:cNvPr id="7" name="Textplatzhalter 47">
            <a:extLst>
              <a:ext uri="{FF2B5EF4-FFF2-40B4-BE49-F238E27FC236}">
                <a16:creationId xmlns:a16="http://schemas.microsoft.com/office/drawing/2014/main" id="{76E72628-9A9C-9C8E-A85B-3BCDC0B1AF4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8813" y="3339268"/>
            <a:ext cx="2338828" cy="27874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2200" b="1" spc="0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4000"/>
            </a:lvl2pPr>
            <a:lvl3pPr marL="914400" indent="0">
              <a:buFontTx/>
              <a:buNone/>
              <a:defRPr sz="4000"/>
            </a:lvl3pPr>
            <a:lvl4pPr marL="1371600" indent="0">
              <a:buFontTx/>
              <a:buNone/>
              <a:defRPr sz="4000"/>
            </a:lvl4pPr>
            <a:lvl5pPr marL="1828800" indent="0">
              <a:buFontTx/>
              <a:buNone/>
              <a:defRPr sz="4000"/>
            </a:lvl5pPr>
          </a:lstStyle>
          <a:p>
            <a:pPr lvl="0"/>
            <a:r>
              <a:rPr lang="de-DE"/>
              <a:t>00:00 – 00:00 Uhr</a:t>
            </a:r>
          </a:p>
        </p:txBody>
      </p:sp>
      <p:sp>
        <p:nvSpPr>
          <p:cNvPr id="8" name="Foliennummernplatzhalter 21">
            <a:extLst>
              <a:ext uri="{FF2B5EF4-FFF2-40B4-BE49-F238E27FC236}">
                <a16:creationId xmlns:a16="http://schemas.microsoft.com/office/drawing/2014/main" id="{0F89045D-698C-C921-C774-A0192223B5C6}"/>
              </a:ext>
            </a:extLst>
          </p:cNvPr>
          <p:cNvSpPr txBox="1">
            <a:spLocks/>
          </p:cNvSpPr>
          <p:nvPr userDrawn="1"/>
        </p:nvSpPr>
        <p:spPr>
          <a:xfrm>
            <a:off x="11318005" y="6538125"/>
            <a:ext cx="215183" cy="122917"/>
          </a:xfrm>
          <a:prstGeom prst="rect">
            <a:avLst/>
          </a:prstGeom>
        </p:spPr>
        <p:txBody>
          <a:bodyPr/>
          <a:lstStyle>
            <a:defPPr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>
              <a:solidFill>
                <a:schemeClr val="bg2"/>
              </a:solidFill>
            </a:endParaRP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93F320E8-BC7A-4AFB-91F1-F357DC912366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4" name="Foliennummernplatzhalter 23">
            <a:extLst>
              <a:ext uri="{FF2B5EF4-FFF2-40B4-BE49-F238E27FC236}">
                <a16:creationId xmlns:a16="http://schemas.microsoft.com/office/drawing/2014/main" id="{D17C45FD-4A8C-72AD-38C2-187BFD8EB25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Grafik 2" descr="Ein Bild, das Grafiken, Kreis, Design, Typografie enthält.&#10;&#10;Automatisch generierte Beschreibung">
            <a:extLst>
              <a:ext uri="{FF2B5EF4-FFF2-40B4-BE49-F238E27FC236}">
                <a16:creationId xmlns:a16="http://schemas.microsoft.com/office/drawing/2014/main" id="{75CE4DA9-E39F-FFF3-0F3C-E41A7A9C84B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8540" y="549346"/>
            <a:ext cx="1041663" cy="589362"/>
          </a:xfrm>
          <a:prstGeom prst="rect">
            <a:avLst/>
          </a:prstGeom>
        </p:spPr>
      </p:pic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A6FA596-4020-E10B-5CEC-4835159EACE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5114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Break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37976C26-78A6-624E-DAD4-0DE213156E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8541" y="1808163"/>
            <a:ext cx="10885465" cy="13383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600" b="1" cap="all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KAFFEEPAUSE</a:t>
            </a:r>
          </a:p>
        </p:txBody>
      </p:sp>
      <p:sp>
        <p:nvSpPr>
          <p:cNvPr id="7" name="Textplatzhalter 47">
            <a:extLst>
              <a:ext uri="{FF2B5EF4-FFF2-40B4-BE49-F238E27FC236}">
                <a16:creationId xmlns:a16="http://schemas.microsoft.com/office/drawing/2014/main" id="{76E72628-9A9C-9C8E-A85B-3BCDC0B1AF4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8813" y="3339268"/>
            <a:ext cx="2338828" cy="27874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2200" b="1" spc="0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4000"/>
            </a:lvl2pPr>
            <a:lvl3pPr marL="914400" indent="0">
              <a:buFontTx/>
              <a:buNone/>
              <a:defRPr sz="4000"/>
            </a:lvl3pPr>
            <a:lvl4pPr marL="1371600" indent="0">
              <a:buFontTx/>
              <a:buNone/>
              <a:defRPr sz="4000"/>
            </a:lvl4pPr>
            <a:lvl5pPr marL="1828800" indent="0">
              <a:buFontTx/>
              <a:buNone/>
              <a:defRPr sz="4000"/>
            </a:lvl5pPr>
          </a:lstStyle>
          <a:p>
            <a:pPr lvl="0"/>
            <a:r>
              <a:rPr lang="de-DE"/>
              <a:t>00:00 – 00:00 Uhr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FEB5CC8-23B5-DE3B-0F55-C279A646017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8659E214-4056-E6B0-FFDA-BDF765F2751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4" descr="Ein Bild, das Screenshot, Design, Grafiken, Schrift enthält.&#10;&#10;Automatisch generierte Beschreibung">
            <a:extLst>
              <a:ext uri="{FF2B5EF4-FFF2-40B4-BE49-F238E27FC236}">
                <a16:creationId xmlns:a16="http://schemas.microsoft.com/office/drawing/2014/main" id="{AD806B6A-D752-FDA9-04A7-CABCFF036AF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8813" y="561471"/>
            <a:ext cx="818824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4842376B-F0EA-616B-F39C-745F4BB0A45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2095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Thank Yo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37976C26-78A6-624E-DAD4-0DE213156E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8541" y="1808163"/>
            <a:ext cx="10885465" cy="133837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9600" b="1" cap="all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THANK YOU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6722D19C-5DE4-5CA1-7053-363A776252C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2E04811-2901-B3EA-7C35-4129D15D4E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A1CAB64D-67B4-D739-C1CA-6079AC635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36607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Color/Gray Statement 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2E04811-2901-B3EA-7C35-4129D15D4E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C0F428AF-C2EE-CAAD-77D1-46DCFAE8C3E6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008"/>
          <a:stretch/>
        </p:blipFill>
        <p:spPr>
          <a:xfrm>
            <a:off x="8780393" y="2797200"/>
            <a:ext cx="3411607" cy="2687150"/>
          </a:xfrm>
          <a:prstGeom prst="rect">
            <a:avLst/>
          </a:prstGeom>
        </p:spPr>
      </p:pic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7C5F6B72-B52A-A2C8-717A-EBDD4173E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AFCFE5B9-47D9-4BCA-B69F-B9C4D19FB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799" y="3827849"/>
            <a:ext cx="10875600" cy="234911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1600" b="1">
                <a:solidFill>
                  <a:schemeClr val="bg1"/>
                </a:solidFill>
              </a:defRPr>
            </a:lvl2pPr>
            <a:lvl3pPr marL="914400" indent="0">
              <a:buNone/>
              <a:defRPr sz="1600" b="1">
                <a:solidFill>
                  <a:schemeClr val="bg1"/>
                </a:solidFill>
              </a:defRPr>
            </a:lvl3pPr>
            <a:lvl4pPr marL="1371600" indent="0">
              <a:buNone/>
              <a:defRPr sz="1600" b="1">
                <a:solidFill>
                  <a:schemeClr val="bg1"/>
                </a:solidFill>
              </a:defRPr>
            </a:lvl4pPr>
            <a:lvl5pPr marL="1828800" indent="0">
              <a:buNone/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extplatzhalter 33">
            <a:extLst>
              <a:ext uri="{FF2B5EF4-FFF2-40B4-BE49-F238E27FC236}">
                <a16:creationId xmlns:a16="http://schemas.microsoft.com/office/drawing/2014/main" id="{159E1DE8-5EA5-C2CC-4BA1-5C303EEDBF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61660" y="2349140"/>
            <a:ext cx="6371528" cy="11413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6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9600"/>
            </a:lvl2pPr>
            <a:lvl3pPr marL="914400" indent="0">
              <a:buNone/>
              <a:defRPr sz="9600"/>
            </a:lvl3pPr>
            <a:lvl4pPr marL="1371600" indent="0">
              <a:buNone/>
              <a:defRPr sz="9600"/>
            </a:lvl4pPr>
            <a:lvl5pPr marL="1828800" indent="0">
              <a:buNone/>
              <a:defRPr sz="9600"/>
            </a:lvl5pPr>
          </a:lstStyle>
          <a:p>
            <a:pPr lvl="0"/>
            <a:r>
              <a:rPr lang="de-DE"/>
              <a:t>KEYWORD</a:t>
            </a:r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719F2F90-3577-C62F-C009-A54407D6C3E8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60" t="1" r="-1" b="-1"/>
          <a:stretch/>
        </p:blipFill>
        <p:spPr>
          <a:xfrm>
            <a:off x="0" y="3552483"/>
            <a:ext cx="658814" cy="137683"/>
          </a:xfrm>
          <a:prstGeom prst="rect">
            <a:avLst/>
          </a:prstGeom>
        </p:spPr>
      </p:pic>
      <p:sp>
        <p:nvSpPr>
          <p:cNvPr id="19" name="Titel 27">
            <a:extLst>
              <a:ext uri="{FF2B5EF4-FFF2-40B4-BE49-F238E27FC236}">
                <a16:creationId xmlns:a16="http://schemas.microsoft.com/office/drawing/2014/main" id="{B35DE547-C440-A56A-68B8-2ED98976A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522000"/>
            <a:ext cx="6840000" cy="25200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E6866E85-AD94-34F8-6A73-9BEBA000E50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/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69558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Color/Gray Statemen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2E04811-2901-B3EA-7C35-4129D15D4E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C0F428AF-C2EE-CAAD-77D1-46DCFAE8C3E6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008"/>
          <a:stretch/>
        </p:blipFill>
        <p:spPr>
          <a:xfrm>
            <a:off x="8780393" y="2797200"/>
            <a:ext cx="3411607" cy="2687150"/>
          </a:xfrm>
          <a:prstGeom prst="rect">
            <a:avLst/>
          </a:prstGeom>
        </p:spPr>
      </p:pic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CC01564C-B6D9-CDCC-313C-DCC68D6323C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8541" y="1807200"/>
            <a:ext cx="10864647" cy="453618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9600" b="1">
                <a:solidFill>
                  <a:schemeClr val="tx1"/>
                </a:solidFill>
              </a:defRPr>
            </a:lvl1pPr>
            <a:lvl2pPr marL="457200" indent="0">
              <a:buNone/>
              <a:defRPr sz="1600" b="1">
                <a:solidFill>
                  <a:schemeClr val="bg1"/>
                </a:solidFill>
              </a:defRPr>
            </a:lvl2pPr>
            <a:lvl3pPr marL="914400" indent="0">
              <a:buNone/>
              <a:defRPr sz="1600" b="1">
                <a:solidFill>
                  <a:schemeClr val="bg1"/>
                </a:solidFill>
              </a:defRPr>
            </a:lvl3pPr>
            <a:lvl4pPr marL="1371600" indent="0">
              <a:buNone/>
              <a:defRPr sz="1600" b="1">
                <a:solidFill>
                  <a:schemeClr val="bg1"/>
                </a:solidFill>
              </a:defRPr>
            </a:lvl4pPr>
            <a:lvl5pPr marL="1828800" indent="0">
              <a:buNone/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„Platz für Statements &amp; mehr“</a:t>
            </a:r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7C5F6B72-B52A-A2C8-717A-EBDD4173E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79494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Color/Gray Statement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2E04811-2901-B3EA-7C35-4129D15D4E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C0F428AF-C2EE-CAAD-77D1-46DCFAE8C3E6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008"/>
          <a:stretch/>
        </p:blipFill>
        <p:spPr>
          <a:xfrm>
            <a:off x="8780393" y="2797200"/>
            <a:ext cx="3411607" cy="2687150"/>
          </a:xfrm>
          <a:prstGeom prst="rect">
            <a:avLst/>
          </a:prstGeom>
        </p:spPr>
      </p:pic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12D0E927-A9FD-1FB9-97A1-A56EFEEEBAA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8541" y="1807200"/>
            <a:ext cx="10864647" cy="398843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6000" b="1">
                <a:solidFill>
                  <a:schemeClr val="tx1"/>
                </a:solidFill>
              </a:defRPr>
            </a:lvl1pPr>
            <a:lvl2pPr marL="457200" indent="0">
              <a:buNone/>
              <a:defRPr sz="1600" b="1">
                <a:solidFill>
                  <a:schemeClr val="bg1"/>
                </a:solidFill>
              </a:defRPr>
            </a:lvl2pPr>
            <a:lvl3pPr marL="914400" indent="0">
              <a:buNone/>
              <a:defRPr sz="1600" b="1">
                <a:solidFill>
                  <a:schemeClr val="bg1"/>
                </a:solidFill>
              </a:defRPr>
            </a:lvl3pPr>
            <a:lvl4pPr marL="1371600" indent="0">
              <a:buNone/>
              <a:defRPr sz="1600" b="1">
                <a:solidFill>
                  <a:schemeClr val="bg1"/>
                </a:solidFill>
              </a:defRPr>
            </a:lvl4pPr>
            <a:lvl5pPr marL="1828800" indent="0">
              <a:buNone/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„Platz für lange Statements, Sprüche, Zitate &amp; Co.</a:t>
            </a:r>
            <a:br>
              <a:rPr lang="de-DE"/>
            </a:br>
            <a:r>
              <a:rPr lang="de-DE"/>
              <a:t> Mit Quellenangabe </a:t>
            </a:r>
            <a:br>
              <a:rPr lang="de-DE"/>
            </a:br>
            <a:r>
              <a:rPr lang="de-DE"/>
              <a:t>oder Autor“</a:t>
            </a:r>
          </a:p>
        </p:txBody>
      </p:sp>
      <p:sp>
        <p:nvSpPr>
          <p:cNvPr id="6" name="Textplatzhalter 4">
            <a:extLst>
              <a:ext uri="{FF2B5EF4-FFF2-40B4-BE49-F238E27FC236}">
                <a16:creationId xmlns:a16="http://schemas.microsoft.com/office/drawing/2014/main" id="{2CA4C682-9DB8-B78B-353A-8BD5C4A3354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814" y="5957739"/>
            <a:ext cx="10874374" cy="3208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baseline="0"/>
            </a:lvl1pPr>
            <a:lvl2pPr marL="457200" indent="0" algn="ctr">
              <a:buNone/>
              <a:defRPr b="0"/>
            </a:lvl2pPr>
            <a:lvl3pPr marL="914400" indent="0" algn="ctr">
              <a:buNone/>
              <a:defRPr b="0"/>
            </a:lvl3pPr>
            <a:lvl4pPr marL="1371600" indent="0" algn="ctr">
              <a:buNone/>
              <a:defRPr b="0"/>
            </a:lvl4pPr>
            <a:lvl5pPr marL="1828800" indent="0" algn="ctr">
              <a:buNone/>
              <a:defRPr b="0"/>
            </a:lvl5pPr>
          </a:lstStyle>
          <a:p>
            <a:pPr lvl="0"/>
            <a:r>
              <a:rPr lang="de-DE"/>
              <a:t>Autor / Quellenangabe</a:t>
            </a:r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CC74B447-1E5F-B538-6E0A-33984FB904F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87406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8">
            <a:extLst>
              <a:ext uri="{FF2B5EF4-FFF2-40B4-BE49-F238E27FC236}">
                <a16:creationId xmlns:a16="http://schemas.microsoft.com/office/drawing/2014/main" id="{3F56C7C4-697E-B228-69A0-A9322722723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7F09C3FC-8512-48B6-D7C9-C340604A4B9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9B6711F1-AEF6-F3AF-C2A6-F43E32139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C7AA3C1F-1278-0294-79D0-0066365D226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946838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  <p15:guide id="3" orient="horz" pos="1139" userDrawn="1">
          <p15:clr>
            <a:srgbClr val="FBAE40"/>
          </p15:clr>
        </p15:guide>
      </p15:sldGuideLst>
    </p:ext>
  </p:extLst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Empt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11F28744-F3E2-E92C-82E6-48AEAA12EFF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9" name="Foliennummernplatzhalter 18">
            <a:extLst>
              <a:ext uri="{FF2B5EF4-FFF2-40B4-BE49-F238E27FC236}">
                <a16:creationId xmlns:a16="http://schemas.microsoft.com/office/drawing/2014/main" id="{EDDF4054-F96A-B12C-7738-A469A13E87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9AED8F97-3298-EA51-B1D2-BC39055C729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939DF9E1-BA64-F999-0D30-3D78F2420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C66650B4-455B-6DF5-8E4A-31F746CE8C1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6955827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997" userDrawn="1">
          <p15:clr>
            <a:srgbClr val="FBAE40"/>
          </p15:clr>
        </p15:guide>
        <p15:guide id="3" orient="horz" pos="1139" userDrawn="1">
          <p15:clr>
            <a:srgbClr val="FBAE40"/>
          </p15:clr>
        </p15:guide>
      </p15:sldGuideLst>
    </p:ext>
  </p:extLst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18">
            <a:extLst>
              <a:ext uri="{FF2B5EF4-FFF2-40B4-BE49-F238E27FC236}">
                <a16:creationId xmlns:a16="http://schemas.microsoft.com/office/drawing/2014/main" id="{7097C519-8FF8-D3AD-264C-FD167052FB1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A5435FC5-ED45-DE8A-404D-15F749E2785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3C8E6A85-72D5-522B-0893-FD2E44AFE2B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81B5E584-200A-D585-E985-A464C3F7111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A5442BA0-630B-8E4D-E7FB-FB7AE43A0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BBD72F61-927C-DE69-FCBD-86030AA4D72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1708936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8728EB9F-DE6F-A6C2-E478-993ACDCB31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79728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C94A513C-3E6D-678A-E521-EE0F8DBC316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5D70DCA7-6E2D-FB1B-0DF5-8F58F8263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79998472-1711-A5FD-89AA-CC968A3FE70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4449646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F4FE8932-A6BE-5FB5-3425-21D79A92DA5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83610942-50A8-E78C-C3BF-FB5D8ED7670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D37B1D9E-FB9A-4953-2A9E-0CF30F223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baseline="0"/>
            </a:lvl1pPr>
          </a:lstStyle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8681030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8163"/>
            <a:ext cx="35136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C3A80510-A6A3-D9AE-4F52-08D4117A463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39200" y="1808163"/>
            <a:ext cx="719371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1FE6FC93-82E5-818B-8CC1-DAE1F2B676A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5CF9B05A-F8D0-0515-E964-FC3567912F2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2F3B5157-937B-FAE5-144C-2F80500EE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761420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7CC98CD7-F997-EEDA-026F-8CD073900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800" y="3788228"/>
            <a:ext cx="10864647" cy="25559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tx1"/>
                </a:solidFill>
              </a:defRPr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A627E51-4864-561C-19D8-0C45B04198C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03F3F578-065E-EE79-686F-36C9B6D9F78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91287C8F-31C6-34B7-ED8F-D2186FFD93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F003CA5C-6C68-F260-879D-3BC9EC004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810463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F295AE0C-F0A0-991B-B140-989EB9CAD4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8813" y="1808162"/>
            <a:ext cx="10874375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Picture</a:t>
            </a:r>
          </a:p>
        </p:txBody>
      </p:sp>
      <p:sp>
        <p:nvSpPr>
          <p:cNvPr id="8" name="Foliennummernplatzhalter 18">
            <a:extLst>
              <a:ext uri="{FF2B5EF4-FFF2-40B4-BE49-F238E27FC236}">
                <a16:creationId xmlns:a16="http://schemas.microsoft.com/office/drawing/2014/main" id="{7097C519-8FF8-D3AD-264C-FD167052FB1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98C40852-4AB9-F11F-FB16-79A5895D816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31074367-5907-55F1-8929-5D74B8E6BB0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7EF7C0C8-BE09-FFB8-D362-CE357BE09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2629269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F295AE0C-F0A0-991B-B140-989EB9CAD4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600" y="1808162"/>
            <a:ext cx="12193200" cy="4536000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Picture</a:t>
            </a:r>
          </a:p>
        </p:txBody>
      </p:sp>
      <p:sp>
        <p:nvSpPr>
          <p:cNvPr id="8" name="Foliennummernplatzhalter 18">
            <a:extLst>
              <a:ext uri="{FF2B5EF4-FFF2-40B4-BE49-F238E27FC236}">
                <a16:creationId xmlns:a16="http://schemas.microsoft.com/office/drawing/2014/main" id="{7097C519-8FF8-D3AD-264C-FD167052FB1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74EFCADA-0A87-541C-3C1F-6F193D67499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C83EF582-B99C-F82E-7B26-3B155BB3891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82D62C2D-6A9D-40D5-569E-016F32452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652424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54F2A18A-A771-DE68-87E8-7B42541331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8813" y="1807200"/>
            <a:ext cx="5353460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Picture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FD9FAA7E-D7BF-455D-6F89-7675F141A29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73093" y="1807200"/>
            <a:ext cx="5353460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Picture</a:t>
            </a:r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9205598F-47D4-4FD9-0433-DCB70419884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C3A6BC75-3212-0B0A-CB7D-4D910DC8CC8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9D296CA3-41B7-15BE-6513-69472B180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451705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0091DD53-8E82-014E-BE05-8571C5FDFBE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019590" y="1807200"/>
            <a:ext cx="3513599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D830462E-8272-89E7-7AE1-49D09586028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39201" y="1807200"/>
            <a:ext cx="3513599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D1C53CAA-4DD4-AA7C-27F7-3F0D08A169B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8813" y="1807200"/>
            <a:ext cx="3513599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480365CF-1F28-33DF-0EDB-9DFBB998476C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4D3A061A-7D37-739C-A264-2BB0DEF4B9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B8F3E3F8-88E8-BD38-70DD-09E9900A6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9286319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D1C53CAA-4DD4-AA7C-27F7-3F0D08A169B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8813" y="1801954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0091DD53-8E82-014E-BE05-8571C5FDFBE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019590" y="1801954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D830462E-8272-89E7-7AE1-49D09586028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39201" y="1801954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A6B536E5-2CFC-80FB-79EE-5747749E5CC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58813" y="4060319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68BAED4C-07C7-DDED-FBC2-1AC7DCE182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019590" y="4060319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B2E59335-9009-FACC-7E82-F867E4950284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339201" y="4060319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0FE34400-6178-62D7-73EE-B90FA53675D1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636C17BD-0834-E94A-286E-92A882F2653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Titel 22">
            <a:extLst>
              <a:ext uri="{FF2B5EF4-FFF2-40B4-BE49-F238E27FC236}">
                <a16:creationId xmlns:a16="http://schemas.microsoft.com/office/drawing/2014/main" id="{093D6516-E180-0F93-83A3-5CEFB277D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362237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0D97E437-107A-FF06-85EB-2DF58253C39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53406" y="1808163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8BA064-8075-E801-0D81-DD656C63E0E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87869FBE-9C86-7817-BEA6-3DCDD2A658C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448000" y="1808163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1147468C-8EC9-9468-CE31-40123E99DD2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58812" y="1808163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9F1E4947-89E7-40B1-8FCF-0F19D7E4ED2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F0578141-BA08-2449-3A27-4C5B9A42A99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09EC0708-D4CB-A74F-16F6-F741EE8A4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053910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A627E51-4864-561C-19D8-0C45B04198C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4825B1BD-6F5C-73F6-5730-50C5E37F8BF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415834" y="1808162"/>
            <a:ext cx="6117353" cy="4537076"/>
          </a:xfrm>
          <a:custGeom>
            <a:avLst/>
            <a:gdLst>
              <a:gd name="connsiteX0" fmla="*/ 0 w 4494831"/>
              <a:gd name="connsiteY0" fmla="*/ 0 h 3239614"/>
              <a:gd name="connsiteX1" fmla="*/ 4494831 w 4494831"/>
              <a:gd name="connsiteY1" fmla="*/ 0 h 3239614"/>
              <a:gd name="connsiteX2" fmla="*/ 4494831 w 4494831"/>
              <a:gd name="connsiteY2" fmla="*/ 3239614 h 3239614"/>
              <a:gd name="connsiteX3" fmla="*/ 0 w 4494831"/>
              <a:gd name="connsiteY3" fmla="*/ 3239614 h 3239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4831" h="3239614">
                <a:moveTo>
                  <a:pt x="0" y="0"/>
                </a:moveTo>
                <a:lnTo>
                  <a:pt x="4494831" y="0"/>
                </a:lnTo>
                <a:lnTo>
                  <a:pt x="4494831" y="3239614"/>
                </a:lnTo>
                <a:lnTo>
                  <a:pt x="0" y="323961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EA26E8C4-BD4C-AB31-E71C-DAD77784689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58800" y="1808163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8FA4F822-5D40-51E9-8311-31F89ADC8D6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58800" y="3392700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FF657CE7-7058-2F14-F219-936C8D49601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58800" y="4977238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Picture Placeholder 10">
            <a:extLst>
              <a:ext uri="{FF2B5EF4-FFF2-40B4-BE49-F238E27FC236}">
                <a16:creationId xmlns:a16="http://schemas.microsoft.com/office/drawing/2014/main" id="{51F0A19C-2C72-A5E3-D811-ED56A8011DE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038607" y="1808163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3A13C34A-2A70-9358-9EC4-486760C21D1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038607" y="3392701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4" name="Picture Placeholder 14">
            <a:extLst>
              <a:ext uri="{FF2B5EF4-FFF2-40B4-BE49-F238E27FC236}">
                <a16:creationId xmlns:a16="http://schemas.microsoft.com/office/drawing/2014/main" id="{B99003E6-91ED-853C-06C0-C3263E8D38C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038607" y="4977238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803E2380-5025-64D3-7796-D427243CE44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8BDF3E8D-018E-406B-C77A-F863C88894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7EB89D15-444B-D1F0-D453-C3D2E3B11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2355517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A59E2A6E-0894-646C-B9EC-689D1F5A1C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953837" y="1808162"/>
            <a:ext cx="7238163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BBA0EDFE-4B65-A9A5-7816-292CE8E105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3BC147AA-4F02-C7C4-11DC-3147B61D151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DB200F90-7752-78AB-8C03-DFC93D1C7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423741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ildplatzhalter 2">
            <a:extLst>
              <a:ext uri="{FF2B5EF4-FFF2-40B4-BE49-F238E27FC236}">
                <a16:creationId xmlns:a16="http://schemas.microsoft.com/office/drawing/2014/main" id="{04218D4A-199F-C473-96CD-22B714A2D46F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58813" y="2384599"/>
            <a:ext cx="2160001" cy="2340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7AC62B63-66AE-E663-5544-E8A01388E28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96C79B59-0E3B-A8D8-31C4-7830AF4171E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CC6D1AAE-8254-44A4-B5FC-CBC29A15F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78050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ildplatzhalter 7">
            <a:extLst>
              <a:ext uri="{FF2B5EF4-FFF2-40B4-BE49-F238E27FC236}">
                <a16:creationId xmlns:a16="http://schemas.microsoft.com/office/drawing/2014/main" id="{82C59924-54FD-F18E-428C-4F41A3C0EB6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1"/>
            <a:ext cx="12192000" cy="6345238"/>
          </a:xfrm>
          <a:custGeom>
            <a:avLst/>
            <a:gdLst>
              <a:gd name="connsiteX0" fmla="*/ 0 w 12192000"/>
              <a:gd name="connsiteY0" fmla="*/ 0 h 6345238"/>
              <a:gd name="connsiteX1" fmla="*/ 11134439 w 12192000"/>
              <a:gd name="connsiteY1" fmla="*/ 0 h 6345238"/>
              <a:gd name="connsiteX2" fmla="*/ 12192000 w 12192000"/>
              <a:gd name="connsiteY2" fmla="*/ 1057561 h 6345238"/>
              <a:gd name="connsiteX3" fmla="*/ 12192000 w 12192000"/>
              <a:gd name="connsiteY3" fmla="*/ 6345238 h 6345238"/>
              <a:gd name="connsiteX4" fmla="*/ 0 w 12192000"/>
              <a:gd name="connsiteY4" fmla="*/ 6345238 h 6345238"/>
              <a:gd name="connsiteX5" fmla="*/ 0 w 12192000"/>
              <a:gd name="connsiteY5" fmla="*/ 0 h 6345238"/>
              <a:gd name="connsiteX0" fmla="*/ 0 w 12192000"/>
              <a:gd name="connsiteY0" fmla="*/ 0 h 6345238"/>
              <a:gd name="connsiteX1" fmla="*/ 5307571 w 12192000"/>
              <a:gd name="connsiteY1" fmla="*/ 0 h 6345238"/>
              <a:gd name="connsiteX2" fmla="*/ 12192000 w 12192000"/>
              <a:gd name="connsiteY2" fmla="*/ 1057561 h 6345238"/>
              <a:gd name="connsiteX3" fmla="*/ 12192000 w 12192000"/>
              <a:gd name="connsiteY3" fmla="*/ 6345238 h 6345238"/>
              <a:gd name="connsiteX4" fmla="*/ 0 w 12192000"/>
              <a:gd name="connsiteY4" fmla="*/ 6345238 h 6345238"/>
              <a:gd name="connsiteX5" fmla="*/ 0 w 12192000"/>
              <a:gd name="connsiteY5" fmla="*/ 0 h 6345238"/>
              <a:gd name="connsiteX0" fmla="*/ 0 w 12192000"/>
              <a:gd name="connsiteY0" fmla="*/ 0 h 6345238"/>
              <a:gd name="connsiteX1" fmla="*/ 5307571 w 12192000"/>
              <a:gd name="connsiteY1" fmla="*/ 0 h 6345238"/>
              <a:gd name="connsiteX2" fmla="*/ 12192000 w 12192000"/>
              <a:gd name="connsiteY2" fmla="*/ 1448086 h 6345238"/>
              <a:gd name="connsiteX3" fmla="*/ 12192000 w 12192000"/>
              <a:gd name="connsiteY3" fmla="*/ 6345238 h 6345238"/>
              <a:gd name="connsiteX4" fmla="*/ 0 w 12192000"/>
              <a:gd name="connsiteY4" fmla="*/ 6345238 h 6345238"/>
              <a:gd name="connsiteX5" fmla="*/ 0 w 12192000"/>
              <a:gd name="connsiteY5" fmla="*/ 0 h 6345238"/>
              <a:gd name="connsiteX0" fmla="*/ 0 w 12192000"/>
              <a:gd name="connsiteY0" fmla="*/ 0 h 6345238"/>
              <a:gd name="connsiteX1" fmla="*/ 5326621 w 12192000"/>
              <a:gd name="connsiteY1" fmla="*/ 0 h 6345238"/>
              <a:gd name="connsiteX2" fmla="*/ 12192000 w 12192000"/>
              <a:gd name="connsiteY2" fmla="*/ 1448086 h 6345238"/>
              <a:gd name="connsiteX3" fmla="*/ 12192000 w 12192000"/>
              <a:gd name="connsiteY3" fmla="*/ 6345238 h 6345238"/>
              <a:gd name="connsiteX4" fmla="*/ 0 w 12192000"/>
              <a:gd name="connsiteY4" fmla="*/ 6345238 h 6345238"/>
              <a:gd name="connsiteX5" fmla="*/ 0 w 12192000"/>
              <a:gd name="connsiteY5" fmla="*/ 0 h 6345238"/>
              <a:gd name="connsiteX0" fmla="*/ 0 w 12192000"/>
              <a:gd name="connsiteY0" fmla="*/ 0 h 6345238"/>
              <a:gd name="connsiteX1" fmla="*/ 5326621 w 12192000"/>
              <a:gd name="connsiteY1" fmla="*/ 0 h 6345238"/>
              <a:gd name="connsiteX2" fmla="*/ 12192000 w 12192000"/>
              <a:gd name="connsiteY2" fmla="*/ 1452848 h 6345238"/>
              <a:gd name="connsiteX3" fmla="*/ 12192000 w 12192000"/>
              <a:gd name="connsiteY3" fmla="*/ 6345238 h 6345238"/>
              <a:gd name="connsiteX4" fmla="*/ 0 w 12192000"/>
              <a:gd name="connsiteY4" fmla="*/ 6345238 h 6345238"/>
              <a:gd name="connsiteX5" fmla="*/ 0 w 12192000"/>
              <a:gd name="connsiteY5" fmla="*/ 0 h 6345238"/>
              <a:gd name="connsiteX0" fmla="*/ 0 w 12192000"/>
              <a:gd name="connsiteY0" fmla="*/ 0 h 6345238"/>
              <a:gd name="connsiteX1" fmla="*/ 5336146 w 12192000"/>
              <a:gd name="connsiteY1" fmla="*/ 0 h 6345238"/>
              <a:gd name="connsiteX2" fmla="*/ 12192000 w 12192000"/>
              <a:gd name="connsiteY2" fmla="*/ 1452848 h 6345238"/>
              <a:gd name="connsiteX3" fmla="*/ 12192000 w 12192000"/>
              <a:gd name="connsiteY3" fmla="*/ 6345238 h 6345238"/>
              <a:gd name="connsiteX4" fmla="*/ 0 w 12192000"/>
              <a:gd name="connsiteY4" fmla="*/ 6345238 h 6345238"/>
              <a:gd name="connsiteX5" fmla="*/ 0 w 12192000"/>
              <a:gd name="connsiteY5" fmla="*/ 0 h 6345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345238">
                <a:moveTo>
                  <a:pt x="0" y="0"/>
                </a:moveTo>
                <a:lnTo>
                  <a:pt x="5336146" y="0"/>
                </a:lnTo>
                <a:lnTo>
                  <a:pt x="12192000" y="1452848"/>
                </a:lnTo>
                <a:lnTo>
                  <a:pt x="12192000" y="6345238"/>
                </a:lnTo>
                <a:lnTo>
                  <a:pt x="0" y="6345238"/>
                </a:lnTo>
                <a:lnTo>
                  <a:pt x="0" y="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B7FE752B-C990-C511-A418-99B3AAFCAE9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959738D4-E7C5-04A7-F232-2E02017418E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8015160E-A62A-761C-1601-AD3CAD175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943114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B0AF4C59-07E8-1B75-3F6F-3E36FC7A980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>
          <a:xfrm>
            <a:off x="658800" y="1808165"/>
            <a:ext cx="2449512" cy="3847416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tIns="720000" anchor="ctr"/>
          <a:lstStyle>
            <a:lvl1pPr marL="0" indent="0" algn="ctr">
              <a:buNone/>
              <a:defRPr sz="800"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84867A90-3126-7D21-1081-472CEF20DD2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>
          <a:xfrm>
            <a:off x="3173116" y="3341077"/>
            <a:ext cx="3671721" cy="231450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tIns="720000" anchor="ctr"/>
          <a:lstStyle>
            <a:lvl1pPr marL="0" indent="0" algn="ctr">
              <a:buNone/>
              <a:defRPr sz="800"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1AF8651F-50C2-89F5-FBAF-FAA255F9D11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 bwMode="gray">
          <a:xfrm>
            <a:off x="3173116" y="1808163"/>
            <a:ext cx="1800000" cy="145892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tIns="720000" anchor="ctr"/>
          <a:lstStyle>
            <a:lvl1pPr marL="0" indent="0" algn="ctr">
              <a:buNone/>
              <a:defRPr sz="800"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F5E2DEB6-8060-0A3D-C4AE-FF9FAC78FCA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gray">
          <a:xfrm>
            <a:off x="5044838" y="1808163"/>
            <a:ext cx="1800000" cy="145892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tIns="720000" anchor="ctr"/>
          <a:lstStyle>
            <a:lvl1pPr marL="0" indent="0" algn="ctr">
              <a:buNone/>
              <a:defRPr sz="800"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99F92596-EE9C-6927-2CD3-D88BB7B1875B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B8F6F5FD-F415-E1ED-1AE4-BFD954C4B1E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itel 20">
            <a:extLst>
              <a:ext uri="{FF2B5EF4-FFF2-40B4-BE49-F238E27FC236}">
                <a16:creationId xmlns:a16="http://schemas.microsoft.com/office/drawing/2014/main" id="{ED5B861A-B184-2F35-8956-4E1147637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0591727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/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5AB30D0C-63C7-CEA9-B66D-8F025FC1DB8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8814" y="2650188"/>
            <a:ext cx="2612123" cy="3687763"/>
          </a:xfrm>
          <a:custGeom>
            <a:avLst/>
            <a:gdLst>
              <a:gd name="connsiteX0" fmla="*/ 0 w 2485705"/>
              <a:gd name="connsiteY0" fmla="*/ 0 h 3509288"/>
              <a:gd name="connsiteX1" fmla="*/ 2485705 w 2485705"/>
              <a:gd name="connsiteY1" fmla="*/ 0 h 3509288"/>
              <a:gd name="connsiteX2" fmla="*/ 2485705 w 2485705"/>
              <a:gd name="connsiteY2" fmla="*/ 3509288 h 3509288"/>
              <a:gd name="connsiteX3" fmla="*/ 0 w 2485705"/>
              <a:gd name="connsiteY3" fmla="*/ 3509288 h 3509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8">
                <a:moveTo>
                  <a:pt x="0" y="0"/>
                </a:moveTo>
                <a:lnTo>
                  <a:pt x="2485705" y="0"/>
                </a:lnTo>
                <a:lnTo>
                  <a:pt x="2485705" y="3509288"/>
                </a:lnTo>
                <a:lnTo>
                  <a:pt x="0" y="3509288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05212AB6-D77D-3421-18B6-A996E6DFAB0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19271" y="1808163"/>
            <a:ext cx="2612123" cy="3687762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AF27F708-63A1-8A33-7580-C6944AD0FC3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905624" y="5185887"/>
            <a:ext cx="4620103" cy="11593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5AC99773-03C0-51B3-A37A-0E2CBB5EC5D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905624" y="1800876"/>
            <a:ext cx="4620104" cy="17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 sz="2000" b="1"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Rectangle 19">
            <a:extLst>
              <a:ext uri="{FF2B5EF4-FFF2-40B4-BE49-F238E27FC236}">
                <a16:creationId xmlns:a16="http://schemas.microsoft.com/office/drawing/2014/main" id="{E84E3282-A06E-A8C5-4340-FF2AAFC9050E}"/>
              </a:ext>
            </a:extLst>
          </p:cNvPr>
          <p:cNvSpPr/>
          <p:nvPr userDrawn="1"/>
        </p:nvSpPr>
        <p:spPr>
          <a:xfrm>
            <a:off x="3419271" y="1800876"/>
            <a:ext cx="438150" cy="438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18" name="Rectangle 26">
            <a:extLst>
              <a:ext uri="{FF2B5EF4-FFF2-40B4-BE49-F238E27FC236}">
                <a16:creationId xmlns:a16="http://schemas.microsoft.com/office/drawing/2014/main" id="{E990190D-4E97-F2BC-3E90-4759B1DE023A}"/>
              </a:ext>
            </a:extLst>
          </p:cNvPr>
          <p:cNvSpPr/>
          <p:nvPr userDrawn="1"/>
        </p:nvSpPr>
        <p:spPr>
          <a:xfrm>
            <a:off x="666272" y="2650188"/>
            <a:ext cx="438150" cy="438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39AF8783-BEC8-7C6C-BF59-E9B75167832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05624" y="3914393"/>
            <a:ext cx="4620103" cy="11593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2459BC92-787C-D266-9636-A5E2A274E46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0A5858E2-DCA0-577B-990C-3CEC5C1EA45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Titel 22">
            <a:extLst>
              <a:ext uri="{FF2B5EF4-FFF2-40B4-BE49-F238E27FC236}">
                <a16:creationId xmlns:a16="http://schemas.microsoft.com/office/drawing/2014/main" id="{8F6114D9-63B3-AA68-7F04-499D12D14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9253616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/Tex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692AD83D-68AA-EFB3-61EC-F41A80E953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58813" y="1808163"/>
            <a:ext cx="3744000" cy="45370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57839775-A056-A661-1D36-E3FCFE1426D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57863" y="1808163"/>
            <a:ext cx="3744000" cy="45370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" name="Inhaltsplatzhalter 2">
            <a:extLst>
              <a:ext uri="{FF2B5EF4-FFF2-40B4-BE49-F238E27FC236}">
                <a16:creationId xmlns:a16="http://schemas.microsoft.com/office/drawing/2014/main" id="{AB35FE18-F01D-5E96-8397-98293418E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2678" y="3248096"/>
            <a:ext cx="3134096" cy="25942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7" name="Inhaltsplatzhalter 2">
            <a:extLst>
              <a:ext uri="{FF2B5EF4-FFF2-40B4-BE49-F238E27FC236}">
                <a16:creationId xmlns:a16="http://schemas.microsoft.com/office/drawing/2014/main" id="{3D370077-F2C5-9C6F-0A3C-BCEA6E3369B3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72678" y="2182979"/>
            <a:ext cx="3134096" cy="8596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8" name="Inhaltsplatzhalter 2">
            <a:extLst>
              <a:ext uri="{FF2B5EF4-FFF2-40B4-BE49-F238E27FC236}">
                <a16:creationId xmlns:a16="http://schemas.microsoft.com/office/drawing/2014/main" id="{E782331D-27AA-F1E9-BB04-E35F84498B81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862815" y="3248096"/>
            <a:ext cx="3134096" cy="25942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9" name="Inhaltsplatzhalter 2">
            <a:extLst>
              <a:ext uri="{FF2B5EF4-FFF2-40B4-BE49-F238E27FC236}">
                <a16:creationId xmlns:a16="http://schemas.microsoft.com/office/drawing/2014/main" id="{7200E6A2-DFC2-8AA5-F92A-FF5C7091B1B2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862815" y="2182979"/>
            <a:ext cx="3134096" cy="8596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07FA46B-3B3F-3F32-490E-C4257186284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BF013105-6899-A90D-429D-16D40826CA2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448000" y="1808162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8561C170-8D4A-F865-24B9-6FDC13665C8B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C5E3F041-03DB-2E67-777E-A111FD4D87A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10E597D6-7F10-C324-2698-A25BEFBD2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844555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/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">
            <a:extLst>
              <a:ext uri="{FF2B5EF4-FFF2-40B4-BE49-F238E27FC236}">
                <a16:creationId xmlns:a16="http://schemas.microsoft.com/office/drawing/2014/main" id="{BE398209-46F9-AEB2-0368-F7B53762EC5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58813" y="1808162"/>
            <a:ext cx="3744000" cy="45370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A604AC7F-624A-1143-FBB4-6E392986B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2678" y="3248096"/>
            <a:ext cx="3134096" cy="25942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71614C9C-D27A-26BF-9759-EB7FA6A0CD20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72678" y="2182979"/>
            <a:ext cx="3134096" cy="8596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0D97E437-107A-FF06-85EB-2DF58253C39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53406" y="1808162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8BA064-8075-E801-0D81-DD656C63E0E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87869FBE-9C86-7817-BEA6-3DCDD2A658C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448000" y="1808162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465CF2A-C22E-F821-B8A7-E87501CB8D7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2837C49F-FFEE-E090-3043-485BE51D518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itel 20">
            <a:extLst>
              <a:ext uri="{FF2B5EF4-FFF2-40B4-BE49-F238E27FC236}">
                <a16:creationId xmlns:a16="http://schemas.microsoft.com/office/drawing/2014/main" id="{DD7C0BFC-7A60-6BB2-E3DA-4F15A24E1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488683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/Tex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DE56C3CE-9937-575A-4799-87156AAEEF95}"/>
              </a:ext>
            </a:extLst>
          </p:cNvPr>
          <p:cNvSpPr/>
          <p:nvPr userDrawn="1"/>
        </p:nvSpPr>
        <p:spPr>
          <a:xfrm>
            <a:off x="0" y="0"/>
            <a:ext cx="6098400" cy="6346032"/>
          </a:xfrm>
          <a:prstGeom prst="rect">
            <a:avLst/>
          </a:prstGeom>
          <a:gradFill>
            <a:gsLst>
              <a:gs pos="0">
                <a:schemeClr val="bg1"/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de-DE">
              <a:solidFill>
                <a:schemeClr val="bg1"/>
              </a:solidFill>
            </a:endParaRP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3068061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CE01C8-95AF-7AD2-A082-F5F14A3CCD9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464849" y="1807200"/>
            <a:ext cx="3068061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AD2A60CA-F61B-4612-7D28-449D1492AC1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052094" y="1807200"/>
            <a:ext cx="4087813" cy="453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/>
            </a:lvl1pPr>
          </a:lstStyle>
          <a:p>
            <a:endParaRPr lang="de-DE"/>
          </a:p>
        </p:txBody>
      </p:sp>
      <p:sp>
        <p:nvSpPr>
          <p:cNvPr id="20" name="Titel 1">
            <a:extLst>
              <a:ext uri="{FF2B5EF4-FFF2-40B4-BE49-F238E27FC236}">
                <a16:creationId xmlns:a16="http://schemas.microsoft.com/office/drawing/2014/main" id="{1DC72D7D-BB20-B6EF-DBBD-2457CE2EF3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812" y="824416"/>
            <a:ext cx="5400000" cy="3129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cap="all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21" name="Textplatzhalter 42">
            <a:extLst>
              <a:ext uri="{FF2B5EF4-FFF2-40B4-BE49-F238E27FC236}">
                <a16:creationId xmlns:a16="http://schemas.microsoft.com/office/drawing/2014/main" id="{66FACB70-323C-3380-A5F0-00C10C6471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13" y="520049"/>
            <a:ext cx="5400000" cy="255763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None/>
              <a:defRPr sz="22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Fußzeilenplatzhalter 17">
            <a:extLst>
              <a:ext uri="{FF2B5EF4-FFF2-40B4-BE49-F238E27FC236}">
                <a16:creationId xmlns:a16="http://schemas.microsoft.com/office/drawing/2014/main" id="{04530240-F975-45AC-E381-3AE44B029DAC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pic>
        <p:nvPicPr>
          <p:cNvPr id="19" name="Grafik 2">
            <a:extLst>
              <a:ext uri="{FF2B5EF4-FFF2-40B4-BE49-F238E27FC236}">
                <a16:creationId xmlns:a16="http://schemas.microsoft.com/office/drawing/2014/main" id="{A859CC1B-B3AD-CFAB-078B-A52CCF7DFD4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48"/>
          <a:stretch/>
        </p:blipFill>
        <p:spPr>
          <a:xfrm>
            <a:off x="5330548" y="1"/>
            <a:ext cx="6861452" cy="1457999"/>
          </a:xfrm>
          <a:prstGeom prst="rect">
            <a:avLst/>
          </a:prstGeom>
        </p:spPr>
      </p:pic>
      <p:grpSp>
        <p:nvGrpSpPr>
          <p:cNvPr id="7" name="Grafik 13">
            <a:extLst>
              <a:ext uri="{FF2B5EF4-FFF2-40B4-BE49-F238E27FC236}">
                <a16:creationId xmlns:a16="http://schemas.microsoft.com/office/drawing/2014/main" id="{0B5EE5C4-B50A-B2B9-EB97-78BF08DBBFE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21200" y="489600"/>
            <a:ext cx="1209600" cy="299018"/>
            <a:chOff x="8501174" y="2383489"/>
            <a:chExt cx="2699861" cy="667416"/>
          </a:xfrm>
          <a:solidFill>
            <a:schemeClr val="bg1"/>
          </a:solidFill>
        </p:grpSpPr>
        <p:grpSp>
          <p:nvGrpSpPr>
            <p:cNvPr id="9" name="Grafik 13">
              <a:extLst>
                <a:ext uri="{FF2B5EF4-FFF2-40B4-BE49-F238E27FC236}">
                  <a16:creationId xmlns:a16="http://schemas.microsoft.com/office/drawing/2014/main" id="{35A393CE-5FFD-517D-CBF0-A70C959A7814}"/>
                </a:ext>
              </a:extLst>
            </p:cNvPr>
            <p:cNvGrpSpPr/>
            <p:nvPr/>
          </p:nvGrpSpPr>
          <p:grpSpPr>
            <a:xfrm>
              <a:off x="9461484" y="2955941"/>
              <a:ext cx="876871" cy="94964"/>
              <a:chOff x="9461484" y="2955941"/>
              <a:chExt cx="876871" cy="94964"/>
            </a:xfrm>
            <a:grpFill/>
          </p:grpSpPr>
          <p:sp>
            <p:nvSpPr>
              <p:cNvPr id="31" name="Freihandform: Form 30">
                <a:extLst>
                  <a:ext uri="{FF2B5EF4-FFF2-40B4-BE49-F238E27FC236}">
                    <a16:creationId xmlns:a16="http://schemas.microsoft.com/office/drawing/2014/main" id="{394FA87D-222C-A084-0E44-E0E0C37A9027}"/>
                  </a:ext>
                </a:extLst>
              </p:cNvPr>
              <p:cNvSpPr/>
              <p:nvPr/>
            </p:nvSpPr>
            <p:spPr>
              <a:xfrm>
                <a:off x="9461484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8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8 w 64198"/>
                  <a:gd name="connsiteY9" fmla="*/ 83820 h 91725"/>
                  <a:gd name="connsiteX10" fmla="*/ 48577 w 64198"/>
                  <a:gd name="connsiteY10" fmla="*/ 83820 h 91725"/>
                  <a:gd name="connsiteX11" fmla="*/ 47244 w 64198"/>
                  <a:gd name="connsiteY11" fmla="*/ 91726 h 91725"/>
                  <a:gd name="connsiteX12" fmla="*/ 190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8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8" y="83820"/>
                    </a:lnTo>
                    <a:lnTo>
                      <a:pt x="48577" y="83820"/>
                    </a:lnTo>
                    <a:lnTo>
                      <a:pt x="47244" y="91726"/>
                    </a:lnTo>
                    <a:lnTo>
                      <a:pt x="19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2" name="Freihandform: Form 31">
                <a:extLst>
                  <a:ext uri="{FF2B5EF4-FFF2-40B4-BE49-F238E27FC236}">
                    <a16:creationId xmlns:a16="http://schemas.microsoft.com/office/drawing/2014/main" id="{A0E3249B-A1E5-E748-012A-19BB6AAAB3C7}"/>
                  </a:ext>
                </a:extLst>
              </p:cNvPr>
              <p:cNvSpPr/>
              <p:nvPr/>
            </p:nvSpPr>
            <p:spPr>
              <a:xfrm>
                <a:off x="9534636" y="2957560"/>
                <a:ext cx="48387" cy="91725"/>
              </a:xfrm>
              <a:custGeom>
                <a:avLst/>
                <a:gdLst>
                  <a:gd name="connsiteX0" fmla="*/ 0 w 48387"/>
                  <a:gd name="connsiteY0" fmla="*/ 91726 h 91725"/>
                  <a:gd name="connsiteX1" fmla="*/ 19621 w 48387"/>
                  <a:gd name="connsiteY1" fmla="*/ 0 h 91725"/>
                  <a:gd name="connsiteX2" fmla="*/ 28956 w 48387"/>
                  <a:gd name="connsiteY2" fmla="*/ 0 h 91725"/>
                  <a:gd name="connsiteX3" fmla="*/ 10954 w 48387"/>
                  <a:gd name="connsiteY3" fmla="*/ 83820 h 91725"/>
                  <a:gd name="connsiteX4" fmla="*/ 48387 w 48387"/>
                  <a:gd name="connsiteY4" fmla="*/ 83820 h 91725"/>
                  <a:gd name="connsiteX5" fmla="*/ 46958 w 48387"/>
                  <a:gd name="connsiteY5" fmla="*/ 91726 h 91725"/>
                  <a:gd name="connsiteX6" fmla="*/ 95 w 48387"/>
                  <a:gd name="connsiteY6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8387" h="91725">
                    <a:moveTo>
                      <a:pt x="0" y="91726"/>
                    </a:moveTo>
                    <a:lnTo>
                      <a:pt x="19621" y="0"/>
                    </a:lnTo>
                    <a:lnTo>
                      <a:pt x="28956" y="0"/>
                    </a:lnTo>
                    <a:lnTo>
                      <a:pt x="10954" y="83820"/>
                    </a:lnTo>
                    <a:lnTo>
                      <a:pt x="48387" y="83820"/>
                    </a:lnTo>
                    <a:lnTo>
                      <a:pt x="46958" y="91726"/>
                    </a:lnTo>
                    <a:lnTo>
                      <a:pt x="95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3" name="Freihandform: Form 32">
                <a:extLst>
                  <a:ext uri="{FF2B5EF4-FFF2-40B4-BE49-F238E27FC236}">
                    <a16:creationId xmlns:a16="http://schemas.microsoft.com/office/drawing/2014/main" id="{71425087-1B53-DA12-0F52-1B602EE31E46}"/>
                  </a:ext>
                </a:extLst>
              </p:cNvPr>
              <p:cNvSpPr/>
              <p:nvPr/>
            </p:nvSpPr>
            <p:spPr>
              <a:xfrm>
                <a:off x="9605216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9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9 w 64198"/>
                  <a:gd name="connsiteY9" fmla="*/ 83820 h 91725"/>
                  <a:gd name="connsiteX10" fmla="*/ 48578 w 64198"/>
                  <a:gd name="connsiteY10" fmla="*/ 83820 h 91725"/>
                  <a:gd name="connsiteX11" fmla="*/ 47244 w 64198"/>
                  <a:gd name="connsiteY11" fmla="*/ 91726 h 91725"/>
                  <a:gd name="connsiteX12" fmla="*/ 191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9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9" y="83820"/>
                    </a:lnTo>
                    <a:lnTo>
                      <a:pt x="48578" y="83820"/>
                    </a:lnTo>
                    <a:lnTo>
                      <a:pt x="47244" y="91726"/>
                    </a:lnTo>
                    <a:lnTo>
                      <a:pt x="19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4" name="Freihandform: Form 33">
                <a:extLst>
                  <a:ext uri="{FF2B5EF4-FFF2-40B4-BE49-F238E27FC236}">
                    <a16:creationId xmlns:a16="http://schemas.microsoft.com/office/drawing/2014/main" id="{62112E11-D6B4-C815-4677-5A2BBC517452}"/>
                  </a:ext>
                </a:extLst>
              </p:cNvPr>
              <p:cNvSpPr/>
              <p:nvPr/>
            </p:nvSpPr>
            <p:spPr>
              <a:xfrm>
                <a:off x="9684179" y="2955941"/>
                <a:ext cx="79247" cy="94869"/>
              </a:xfrm>
              <a:custGeom>
                <a:avLst/>
                <a:gdLst>
                  <a:gd name="connsiteX0" fmla="*/ 60960 w 79247"/>
                  <a:gd name="connsiteY0" fmla="*/ 92012 h 94869"/>
                  <a:gd name="connsiteX1" fmla="*/ 43053 w 79247"/>
                  <a:gd name="connsiteY1" fmla="*/ 94869 h 94869"/>
                  <a:gd name="connsiteX2" fmla="*/ 0 w 79247"/>
                  <a:gd name="connsiteY2" fmla="*/ 54674 h 94869"/>
                  <a:gd name="connsiteX3" fmla="*/ 54673 w 79247"/>
                  <a:gd name="connsiteY3" fmla="*/ 0 h 94869"/>
                  <a:gd name="connsiteX4" fmla="*/ 79248 w 79247"/>
                  <a:gd name="connsiteY4" fmla="*/ 4763 h 94869"/>
                  <a:gd name="connsiteX5" fmla="*/ 76105 w 79247"/>
                  <a:gd name="connsiteY5" fmla="*/ 12382 h 94869"/>
                  <a:gd name="connsiteX6" fmla="*/ 54007 w 79247"/>
                  <a:gd name="connsiteY6" fmla="*/ 7906 h 94869"/>
                  <a:gd name="connsiteX7" fmla="*/ 9049 w 79247"/>
                  <a:gd name="connsiteY7" fmla="*/ 54769 h 94869"/>
                  <a:gd name="connsiteX8" fmla="*/ 42577 w 79247"/>
                  <a:gd name="connsiteY8" fmla="*/ 86963 h 94869"/>
                  <a:gd name="connsiteX9" fmla="*/ 62008 w 79247"/>
                  <a:gd name="connsiteY9" fmla="*/ 83915 h 94869"/>
                  <a:gd name="connsiteX10" fmla="*/ 60960 w 79247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7" h="94869">
                    <a:moveTo>
                      <a:pt x="60960" y="92012"/>
                    </a:moveTo>
                    <a:cubicBezTo>
                      <a:pt x="54293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9" y="0"/>
                      <a:pt x="54673" y="0"/>
                    </a:cubicBezTo>
                    <a:cubicBezTo>
                      <a:pt x="66199" y="0"/>
                      <a:pt x="72961" y="1810"/>
                      <a:pt x="79248" y="4763"/>
                    </a:cubicBezTo>
                    <a:lnTo>
                      <a:pt x="76105" y="12382"/>
                    </a:lnTo>
                    <a:cubicBezTo>
                      <a:pt x="69532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5" name="Freihandform: Form 34">
                <a:extLst>
                  <a:ext uri="{FF2B5EF4-FFF2-40B4-BE49-F238E27FC236}">
                    <a16:creationId xmlns:a16="http://schemas.microsoft.com/office/drawing/2014/main" id="{000BECC8-ABFF-7AEF-E5D9-48CE7E11D87A}"/>
                  </a:ext>
                </a:extLst>
              </p:cNvPr>
              <p:cNvSpPr/>
              <p:nvPr/>
            </p:nvSpPr>
            <p:spPr>
              <a:xfrm>
                <a:off x="9781905" y="2957560"/>
                <a:ext cx="66484" cy="91725"/>
              </a:xfrm>
              <a:custGeom>
                <a:avLst/>
                <a:gdLst>
                  <a:gd name="connsiteX0" fmla="*/ 9906 w 66484"/>
                  <a:gd name="connsiteY0" fmla="*/ 91726 h 91725"/>
                  <a:gd name="connsiteX1" fmla="*/ 27813 w 66484"/>
                  <a:gd name="connsiteY1" fmla="*/ 7906 h 91725"/>
                  <a:gd name="connsiteX2" fmla="*/ 0 w 66484"/>
                  <a:gd name="connsiteY2" fmla="*/ 7906 h 91725"/>
                  <a:gd name="connsiteX3" fmla="*/ 1715 w 66484"/>
                  <a:gd name="connsiteY3" fmla="*/ 0 h 91725"/>
                  <a:gd name="connsiteX4" fmla="*/ 66484 w 66484"/>
                  <a:gd name="connsiteY4" fmla="*/ 0 h 91725"/>
                  <a:gd name="connsiteX5" fmla="*/ 64865 w 66484"/>
                  <a:gd name="connsiteY5" fmla="*/ 7906 h 91725"/>
                  <a:gd name="connsiteX6" fmla="*/ 37052 w 66484"/>
                  <a:gd name="connsiteY6" fmla="*/ 7906 h 91725"/>
                  <a:gd name="connsiteX7" fmla="*/ 19431 w 66484"/>
                  <a:gd name="connsiteY7" fmla="*/ 91726 h 91725"/>
                  <a:gd name="connsiteX8" fmla="*/ 10001 w 66484"/>
                  <a:gd name="connsiteY8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6484" h="91725">
                    <a:moveTo>
                      <a:pt x="9906" y="91726"/>
                    </a:moveTo>
                    <a:lnTo>
                      <a:pt x="27813" y="7906"/>
                    </a:lnTo>
                    <a:lnTo>
                      <a:pt x="0" y="7906"/>
                    </a:lnTo>
                    <a:lnTo>
                      <a:pt x="1715" y="0"/>
                    </a:lnTo>
                    <a:lnTo>
                      <a:pt x="66484" y="0"/>
                    </a:lnTo>
                    <a:lnTo>
                      <a:pt x="64865" y="7906"/>
                    </a:lnTo>
                    <a:lnTo>
                      <a:pt x="37052" y="7906"/>
                    </a:lnTo>
                    <a:lnTo>
                      <a:pt x="19431" y="91726"/>
                    </a:lnTo>
                    <a:lnTo>
                      <a:pt x="1000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6" name="Freihandform: Form 35">
                <a:extLst>
                  <a:ext uri="{FF2B5EF4-FFF2-40B4-BE49-F238E27FC236}">
                    <a16:creationId xmlns:a16="http://schemas.microsoft.com/office/drawing/2014/main" id="{7CCCF883-3A03-3918-E88F-347A5D8D2D38}"/>
                  </a:ext>
                </a:extLst>
              </p:cNvPr>
              <p:cNvSpPr/>
              <p:nvPr/>
            </p:nvSpPr>
            <p:spPr>
              <a:xfrm>
                <a:off x="9852104" y="2957560"/>
                <a:ext cx="65912" cy="91725"/>
              </a:xfrm>
              <a:custGeom>
                <a:avLst/>
                <a:gdLst>
                  <a:gd name="connsiteX0" fmla="*/ 49625 w 65912"/>
                  <a:gd name="connsiteY0" fmla="*/ 91726 h 91725"/>
                  <a:gd name="connsiteX1" fmla="*/ 41910 w 65912"/>
                  <a:gd name="connsiteY1" fmla="*/ 58769 h 91725"/>
                  <a:gd name="connsiteX2" fmla="*/ 29051 w 65912"/>
                  <a:gd name="connsiteY2" fmla="*/ 48482 h 91725"/>
                  <a:gd name="connsiteX3" fmla="*/ 18383 w 65912"/>
                  <a:gd name="connsiteY3" fmla="*/ 48482 h 91725"/>
                  <a:gd name="connsiteX4" fmla="*/ 9144 w 65912"/>
                  <a:gd name="connsiteY4" fmla="*/ 91726 h 91725"/>
                  <a:gd name="connsiteX5" fmla="*/ 0 w 65912"/>
                  <a:gd name="connsiteY5" fmla="*/ 91726 h 91725"/>
                  <a:gd name="connsiteX6" fmla="*/ 20003 w 65912"/>
                  <a:gd name="connsiteY6" fmla="*/ 0 h 91725"/>
                  <a:gd name="connsiteX7" fmla="*/ 42291 w 65912"/>
                  <a:gd name="connsiteY7" fmla="*/ 0 h 91725"/>
                  <a:gd name="connsiteX8" fmla="*/ 65913 w 65912"/>
                  <a:gd name="connsiteY8" fmla="*/ 20479 h 91725"/>
                  <a:gd name="connsiteX9" fmla="*/ 40005 w 65912"/>
                  <a:gd name="connsiteY9" fmla="*/ 45053 h 91725"/>
                  <a:gd name="connsiteX10" fmla="*/ 40005 w 65912"/>
                  <a:gd name="connsiteY10" fmla="*/ 45339 h 91725"/>
                  <a:gd name="connsiteX11" fmla="*/ 49721 w 65912"/>
                  <a:gd name="connsiteY11" fmla="*/ 56007 h 91725"/>
                  <a:gd name="connsiteX12" fmla="*/ 58483 w 65912"/>
                  <a:gd name="connsiteY12" fmla="*/ 91726 h 91725"/>
                  <a:gd name="connsiteX13" fmla="*/ 49530 w 65912"/>
                  <a:gd name="connsiteY13" fmla="*/ 91726 h 91725"/>
                  <a:gd name="connsiteX14" fmla="*/ 29242 w 65912"/>
                  <a:gd name="connsiteY14" fmla="*/ 40672 h 91725"/>
                  <a:gd name="connsiteX15" fmla="*/ 56864 w 65912"/>
                  <a:gd name="connsiteY15" fmla="*/ 21717 h 91725"/>
                  <a:gd name="connsiteX16" fmla="*/ 40291 w 65912"/>
                  <a:gd name="connsiteY16" fmla="*/ 7906 h 91725"/>
                  <a:gd name="connsiteX17" fmla="*/ 27051 w 65912"/>
                  <a:gd name="connsiteY17" fmla="*/ 7906 h 91725"/>
                  <a:gd name="connsiteX18" fmla="*/ 20098 w 65912"/>
                  <a:gd name="connsiteY18" fmla="*/ 40576 h 91725"/>
                  <a:gd name="connsiteX19" fmla="*/ 29242 w 65912"/>
                  <a:gd name="connsiteY19" fmla="*/ 4057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5912" h="91725">
                    <a:moveTo>
                      <a:pt x="49625" y="91726"/>
                    </a:moveTo>
                    <a:lnTo>
                      <a:pt x="41910" y="58769"/>
                    </a:lnTo>
                    <a:cubicBezTo>
                      <a:pt x="39910" y="50578"/>
                      <a:pt x="36481" y="48482"/>
                      <a:pt x="29051" y="48482"/>
                    </a:cubicBezTo>
                    <a:lnTo>
                      <a:pt x="18383" y="48482"/>
                    </a:lnTo>
                    <a:lnTo>
                      <a:pt x="9144" y="91726"/>
                    </a:lnTo>
                    <a:lnTo>
                      <a:pt x="0" y="91726"/>
                    </a:lnTo>
                    <a:lnTo>
                      <a:pt x="20003" y="0"/>
                    </a:lnTo>
                    <a:lnTo>
                      <a:pt x="42291" y="0"/>
                    </a:lnTo>
                    <a:cubicBezTo>
                      <a:pt x="57245" y="0"/>
                      <a:pt x="65913" y="6286"/>
                      <a:pt x="65913" y="20479"/>
                    </a:cubicBezTo>
                    <a:cubicBezTo>
                      <a:pt x="65913" y="34671"/>
                      <a:pt x="55531" y="44291"/>
                      <a:pt x="40005" y="45053"/>
                    </a:cubicBezTo>
                    <a:lnTo>
                      <a:pt x="40005" y="45339"/>
                    </a:lnTo>
                    <a:cubicBezTo>
                      <a:pt x="46577" y="46482"/>
                      <a:pt x="48292" y="49911"/>
                      <a:pt x="49721" y="56007"/>
                    </a:cubicBezTo>
                    <a:lnTo>
                      <a:pt x="58483" y="91726"/>
                    </a:lnTo>
                    <a:lnTo>
                      <a:pt x="49530" y="91726"/>
                    </a:lnTo>
                    <a:close/>
                    <a:moveTo>
                      <a:pt x="29242" y="40672"/>
                    </a:moveTo>
                    <a:cubicBezTo>
                      <a:pt x="45149" y="40672"/>
                      <a:pt x="56864" y="34671"/>
                      <a:pt x="56864" y="21717"/>
                    </a:cubicBezTo>
                    <a:cubicBezTo>
                      <a:pt x="56864" y="11716"/>
                      <a:pt x="50197" y="7906"/>
                      <a:pt x="40291" y="7906"/>
                    </a:cubicBezTo>
                    <a:lnTo>
                      <a:pt x="27051" y="7906"/>
                    </a:lnTo>
                    <a:lnTo>
                      <a:pt x="20098" y="40576"/>
                    </a:lnTo>
                    <a:lnTo>
                      <a:pt x="29242" y="4057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7" name="Freihandform: Form 36">
                <a:extLst>
                  <a:ext uri="{FF2B5EF4-FFF2-40B4-BE49-F238E27FC236}">
                    <a16:creationId xmlns:a16="http://schemas.microsoft.com/office/drawing/2014/main" id="{1CA45E69-E053-E0A0-97CF-12DC8512D3FF}"/>
                  </a:ext>
                </a:extLst>
              </p:cNvPr>
              <p:cNvSpPr/>
              <p:nvPr/>
            </p:nvSpPr>
            <p:spPr>
              <a:xfrm>
                <a:off x="9939068" y="2956036"/>
                <a:ext cx="83438" cy="94868"/>
              </a:xfrm>
              <a:custGeom>
                <a:avLst/>
                <a:gdLst>
                  <a:gd name="connsiteX0" fmla="*/ 0 w 83438"/>
                  <a:gd name="connsiteY0" fmla="*/ 57436 h 94868"/>
                  <a:gd name="connsiteX1" fmla="*/ 48768 w 83438"/>
                  <a:gd name="connsiteY1" fmla="*/ 0 h 94868"/>
                  <a:gd name="connsiteX2" fmla="*/ 83439 w 83438"/>
                  <a:gd name="connsiteY2" fmla="*/ 37433 h 94868"/>
                  <a:gd name="connsiteX3" fmla="*/ 34671 w 83438"/>
                  <a:gd name="connsiteY3" fmla="*/ 94869 h 94868"/>
                  <a:gd name="connsiteX4" fmla="*/ 0 w 83438"/>
                  <a:gd name="connsiteY4" fmla="*/ 57436 h 94868"/>
                  <a:gd name="connsiteX5" fmla="*/ 74390 w 83438"/>
                  <a:gd name="connsiteY5" fmla="*/ 38481 h 94868"/>
                  <a:gd name="connsiteX6" fmla="*/ 48387 w 83438"/>
                  <a:gd name="connsiteY6" fmla="*/ 7906 h 94868"/>
                  <a:gd name="connsiteX7" fmla="*/ 9144 w 83438"/>
                  <a:gd name="connsiteY7" fmla="*/ 56674 h 94868"/>
                  <a:gd name="connsiteX8" fmla="*/ 35433 w 83438"/>
                  <a:gd name="connsiteY8" fmla="*/ 87058 h 94868"/>
                  <a:gd name="connsiteX9" fmla="*/ 74486 w 83438"/>
                  <a:gd name="connsiteY9" fmla="*/ 38576 h 94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3438" h="94868">
                    <a:moveTo>
                      <a:pt x="0" y="57436"/>
                    </a:moveTo>
                    <a:cubicBezTo>
                      <a:pt x="0" y="28099"/>
                      <a:pt x="18574" y="0"/>
                      <a:pt x="48768" y="0"/>
                    </a:cubicBezTo>
                    <a:cubicBezTo>
                      <a:pt x="70961" y="0"/>
                      <a:pt x="83439" y="14573"/>
                      <a:pt x="83439" y="37433"/>
                    </a:cubicBezTo>
                    <a:cubicBezTo>
                      <a:pt x="83439" y="66866"/>
                      <a:pt x="64865" y="94869"/>
                      <a:pt x="34671" y="94869"/>
                    </a:cubicBezTo>
                    <a:cubicBezTo>
                      <a:pt x="12383" y="94869"/>
                      <a:pt x="0" y="80010"/>
                      <a:pt x="0" y="57436"/>
                    </a:cubicBezTo>
                    <a:close/>
                    <a:moveTo>
                      <a:pt x="74390" y="38481"/>
                    </a:moveTo>
                    <a:cubicBezTo>
                      <a:pt x="74390" y="19717"/>
                      <a:pt x="64961" y="7906"/>
                      <a:pt x="48387" y="7906"/>
                    </a:cubicBezTo>
                    <a:cubicBezTo>
                      <a:pt x="24384" y="7906"/>
                      <a:pt x="9144" y="33623"/>
                      <a:pt x="9144" y="56674"/>
                    </a:cubicBezTo>
                    <a:cubicBezTo>
                      <a:pt x="9144" y="72485"/>
                      <a:pt x="16383" y="87058"/>
                      <a:pt x="35433" y="87058"/>
                    </a:cubicBezTo>
                    <a:cubicBezTo>
                      <a:pt x="59246" y="87058"/>
                      <a:pt x="74486" y="61055"/>
                      <a:pt x="74486" y="38576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8" name="Freihandform: Form 37">
                <a:extLst>
                  <a:ext uri="{FF2B5EF4-FFF2-40B4-BE49-F238E27FC236}">
                    <a16:creationId xmlns:a16="http://schemas.microsoft.com/office/drawing/2014/main" id="{BF0C0048-089A-A5A9-9071-83852632F943}"/>
                  </a:ext>
                </a:extLst>
              </p:cNvPr>
              <p:cNvSpPr/>
              <p:nvPr/>
            </p:nvSpPr>
            <p:spPr>
              <a:xfrm>
                <a:off x="10040890" y="2957560"/>
                <a:ext cx="86772" cy="91725"/>
              </a:xfrm>
              <a:custGeom>
                <a:avLst/>
                <a:gdLst>
                  <a:gd name="connsiteX0" fmla="*/ 56579 w 86772"/>
                  <a:gd name="connsiteY0" fmla="*/ 91726 h 91725"/>
                  <a:gd name="connsiteX1" fmla="*/ 26003 w 86772"/>
                  <a:gd name="connsiteY1" fmla="*/ 11049 h 91725"/>
                  <a:gd name="connsiteX2" fmla="*/ 25717 w 86772"/>
                  <a:gd name="connsiteY2" fmla="*/ 11049 h 91725"/>
                  <a:gd name="connsiteX3" fmla="*/ 8382 w 86772"/>
                  <a:gd name="connsiteY3" fmla="*/ 91726 h 91725"/>
                  <a:gd name="connsiteX4" fmla="*/ 0 w 86772"/>
                  <a:gd name="connsiteY4" fmla="*/ 91726 h 91725"/>
                  <a:gd name="connsiteX5" fmla="*/ 19812 w 86772"/>
                  <a:gd name="connsiteY5" fmla="*/ 0 h 91725"/>
                  <a:gd name="connsiteX6" fmla="*/ 30575 w 86772"/>
                  <a:gd name="connsiteY6" fmla="*/ 0 h 91725"/>
                  <a:gd name="connsiteX7" fmla="*/ 61150 w 86772"/>
                  <a:gd name="connsiteY7" fmla="*/ 80677 h 91725"/>
                  <a:gd name="connsiteX8" fmla="*/ 61436 w 86772"/>
                  <a:gd name="connsiteY8" fmla="*/ 80677 h 91725"/>
                  <a:gd name="connsiteX9" fmla="*/ 78486 w 86772"/>
                  <a:gd name="connsiteY9" fmla="*/ 0 h 91725"/>
                  <a:gd name="connsiteX10" fmla="*/ 86773 w 86772"/>
                  <a:gd name="connsiteY10" fmla="*/ 0 h 91725"/>
                  <a:gd name="connsiteX11" fmla="*/ 67342 w 86772"/>
                  <a:gd name="connsiteY11" fmla="*/ 91726 h 91725"/>
                  <a:gd name="connsiteX12" fmla="*/ 56579 w 86772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6772" h="91725">
                    <a:moveTo>
                      <a:pt x="56579" y="91726"/>
                    </a:moveTo>
                    <a:lnTo>
                      <a:pt x="26003" y="11049"/>
                    </a:lnTo>
                    <a:lnTo>
                      <a:pt x="25717" y="11049"/>
                    </a:lnTo>
                    <a:lnTo>
                      <a:pt x="8382" y="91726"/>
                    </a:lnTo>
                    <a:lnTo>
                      <a:pt x="0" y="91726"/>
                    </a:lnTo>
                    <a:lnTo>
                      <a:pt x="19812" y="0"/>
                    </a:lnTo>
                    <a:lnTo>
                      <a:pt x="30575" y="0"/>
                    </a:lnTo>
                    <a:lnTo>
                      <a:pt x="61150" y="80677"/>
                    </a:lnTo>
                    <a:lnTo>
                      <a:pt x="61436" y="80677"/>
                    </a:lnTo>
                    <a:lnTo>
                      <a:pt x="78486" y="0"/>
                    </a:lnTo>
                    <a:lnTo>
                      <a:pt x="86773" y="0"/>
                    </a:lnTo>
                    <a:lnTo>
                      <a:pt x="67342" y="91726"/>
                    </a:lnTo>
                    <a:lnTo>
                      <a:pt x="56579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9" name="Freihandform: Form 38">
                <a:extLst>
                  <a:ext uri="{FF2B5EF4-FFF2-40B4-BE49-F238E27FC236}">
                    <a16:creationId xmlns:a16="http://schemas.microsoft.com/office/drawing/2014/main" id="{5C3362DB-2227-04EE-A889-4B35487DF676}"/>
                  </a:ext>
                </a:extLst>
              </p:cNvPr>
              <p:cNvSpPr/>
              <p:nvPr/>
            </p:nvSpPr>
            <p:spPr>
              <a:xfrm>
                <a:off x="10141379" y="2957560"/>
                <a:ext cx="28479" cy="91725"/>
              </a:xfrm>
              <a:custGeom>
                <a:avLst/>
                <a:gdLst>
                  <a:gd name="connsiteX0" fmla="*/ 0 w 28479"/>
                  <a:gd name="connsiteY0" fmla="*/ 91726 h 91725"/>
                  <a:gd name="connsiteX1" fmla="*/ 19431 w 28479"/>
                  <a:gd name="connsiteY1" fmla="*/ 0 h 91725"/>
                  <a:gd name="connsiteX2" fmla="*/ 28480 w 28479"/>
                  <a:gd name="connsiteY2" fmla="*/ 0 h 91725"/>
                  <a:gd name="connsiteX3" fmla="*/ 9049 w 28479"/>
                  <a:gd name="connsiteY3" fmla="*/ 91726 h 91725"/>
                  <a:gd name="connsiteX4" fmla="*/ 0 w 28479"/>
                  <a:gd name="connsiteY4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479" h="91725">
                    <a:moveTo>
                      <a:pt x="0" y="91726"/>
                    </a:moveTo>
                    <a:lnTo>
                      <a:pt x="19431" y="0"/>
                    </a:lnTo>
                    <a:lnTo>
                      <a:pt x="28480" y="0"/>
                    </a:lnTo>
                    <a:lnTo>
                      <a:pt x="9049" y="91726"/>
                    </a:lnTo>
                    <a:lnTo>
                      <a:pt x="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0" name="Freihandform: Form 39">
                <a:extLst>
                  <a:ext uri="{FF2B5EF4-FFF2-40B4-BE49-F238E27FC236}">
                    <a16:creationId xmlns:a16="http://schemas.microsoft.com/office/drawing/2014/main" id="{896AA373-2D5F-F8A7-D44A-3A04FD8263C4}"/>
                  </a:ext>
                </a:extLst>
              </p:cNvPr>
              <p:cNvSpPr/>
              <p:nvPr/>
            </p:nvSpPr>
            <p:spPr>
              <a:xfrm>
                <a:off x="10187766" y="2955941"/>
                <a:ext cx="79248" cy="94869"/>
              </a:xfrm>
              <a:custGeom>
                <a:avLst/>
                <a:gdLst>
                  <a:gd name="connsiteX0" fmla="*/ 60960 w 79248"/>
                  <a:gd name="connsiteY0" fmla="*/ 92012 h 94869"/>
                  <a:gd name="connsiteX1" fmla="*/ 43053 w 79248"/>
                  <a:gd name="connsiteY1" fmla="*/ 94869 h 94869"/>
                  <a:gd name="connsiteX2" fmla="*/ 0 w 79248"/>
                  <a:gd name="connsiteY2" fmla="*/ 54674 h 94869"/>
                  <a:gd name="connsiteX3" fmla="*/ 54674 w 79248"/>
                  <a:gd name="connsiteY3" fmla="*/ 0 h 94869"/>
                  <a:gd name="connsiteX4" fmla="*/ 79248 w 79248"/>
                  <a:gd name="connsiteY4" fmla="*/ 4763 h 94869"/>
                  <a:gd name="connsiteX5" fmla="*/ 76105 w 79248"/>
                  <a:gd name="connsiteY5" fmla="*/ 12382 h 94869"/>
                  <a:gd name="connsiteX6" fmla="*/ 54007 w 79248"/>
                  <a:gd name="connsiteY6" fmla="*/ 7906 h 94869"/>
                  <a:gd name="connsiteX7" fmla="*/ 9049 w 79248"/>
                  <a:gd name="connsiteY7" fmla="*/ 54769 h 94869"/>
                  <a:gd name="connsiteX8" fmla="*/ 42577 w 79248"/>
                  <a:gd name="connsiteY8" fmla="*/ 86963 h 94869"/>
                  <a:gd name="connsiteX9" fmla="*/ 62008 w 79248"/>
                  <a:gd name="connsiteY9" fmla="*/ 83915 h 94869"/>
                  <a:gd name="connsiteX10" fmla="*/ 60960 w 79248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8" h="94869">
                    <a:moveTo>
                      <a:pt x="60960" y="92012"/>
                    </a:moveTo>
                    <a:cubicBezTo>
                      <a:pt x="54292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8" y="0"/>
                      <a:pt x="54674" y="0"/>
                    </a:cubicBezTo>
                    <a:cubicBezTo>
                      <a:pt x="66199" y="0"/>
                      <a:pt x="72962" y="1810"/>
                      <a:pt x="79248" y="4763"/>
                    </a:cubicBezTo>
                    <a:lnTo>
                      <a:pt x="76105" y="12382"/>
                    </a:lnTo>
                    <a:cubicBezTo>
                      <a:pt x="69533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1" name="Freihandform: Form 40">
                <a:extLst>
                  <a:ext uri="{FF2B5EF4-FFF2-40B4-BE49-F238E27FC236}">
                    <a16:creationId xmlns:a16="http://schemas.microsoft.com/office/drawing/2014/main" id="{52C0D171-26CF-5F33-9F4C-2FE5C297BD40}"/>
                  </a:ext>
                </a:extLst>
              </p:cNvPr>
              <p:cNvSpPr/>
              <p:nvPr/>
            </p:nvSpPr>
            <p:spPr>
              <a:xfrm>
                <a:off x="10272062" y="2955941"/>
                <a:ext cx="66293" cy="94869"/>
              </a:xfrm>
              <a:custGeom>
                <a:avLst/>
                <a:gdLst>
                  <a:gd name="connsiteX0" fmla="*/ 2572 w 66293"/>
                  <a:gd name="connsiteY0" fmla="*/ 81248 h 94869"/>
                  <a:gd name="connsiteX1" fmla="*/ 22193 w 66293"/>
                  <a:gd name="connsiteY1" fmla="*/ 87058 h 94869"/>
                  <a:gd name="connsiteX2" fmla="*/ 47720 w 66293"/>
                  <a:gd name="connsiteY2" fmla="*/ 67437 h 94869"/>
                  <a:gd name="connsiteX3" fmla="*/ 34099 w 66293"/>
                  <a:gd name="connsiteY3" fmla="*/ 49435 h 94869"/>
                  <a:gd name="connsiteX4" fmla="*/ 14002 w 66293"/>
                  <a:gd name="connsiteY4" fmla="*/ 25527 h 94869"/>
                  <a:gd name="connsiteX5" fmla="*/ 45053 w 66293"/>
                  <a:gd name="connsiteY5" fmla="*/ 0 h 94869"/>
                  <a:gd name="connsiteX6" fmla="*/ 66294 w 66293"/>
                  <a:gd name="connsiteY6" fmla="*/ 4096 h 94869"/>
                  <a:gd name="connsiteX7" fmla="*/ 63532 w 66293"/>
                  <a:gd name="connsiteY7" fmla="*/ 12382 h 94869"/>
                  <a:gd name="connsiteX8" fmla="*/ 44863 w 66293"/>
                  <a:gd name="connsiteY8" fmla="*/ 7906 h 94869"/>
                  <a:gd name="connsiteX9" fmla="*/ 23050 w 66293"/>
                  <a:gd name="connsiteY9" fmla="*/ 24860 h 94869"/>
                  <a:gd name="connsiteX10" fmla="*/ 36481 w 66293"/>
                  <a:gd name="connsiteY10" fmla="*/ 40481 h 94869"/>
                  <a:gd name="connsiteX11" fmla="*/ 56864 w 66293"/>
                  <a:gd name="connsiteY11" fmla="*/ 66199 h 94869"/>
                  <a:gd name="connsiteX12" fmla="*/ 22955 w 66293"/>
                  <a:gd name="connsiteY12" fmla="*/ 94869 h 94869"/>
                  <a:gd name="connsiteX13" fmla="*/ 0 w 66293"/>
                  <a:gd name="connsiteY13" fmla="*/ 89916 h 94869"/>
                  <a:gd name="connsiteX14" fmla="*/ 2762 w 66293"/>
                  <a:gd name="connsiteY14" fmla="*/ 81248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6293" h="94869">
                    <a:moveTo>
                      <a:pt x="2572" y="81248"/>
                    </a:moveTo>
                    <a:cubicBezTo>
                      <a:pt x="8096" y="84963"/>
                      <a:pt x="15430" y="87058"/>
                      <a:pt x="22193" y="87058"/>
                    </a:cubicBezTo>
                    <a:cubicBezTo>
                      <a:pt x="34576" y="87058"/>
                      <a:pt x="47720" y="81629"/>
                      <a:pt x="47720" y="67437"/>
                    </a:cubicBezTo>
                    <a:cubicBezTo>
                      <a:pt x="47720" y="59912"/>
                      <a:pt x="42767" y="54959"/>
                      <a:pt x="34099" y="49435"/>
                    </a:cubicBezTo>
                    <a:cubicBezTo>
                      <a:pt x="23241" y="42482"/>
                      <a:pt x="14002" y="36957"/>
                      <a:pt x="14002" y="25527"/>
                    </a:cubicBezTo>
                    <a:cubicBezTo>
                      <a:pt x="14002" y="8477"/>
                      <a:pt x="28099" y="0"/>
                      <a:pt x="45053" y="0"/>
                    </a:cubicBezTo>
                    <a:cubicBezTo>
                      <a:pt x="52768" y="0"/>
                      <a:pt x="59912" y="1333"/>
                      <a:pt x="66294" y="4096"/>
                    </a:cubicBezTo>
                    <a:lnTo>
                      <a:pt x="63532" y="12382"/>
                    </a:lnTo>
                    <a:cubicBezTo>
                      <a:pt x="57626" y="9334"/>
                      <a:pt x="51340" y="7906"/>
                      <a:pt x="44863" y="7906"/>
                    </a:cubicBezTo>
                    <a:cubicBezTo>
                      <a:pt x="34861" y="7906"/>
                      <a:pt x="23050" y="12764"/>
                      <a:pt x="23050" y="24860"/>
                    </a:cubicBezTo>
                    <a:cubicBezTo>
                      <a:pt x="23050" y="31051"/>
                      <a:pt x="27527" y="34957"/>
                      <a:pt x="36481" y="40481"/>
                    </a:cubicBezTo>
                    <a:cubicBezTo>
                      <a:pt x="48673" y="48006"/>
                      <a:pt x="56864" y="54293"/>
                      <a:pt x="56864" y="66199"/>
                    </a:cubicBezTo>
                    <a:cubicBezTo>
                      <a:pt x="56864" y="84868"/>
                      <a:pt x="39814" y="94869"/>
                      <a:pt x="22955" y="94869"/>
                    </a:cubicBezTo>
                    <a:cubicBezTo>
                      <a:pt x="14573" y="94869"/>
                      <a:pt x="6382" y="93440"/>
                      <a:pt x="0" y="89916"/>
                    </a:cubicBezTo>
                    <a:lnTo>
                      <a:pt x="2762" y="8124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5B85ECDF-5C2B-EA87-6216-958E74833A1B}"/>
                </a:ext>
              </a:extLst>
            </p:cNvPr>
            <p:cNvSpPr/>
            <p:nvPr/>
          </p:nvSpPr>
          <p:spPr>
            <a:xfrm>
              <a:off x="9491583" y="2527792"/>
              <a:ext cx="408717" cy="379666"/>
            </a:xfrm>
            <a:custGeom>
              <a:avLst/>
              <a:gdLst>
                <a:gd name="connsiteX0" fmla="*/ 80486 w 408717"/>
                <a:gd name="connsiteY0" fmla="*/ 0 h 379666"/>
                <a:gd name="connsiteX1" fmla="*/ 80486 w 408717"/>
                <a:gd name="connsiteY1" fmla="*/ 0 h 379666"/>
                <a:gd name="connsiteX2" fmla="*/ 408718 w 408717"/>
                <a:gd name="connsiteY2" fmla="*/ 0 h 379666"/>
                <a:gd name="connsiteX3" fmla="*/ 389477 w 408717"/>
                <a:gd name="connsiteY3" fmla="*/ 91345 h 379666"/>
                <a:gd name="connsiteX4" fmla="*/ 203168 w 408717"/>
                <a:gd name="connsiteY4" fmla="*/ 91345 h 379666"/>
                <a:gd name="connsiteX5" fmla="*/ 191643 w 408717"/>
                <a:gd name="connsiteY5" fmla="*/ 145161 h 379666"/>
                <a:gd name="connsiteX6" fmla="*/ 369760 w 408717"/>
                <a:gd name="connsiteY6" fmla="*/ 145161 h 379666"/>
                <a:gd name="connsiteX7" fmla="*/ 350520 w 408717"/>
                <a:gd name="connsiteY7" fmla="*/ 236506 h 379666"/>
                <a:gd name="connsiteX8" fmla="*/ 172402 w 408717"/>
                <a:gd name="connsiteY8" fmla="*/ 236506 h 379666"/>
                <a:gd name="connsiteX9" fmla="*/ 161353 w 408717"/>
                <a:gd name="connsiteY9" fmla="*/ 287941 h 379666"/>
                <a:gd name="connsiteX10" fmla="*/ 351282 w 408717"/>
                <a:gd name="connsiteY10" fmla="*/ 287941 h 379666"/>
                <a:gd name="connsiteX11" fmla="*/ 331946 w 408717"/>
                <a:gd name="connsiteY11" fmla="*/ 379667 h 379666"/>
                <a:gd name="connsiteX12" fmla="*/ 0 w 408717"/>
                <a:gd name="connsiteY12" fmla="*/ 379667 h 379666"/>
                <a:gd name="connsiteX13" fmla="*/ 80486 w 408717"/>
                <a:gd name="connsiteY13" fmla="*/ 0 h 379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8717" h="379666">
                  <a:moveTo>
                    <a:pt x="80486" y="0"/>
                  </a:moveTo>
                  <a:lnTo>
                    <a:pt x="80486" y="0"/>
                  </a:lnTo>
                  <a:lnTo>
                    <a:pt x="408718" y="0"/>
                  </a:lnTo>
                  <a:lnTo>
                    <a:pt x="389477" y="91345"/>
                  </a:lnTo>
                  <a:lnTo>
                    <a:pt x="203168" y="91345"/>
                  </a:lnTo>
                  <a:lnTo>
                    <a:pt x="191643" y="145161"/>
                  </a:lnTo>
                  <a:lnTo>
                    <a:pt x="369760" y="145161"/>
                  </a:lnTo>
                  <a:lnTo>
                    <a:pt x="350520" y="236506"/>
                  </a:lnTo>
                  <a:lnTo>
                    <a:pt x="172402" y="236506"/>
                  </a:lnTo>
                  <a:lnTo>
                    <a:pt x="161353" y="287941"/>
                  </a:lnTo>
                  <a:lnTo>
                    <a:pt x="351282" y="287941"/>
                  </a:lnTo>
                  <a:lnTo>
                    <a:pt x="331946" y="379667"/>
                  </a:lnTo>
                  <a:lnTo>
                    <a:pt x="0" y="379667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36BCB2AD-ED77-7A24-F5A4-042F9E3A45E1}"/>
                </a:ext>
              </a:extLst>
            </p:cNvPr>
            <p:cNvSpPr/>
            <p:nvPr/>
          </p:nvSpPr>
          <p:spPr>
            <a:xfrm>
              <a:off x="9892110" y="2527792"/>
              <a:ext cx="446790" cy="379571"/>
            </a:xfrm>
            <a:custGeom>
              <a:avLst/>
              <a:gdLst>
                <a:gd name="connsiteX0" fmla="*/ 80486 w 446790"/>
                <a:gd name="connsiteY0" fmla="*/ 0 h 379571"/>
                <a:gd name="connsiteX1" fmla="*/ 293846 w 446790"/>
                <a:gd name="connsiteY1" fmla="*/ 0 h 379571"/>
                <a:gd name="connsiteX2" fmla="*/ 438721 w 446790"/>
                <a:gd name="connsiteY2" fmla="*/ 190786 h 379571"/>
                <a:gd name="connsiteX3" fmla="*/ 207264 w 446790"/>
                <a:gd name="connsiteY3" fmla="*/ 379571 h 379571"/>
                <a:gd name="connsiteX4" fmla="*/ 0 w 446790"/>
                <a:gd name="connsiteY4" fmla="*/ 379571 h 379571"/>
                <a:gd name="connsiteX5" fmla="*/ 80486 w 446790"/>
                <a:gd name="connsiteY5" fmla="*/ 0 h 379571"/>
                <a:gd name="connsiteX6" fmla="*/ 165830 w 446790"/>
                <a:gd name="connsiteY6" fmla="*/ 284988 h 379571"/>
                <a:gd name="connsiteX7" fmla="*/ 201930 w 446790"/>
                <a:gd name="connsiteY7" fmla="*/ 284988 h 379571"/>
                <a:gd name="connsiteX8" fmla="*/ 287274 w 446790"/>
                <a:gd name="connsiteY8" fmla="*/ 186690 h 379571"/>
                <a:gd name="connsiteX9" fmla="*/ 243364 w 446790"/>
                <a:gd name="connsiteY9" fmla="*/ 88011 h 379571"/>
                <a:gd name="connsiteX10" fmla="*/ 207264 w 446790"/>
                <a:gd name="connsiteY10" fmla="*/ 88011 h 379571"/>
                <a:gd name="connsiteX11" fmla="*/ 165830 w 446790"/>
                <a:gd name="connsiteY11" fmla="*/ 284988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6790" h="379571">
                  <a:moveTo>
                    <a:pt x="80486" y="0"/>
                  </a:moveTo>
                  <a:lnTo>
                    <a:pt x="293846" y="0"/>
                  </a:lnTo>
                  <a:cubicBezTo>
                    <a:pt x="402622" y="0"/>
                    <a:pt x="471106" y="36576"/>
                    <a:pt x="438721" y="190786"/>
                  </a:cubicBezTo>
                  <a:cubicBezTo>
                    <a:pt x="407956" y="334328"/>
                    <a:pt x="316039" y="379571"/>
                    <a:pt x="207264" y="379571"/>
                  </a:cubicBezTo>
                  <a:lnTo>
                    <a:pt x="0" y="379571"/>
                  </a:lnTo>
                  <a:lnTo>
                    <a:pt x="80486" y="0"/>
                  </a:lnTo>
                  <a:close/>
                  <a:moveTo>
                    <a:pt x="165830" y="284988"/>
                  </a:moveTo>
                  <a:lnTo>
                    <a:pt x="201930" y="284988"/>
                  </a:lnTo>
                  <a:cubicBezTo>
                    <a:pt x="254889" y="284988"/>
                    <a:pt x="274130" y="250031"/>
                    <a:pt x="287274" y="186690"/>
                  </a:cubicBezTo>
                  <a:cubicBezTo>
                    <a:pt x="301276" y="121730"/>
                    <a:pt x="295465" y="88011"/>
                    <a:pt x="243364" y="88011"/>
                  </a:cubicBezTo>
                  <a:lnTo>
                    <a:pt x="207264" y="88011"/>
                  </a:lnTo>
                  <a:lnTo>
                    <a:pt x="165830" y="2849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BC92788F-7C12-50F7-23D9-514B183A1E9C}"/>
                </a:ext>
              </a:extLst>
            </p:cNvPr>
            <p:cNvSpPr/>
            <p:nvPr/>
          </p:nvSpPr>
          <p:spPr>
            <a:xfrm>
              <a:off x="10291778" y="2527792"/>
              <a:ext cx="468344" cy="379571"/>
            </a:xfrm>
            <a:custGeom>
              <a:avLst/>
              <a:gdLst>
                <a:gd name="connsiteX0" fmla="*/ 213455 w 468344"/>
                <a:gd name="connsiteY0" fmla="*/ 0 h 379571"/>
                <a:gd name="connsiteX1" fmla="*/ 413766 w 468344"/>
                <a:gd name="connsiteY1" fmla="*/ 0 h 379571"/>
                <a:gd name="connsiteX2" fmla="*/ 468344 w 468344"/>
                <a:gd name="connsiteY2" fmla="*/ 379571 h 379571"/>
                <a:gd name="connsiteX3" fmla="*/ 315659 w 468344"/>
                <a:gd name="connsiteY3" fmla="*/ 379571 h 379571"/>
                <a:gd name="connsiteX4" fmla="*/ 308229 w 468344"/>
                <a:gd name="connsiteY4" fmla="*/ 297275 h 379571"/>
                <a:gd name="connsiteX5" fmla="*/ 185547 w 468344"/>
                <a:gd name="connsiteY5" fmla="*/ 297275 h 379571"/>
                <a:gd name="connsiteX6" fmla="*/ 144875 w 468344"/>
                <a:gd name="connsiteY6" fmla="*/ 379571 h 379571"/>
                <a:gd name="connsiteX7" fmla="*/ 0 w 468344"/>
                <a:gd name="connsiteY7" fmla="*/ 379571 h 379571"/>
                <a:gd name="connsiteX8" fmla="*/ 213360 w 468344"/>
                <a:gd name="connsiteY8" fmla="*/ 0 h 379571"/>
                <a:gd name="connsiteX9" fmla="*/ 224885 w 468344"/>
                <a:gd name="connsiteY9" fmla="*/ 206026 h 379571"/>
                <a:gd name="connsiteX10" fmla="*/ 308991 w 468344"/>
                <a:gd name="connsiteY10" fmla="*/ 206026 h 379571"/>
                <a:gd name="connsiteX11" fmla="*/ 294227 w 468344"/>
                <a:gd name="connsiteY11" fmla="*/ 81439 h 379571"/>
                <a:gd name="connsiteX12" fmla="*/ 292989 w 468344"/>
                <a:gd name="connsiteY12" fmla="*/ 81439 h 379571"/>
                <a:gd name="connsiteX13" fmla="*/ 224885 w 468344"/>
                <a:gd name="connsiteY13" fmla="*/ 206026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68344" h="379571">
                  <a:moveTo>
                    <a:pt x="213455" y="0"/>
                  </a:moveTo>
                  <a:lnTo>
                    <a:pt x="413766" y="0"/>
                  </a:lnTo>
                  <a:lnTo>
                    <a:pt x="468344" y="379571"/>
                  </a:lnTo>
                  <a:lnTo>
                    <a:pt x="315659" y="379571"/>
                  </a:lnTo>
                  <a:lnTo>
                    <a:pt x="308229" y="297275"/>
                  </a:lnTo>
                  <a:lnTo>
                    <a:pt x="185547" y="297275"/>
                  </a:lnTo>
                  <a:lnTo>
                    <a:pt x="144875" y="379571"/>
                  </a:lnTo>
                  <a:lnTo>
                    <a:pt x="0" y="379571"/>
                  </a:lnTo>
                  <a:lnTo>
                    <a:pt x="213360" y="0"/>
                  </a:lnTo>
                  <a:close/>
                  <a:moveTo>
                    <a:pt x="224885" y="206026"/>
                  </a:moveTo>
                  <a:lnTo>
                    <a:pt x="308991" y="206026"/>
                  </a:lnTo>
                  <a:lnTo>
                    <a:pt x="294227" y="81439"/>
                  </a:lnTo>
                  <a:lnTo>
                    <a:pt x="292989" y="81439"/>
                  </a:lnTo>
                  <a:lnTo>
                    <a:pt x="224885" y="2060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56289B8E-32BA-913D-0B17-16638A8E471F}"/>
                </a:ext>
              </a:extLst>
            </p:cNvPr>
            <p:cNvSpPr/>
            <p:nvPr/>
          </p:nvSpPr>
          <p:spPr>
            <a:xfrm>
              <a:off x="10789761" y="2521220"/>
              <a:ext cx="411274" cy="392715"/>
            </a:xfrm>
            <a:custGeom>
              <a:avLst/>
              <a:gdLst>
                <a:gd name="connsiteX0" fmla="*/ 350695 w 411274"/>
                <a:gd name="connsiteY0" fmla="*/ 371761 h 392715"/>
                <a:gd name="connsiteX1" fmla="*/ 350695 w 411274"/>
                <a:gd name="connsiteY1" fmla="*/ 371761 h 392715"/>
                <a:gd name="connsiteX2" fmla="*/ 189341 w 411274"/>
                <a:gd name="connsiteY2" fmla="*/ 392716 h 392715"/>
                <a:gd name="connsiteX3" fmla="*/ 5509 w 411274"/>
                <a:gd name="connsiteY3" fmla="*/ 190786 h 392715"/>
                <a:gd name="connsiteX4" fmla="*/ 272590 w 411274"/>
                <a:gd name="connsiteY4" fmla="*/ 0 h 392715"/>
                <a:gd name="connsiteX5" fmla="*/ 411274 w 411274"/>
                <a:gd name="connsiteY5" fmla="*/ 14002 h 392715"/>
                <a:gd name="connsiteX6" fmla="*/ 389462 w 411274"/>
                <a:gd name="connsiteY6" fmla="*/ 116396 h 392715"/>
                <a:gd name="connsiteX7" fmla="*/ 294307 w 411274"/>
                <a:gd name="connsiteY7" fmla="*/ 94583 h 392715"/>
                <a:gd name="connsiteX8" fmla="*/ 151908 w 411274"/>
                <a:gd name="connsiteY8" fmla="*/ 199835 h 392715"/>
                <a:gd name="connsiteX9" fmla="*/ 210582 w 411274"/>
                <a:gd name="connsiteY9" fmla="*/ 297752 h 392715"/>
                <a:gd name="connsiteX10" fmla="*/ 242110 w 411274"/>
                <a:gd name="connsiteY10" fmla="*/ 294418 h 392715"/>
                <a:gd name="connsiteX11" fmla="*/ 263446 w 411274"/>
                <a:gd name="connsiteY11" fmla="*/ 193262 h 392715"/>
                <a:gd name="connsiteX12" fmla="*/ 388224 w 411274"/>
                <a:gd name="connsiteY12" fmla="*/ 193262 h 392715"/>
                <a:gd name="connsiteX13" fmla="*/ 350505 w 411274"/>
                <a:gd name="connsiteY13" fmla="*/ 371761 h 392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11274" h="392715">
                  <a:moveTo>
                    <a:pt x="350695" y="371761"/>
                  </a:moveTo>
                  <a:lnTo>
                    <a:pt x="350695" y="371761"/>
                  </a:lnTo>
                  <a:cubicBezTo>
                    <a:pt x="297736" y="386525"/>
                    <a:pt x="249349" y="392716"/>
                    <a:pt x="189341" y="392716"/>
                  </a:cubicBezTo>
                  <a:cubicBezTo>
                    <a:pt x="63326" y="392716"/>
                    <a:pt x="-23161" y="326041"/>
                    <a:pt x="5509" y="190786"/>
                  </a:cubicBezTo>
                  <a:cubicBezTo>
                    <a:pt x="32179" y="63246"/>
                    <a:pt x="151146" y="0"/>
                    <a:pt x="272590" y="0"/>
                  </a:cubicBezTo>
                  <a:cubicBezTo>
                    <a:pt x="343551" y="0"/>
                    <a:pt x="376889" y="5334"/>
                    <a:pt x="411274" y="14002"/>
                  </a:cubicBezTo>
                  <a:lnTo>
                    <a:pt x="389462" y="116396"/>
                  </a:lnTo>
                  <a:cubicBezTo>
                    <a:pt x="371364" y="104489"/>
                    <a:pt x="334883" y="94583"/>
                    <a:pt x="294307" y="94583"/>
                  </a:cubicBezTo>
                  <a:cubicBezTo>
                    <a:pt x="222107" y="94583"/>
                    <a:pt x="166672" y="130778"/>
                    <a:pt x="151908" y="199835"/>
                  </a:cubicBezTo>
                  <a:cubicBezTo>
                    <a:pt x="140764" y="252032"/>
                    <a:pt x="152289" y="297752"/>
                    <a:pt x="210582" y="297752"/>
                  </a:cubicBezTo>
                  <a:cubicBezTo>
                    <a:pt x="220774" y="297752"/>
                    <a:pt x="232776" y="297752"/>
                    <a:pt x="242110" y="294418"/>
                  </a:cubicBezTo>
                  <a:lnTo>
                    <a:pt x="263446" y="193262"/>
                  </a:lnTo>
                  <a:lnTo>
                    <a:pt x="388224" y="193262"/>
                  </a:lnTo>
                  <a:lnTo>
                    <a:pt x="350505" y="3717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A2E56F0F-0E5C-4F62-C13F-D85795546654}"/>
                </a:ext>
              </a:extLst>
            </p:cNvPr>
            <p:cNvSpPr/>
            <p:nvPr/>
          </p:nvSpPr>
          <p:spPr>
            <a:xfrm>
              <a:off x="8749300" y="2670477"/>
              <a:ext cx="500824" cy="91344"/>
            </a:xfrm>
            <a:custGeom>
              <a:avLst/>
              <a:gdLst>
                <a:gd name="connsiteX0" fmla="*/ 19336 w 500824"/>
                <a:gd name="connsiteY0" fmla="*/ 0 h 91344"/>
                <a:gd name="connsiteX1" fmla="*/ 500824 w 500824"/>
                <a:gd name="connsiteY1" fmla="*/ 0 h 91344"/>
                <a:gd name="connsiteX2" fmla="*/ 481489 w 500824"/>
                <a:gd name="connsiteY2" fmla="*/ 91345 h 91344"/>
                <a:gd name="connsiteX3" fmla="*/ 0 w 500824"/>
                <a:gd name="connsiteY3" fmla="*/ 91345 h 91344"/>
                <a:gd name="connsiteX4" fmla="*/ 19336 w 500824"/>
                <a:gd name="connsiteY4" fmla="*/ 0 h 91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824" h="91344">
                  <a:moveTo>
                    <a:pt x="19336" y="0"/>
                  </a:moveTo>
                  <a:lnTo>
                    <a:pt x="500824" y="0"/>
                  </a:lnTo>
                  <a:lnTo>
                    <a:pt x="481489" y="91345"/>
                  </a:lnTo>
                  <a:lnTo>
                    <a:pt x="0" y="91345"/>
                  </a:lnTo>
                  <a:lnTo>
                    <a:pt x="1933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620A0A78-11F0-51FA-6432-D2E689D767A1}"/>
                </a:ext>
              </a:extLst>
            </p:cNvPr>
            <p:cNvSpPr/>
            <p:nvPr/>
          </p:nvSpPr>
          <p:spPr>
            <a:xfrm>
              <a:off x="8810260" y="2383489"/>
              <a:ext cx="500729" cy="90773"/>
            </a:xfrm>
            <a:custGeom>
              <a:avLst/>
              <a:gdLst>
                <a:gd name="connsiteX0" fmla="*/ 19241 w 500729"/>
                <a:gd name="connsiteY0" fmla="*/ 0 h 90773"/>
                <a:gd name="connsiteX1" fmla="*/ 500729 w 500729"/>
                <a:gd name="connsiteY1" fmla="*/ 0 h 90773"/>
                <a:gd name="connsiteX2" fmla="*/ 481489 w 500729"/>
                <a:gd name="connsiteY2" fmla="*/ 90773 h 90773"/>
                <a:gd name="connsiteX3" fmla="*/ 0 w 500729"/>
                <a:gd name="connsiteY3" fmla="*/ 90773 h 90773"/>
                <a:gd name="connsiteX4" fmla="*/ 19241 w 500729"/>
                <a:gd name="connsiteY4" fmla="*/ 0 h 90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729" h="90773">
                  <a:moveTo>
                    <a:pt x="19241" y="0"/>
                  </a:moveTo>
                  <a:lnTo>
                    <a:pt x="500729" y="0"/>
                  </a:lnTo>
                  <a:lnTo>
                    <a:pt x="481489" y="90773"/>
                  </a:lnTo>
                  <a:lnTo>
                    <a:pt x="0" y="90773"/>
                  </a:lnTo>
                  <a:lnTo>
                    <a:pt x="1924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65CCC190-F42B-BAD7-53CB-E2F05D38E8BD}"/>
                </a:ext>
              </a:extLst>
            </p:cNvPr>
            <p:cNvSpPr/>
            <p:nvPr/>
          </p:nvSpPr>
          <p:spPr>
            <a:xfrm>
              <a:off x="8688340" y="2957560"/>
              <a:ext cx="501015" cy="91725"/>
            </a:xfrm>
            <a:custGeom>
              <a:avLst/>
              <a:gdLst>
                <a:gd name="connsiteX0" fmla="*/ 19431 w 501015"/>
                <a:gd name="connsiteY0" fmla="*/ 0 h 91725"/>
                <a:gd name="connsiteX1" fmla="*/ 501015 w 501015"/>
                <a:gd name="connsiteY1" fmla="*/ 0 h 91725"/>
                <a:gd name="connsiteX2" fmla="*/ 481489 w 501015"/>
                <a:gd name="connsiteY2" fmla="*/ 91726 h 91725"/>
                <a:gd name="connsiteX3" fmla="*/ 0 w 501015"/>
                <a:gd name="connsiteY3" fmla="*/ 91726 h 91725"/>
                <a:gd name="connsiteX4" fmla="*/ 19431 w 501015"/>
                <a:gd name="connsiteY4" fmla="*/ 0 h 91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015" h="91725">
                  <a:moveTo>
                    <a:pt x="19431" y="0"/>
                  </a:moveTo>
                  <a:lnTo>
                    <a:pt x="501015" y="0"/>
                  </a:lnTo>
                  <a:lnTo>
                    <a:pt x="481489" y="91726"/>
                  </a:lnTo>
                  <a:lnTo>
                    <a:pt x="0" y="91726"/>
                  </a:lnTo>
                  <a:lnTo>
                    <a:pt x="1943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4182485E-2F05-EB46-7C23-A2B9DBBB688E}"/>
                </a:ext>
              </a:extLst>
            </p:cNvPr>
            <p:cNvSpPr/>
            <p:nvPr/>
          </p:nvSpPr>
          <p:spPr>
            <a:xfrm>
              <a:off x="8501174" y="2527792"/>
              <a:ext cx="930402" cy="379571"/>
            </a:xfrm>
            <a:custGeom>
              <a:avLst/>
              <a:gdLst>
                <a:gd name="connsiteX0" fmla="*/ 80486 w 930402"/>
                <a:gd name="connsiteY0" fmla="*/ 0 h 379571"/>
                <a:gd name="connsiteX1" fmla="*/ 61055 w 930402"/>
                <a:gd name="connsiteY1" fmla="*/ 91726 h 379571"/>
                <a:gd name="connsiteX2" fmla="*/ 818769 w 930402"/>
                <a:gd name="connsiteY2" fmla="*/ 91345 h 379571"/>
                <a:gd name="connsiteX3" fmla="*/ 776954 w 930402"/>
                <a:gd name="connsiteY3" fmla="*/ 288322 h 379571"/>
                <a:gd name="connsiteX4" fmla="*/ 19336 w 930402"/>
                <a:gd name="connsiteY4" fmla="*/ 288322 h 379571"/>
                <a:gd name="connsiteX5" fmla="*/ 0 w 930402"/>
                <a:gd name="connsiteY5" fmla="*/ 379571 h 379571"/>
                <a:gd name="connsiteX6" fmla="*/ 849916 w 930402"/>
                <a:gd name="connsiteY6" fmla="*/ 379571 h 379571"/>
                <a:gd name="connsiteX7" fmla="*/ 930402 w 930402"/>
                <a:gd name="connsiteY7" fmla="*/ 0 h 379571"/>
                <a:gd name="connsiteX8" fmla="*/ 80486 w 930402"/>
                <a:gd name="connsiteY8" fmla="*/ 0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30402" h="379571">
                  <a:moveTo>
                    <a:pt x="80486" y="0"/>
                  </a:moveTo>
                  <a:lnTo>
                    <a:pt x="61055" y="91726"/>
                  </a:lnTo>
                  <a:lnTo>
                    <a:pt x="818769" y="91345"/>
                  </a:lnTo>
                  <a:lnTo>
                    <a:pt x="776954" y="288322"/>
                  </a:lnTo>
                  <a:lnTo>
                    <a:pt x="19336" y="288322"/>
                  </a:lnTo>
                  <a:lnTo>
                    <a:pt x="0" y="379571"/>
                  </a:lnTo>
                  <a:lnTo>
                    <a:pt x="849916" y="379571"/>
                  </a:lnTo>
                  <a:lnTo>
                    <a:pt x="930402" y="0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4576485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/Tex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8BA064-8075-E801-0D81-DD656C63E0E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1147468C-8EC9-9468-CE31-40123E99DD2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63801" y="1808163"/>
            <a:ext cx="4064400" cy="2675339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9A6466A6-0FAF-870B-6200-A61302FEC87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0" y="1808163"/>
            <a:ext cx="4064400" cy="2675339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7C601233-5814-87DC-2733-C2D3C033C89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127602" y="1808163"/>
            <a:ext cx="4064400" cy="2675339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D7737B59-4A39-0E2F-CA06-37DAB55A726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58812" y="5149184"/>
            <a:ext cx="10874376" cy="36666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Textplatzhalter 13">
            <a:extLst>
              <a:ext uri="{FF2B5EF4-FFF2-40B4-BE49-F238E27FC236}">
                <a16:creationId xmlns:a16="http://schemas.microsoft.com/office/drawing/2014/main" id="{A5C10635-5DA8-9B73-1F7D-90BF2712978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8812" y="5523520"/>
            <a:ext cx="10874376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>
              <a:lnSpc>
                <a:spcPct val="100000"/>
              </a:lnSpc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22AEBCD9-D962-FA29-7091-5F93345A68C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3" y="4873818"/>
            <a:ext cx="658814" cy="137683"/>
          </a:xfrm>
          <a:prstGeom prst="rect">
            <a:avLst/>
          </a:prstGeom>
        </p:spPr>
      </p:pic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FEDEC182-8B4C-9DBF-069C-8FF5499422C8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7F010EE1-4C6E-0E53-5AA8-3D019AD5D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67AF6A83-4F4D-C06C-97E7-839E31340B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6035502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/Tex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8BA064-8075-E801-0D81-DD656C63E0E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D7737B59-4A39-0E2F-CA06-37DAB55A726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58812" y="5149184"/>
            <a:ext cx="10874376" cy="36666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Textplatzhalter 13">
            <a:extLst>
              <a:ext uri="{FF2B5EF4-FFF2-40B4-BE49-F238E27FC236}">
                <a16:creationId xmlns:a16="http://schemas.microsoft.com/office/drawing/2014/main" id="{A5C10635-5DA8-9B73-1F7D-90BF2712978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8812" y="5523520"/>
            <a:ext cx="10874376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>
              <a:lnSpc>
                <a:spcPct val="100000"/>
              </a:lnSpc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22AEBCD9-D962-FA29-7091-5F93345A68C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3" y="4873818"/>
            <a:ext cx="658814" cy="137683"/>
          </a:xfrm>
          <a:prstGeom prst="rect">
            <a:avLst/>
          </a:prstGeom>
        </p:spPr>
      </p:pic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FEDEC182-8B4C-9DBF-069C-8FF5499422C8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7F010EE1-4C6E-0E53-5AA8-3D019AD5D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67AF6A83-4F4D-C06C-97E7-839E31340B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19062C3D-B74B-2E2C-5200-46B1275C20A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58812" y="1808163"/>
            <a:ext cx="11533187" cy="2675339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59225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/Tex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4">
            <a:extLst>
              <a:ext uri="{FF2B5EF4-FFF2-40B4-BE49-F238E27FC236}">
                <a16:creationId xmlns:a16="http://schemas.microsoft.com/office/drawing/2014/main" id="{1736C734-67A4-52D3-880C-D3399FB45A7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35919" y="1808162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3" name="Picture Placeholder 12">
            <a:extLst>
              <a:ext uri="{FF2B5EF4-FFF2-40B4-BE49-F238E27FC236}">
                <a16:creationId xmlns:a16="http://schemas.microsoft.com/office/drawing/2014/main" id="{D7B423B2-62D0-4D8F-3919-8FA2F9F27E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003704" y="1808162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4" name="Picture Placeholder 16">
            <a:extLst>
              <a:ext uri="{FF2B5EF4-FFF2-40B4-BE49-F238E27FC236}">
                <a16:creationId xmlns:a16="http://schemas.microsoft.com/office/drawing/2014/main" id="{BA7CF8FB-1BBA-4FD6-39B1-54748E2A701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371489" y="1808162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5" name="Picture Placeholder 21">
            <a:extLst>
              <a:ext uri="{FF2B5EF4-FFF2-40B4-BE49-F238E27FC236}">
                <a16:creationId xmlns:a16="http://schemas.microsoft.com/office/drawing/2014/main" id="{252B1A05-2DCC-1B1F-0A7D-BFB47B5D787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71489" y="4177951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6" name="Picture Placeholder 28">
            <a:extLst>
              <a:ext uri="{FF2B5EF4-FFF2-40B4-BE49-F238E27FC236}">
                <a16:creationId xmlns:a16="http://schemas.microsoft.com/office/drawing/2014/main" id="{0DCEBE79-3FCC-4FE4-CFBA-BFCBB87B7B6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003704" y="4177951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E8C401FD-1879-55DB-BD55-9FF542133F0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635919" y="4177951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8" name="Inhaltsplatzhalter 2">
            <a:extLst>
              <a:ext uri="{FF2B5EF4-FFF2-40B4-BE49-F238E27FC236}">
                <a16:creationId xmlns:a16="http://schemas.microsoft.com/office/drawing/2014/main" id="{3058D995-C3C8-CBF5-4186-BC7D565D55C0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58813" y="4177951"/>
            <a:ext cx="3661974" cy="5058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9" name="Textplatzhalter 13">
            <a:extLst>
              <a:ext uri="{FF2B5EF4-FFF2-40B4-BE49-F238E27FC236}">
                <a16:creationId xmlns:a16="http://schemas.microsoft.com/office/drawing/2014/main" id="{E4A96ABA-AC1E-A8F1-8BFB-66E52282276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8813" y="4776168"/>
            <a:ext cx="3661974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>
              <a:lnSpc>
                <a:spcPct val="100000"/>
              </a:lnSpc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pic>
        <p:nvPicPr>
          <p:cNvPr id="40" name="Grafik 39">
            <a:extLst>
              <a:ext uri="{FF2B5EF4-FFF2-40B4-BE49-F238E27FC236}">
                <a16:creationId xmlns:a16="http://schemas.microsoft.com/office/drawing/2014/main" id="{072179F4-998D-3732-42A9-758E6F4D285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3" y="3902585"/>
            <a:ext cx="658814" cy="137683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A4B3DA3-C296-4543-F374-9CBA170764FB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ABA45368-0993-B91C-294F-4CAFE9E2B223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CE4E727E-D259-0FD4-A8E2-D7F4F23DB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F6B05C7A-7B46-1781-F021-16AB78EBAF3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056153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/Tex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E82075BD-ED81-6B21-E55D-9AC8EF491E8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58813" y="2236335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600" b="1" cap="all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extplatzhalter 13">
            <a:extLst>
              <a:ext uri="{FF2B5EF4-FFF2-40B4-BE49-F238E27FC236}">
                <a16:creationId xmlns:a16="http://schemas.microsoft.com/office/drawing/2014/main" id="{848989BD-0D24-29B2-012F-6F665E0695B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8813" y="2521047"/>
            <a:ext cx="3978275" cy="590550"/>
          </a:xfrm>
          <a:prstGeom prst="rect">
            <a:avLst/>
          </a:prstGeo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Inhaltsplatzhalter 2">
            <a:extLst>
              <a:ext uri="{FF2B5EF4-FFF2-40B4-BE49-F238E27FC236}">
                <a16:creationId xmlns:a16="http://schemas.microsoft.com/office/drawing/2014/main" id="{54D7AE45-584B-9B45-4A1A-1016A264FF7E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658394" y="3848602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600" b="1" cap="all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Textplatzhalter 13">
            <a:extLst>
              <a:ext uri="{FF2B5EF4-FFF2-40B4-BE49-F238E27FC236}">
                <a16:creationId xmlns:a16="http://schemas.microsoft.com/office/drawing/2014/main" id="{11DB5597-71E7-EA0C-ED5B-8A11F67856B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8394" y="4133314"/>
            <a:ext cx="3978275" cy="590550"/>
          </a:xfrm>
          <a:prstGeom prst="rect">
            <a:avLst/>
          </a:prstGeo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Inhaltsplatzhalter 2">
            <a:extLst>
              <a:ext uri="{FF2B5EF4-FFF2-40B4-BE49-F238E27FC236}">
                <a16:creationId xmlns:a16="http://schemas.microsoft.com/office/drawing/2014/main" id="{3DFC8755-C4A6-5576-3793-F9CD5BBAD3FE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57975" y="5458146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600" b="1" cap="all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2" name="Textplatzhalter 13">
            <a:extLst>
              <a:ext uri="{FF2B5EF4-FFF2-40B4-BE49-F238E27FC236}">
                <a16:creationId xmlns:a16="http://schemas.microsoft.com/office/drawing/2014/main" id="{74B7EF65-04B5-6B3B-11DF-5BC3A4C7794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7975" y="5742858"/>
            <a:ext cx="3978275" cy="590550"/>
          </a:xfrm>
          <a:prstGeom prst="rect">
            <a:avLst/>
          </a:prstGeo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1BBF4DA1-0BA6-55F2-475E-458F8A59D245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7554912" y="2236335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 cap="all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4" name="Textplatzhalter 13">
            <a:extLst>
              <a:ext uri="{FF2B5EF4-FFF2-40B4-BE49-F238E27FC236}">
                <a16:creationId xmlns:a16="http://schemas.microsoft.com/office/drawing/2014/main" id="{C7EE6736-1822-EB18-CF56-CF3D2AC4BD7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54912" y="2521047"/>
            <a:ext cx="3978275" cy="590550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5" name="Inhaltsplatzhalter 2">
            <a:extLst>
              <a:ext uri="{FF2B5EF4-FFF2-40B4-BE49-F238E27FC236}">
                <a16:creationId xmlns:a16="http://schemas.microsoft.com/office/drawing/2014/main" id="{80C4A621-6B42-9A39-5A57-7EE05C20F64B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7554493" y="3848602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 cap="all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6" name="Textplatzhalter 13">
            <a:extLst>
              <a:ext uri="{FF2B5EF4-FFF2-40B4-BE49-F238E27FC236}">
                <a16:creationId xmlns:a16="http://schemas.microsoft.com/office/drawing/2014/main" id="{2594C389-A931-CDA3-6684-744F90F82F5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554493" y="4133314"/>
            <a:ext cx="3978275" cy="590550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7" name="Inhaltsplatzhalter 2">
            <a:extLst>
              <a:ext uri="{FF2B5EF4-FFF2-40B4-BE49-F238E27FC236}">
                <a16:creationId xmlns:a16="http://schemas.microsoft.com/office/drawing/2014/main" id="{C3873F2B-4173-ABA9-9283-CD4729A93DAF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7554074" y="5458146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 cap="all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8" name="Textplatzhalter 13">
            <a:extLst>
              <a:ext uri="{FF2B5EF4-FFF2-40B4-BE49-F238E27FC236}">
                <a16:creationId xmlns:a16="http://schemas.microsoft.com/office/drawing/2014/main" id="{A71CBFDB-73CA-6C60-E900-9EBBA8347E9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554074" y="5742858"/>
            <a:ext cx="3978275" cy="590550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9" name="Bildplatzhalter 17">
            <a:extLst>
              <a:ext uri="{FF2B5EF4-FFF2-40B4-BE49-F238E27FC236}">
                <a16:creationId xmlns:a16="http://schemas.microsoft.com/office/drawing/2014/main" id="{78480E12-58D3-B112-4890-1B178B237BC5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766210" y="1803127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0" name="Bildplatzhalter 17">
            <a:extLst>
              <a:ext uri="{FF2B5EF4-FFF2-40B4-BE49-F238E27FC236}">
                <a16:creationId xmlns:a16="http://schemas.microsoft.com/office/drawing/2014/main" id="{0A23C58F-2173-CDF1-75C4-8E73E3F7D084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433275" y="1805886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1" name="Bildplatzhalter 17">
            <a:extLst>
              <a:ext uri="{FF2B5EF4-FFF2-40B4-BE49-F238E27FC236}">
                <a16:creationId xmlns:a16="http://schemas.microsoft.com/office/drawing/2014/main" id="{B606F3C9-0F89-28E2-4897-42EEA9095424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767969" y="3340830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2" name="Bildplatzhalter 17">
            <a:extLst>
              <a:ext uri="{FF2B5EF4-FFF2-40B4-BE49-F238E27FC236}">
                <a16:creationId xmlns:a16="http://schemas.microsoft.com/office/drawing/2014/main" id="{3F627BC9-C0C9-5B9B-853C-7AF06312A115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433275" y="3341450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3" name="Bildplatzhalter 17">
            <a:extLst>
              <a:ext uri="{FF2B5EF4-FFF2-40B4-BE49-F238E27FC236}">
                <a16:creationId xmlns:a16="http://schemas.microsoft.com/office/drawing/2014/main" id="{83C28757-846D-C1EF-A38E-E5A5DD73A6C1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767589" y="5001061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4" name="Bildplatzhalter 17">
            <a:extLst>
              <a:ext uri="{FF2B5EF4-FFF2-40B4-BE49-F238E27FC236}">
                <a16:creationId xmlns:a16="http://schemas.microsoft.com/office/drawing/2014/main" id="{082E85B8-1757-B107-E8ED-E7FB2417E63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433275" y="5001682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9057E4-7A31-EAB6-C210-61ECE3606C40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ußzeilenplatzhalter 13">
            <a:extLst>
              <a:ext uri="{FF2B5EF4-FFF2-40B4-BE49-F238E27FC236}">
                <a16:creationId xmlns:a16="http://schemas.microsoft.com/office/drawing/2014/main" id="{8DF0C3E1-6940-A27A-DB4C-07121CE466D3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51E9FAD2-8381-5928-4874-68C9AF9BF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05120CB4-476E-A7ED-CADA-C0C1AB0651D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2964638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Refe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86910" y="2274512"/>
            <a:ext cx="5346000" cy="40707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8E876408-258B-8945-376A-E1F3A9366761}"/>
              </a:ext>
            </a:extLst>
          </p:cNvPr>
          <p:cNvSpPr/>
          <p:nvPr userDrawn="1"/>
        </p:nvSpPr>
        <p:spPr>
          <a:xfrm>
            <a:off x="658813" y="1808076"/>
            <a:ext cx="5346000" cy="4536000"/>
          </a:xfrm>
          <a:prstGeom prst="rect">
            <a:avLst/>
          </a:prstGeom>
          <a:noFill/>
          <a:ln w="952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Textplatzhalter 12">
            <a:extLst>
              <a:ext uri="{FF2B5EF4-FFF2-40B4-BE49-F238E27FC236}">
                <a16:creationId xmlns:a16="http://schemas.microsoft.com/office/drawing/2014/main" id="{8AF6A13F-C6F6-FDEA-A043-E8F2F4C4414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6909" y="1941977"/>
            <a:ext cx="5345999" cy="2408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tx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ÜBERSCHRIFT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3" name="Bildplatzhalter 2">
            <a:extLst>
              <a:ext uri="{FF2B5EF4-FFF2-40B4-BE49-F238E27FC236}">
                <a16:creationId xmlns:a16="http://schemas.microsoft.com/office/drawing/2014/main" id="{9C808EB5-F9BE-8232-0148-2038C5EC520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89607" y="1961027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4" name="Bildplatzhalter 2">
            <a:extLst>
              <a:ext uri="{FF2B5EF4-FFF2-40B4-BE49-F238E27FC236}">
                <a16:creationId xmlns:a16="http://schemas.microsoft.com/office/drawing/2014/main" id="{375F304C-FD2F-1493-F543-3261806FB1C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89607" y="2829330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6" name="Bildplatzhalter 2">
            <a:extLst>
              <a:ext uri="{FF2B5EF4-FFF2-40B4-BE49-F238E27FC236}">
                <a16:creationId xmlns:a16="http://schemas.microsoft.com/office/drawing/2014/main" id="{4D431A6B-B28C-20CE-F539-0E7CF4198C10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89607" y="3697633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7" name="Bildplatzhalter 2">
            <a:extLst>
              <a:ext uri="{FF2B5EF4-FFF2-40B4-BE49-F238E27FC236}">
                <a16:creationId xmlns:a16="http://schemas.microsoft.com/office/drawing/2014/main" id="{7F86D901-2D0E-12A1-987A-6135CB72B355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89607" y="4565936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8" name="Bildplatzhalter 2">
            <a:extLst>
              <a:ext uri="{FF2B5EF4-FFF2-40B4-BE49-F238E27FC236}">
                <a16:creationId xmlns:a16="http://schemas.microsoft.com/office/drawing/2014/main" id="{41DB8CC7-1DB9-A597-3324-9766909CB42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89607" y="5434239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5" name="Bildplatzhalter 2">
            <a:extLst>
              <a:ext uri="{FF2B5EF4-FFF2-40B4-BE49-F238E27FC236}">
                <a16:creationId xmlns:a16="http://schemas.microsoft.com/office/drawing/2014/main" id="{89863CFE-4AE1-AB52-938E-5E498888F2E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378160" y="1961027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6" name="Bildplatzhalter 2">
            <a:extLst>
              <a:ext uri="{FF2B5EF4-FFF2-40B4-BE49-F238E27FC236}">
                <a16:creationId xmlns:a16="http://schemas.microsoft.com/office/drawing/2014/main" id="{2B5EDB63-1A90-2FCC-7433-6435914658A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378160" y="2829330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7" name="Bildplatzhalter 2">
            <a:extLst>
              <a:ext uri="{FF2B5EF4-FFF2-40B4-BE49-F238E27FC236}">
                <a16:creationId xmlns:a16="http://schemas.microsoft.com/office/drawing/2014/main" id="{3C98FE92-695B-FF0D-5E46-3943CC29A091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3378160" y="3697633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8" name="Bildplatzhalter 2">
            <a:extLst>
              <a:ext uri="{FF2B5EF4-FFF2-40B4-BE49-F238E27FC236}">
                <a16:creationId xmlns:a16="http://schemas.microsoft.com/office/drawing/2014/main" id="{5D357F6F-FDEF-4DE2-1A64-A83CF716B2F0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3378160" y="4565936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9" name="Bildplatzhalter 2">
            <a:extLst>
              <a:ext uri="{FF2B5EF4-FFF2-40B4-BE49-F238E27FC236}">
                <a16:creationId xmlns:a16="http://schemas.microsoft.com/office/drawing/2014/main" id="{4CBDAC7D-B2DB-0A37-CA5F-E767D274A3E1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378160" y="5434239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8BF9794-6C52-5CAD-5B97-924DCC046DC5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B5E28C46-7384-AD57-AAC5-83F90616A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Textplatzhalter 17">
            <a:extLst>
              <a:ext uri="{FF2B5EF4-FFF2-40B4-BE49-F238E27FC236}">
                <a16:creationId xmlns:a16="http://schemas.microsoft.com/office/drawing/2014/main" id="{0F063B18-56C2-8285-2EEA-16DC2F3381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83949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Referenc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B964F32-72AB-F1BA-4B4F-75EB1583FD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58813" y="1808163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9" name="Bildplatzhalter 2">
            <a:extLst>
              <a:ext uri="{FF2B5EF4-FFF2-40B4-BE49-F238E27FC236}">
                <a16:creationId xmlns:a16="http://schemas.microsoft.com/office/drawing/2014/main" id="{59A80FB0-FB51-83CC-B146-806E2C55F2B9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452758" y="1808163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0" name="Bildplatzhalter 2">
            <a:extLst>
              <a:ext uri="{FF2B5EF4-FFF2-40B4-BE49-F238E27FC236}">
                <a16:creationId xmlns:a16="http://schemas.microsoft.com/office/drawing/2014/main" id="{CCB8675E-0CD1-0C97-8A9A-D3026E6411ED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246703" y="1808163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7" name="Bildplatzhalter 2">
            <a:extLst>
              <a:ext uri="{FF2B5EF4-FFF2-40B4-BE49-F238E27FC236}">
                <a16:creationId xmlns:a16="http://schemas.microsoft.com/office/drawing/2014/main" id="{B2603B96-DF65-E976-FA83-02C6EFD0A0DA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9040648" y="1808163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8" name="Bildplatzhalter 2">
            <a:extLst>
              <a:ext uri="{FF2B5EF4-FFF2-40B4-BE49-F238E27FC236}">
                <a16:creationId xmlns:a16="http://schemas.microsoft.com/office/drawing/2014/main" id="{8754B366-AA2D-9354-420D-5F534E3E7A9F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665448" y="290993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9" name="Bildplatzhalter 2">
            <a:extLst>
              <a:ext uri="{FF2B5EF4-FFF2-40B4-BE49-F238E27FC236}">
                <a16:creationId xmlns:a16="http://schemas.microsoft.com/office/drawing/2014/main" id="{3D6C926A-DDCB-8A29-D174-8BC8653E32AD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459393" y="290993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0" name="Bildplatzhalter 2">
            <a:extLst>
              <a:ext uri="{FF2B5EF4-FFF2-40B4-BE49-F238E27FC236}">
                <a16:creationId xmlns:a16="http://schemas.microsoft.com/office/drawing/2014/main" id="{A4173441-12EE-66D5-768A-04EB3E1A564F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253338" y="290993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1" name="Bildplatzhalter 2">
            <a:extLst>
              <a:ext uri="{FF2B5EF4-FFF2-40B4-BE49-F238E27FC236}">
                <a16:creationId xmlns:a16="http://schemas.microsoft.com/office/drawing/2014/main" id="{CF13A422-3C24-4EB9-ADF6-500B60F18FFC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9047283" y="290993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2" name="Bildplatzhalter 2">
            <a:extLst>
              <a:ext uri="{FF2B5EF4-FFF2-40B4-BE49-F238E27FC236}">
                <a16:creationId xmlns:a16="http://schemas.microsoft.com/office/drawing/2014/main" id="{A0A0CA56-BA82-030D-F0E0-C5E84E569C3D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658812" y="4011715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3" name="Bildplatzhalter 2">
            <a:extLst>
              <a:ext uri="{FF2B5EF4-FFF2-40B4-BE49-F238E27FC236}">
                <a16:creationId xmlns:a16="http://schemas.microsoft.com/office/drawing/2014/main" id="{5EB07990-A9C3-3F42-07AE-2EE450E302DC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3452757" y="4011715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4" name="Bildplatzhalter 2">
            <a:extLst>
              <a:ext uri="{FF2B5EF4-FFF2-40B4-BE49-F238E27FC236}">
                <a16:creationId xmlns:a16="http://schemas.microsoft.com/office/drawing/2014/main" id="{D1A9E494-7C7C-A3CA-2B6A-9348E6C27BAB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6246702" y="4011715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5" name="Bildplatzhalter 2">
            <a:extLst>
              <a:ext uri="{FF2B5EF4-FFF2-40B4-BE49-F238E27FC236}">
                <a16:creationId xmlns:a16="http://schemas.microsoft.com/office/drawing/2014/main" id="{68E3CEDB-B4E5-F793-8CFF-105AD13F9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9040647" y="4011715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6" name="Bildplatzhalter 2">
            <a:extLst>
              <a:ext uri="{FF2B5EF4-FFF2-40B4-BE49-F238E27FC236}">
                <a16:creationId xmlns:a16="http://schemas.microsoft.com/office/drawing/2014/main" id="{70B7CB09-852E-3508-0D65-6E79559028B7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665448" y="511006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7" name="Bildplatzhalter 2">
            <a:extLst>
              <a:ext uri="{FF2B5EF4-FFF2-40B4-BE49-F238E27FC236}">
                <a16:creationId xmlns:a16="http://schemas.microsoft.com/office/drawing/2014/main" id="{65E447E8-464E-A5AD-5978-4E0AF5950A68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3459393" y="511006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8" name="Bildplatzhalter 2">
            <a:extLst>
              <a:ext uri="{FF2B5EF4-FFF2-40B4-BE49-F238E27FC236}">
                <a16:creationId xmlns:a16="http://schemas.microsoft.com/office/drawing/2014/main" id="{3384F8CF-9CEC-AC2F-1654-FA280A43CC60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253338" y="511006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9" name="Bildplatzhalter 2">
            <a:extLst>
              <a:ext uri="{FF2B5EF4-FFF2-40B4-BE49-F238E27FC236}">
                <a16:creationId xmlns:a16="http://schemas.microsoft.com/office/drawing/2014/main" id="{2A0B8796-A130-B7AF-9357-DD89770ED625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9047283" y="511006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45454C5-9A43-218F-1577-0DCDE0469390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4BB6A518-46EE-F289-85EE-1983C7B28E0F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740FCA66-6E32-5DB1-2E96-BFEB1BAC3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1451F86D-C03B-70BD-72BB-63F3119E86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3024364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Reference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7E5C5D-D168-6106-CFAC-A7D26E8A5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467E333-4ECF-34A9-5DA3-B8116008A5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F8D90E2-C4DB-F868-0DF6-3E4491E3E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Textplatzhalter 17">
            <a:extLst>
              <a:ext uri="{FF2B5EF4-FFF2-40B4-BE49-F238E27FC236}">
                <a16:creationId xmlns:a16="http://schemas.microsoft.com/office/drawing/2014/main" id="{BD8758DB-9932-98A9-4376-3B54315AD8C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Bildplatzhalter 2">
            <a:extLst>
              <a:ext uri="{FF2B5EF4-FFF2-40B4-BE49-F238E27FC236}">
                <a16:creationId xmlns:a16="http://schemas.microsoft.com/office/drawing/2014/main" id="{C5721F21-1CAB-5707-E0F3-1E4F9DCF3DF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58813" y="1428241"/>
            <a:ext cx="2959768" cy="137232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125F3478-62A5-6572-17CD-EBE0266C0C1B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187188" y="3032701"/>
            <a:ext cx="5346000" cy="202516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extplatzhalter 19">
            <a:extLst>
              <a:ext uri="{FF2B5EF4-FFF2-40B4-BE49-F238E27FC236}">
                <a16:creationId xmlns:a16="http://schemas.microsoft.com/office/drawing/2014/main" id="{D20DC85B-A08F-2860-CAA4-C5492DBB5AA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87188" y="2697599"/>
            <a:ext cx="5346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baseline="0"/>
            </a:lvl1pPr>
          </a:lstStyle>
          <a:p>
            <a:pPr lvl="0"/>
            <a:r>
              <a:rPr lang="de-DE" err="1"/>
              <a:t>contents</a:t>
            </a:r>
            <a:endParaRPr lang="de-DE"/>
          </a:p>
        </p:txBody>
      </p:sp>
      <p:sp>
        <p:nvSpPr>
          <p:cNvPr id="23" name="Textplatzhalter 19">
            <a:extLst>
              <a:ext uri="{FF2B5EF4-FFF2-40B4-BE49-F238E27FC236}">
                <a16:creationId xmlns:a16="http://schemas.microsoft.com/office/drawing/2014/main" id="{8A8576D8-2DB5-1A32-9D81-0F5ADF4C6E1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187188" y="5620799"/>
            <a:ext cx="5346000" cy="72000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Textplatzhalter 19">
            <a:extLst>
              <a:ext uri="{FF2B5EF4-FFF2-40B4-BE49-F238E27FC236}">
                <a16:creationId xmlns:a16="http://schemas.microsoft.com/office/drawing/2014/main" id="{D6F86D6E-C7F6-547C-06AD-6375537EF7D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187188" y="5275199"/>
            <a:ext cx="5346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baseline="0"/>
            </a:lvl1pPr>
          </a:lstStyle>
          <a:p>
            <a:pPr lvl="0"/>
            <a:r>
              <a:rPr lang="de-DE" err="1"/>
              <a:t>tools</a:t>
            </a:r>
            <a:endParaRPr lang="de-DE"/>
          </a:p>
        </p:txBody>
      </p:sp>
      <p:sp>
        <p:nvSpPr>
          <p:cNvPr id="25" name="Textplatzhalter 19">
            <a:extLst>
              <a:ext uri="{FF2B5EF4-FFF2-40B4-BE49-F238E27FC236}">
                <a16:creationId xmlns:a16="http://schemas.microsoft.com/office/drawing/2014/main" id="{43E246A5-CEA2-3E5A-C1A2-98BE28128D4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187188" y="1808162"/>
            <a:ext cx="5346000" cy="721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none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Reference title</a:t>
            </a:r>
          </a:p>
        </p:txBody>
      </p:sp>
      <p:sp>
        <p:nvSpPr>
          <p:cNvPr id="26" name="Textplatzhalter 19">
            <a:extLst>
              <a:ext uri="{FF2B5EF4-FFF2-40B4-BE49-F238E27FC236}">
                <a16:creationId xmlns:a16="http://schemas.microsoft.com/office/drawing/2014/main" id="{233D4FE0-3960-65C8-EEA9-A9814B61655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58813" y="5276689"/>
            <a:ext cx="4140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baseline="0"/>
            </a:lvl1pPr>
          </a:lstStyle>
          <a:p>
            <a:pPr lvl="0"/>
            <a:r>
              <a:rPr lang="de-DE"/>
              <a:t>Project </a:t>
            </a:r>
            <a:r>
              <a:rPr lang="de-DE" err="1"/>
              <a:t>goals</a:t>
            </a:r>
            <a:endParaRPr lang="de-DE"/>
          </a:p>
        </p:txBody>
      </p:sp>
      <p:sp>
        <p:nvSpPr>
          <p:cNvPr id="27" name="Textplatzhalter 19">
            <a:extLst>
              <a:ext uri="{FF2B5EF4-FFF2-40B4-BE49-F238E27FC236}">
                <a16:creationId xmlns:a16="http://schemas.microsoft.com/office/drawing/2014/main" id="{3467C904-3325-B8AD-ED40-A0D69E47E325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58813" y="5620471"/>
            <a:ext cx="5346000" cy="72000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platzhalter 19">
            <a:extLst>
              <a:ext uri="{FF2B5EF4-FFF2-40B4-BE49-F238E27FC236}">
                <a16:creationId xmlns:a16="http://schemas.microsoft.com/office/drawing/2014/main" id="{3D63D933-A837-F1BB-4708-7B0E5F7970CF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617785" y="3034006"/>
            <a:ext cx="4384800" cy="61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Textplatzhalter 19">
            <a:extLst>
              <a:ext uri="{FF2B5EF4-FFF2-40B4-BE49-F238E27FC236}">
                <a16:creationId xmlns:a16="http://schemas.microsoft.com/office/drawing/2014/main" id="{696CA6F9-A5E0-22D0-0E64-5AE1422F545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8813" y="3034006"/>
            <a:ext cx="828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baseline="0"/>
            </a:lvl1pPr>
          </a:lstStyle>
          <a:p>
            <a:pPr lvl="0"/>
            <a:r>
              <a:rPr lang="de-DE" err="1"/>
              <a:t>customer</a:t>
            </a:r>
            <a:endParaRPr lang="de-DE"/>
          </a:p>
        </p:txBody>
      </p:sp>
      <p:sp>
        <p:nvSpPr>
          <p:cNvPr id="30" name="Textplatzhalter 19">
            <a:extLst>
              <a:ext uri="{FF2B5EF4-FFF2-40B4-BE49-F238E27FC236}">
                <a16:creationId xmlns:a16="http://schemas.microsoft.com/office/drawing/2014/main" id="{E86545CF-9F9C-845B-E3EA-B4AFBA34C0F9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617785" y="3854622"/>
            <a:ext cx="4385631" cy="61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Textplatzhalter 19">
            <a:extLst>
              <a:ext uri="{FF2B5EF4-FFF2-40B4-BE49-F238E27FC236}">
                <a16:creationId xmlns:a16="http://schemas.microsoft.com/office/drawing/2014/main" id="{CCD37D4A-5ADE-63A4-7FFF-55C67E150E6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58813" y="3854622"/>
            <a:ext cx="828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i="1" cap="none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err="1"/>
              <a:t>Scope</a:t>
            </a:r>
            <a:endParaRPr lang="de-DE"/>
          </a:p>
        </p:txBody>
      </p:sp>
      <p:sp>
        <p:nvSpPr>
          <p:cNvPr id="32" name="Textplatzhalter 19">
            <a:extLst>
              <a:ext uri="{FF2B5EF4-FFF2-40B4-BE49-F238E27FC236}">
                <a16:creationId xmlns:a16="http://schemas.microsoft.com/office/drawing/2014/main" id="{00D4EC64-C64F-9DE5-7CCE-916249E0BD1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617785" y="4663515"/>
            <a:ext cx="3168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3" name="Textplatzhalter 19">
            <a:extLst>
              <a:ext uri="{FF2B5EF4-FFF2-40B4-BE49-F238E27FC236}">
                <a16:creationId xmlns:a16="http://schemas.microsoft.com/office/drawing/2014/main" id="{4E02325E-0C3E-5B11-59A4-80959B3AC34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8813" y="4663515"/>
            <a:ext cx="828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i="1" cap="none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err="1"/>
              <a:t>Period</a:t>
            </a:r>
            <a:endParaRPr lang="de-DE"/>
          </a:p>
        </p:txBody>
      </p:sp>
      <p:grpSp>
        <p:nvGrpSpPr>
          <p:cNvPr id="67" name="Group 42">
            <a:extLst>
              <a:ext uri="{FF2B5EF4-FFF2-40B4-BE49-F238E27FC236}">
                <a16:creationId xmlns:a16="http://schemas.microsoft.com/office/drawing/2014/main" id="{9E00147C-019F-3752-8432-91C788FD8223}"/>
              </a:ext>
            </a:extLst>
          </p:cNvPr>
          <p:cNvGrpSpPr/>
          <p:nvPr userDrawn="1"/>
        </p:nvGrpSpPr>
        <p:grpSpPr>
          <a:xfrm>
            <a:off x="4907606" y="4879390"/>
            <a:ext cx="668215" cy="667907"/>
            <a:chOff x="1365101" y="1859505"/>
            <a:chExt cx="4340096" cy="4338095"/>
          </a:xfrm>
        </p:grpSpPr>
        <p:sp>
          <p:nvSpPr>
            <p:cNvPr id="68" name="Shape 8">
              <a:extLst>
                <a:ext uri="{FF2B5EF4-FFF2-40B4-BE49-F238E27FC236}">
                  <a16:creationId xmlns:a16="http://schemas.microsoft.com/office/drawing/2014/main" id="{1A6FB961-5969-88C9-52E7-33FD9026E148}"/>
                </a:ext>
              </a:extLst>
            </p:cNvPr>
            <p:cNvSpPr/>
            <p:nvPr/>
          </p:nvSpPr>
          <p:spPr>
            <a:xfrm>
              <a:off x="1365101" y="2725183"/>
              <a:ext cx="3472576" cy="34724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2"/>
                  </a:moveTo>
                  <a:cubicBezTo>
                    <a:pt x="21600" y="16765"/>
                    <a:pt x="16764" y="21600"/>
                    <a:pt x="10802" y="21600"/>
                  </a:cubicBezTo>
                  <a:cubicBezTo>
                    <a:pt x="4837" y="21600"/>
                    <a:pt x="0" y="16765"/>
                    <a:pt x="0" y="10802"/>
                  </a:cubicBezTo>
                  <a:cubicBezTo>
                    <a:pt x="0" y="4836"/>
                    <a:pt x="4837" y="0"/>
                    <a:pt x="10802" y="0"/>
                  </a:cubicBezTo>
                  <a:cubicBezTo>
                    <a:pt x="16764" y="0"/>
                    <a:pt x="21600" y="4836"/>
                    <a:pt x="21600" y="10802"/>
                  </a:cubicBezTo>
                  <a:close/>
                </a:path>
              </a:pathLst>
            </a:custGeom>
            <a:solidFill>
              <a:schemeClr val="tx1">
                <a:lumMod val="75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69" name="Shape 9">
              <a:extLst>
                <a:ext uri="{FF2B5EF4-FFF2-40B4-BE49-F238E27FC236}">
                  <a16:creationId xmlns:a16="http://schemas.microsoft.com/office/drawing/2014/main" id="{D96E7566-8B50-88A5-6ED0-B499499ACA24}"/>
                </a:ext>
              </a:extLst>
            </p:cNvPr>
            <p:cNvSpPr/>
            <p:nvPr/>
          </p:nvSpPr>
          <p:spPr>
            <a:xfrm>
              <a:off x="1677709" y="3109927"/>
              <a:ext cx="3049888" cy="30497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2"/>
                  </a:moveTo>
                  <a:cubicBezTo>
                    <a:pt x="21600" y="16765"/>
                    <a:pt x="16765" y="21600"/>
                    <a:pt x="10802" y="21600"/>
                  </a:cubicBezTo>
                  <a:cubicBezTo>
                    <a:pt x="4837" y="21600"/>
                    <a:pt x="0" y="16765"/>
                    <a:pt x="0" y="10802"/>
                  </a:cubicBezTo>
                  <a:cubicBezTo>
                    <a:pt x="0" y="4836"/>
                    <a:pt x="4837" y="0"/>
                    <a:pt x="10802" y="0"/>
                  </a:cubicBezTo>
                  <a:cubicBezTo>
                    <a:pt x="16765" y="0"/>
                    <a:pt x="21600" y="4836"/>
                    <a:pt x="21600" y="10802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0" name="Shape 10">
              <a:extLst>
                <a:ext uri="{FF2B5EF4-FFF2-40B4-BE49-F238E27FC236}">
                  <a16:creationId xmlns:a16="http://schemas.microsoft.com/office/drawing/2014/main" id="{2D71CD38-7C13-6E4A-271F-93D7F8CA309C}"/>
                </a:ext>
              </a:extLst>
            </p:cNvPr>
            <p:cNvSpPr/>
            <p:nvPr/>
          </p:nvSpPr>
          <p:spPr>
            <a:xfrm>
              <a:off x="1761871" y="3109927"/>
              <a:ext cx="2690325" cy="26901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2"/>
                  </a:moveTo>
                  <a:cubicBezTo>
                    <a:pt x="21600" y="16765"/>
                    <a:pt x="16765" y="21600"/>
                    <a:pt x="10802" y="21600"/>
                  </a:cubicBezTo>
                  <a:cubicBezTo>
                    <a:pt x="4837" y="21600"/>
                    <a:pt x="0" y="16765"/>
                    <a:pt x="0" y="10802"/>
                  </a:cubicBezTo>
                  <a:cubicBezTo>
                    <a:pt x="0" y="4836"/>
                    <a:pt x="4837" y="0"/>
                    <a:pt x="10802" y="0"/>
                  </a:cubicBezTo>
                  <a:cubicBezTo>
                    <a:pt x="16765" y="0"/>
                    <a:pt x="21600" y="4836"/>
                    <a:pt x="21600" y="10802"/>
                  </a:cubicBezTo>
                  <a:close/>
                </a:path>
              </a:pathLst>
            </a:custGeom>
            <a:solidFill>
              <a:schemeClr val="accent4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1" name="Shape 11">
              <a:extLst>
                <a:ext uri="{FF2B5EF4-FFF2-40B4-BE49-F238E27FC236}">
                  <a16:creationId xmlns:a16="http://schemas.microsoft.com/office/drawing/2014/main" id="{159CF461-38D0-3A97-C28F-8465D71430E5}"/>
                </a:ext>
              </a:extLst>
            </p:cNvPr>
            <p:cNvSpPr/>
            <p:nvPr/>
          </p:nvSpPr>
          <p:spPr>
            <a:xfrm>
              <a:off x="2110549" y="3458605"/>
              <a:ext cx="1989312" cy="19892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2"/>
                  </a:moveTo>
                  <a:cubicBezTo>
                    <a:pt x="21600" y="16764"/>
                    <a:pt x="16764" y="21600"/>
                    <a:pt x="10801" y="21600"/>
                  </a:cubicBezTo>
                  <a:cubicBezTo>
                    <a:pt x="4834" y="21600"/>
                    <a:pt x="0" y="16764"/>
                    <a:pt x="0" y="10802"/>
                  </a:cubicBezTo>
                  <a:cubicBezTo>
                    <a:pt x="0" y="4834"/>
                    <a:pt x="4834" y="0"/>
                    <a:pt x="10801" y="0"/>
                  </a:cubicBezTo>
                  <a:cubicBezTo>
                    <a:pt x="16764" y="0"/>
                    <a:pt x="21600" y="4834"/>
                    <a:pt x="21600" y="10802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2" name="Shape 12">
              <a:extLst>
                <a:ext uri="{FF2B5EF4-FFF2-40B4-BE49-F238E27FC236}">
                  <a16:creationId xmlns:a16="http://schemas.microsoft.com/office/drawing/2014/main" id="{42ED4F87-2AD0-ECBB-472F-ED959A966D7C}"/>
                </a:ext>
              </a:extLst>
            </p:cNvPr>
            <p:cNvSpPr/>
            <p:nvPr/>
          </p:nvSpPr>
          <p:spPr>
            <a:xfrm>
              <a:off x="2459223" y="3807280"/>
              <a:ext cx="1288234" cy="12881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4"/>
                  </a:moveTo>
                  <a:cubicBezTo>
                    <a:pt x="21600" y="16765"/>
                    <a:pt x="16764" y="21600"/>
                    <a:pt x="10804" y="21600"/>
                  </a:cubicBezTo>
                  <a:cubicBezTo>
                    <a:pt x="4837" y="21600"/>
                    <a:pt x="0" y="16765"/>
                    <a:pt x="0" y="10804"/>
                  </a:cubicBezTo>
                  <a:cubicBezTo>
                    <a:pt x="0" y="4837"/>
                    <a:pt x="4837" y="0"/>
                    <a:pt x="10804" y="0"/>
                  </a:cubicBezTo>
                  <a:cubicBezTo>
                    <a:pt x="16764" y="0"/>
                    <a:pt x="21600" y="4837"/>
                    <a:pt x="21600" y="10804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3" name="Shape 13">
              <a:extLst>
                <a:ext uri="{FF2B5EF4-FFF2-40B4-BE49-F238E27FC236}">
                  <a16:creationId xmlns:a16="http://schemas.microsoft.com/office/drawing/2014/main" id="{93997907-63E0-4118-C65C-504D298661FD}"/>
                </a:ext>
              </a:extLst>
            </p:cNvPr>
            <p:cNvSpPr/>
            <p:nvPr/>
          </p:nvSpPr>
          <p:spPr>
            <a:xfrm>
              <a:off x="2807901" y="4167980"/>
              <a:ext cx="587322" cy="5871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9"/>
                  </a:moveTo>
                  <a:cubicBezTo>
                    <a:pt x="21600" y="16771"/>
                    <a:pt x="16765" y="21600"/>
                    <a:pt x="10807" y="21600"/>
                  </a:cubicBezTo>
                  <a:cubicBezTo>
                    <a:pt x="4834" y="21600"/>
                    <a:pt x="0" y="16771"/>
                    <a:pt x="0" y="10809"/>
                  </a:cubicBezTo>
                  <a:cubicBezTo>
                    <a:pt x="0" y="4835"/>
                    <a:pt x="4834" y="0"/>
                    <a:pt x="10807" y="0"/>
                  </a:cubicBezTo>
                  <a:cubicBezTo>
                    <a:pt x="16765" y="0"/>
                    <a:pt x="21600" y="4835"/>
                    <a:pt x="21600" y="10809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4" name="Shape 14">
              <a:extLst>
                <a:ext uri="{FF2B5EF4-FFF2-40B4-BE49-F238E27FC236}">
                  <a16:creationId xmlns:a16="http://schemas.microsoft.com/office/drawing/2014/main" id="{4BD7D8B2-E705-240E-08F8-F51173721D5E}"/>
                </a:ext>
              </a:extLst>
            </p:cNvPr>
            <p:cNvSpPr/>
            <p:nvPr/>
          </p:nvSpPr>
          <p:spPr>
            <a:xfrm>
              <a:off x="3097983" y="1859505"/>
              <a:ext cx="2607214" cy="26077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372" y="7845"/>
                  </a:moveTo>
                  <a:lnTo>
                    <a:pt x="21600" y="4612"/>
                  </a:lnTo>
                  <a:lnTo>
                    <a:pt x="17962" y="3640"/>
                  </a:lnTo>
                  <a:lnTo>
                    <a:pt x="16992" y="0"/>
                  </a:lnTo>
                  <a:lnTo>
                    <a:pt x="13760" y="3233"/>
                  </a:lnTo>
                  <a:lnTo>
                    <a:pt x="14548" y="6180"/>
                  </a:lnTo>
                  <a:lnTo>
                    <a:pt x="3582" y="17152"/>
                  </a:lnTo>
                  <a:lnTo>
                    <a:pt x="2027" y="14044"/>
                  </a:lnTo>
                  <a:lnTo>
                    <a:pt x="1014" y="17822"/>
                  </a:lnTo>
                  <a:lnTo>
                    <a:pt x="0" y="21600"/>
                  </a:lnTo>
                  <a:lnTo>
                    <a:pt x="3779" y="20586"/>
                  </a:lnTo>
                  <a:lnTo>
                    <a:pt x="7556" y="19577"/>
                  </a:lnTo>
                  <a:lnTo>
                    <a:pt x="4452" y="18018"/>
                  </a:lnTo>
                  <a:lnTo>
                    <a:pt x="15420" y="7054"/>
                  </a:lnTo>
                  <a:cubicBezTo>
                    <a:pt x="15420" y="7054"/>
                    <a:pt x="18372" y="7845"/>
                    <a:pt x="18372" y="7845"/>
                  </a:cubicBezTo>
                  <a:close/>
                </a:path>
              </a:pathLst>
            </a:custGeom>
            <a:solidFill>
              <a:schemeClr val="tx1">
                <a:lumMod val="75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5" name="Shape 15">
              <a:extLst>
                <a:ext uri="{FF2B5EF4-FFF2-40B4-BE49-F238E27FC236}">
                  <a16:creationId xmlns:a16="http://schemas.microsoft.com/office/drawing/2014/main" id="{5D455C82-F1BC-C6D4-DCDB-00E9C58D16E4}"/>
                </a:ext>
              </a:extLst>
            </p:cNvPr>
            <p:cNvSpPr/>
            <p:nvPr/>
          </p:nvSpPr>
          <p:spPr>
            <a:xfrm>
              <a:off x="3060390" y="1859505"/>
              <a:ext cx="2168095" cy="26077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3640"/>
                  </a:moveTo>
                  <a:lnTo>
                    <a:pt x="20433" y="0"/>
                  </a:lnTo>
                  <a:lnTo>
                    <a:pt x="16546" y="3233"/>
                  </a:lnTo>
                  <a:lnTo>
                    <a:pt x="17500" y="6180"/>
                  </a:lnTo>
                  <a:lnTo>
                    <a:pt x="4302" y="17152"/>
                  </a:lnTo>
                  <a:lnTo>
                    <a:pt x="2438" y="14044"/>
                  </a:lnTo>
                  <a:lnTo>
                    <a:pt x="1219" y="17822"/>
                  </a:lnTo>
                  <a:lnTo>
                    <a:pt x="0" y="21600"/>
                  </a:lnTo>
                  <a:cubicBezTo>
                    <a:pt x="0" y="21600"/>
                    <a:pt x="21600" y="3640"/>
                    <a:pt x="21600" y="364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</p:grp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D5FB0438-F817-0529-5E5A-1AECD2242983}"/>
              </a:ext>
            </a:extLst>
          </p:cNvPr>
          <p:cNvCxnSpPr>
            <a:cxnSpLocks/>
          </p:cNvCxnSpPr>
          <p:nvPr userDrawn="1"/>
        </p:nvCxnSpPr>
        <p:spPr>
          <a:xfrm>
            <a:off x="0" y="5099326"/>
            <a:ext cx="4824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Bildplatzhalter 2">
            <a:extLst>
              <a:ext uri="{FF2B5EF4-FFF2-40B4-BE49-F238E27FC236}">
                <a16:creationId xmlns:a16="http://schemas.microsoft.com/office/drawing/2014/main" id="{D871A804-10B3-1361-AF68-82C849C10FCB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3791660" y="1428241"/>
            <a:ext cx="1872294" cy="137232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Logo / Reference </a:t>
            </a:r>
            <a:r>
              <a:rPr lang="de-DE" err="1"/>
              <a:t>project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49885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</p15:sldGuideLst>
    </p:ext>
  </p:extLst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B98F2CD3-980A-30AF-195B-62F2D195E5EE}"/>
              </a:ext>
            </a:extLst>
          </p:cNvPr>
          <p:cNvGrpSpPr/>
          <p:nvPr userDrawn="1"/>
        </p:nvGrpSpPr>
        <p:grpSpPr>
          <a:xfrm>
            <a:off x="0" y="0"/>
            <a:ext cx="5954279" cy="6345237"/>
            <a:chOff x="0" y="0"/>
            <a:chExt cx="5954279" cy="6345237"/>
          </a:xfrm>
          <a:gradFill flip="none" rotWithShape="1">
            <a:gsLst>
              <a:gs pos="0">
                <a:schemeClr val="bg1"/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grpSpPr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DE8F6512-F002-4991-7BDB-84BA59A271AD}"/>
                </a:ext>
              </a:extLst>
            </p:cNvPr>
            <p:cNvSpPr/>
            <p:nvPr userDrawn="1"/>
          </p:nvSpPr>
          <p:spPr bwMode="gray">
            <a:xfrm>
              <a:off x="0" y="0"/>
              <a:ext cx="5615636" cy="634523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marL="0" indent="0" algn="ctr">
                <a:lnSpc>
                  <a:spcPts val="1500"/>
                </a:lnSpc>
                <a:spcAft>
                  <a:spcPts val="600"/>
                </a:spcAft>
              </a:pPr>
              <a:endParaRPr lang="de-DE" sz="12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04A74450-5761-E6DF-9DBB-B52C91CA6E82}"/>
                </a:ext>
              </a:extLst>
            </p:cNvPr>
            <p:cNvSpPr/>
            <p:nvPr userDrawn="1"/>
          </p:nvSpPr>
          <p:spPr bwMode="gray">
            <a:xfrm rot="18900000">
              <a:off x="5269993" y="1466020"/>
              <a:ext cx="684286" cy="68428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marL="0" indent="0" algn="ctr">
                <a:lnSpc>
                  <a:spcPts val="1500"/>
                </a:lnSpc>
                <a:spcAft>
                  <a:spcPts val="600"/>
                </a:spcAft>
              </a:pPr>
              <a:endParaRPr lang="de-DE" sz="1200">
                <a:solidFill>
                  <a:schemeClr val="tx1"/>
                </a:solidFill>
              </a:endParaRPr>
            </a:p>
          </p:txBody>
        </p:sp>
      </p:grpSp>
      <p:sp>
        <p:nvSpPr>
          <p:cNvPr id="47" name="Textplatzhalter 33">
            <a:extLst>
              <a:ext uri="{FF2B5EF4-FFF2-40B4-BE49-F238E27FC236}">
                <a16:creationId xmlns:a16="http://schemas.microsoft.com/office/drawing/2014/main" id="{2FE495BE-7580-5817-D4FF-42F1E0B776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1646243"/>
            <a:ext cx="5437188" cy="138969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9600"/>
            </a:lvl2pPr>
            <a:lvl3pPr marL="914400" indent="0">
              <a:buNone/>
              <a:defRPr sz="9600"/>
            </a:lvl3pPr>
            <a:lvl4pPr marL="1371600" indent="0">
              <a:buNone/>
              <a:defRPr sz="9600"/>
            </a:lvl4pPr>
            <a:lvl5pPr marL="1828800" indent="0">
              <a:buNone/>
              <a:defRPr sz="9600"/>
            </a:lvl5pPr>
          </a:lstStyle>
          <a:p>
            <a:pPr lvl="0"/>
            <a:r>
              <a:rPr lang="de-DE"/>
              <a:t>AGENDA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0A45587-0843-1760-84F8-78B97BC9C1E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5BF0937-2FF1-1BFA-B50C-3A60F339F56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EFB498CA-7F0E-E453-85C7-BC4028E56E2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8813" y="1808163"/>
            <a:ext cx="4680000" cy="42259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de-DE" err="1"/>
              <a:t>welcome</a:t>
            </a:r>
            <a:endParaRPr lang="de-DE"/>
          </a:p>
          <a:p>
            <a:endParaRPr lang="de-DE"/>
          </a:p>
          <a:p>
            <a:r>
              <a:rPr lang="de-DE"/>
              <a:t>DAS PROBLEM</a:t>
            </a:r>
          </a:p>
          <a:p>
            <a:endParaRPr lang="de-DE"/>
          </a:p>
          <a:p>
            <a:r>
              <a:rPr lang="de-DE"/>
              <a:t>DIE LÖSUNG</a:t>
            </a:r>
          </a:p>
          <a:p>
            <a:endParaRPr lang="de-DE"/>
          </a:p>
          <a:p>
            <a:r>
              <a:rPr lang="de-DE"/>
              <a:t>DAS PROJEKT</a:t>
            </a:r>
          </a:p>
          <a:p>
            <a:endParaRPr lang="de-DE"/>
          </a:p>
          <a:p>
            <a:r>
              <a:rPr lang="de-DE"/>
              <a:t>UNSER SERVICE</a:t>
            </a:r>
          </a:p>
          <a:p>
            <a:endParaRPr lang="de-DE"/>
          </a:p>
          <a:p>
            <a:r>
              <a:rPr lang="de-DE"/>
              <a:t>DAS IST EDAG</a:t>
            </a:r>
          </a:p>
          <a:p>
            <a:endParaRPr lang="de-DE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FBD7C58F-1713-FA99-C0E4-50DE85F14A3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1" name="Titel 20">
            <a:extLst>
              <a:ext uri="{FF2B5EF4-FFF2-40B4-BE49-F238E27FC236}">
                <a16:creationId xmlns:a16="http://schemas.microsoft.com/office/drawing/2014/main" id="{288509B4-7F8C-971E-2E0F-559D6E1A8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2" name="Textplatzhalter 17">
            <a:extLst>
              <a:ext uri="{FF2B5EF4-FFF2-40B4-BE49-F238E27FC236}">
                <a16:creationId xmlns:a16="http://schemas.microsoft.com/office/drawing/2014/main" id="{885CBE4C-CB8A-5460-CFAB-1AC81F4946A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2" name="Grafik 2">
            <a:extLst>
              <a:ext uri="{FF2B5EF4-FFF2-40B4-BE49-F238E27FC236}">
                <a16:creationId xmlns:a16="http://schemas.microsoft.com/office/drawing/2014/main" id="{52274DEE-0632-A64B-9737-811D582D2C1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48"/>
          <a:stretch/>
        </p:blipFill>
        <p:spPr>
          <a:xfrm>
            <a:off x="5330548" y="1"/>
            <a:ext cx="6861452" cy="1457999"/>
          </a:xfrm>
          <a:prstGeom prst="rect">
            <a:avLst/>
          </a:prstGeom>
        </p:spPr>
      </p:pic>
      <p:grpSp>
        <p:nvGrpSpPr>
          <p:cNvPr id="4" name="Grafik 13">
            <a:extLst>
              <a:ext uri="{FF2B5EF4-FFF2-40B4-BE49-F238E27FC236}">
                <a16:creationId xmlns:a16="http://schemas.microsoft.com/office/drawing/2014/main" id="{B5960D34-1BCC-3328-B3EE-DE1939CFD45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21200" y="489600"/>
            <a:ext cx="1209600" cy="299018"/>
            <a:chOff x="8501174" y="2383489"/>
            <a:chExt cx="2699861" cy="667416"/>
          </a:xfrm>
          <a:solidFill>
            <a:schemeClr val="bg1"/>
          </a:solidFill>
        </p:grpSpPr>
        <p:grpSp>
          <p:nvGrpSpPr>
            <p:cNvPr id="7" name="Grafik 13">
              <a:extLst>
                <a:ext uri="{FF2B5EF4-FFF2-40B4-BE49-F238E27FC236}">
                  <a16:creationId xmlns:a16="http://schemas.microsoft.com/office/drawing/2014/main" id="{64F99BC8-0574-7D15-BA1F-EAD50BCF0103}"/>
                </a:ext>
              </a:extLst>
            </p:cNvPr>
            <p:cNvGrpSpPr/>
            <p:nvPr/>
          </p:nvGrpSpPr>
          <p:grpSpPr>
            <a:xfrm>
              <a:off x="9461484" y="2955941"/>
              <a:ext cx="876871" cy="94964"/>
              <a:chOff x="9461484" y="2955941"/>
              <a:chExt cx="876871" cy="94964"/>
            </a:xfrm>
            <a:grpFill/>
          </p:grpSpPr>
          <p:sp>
            <p:nvSpPr>
              <p:cNvPr id="31" name="Freihandform: Form 30">
                <a:extLst>
                  <a:ext uri="{FF2B5EF4-FFF2-40B4-BE49-F238E27FC236}">
                    <a16:creationId xmlns:a16="http://schemas.microsoft.com/office/drawing/2014/main" id="{2540210D-3E0E-BCEA-20A7-045B163CDC52}"/>
                  </a:ext>
                </a:extLst>
              </p:cNvPr>
              <p:cNvSpPr/>
              <p:nvPr/>
            </p:nvSpPr>
            <p:spPr>
              <a:xfrm>
                <a:off x="9461484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8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8 w 64198"/>
                  <a:gd name="connsiteY9" fmla="*/ 83820 h 91725"/>
                  <a:gd name="connsiteX10" fmla="*/ 48577 w 64198"/>
                  <a:gd name="connsiteY10" fmla="*/ 83820 h 91725"/>
                  <a:gd name="connsiteX11" fmla="*/ 47244 w 64198"/>
                  <a:gd name="connsiteY11" fmla="*/ 91726 h 91725"/>
                  <a:gd name="connsiteX12" fmla="*/ 190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8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8" y="83820"/>
                    </a:lnTo>
                    <a:lnTo>
                      <a:pt x="48577" y="83820"/>
                    </a:lnTo>
                    <a:lnTo>
                      <a:pt x="47244" y="91726"/>
                    </a:lnTo>
                    <a:lnTo>
                      <a:pt x="19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2" name="Freihandform: Form 31">
                <a:extLst>
                  <a:ext uri="{FF2B5EF4-FFF2-40B4-BE49-F238E27FC236}">
                    <a16:creationId xmlns:a16="http://schemas.microsoft.com/office/drawing/2014/main" id="{58931E82-3707-8644-5418-0B95D0E8B433}"/>
                  </a:ext>
                </a:extLst>
              </p:cNvPr>
              <p:cNvSpPr/>
              <p:nvPr/>
            </p:nvSpPr>
            <p:spPr>
              <a:xfrm>
                <a:off x="9534636" y="2957560"/>
                <a:ext cx="48387" cy="91725"/>
              </a:xfrm>
              <a:custGeom>
                <a:avLst/>
                <a:gdLst>
                  <a:gd name="connsiteX0" fmla="*/ 0 w 48387"/>
                  <a:gd name="connsiteY0" fmla="*/ 91726 h 91725"/>
                  <a:gd name="connsiteX1" fmla="*/ 19621 w 48387"/>
                  <a:gd name="connsiteY1" fmla="*/ 0 h 91725"/>
                  <a:gd name="connsiteX2" fmla="*/ 28956 w 48387"/>
                  <a:gd name="connsiteY2" fmla="*/ 0 h 91725"/>
                  <a:gd name="connsiteX3" fmla="*/ 10954 w 48387"/>
                  <a:gd name="connsiteY3" fmla="*/ 83820 h 91725"/>
                  <a:gd name="connsiteX4" fmla="*/ 48387 w 48387"/>
                  <a:gd name="connsiteY4" fmla="*/ 83820 h 91725"/>
                  <a:gd name="connsiteX5" fmla="*/ 46958 w 48387"/>
                  <a:gd name="connsiteY5" fmla="*/ 91726 h 91725"/>
                  <a:gd name="connsiteX6" fmla="*/ 95 w 48387"/>
                  <a:gd name="connsiteY6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8387" h="91725">
                    <a:moveTo>
                      <a:pt x="0" y="91726"/>
                    </a:moveTo>
                    <a:lnTo>
                      <a:pt x="19621" y="0"/>
                    </a:lnTo>
                    <a:lnTo>
                      <a:pt x="28956" y="0"/>
                    </a:lnTo>
                    <a:lnTo>
                      <a:pt x="10954" y="83820"/>
                    </a:lnTo>
                    <a:lnTo>
                      <a:pt x="48387" y="83820"/>
                    </a:lnTo>
                    <a:lnTo>
                      <a:pt x="46958" y="91726"/>
                    </a:lnTo>
                    <a:lnTo>
                      <a:pt x="95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3" name="Freihandform: Form 32">
                <a:extLst>
                  <a:ext uri="{FF2B5EF4-FFF2-40B4-BE49-F238E27FC236}">
                    <a16:creationId xmlns:a16="http://schemas.microsoft.com/office/drawing/2014/main" id="{AC373240-861A-8FF1-358C-CE06B5CB3345}"/>
                  </a:ext>
                </a:extLst>
              </p:cNvPr>
              <p:cNvSpPr/>
              <p:nvPr/>
            </p:nvSpPr>
            <p:spPr>
              <a:xfrm>
                <a:off x="9605216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9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9 w 64198"/>
                  <a:gd name="connsiteY9" fmla="*/ 83820 h 91725"/>
                  <a:gd name="connsiteX10" fmla="*/ 48578 w 64198"/>
                  <a:gd name="connsiteY10" fmla="*/ 83820 h 91725"/>
                  <a:gd name="connsiteX11" fmla="*/ 47244 w 64198"/>
                  <a:gd name="connsiteY11" fmla="*/ 91726 h 91725"/>
                  <a:gd name="connsiteX12" fmla="*/ 191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9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9" y="83820"/>
                    </a:lnTo>
                    <a:lnTo>
                      <a:pt x="48578" y="83820"/>
                    </a:lnTo>
                    <a:lnTo>
                      <a:pt x="47244" y="91726"/>
                    </a:lnTo>
                    <a:lnTo>
                      <a:pt x="19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4" name="Freihandform: Form 33">
                <a:extLst>
                  <a:ext uri="{FF2B5EF4-FFF2-40B4-BE49-F238E27FC236}">
                    <a16:creationId xmlns:a16="http://schemas.microsoft.com/office/drawing/2014/main" id="{5880D8D2-6052-DCC2-7244-5D794A8719EC}"/>
                  </a:ext>
                </a:extLst>
              </p:cNvPr>
              <p:cNvSpPr/>
              <p:nvPr/>
            </p:nvSpPr>
            <p:spPr>
              <a:xfrm>
                <a:off x="9684179" y="2955941"/>
                <a:ext cx="79247" cy="94869"/>
              </a:xfrm>
              <a:custGeom>
                <a:avLst/>
                <a:gdLst>
                  <a:gd name="connsiteX0" fmla="*/ 60960 w 79247"/>
                  <a:gd name="connsiteY0" fmla="*/ 92012 h 94869"/>
                  <a:gd name="connsiteX1" fmla="*/ 43053 w 79247"/>
                  <a:gd name="connsiteY1" fmla="*/ 94869 h 94869"/>
                  <a:gd name="connsiteX2" fmla="*/ 0 w 79247"/>
                  <a:gd name="connsiteY2" fmla="*/ 54674 h 94869"/>
                  <a:gd name="connsiteX3" fmla="*/ 54673 w 79247"/>
                  <a:gd name="connsiteY3" fmla="*/ 0 h 94869"/>
                  <a:gd name="connsiteX4" fmla="*/ 79248 w 79247"/>
                  <a:gd name="connsiteY4" fmla="*/ 4763 h 94869"/>
                  <a:gd name="connsiteX5" fmla="*/ 76105 w 79247"/>
                  <a:gd name="connsiteY5" fmla="*/ 12382 h 94869"/>
                  <a:gd name="connsiteX6" fmla="*/ 54007 w 79247"/>
                  <a:gd name="connsiteY6" fmla="*/ 7906 h 94869"/>
                  <a:gd name="connsiteX7" fmla="*/ 9049 w 79247"/>
                  <a:gd name="connsiteY7" fmla="*/ 54769 h 94869"/>
                  <a:gd name="connsiteX8" fmla="*/ 42577 w 79247"/>
                  <a:gd name="connsiteY8" fmla="*/ 86963 h 94869"/>
                  <a:gd name="connsiteX9" fmla="*/ 62008 w 79247"/>
                  <a:gd name="connsiteY9" fmla="*/ 83915 h 94869"/>
                  <a:gd name="connsiteX10" fmla="*/ 60960 w 79247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7" h="94869">
                    <a:moveTo>
                      <a:pt x="60960" y="92012"/>
                    </a:moveTo>
                    <a:cubicBezTo>
                      <a:pt x="54293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9" y="0"/>
                      <a:pt x="54673" y="0"/>
                    </a:cubicBezTo>
                    <a:cubicBezTo>
                      <a:pt x="66199" y="0"/>
                      <a:pt x="72961" y="1810"/>
                      <a:pt x="79248" y="4763"/>
                    </a:cubicBezTo>
                    <a:lnTo>
                      <a:pt x="76105" y="12382"/>
                    </a:lnTo>
                    <a:cubicBezTo>
                      <a:pt x="69532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5" name="Freihandform: Form 34">
                <a:extLst>
                  <a:ext uri="{FF2B5EF4-FFF2-40B4-BE49-F238E27FC236}">
                    <a16:creationId xmlns:a16="http://schemas.microsoft.com/office/drawing/2014/main" id="{1F3806C7-0901-8C28-12C7-5C3C8942EEA4}"/>
                  </a:ext>
                </a:extLst>
              </p:cNvPr>
              <p:cNvSpPr/>
              <p:nvPr/>
            </p:nvSpPr>
            <p:spPr>
              <a:xfrm>
                <a:off x="9781905" y="2957560"/>
                <a:ext cx="66484" cy="91725"/>
              </a:xfrm>
              <a:custGeom>
                <a:avLst/>
                <a:gdLst>
                  <a:gd name="connsiteX0" fmla="*/ 9906 w 66484"/>
                  <a:gd name="connsiteY0" fmla="*/ 91726 h 91725"/>
                  <a:gd name="connsiteX1" fmla="*/ 27813 w 66484"/>
                  <a:gd name="connsiteY1" fmla="*/ 7906 h 91725"/>
                  <a:gd name="connsiteX2" fmla="*/ 0 w 66484"/>
                  <a:gd name="connsiteY2" fmla="*/ 7906 h 91725"/>
                  <a:gd name="connsiteX3" fmla="*/ 1715 w 66484"/>
                  <a:gd name="connsiteY3" fmla="*/ 0 h 91725"/>
                  <a:gd name="connsiteX4" fmla="*/ 66484 w 66484"/>
                  <a:gd name="connsiteY4" fmla="*/ 0 h 91725"/>
                  <a:gd name="connsiteX5" fmla="*/ 64865 w 66484"/>
                  <a:gd name="connsiteY5" fmla="*/ 7906 h 91725"/>
                  <a:gd name="connsiteX6" fmla="*/ 37052 w 66484"/>
                  <a:gd name="connsiteY6" fmla="*/ 7906 h 91725"/>
                  <a:gd name="connsiteX7" fmla="*/ 19431 w 66484"/>
                  <a:gd name="connsiteY7" fmla="*/ 91726 h 91725"/>
                  <a:gd name="connsiteX8" fmla="*/ 10001 w 66484"/>
                  <a:gd name="connsiteY8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6484" h="91725">
                    <a:moveTo>
                      <a:pt x="9906" y="91726"/>
                    </a:moveTo>
                    <a:lnTo>
                      <a:pt x="27813" y="7906"/>
                    </a:lnTo>
                    <a:lnTo>
                      <a:pt x="0" y="7906"/>
                    </a:lnTo>
                    <a:lnTo>
                      <a:pt x="1715" y="0"/>
                    </a:lnTo>
                    <a:lnTo>
                      <a:pt x="66484" y="0"/>
                    </a:lnTo>
                    <a:lnTo>
                      <a:pt x="64865" y="7906"/>
                    </a:lnTo>
                    <a:lnTo>
                      <a:pt x="37052" y="7906"/>
                    </a:lnTo>
                    <a:lnTo>
                      <a:pt x="19431" y="91726"/>
                    </a:lnTo>
                    <a:lnTo>
                      <a:pt x="1000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6" name="Freihandform: Form 35">
                <a:extLst>
                  <a:ext uri="{FF2B5EF4-FFF2-40B4-BE49-F238E27FC236}">
                    <a16:creationId xmlns:a16="http://schemas.microsoft.com/office/drawing/2014/main" id="{FD7AD78E-1E68-0683-A6CF-4E7B95A51EFB}"/>
                  </a:ext>
                </a:extLst>
              </p:cNvPr>
              <p:cNvSpPr/>
              <p:nvPr/>
            </p:nvSpPr>
            <p:spPr>
              <a:xfrm>
                <a:off x="9852104" y="2957560"/>
                <a:ext cx="65912" cy="91725"/>
              </a:xfrm>
              <a:custGeom>
                <a:avLst/>
                <a:gdLst>
                  <a:gd name="connsiteX0" fmla="*/ 49625 w 65912"/>
                  <a:gd name="connsiteY0" fmla="*/ 91726 h 91725"/>
                  <a:gd name="connsiteX1" fmla="*/ 41910 w 65912"/>
                  <a:gd name="connsiteY1" fmla="*/ 58769 h 91725"/>
                  <a:gd name="connsiteX2" fmla="*/ 29051 w 65912"/>
                  <a:gd name="connsiteY2" fmla="*/ 48482 h 91725"/>
                  <a:gd name="connsiteX3" fmla="*/ 18383 w 65912"/>
                  <a:gd name="connsiteY3" fmla="*/ 48482 h 91725"/>
                  <a:gd name="connsiteX4" fmla="*/ 9144 w 65912"/>
                  <a:gd name="connsiteY4" fmla="*/ 91726 h 91725"/>
                  <a:gd name="connsiteX5" fmla="*/ 0 w 65912"/>
                  <a:gd name="connsiteY5" fmla="*/ 91726 h 91725"/>
                  <a:gd name="connsiteX6" fmla="*/ 20003 w 65912"/>
                  <a:gd name="connsiteY6" fmla="*/ 0 h 91725"/>
                  <a:gd name="connsiteX7" fmla="*/ 42291 w 65912"/>
                  <a:gd name="connsiteY7" fmla="*/ 0 h 91725"/>
                  <a:gd name="connsiteX8" fmla="*/ 65913 w 65912"/>
                  <a:gd name="connsiteY8" fmla="*/ 20479 h 91725"/>
                  <a:gd name="connsiteX9" fmla="*/ 40005 w 65912"/>
                  <a:gd name="connsiteY9" fmla="*/ 45053 h 91725"/>
                  <a:gd name="connsiteX10" fmla="*/ 40005 w 65912"/>
                  <a:gd name="connsiteY10" fmla="*/ 45339 h 91725"/>
                  <a:gd name="connsiteX11" fmla="*/ 49721 w 65912"/>
                  <a:gd name="connsiteY11" fmla="*/ 56007 h 91725"/>
                  <a:gd name="connsiteX12" fmla="*/ 58483 w 65912"/>
                  <a:gd name="connsiteY12" fmla="*/ 91726 h 91725"/>
                  <a:gd name="connsiteX13" fmla="*/ 49530 w 65912"/>
                  <a:gd name="connsiteY13" fmla="*/ 91726 h 91725"/>
                  <a:gd name="connsiteX14" fmla="*/ 29242 w 65912"/>
                  <a:gd name="connsiteY14" fmla="*/ 40672 h 91725"/>
                  <a:gd name="connsiteX15" fmla="*/ 56864 w 65912"/>
                  <a:gd name="connsiteY15" fmla="*/ 21717 h 91725"/>
                  <a:gd name="connsiteX16" fmla="*/ 40291 w 65912"/>
                  <a:gd name="connsiteY16" fmla="*/ 7906 h 91725"/>
                  <a:gd name="connsiteX17" fmla="*/ 27051 w 65912"/>
                  <a:gd name="connsiteY17" fmla="*/ 7906 h 91725"/>
                  <a:gd name="connsiteX18" fmla="*/ 20098 w 65912"/>
                  <a:gd name="connsiteY18" fmla="*/ 40576 h 91725"/>
                  <a:gd name="connsiteX19" fmla="*/ 29242 w 65912"/>
                  <a:gd name="connsiteY19" fmla="*/ 4057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5912" h="91725">
                    <a:moveTo>
                      <a:pt x="49625" y="91726"/>
                    </a:moveTo>
                    <a:lnTo>
                      <a:pt x="41910" y="58769"/>
                    </a:lnTo>
                    <a:cubicBezTo>
                      <a:pt x="39910" y="50578"/>
                      <a:pt x="36481" y="48482"/>
                      <a:pt x="29051" y="48482"/>
                    </a:cubicBezTo>
                    <a:lnTo>
                      <a:pt x="18383" y="48482"/>
                    </a:lnTo>
                    <a:lnTo>
                      <a:pt x="9144" y="91726"/>
                    </a:lnTo>
                    <a:lnTo>
                      <a:pt x="0" y="91726"/>
                    </a:lnTo>
                    <a:lnTo>
                      <a:pt x="20003" y="0"/>
                    </a:lnTo>
                    <a:lnTo>
                      <a:pt x="42291" y="0"/>
                    </a:lnTo>
                    <a:cubicBezTo>
                      <a:pt x="57245" y="0"/>
                      <a:pt x="65913" y="6286"/>
                      <a:pt x="65913" y="20479"/>
                    </a:cubicBezTo>
                    <a:cubicBezTo>
                      <a:pt x="65913" y="34671"/>
                      <a:pt x="55531" y="44291"/>
                      <a:pt x="40005" y="45053"/>
                    </a:cubicBezTo>
                    <a:lnTo>
                      <a:pt x="40005" y="45339"/>
                    </a:lnTo>
                    <a:cubicBezTo>
                      <a:pt x="46577" y="46482"/>
                      <a:pt x="48292" y="49911"/>
                      <a:pt x="49721" y="56007"/>
                    </a:cubicBezTo>
                    <a:lnTo>
                      <a:pt x="58483" y="91726"/>
                    </a:lnTo>
                    <a:lnTo>
                      <a:pt x="49530" y="91726"/>
                    </a:lnTo>
                    <a:close/>
                    <a:moveTo>
                      <a:pt x="29242" y="40672"/>
                    </a:moveTo>
                    <a:cubicBezTo>
                      <a:pt x="45149" y="40672"/>
                      <a:pt x="56864" y="34671"/>
                      <a:pt x="56864" y="21717"/>
                    </a:cubicBezTo>
                    <a:cubicBezTo>
                      <a:pt x="56864" y="11716"/>
                      <a:pt x="50197" y="7906"/>
                      <a:pt x="40291" y="7906"/>
                    </a:cubicBezTo>
                    <a:lnTo>
                      <a:pt x="27051" y="7906"/>
                    </a:lnTo>
                    <a:lnTo>
                      <a:pt x="20098" y="40576"/>
                    </a:lnTo>
                    <a:lnTo>
                      <a:pt x="29242" y="4057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7" name="Freihandform: Form 36">
                <a:extLst>
                  <a:ext uri="{FF2B5EF4-FFF2-40B4-BE49-F238E27FC236}">
                    <a16:creationId xmlns:a16="http://schemas.microsoft.com/office/drawing/2014/main" id="{515998CA-0E2D-24E8-7983-CF58D797AE0C}"/>
                  </a:ext>
                </a:extLst>
              </p:cNvPr>
              <p:cNvSpPr/>
              <p:nvPr/>
            </p:nvSpPr>
            <p:spPr>
              <a:xfrm>
                <a:off x="9939068" y="2956036"/>
                <a:ext cx="83438" cy="94868"/>
              </a:xfrm>
              <a:custGeom>
                <a:avLst/>
                <a:gdLst>
                  <a:gd name="connsiteX0" fmla="*/ 0 w 83438"/>
                  <a:gd name="connsiteY0" fmla="*/ 57436 h 94868"/>
                  <a:gd name="connsiteX1" fmla="*/ 48768 w 83438"/>
                  <a:gd name="connsiteY1" fmla="*/ 0 h 94868"/>
                  <a:gd name="connsiteX2" fmla="*/ 83439 w 83438"/>
                  <a:gd name="connsiteY2" fmla="*/ 37433 h 94868"/>
                  <a:gd name="connsiteX3" fmla="*/ 34671 w 83438"/>
                  <a:gd name="connsiteY3" fmla="*/ 94869 h 94868"/>
                  <a:gd name="connsiteX4" fmla="*/ 0 w 83438"/>
                  <a:gd name="connsiteY4" fmla="*/ 57436 h 94868"/>
                  <a:gd name="connsiteX5" fmla="*/ 74390 w 83438"/>
                  <a:gd name="connsiteY5" fmla="*/ 38481 h 94868"/>
                  <a:gd name="connsiteX6" fmla="*/ 48387 w 83438"/>
                  <a:gd name="connsiteY6" fmla="*/ 7906 h 94868"/>
                  <a:gd name="connsiteX7" fmla="*/ 9144 w 83438"/>
                  <a:gd name="connsiteY7" fmla="*/ 56674 h 94868"/>
                  <a:gd name="connsiteX8" fmla="*/ 35433 w 83438"/>
                  <a:gd name="connsiteY8" fmla="*/ 87058 h 94868"/>
                  <a:gd name="connsiteX9" fmla="*/ 74486 w 83438"/>
                  <a:gd name="connsiteY9" fmla="*/ 38576 h 94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3438" h="94868">
                    <a:moveTo>
                      <a:pt x="0" y="57436"/>
                    </a:moveTo>
                    <a:cubicBezTo>
                      <a:pt x="0" y="28099"/>
                      <a:pt x="18574" y="0"/>
                      <a:pt x="48768" y="0"/>
                    </a:cubicBezTo>
                    <a:cubicBezTo>
                      <a:pt x="70961" y="0"/>
                      <a:pt x="83439" y="14573"/>
                      <a:pt x="83439" y="37433"/>
                    </a:cubicBezTo>
                    <a:cubicBezTo>
                      <a:pt x="83439" y="66866"/>
                      <a:pt x="64865" y="94869"/>
                      <a:pt x="34671" y="94869"/>
                    </a:cubicBezTo>
                    <a:cubicBezTo>
                      <a:pt x="12383" y="94869"/>
                      <a:pt x="0" y="80010"/>
                      <a:pt x="0" y="57436"/>
                    </a:cubicBezTo>
                    <a:close/>
                    <a:moveTo>
                      <a:pt x="74390" y="38481"/>
                    </a:moveTo>
                    <a:cubicBezTo>
                      <a:pt x="74390" y="19717"/>
                      <a:pt x="64961" y="7906"/>
                      <a:pt x="48387" y="7906"/>
                    </a:cubicBezTo>
                    <a:cubicBezTo>
                      <a:pt x="24384" y="7906"/>
                      <a:pt x="9144" y="33623"/>
                      <a:pt x="9144" y="56674"/>
                    </a:cubicBezTo>
                    <a:cubicBezTo>
                      <a:pt x="9144" y="72485"/>
                      <a:pt x="16383" y="87058"/>
                      <a:pt x="35433" y="87058"/>
                    </a:cubicBezTo>
                    <a:cubicBezTo>
                      <a:pt x="59246" y="87058"/>
                      <a:pt x="74486" y="61055"/>
                      <a:pt x="74486" y="38576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8" name="Freihandform: Form 37">
                <a:extLst>
                  <a:ext uri="{FF2B5EF4-FFF2-40B4-BE49-F238E27FC236}">
                    <a16:creationId xmlns:a16="http://schemas.microsoft.com/office/drawing/2014/main" id="{7B56ABE5-2ED4-3A16-6863-417D2DFD1C80}"/>
                  </a:ext>
                </a:extLst>
              </p:cNvPr>
              <p:cNvSpPr/>
              <p:nvPr/>
            </p:nvSpPr>
            <p:spPr>
              <a:xfrm>
                <a:off x="10040890" y="2957560"/>
                <a:ext cx="86772" cy="91725"/>
              </a:xfrm>
              <a:custGeom>
                <a:avLst/>
                <a:gdLst>
                  <a:gd name="connsiteX0" fmla="*/ 56579 w 86772"/>
                  <a:gd name="connsiteY0" fmla="*/ 91726 h 91725"/>
                  <a:gd name="connsiteX1" fmla="*/ 26003 w 86772"/>
                  <a:gd name="connsiteY1" fmla="*/ 11049 h 91725"/>
                  <a:gd name="connsiteX2" fmla="*/ 25717 w 86772"/>
                  <a:gd name="connsiteY2" fmla="*/ 11049 h 91725"/>
                  <a:gd name="connsiteX3" fmla="*/ 8382 w 86772"/>
                  <a:gd name="connsiteY3" fmla="*/ 91726 h 91725"/>
                  <a:gd name="connsiteX4" fmla="*/ 0 w 86772"/>
                  <a:gd name="connsiteY4" fmla="*/ 91726 h 91725"/>
                  <a:gd name="connsiteX5" fmla="*/ 19812 w 86772"/>
                  <a:gd name="connsiteY5" fmla="*/ 0 h 91725"/>
                  <a:gd name="connsiteX6" fmla="*/ 30575 w 86772"/>
                  <a:gd name="connsiteY6" fmla="*/ 0 h 91725"/>
                  <a:gd name="connsiteX7" fmla="*/ 61150 w 86772"/>
                  <a:gd name="connsiteY7" fmla="*/ 80677 h 91725"/>
                  <a:gd name="connsiteX8" fmla="*/ 61436 w 86772"/>
                  <a:gd name="connsiteY8" fmla="*/ 80677 h 91725"/>
                  <a:gd name="connsiteX9" fmla="*/ 78486 w 86772"/>
                  <a:gd name="connsiteY9" fmla="*/ 0 h 91725"/>
                  <a:gd name="connsiteX10" fmla="*/ 86773 w 86772"/>
                  <a:gd name="connsiteY10" fmla="*/ 0 h 91725"/>
                  <a:gd name="connsiteX11" fmla="*/ 67342 w 86772"/>
                  <a:gd name="connsiteY11" fmla="*/ 91726 h 91725"/>
                  <a:gd name="connsiteX12" fmla="*/ 56579 w 86772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6772" h="91725">
                    <a:moveTo>
                      <a:pt x="56579" y="91726"/>
                    </a:moveTo>
                    <a:lnTo>
                      <a:pt x="26003" y="11049"/>
                    </a:lnTo>
                    <a:lnTo>
                      <a:pt x="25717" y="11049"/>
                    </a:lnTo>
                    <a:lnTo>
                      <a:pt x="8382" y="91726"/>
                    </a:lnTo>
                    <a:lnTo>
                      <a:pt x="0" y="91726"/>
                    </a:lnTo>
                    <a:lnTo>
                      <a:pt x="19812" y="0"/>
                    </a:lnTo>
                    <a:lnTo>
                      <a:pt x="30575" y="0"/>
                    </a:lnTo>
                    <a:lnTo>
                      <a:pt x="61150" y="80677"/>
                    </a:lnTo>
                    <a:lnTo>
                      <a:pt x="61436" y="80677"/>
                    </a:lnTo>
                    <a:lnTo>
                      <a:pt x="78486" y="0"/>
                    </a:lnTo>
                    <a:lnTo>
                      <a:pt x="86773" y="0"/>
                    </a:lnTo>
                    <a:lnTo>
                      <a:pt x="67342" y="91726"/>
                    </a:lnTo>
                    <a:lnTo>
                      <a:pt x="56579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9" name="Freihandform: Form 38">
                <a:extLst>
                  <a:ext uri="{FF2B5EF4-FFF2-40B4-BE49-F238E27FC236}">
                    <a16:creationId xmlns:a16="http://schemas.microsoft.com/office/drawing/2014/main" id="{46A58C73-5E5C-C6FB-052A-4EF9A9BFE932}"/>
                  </a:ext>
                </a:extLst>
              </p:cNvPr>
              <p:cNvSpPr/>
              <p:nvPr/>
            </p:nvSpPr>
            <p:spPr>
              <a:xfrm>
                <a:off x="10141379" y="2957560"/>
                <a:ext cx="28479" cy="91725"/>
              </a:xfrm>
              <a:custGeom>
                <a:avLst/>
                <a:gdLst>
                  <a:gd name="connsiteX0" fmla="*/ 0 w 28479"/>
                  <a:gd name="connsiteY0" fmla="*/ 91726 h 91725"/>
                  <a:gd name="connsiteX1" fmla="*/ 19431 w 28479"/>
                  <a:gd name="connsiteY1" fmla="*/ 0 h 91725"/>
                  <a:gd name="connsiteX2" fmla="*/ 28480 w 28479"/>
                  <a:gd name="connsiteY2" fmla="*/ 0 h 91725"/>
                  <a:gd name="connsiteX3" fmla="*/ 9049 w 28479"/>
                  <a:gd name="connsiteY3" fmla="*/ 91726 h 91725"/>
                  <a:gd name="connsiteX4" fmla="*/ 0 w 28479"/>
                  <a:gd name="connsiteY4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479" h="91725">
                    <a:moveTo>
                      <a:pt x="0" y="91726"/>
                    </a:moveTo>
                    <a:lnTo>
                      <a:pt x="19431" y="0"/>
                    </a:lnTo>
                    <a:lnTo>
                      <a:pt x="28480" y="0"/>
                    </a:lnTo>
                    <a:lnTo>
                      <a:pt x="9049" y="91726"/>
                    </a:lnTo>
                    <a:lnTo>
                      <a:pt x="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0" name="Freihandform: Form 39">
                <a:extLst>
                  <a:ext uri="{FF2B5EF4-FFF2-40B4-BE49-F238E27FC236}">
                    <a16:creationId xmlns:a16="http://schemas.microsoft.com/office/drawing/2014/main" id="{969631BF-7C8D-5A98-8A40-73151C0F90E3}"/>
                  </a:ext>
                </a:extLst>
              </p:cNvPr>
              <p:cNvSpPr/>
              <p:nvPr/>
            </p:nvSpPr>
            <p:spPr>
              <a:xfrm>
                <a:off x="10187766" y="2955941"/>
                <a:ext cx="79248" cy="94869"/>
              </a:xfrm>
              <a:custGeom>
                <a:avLst/>
                <a:gdLst>
                  <a:gd name="connsiteX0" fmla="*/ 60960 w 79248"/>
                  <a:gd name="connsiteY0" fmla="*/ 92012 h 94869"/>
                  <a:gd name="connsiteX1" fmla="*/ 43053 w 79248"/>
                  <a:gd name="connsiteY1" fmla="*/ 94869 h 94869"/>
                  <a:gd name="connsiteX2" fmla="*/ 0 w 79248"/>
                  <a:gd name="connsiteY2" fmla="*/ 54674 h 94869"/>
                  <a:gd name="connsiteX3" fmla="*/ 54674 w 79248"/>
                  <a:gd name="connsiteY3" fmla="*/ 0 h 94869"/>
                  <a:gd name="connsiteX4" fmla="*/ 79248 w 79248"/>
                  <a:gd name="connsiteY4" fmla="*/ 4763 h 94869"/>
                  <a:gd name="connsiteX5" fmla="*/ 76105 w 79248"/>
                  <a:gd name="connsiteY5" fmla="*/ 12382 h 94869"/>
                  <a:gd name="connsiteX6" fmla="*/ 54007 w 79248"/>
                  <a:gd name="connsiteY6" fmla="*/ 7906 h 94869"/>
                  <a:gd name="connsiteX7" fmla="*/ 9049 w 79248"/>
                  <a:gd name="connsiteY7" fmla="*/ 54769 h 94869"/>
                  <a:gd name="connsiteX8" fmla="*/ 42577 w 79248"/>
                  <a:gd name="connsiteY8" fmla="*/ 86963 h 94869"/>
                  <a:gd name="connsiteX9" fmla="*/ 62008 w 79248"/>
                  <a:gd name="connsiteY9" fmla="*/ 83915 h 94869"/>
                  <a:gd name="connsiteX10" fmla="*/ 60960 w 79248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8" h="94869">
                    <a:moveTo>
                      <a:pt x="60960" y="92012"/>
                    </a:moveTo>
                    <a:cubicBezTo>
                      <a:pt x="54292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8" y="0"/>
                      <a:pt x="54674" y="0"/>
                    </a:cubicBezTo>
                    <a:cubicBezTo>
                      <a:pt x="66199" y="0"/>
                      <a:pt x="72962" y="1810"/>
                      <a:pt x="79248" y="4763"/>
                    </a:cubicBezTo>
                    <a:lnTo>
                      <a:pt x="76105" y="12382"/>
                    </a:lnTo>
                    <a:cubicBezTo>
                      <a:pt x="69533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1" name="Freihandform: Form 40">
                <a:extLst>
                  <a:ext uri="{FF2B5EF4-FFF2-40B4-BE49-F238E27FC236}">
                    <a16:creationId xmlns:a16="http://schemas.microsoft.com/office/drawing/2014/main" id="{3B7382E0-DAF2-92B5-C7DB-C1410AF9D37F}"/>
                  </a:ext>
                </a:extLst>
              </p:cNvPr>
              <p:cNvSpPr/>
              <p:nvPr/>
            </p:nvSpPr>
            <p:spPr>
              <a:xfrm>
                <a:off x="10272062" y="2955941"/>
                <a:ext cx="66293" cy="94869"/>
              </a:xfrm>
              <a:custGeom>
                <a:avLst/>
                <a:gdLst>
                  <a:gd name="connsiteX0" fmla="*/ 2572 w 66293"/>
                  <a:gd name="connsiteY0" fmla="*/ 81248 h 94869"/>
                  <a:gd name="connsiteX1" fmla="*/ 22193 w 66293"/>
                  <a:gd name="connsiteY1" fmla="*/ 87058 h 94869"/>
                  <a:gd name="connsiteX2" fmla="*/ 47720 w 66293"/>
                  <a:gd name="connsiteY2" fmla="*/ 67437 h 94869"/>
                  <a:gd name="connsiteX3" fmla="*/ 34099 w 66293"/>
                  <a:gd name="connsiteY3" fmla="*/ 49435 h 94869"/>
                  <a:gd name="connsiteX4" fmla="*/ 14002 w 66293"/>
                  <a:gd name="connsiteY4" fmla="*/ 25527 h 94869"/>
                  <a:gd name="connsiteX5" fmla="*/ 45053 w 66293"/>
                  <a:gd name="connsiteY5" fmla="*/ 0 h 94869"/>
                  <a:gd name="connsiteX6" fmla="*/ 66294 w 66293"/>
                  <a:gd name="connsiteY6" fmla="*/ 4096 h 94869"/>
                  <a:gd name="connsiteX7" fmla="*/ 63532 w 66293"/>
                  <a:gd name="connsiteY7" fmla="*/ 12382 h 94869"/>
                  <a:gd name="connsiteX8" fmla="*/ 44863 w 66293"/>
                  <a:gd name="connsiteY8" fmla="*/ 7906 h 94869"/>
                  <a:gd name="connsiteX9" fmla="*/ 23050 w 66293"/>
                  <a:gd name="connsiteY9" fmla="*/ 24860 h 94869"/>
                  <a:gd name="connsiteX10" fmla="*/ 36481 w 66293"/>
                  <a:gd name="connsiteY10" fmla="*/ 40481 h 94869"/>
                  <a:gd name="connsiteX11" fmla="*/ 56864 w 66293"/>
                  <a:gd name="connsiteY11" fmla="*/ 66199 h 94869"/>
                  <a:gd name="connsiteX12" fmla="*/ 22955 w 66293"/>
                  <a:gd name="connsiteY12" fmla="*/ 94869 h 94869"/>
                  <a:gd name="connsiteX13" fmla="*/ 0 w 66293"/>
                  <a:gd name="connsiteY13" fmla="*/ 89916 h 94869"/>
                  <a:gd name="connsiteX14" fmla="*/ 2762 w 66293"/>
                  <a:gd name="connsiteY14" fmla="*/ 81248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6293" h="94869">
                    <a:moveTo>
                      <a:pt x="2572" y="81248"/>
                    </a:moveTo>
                    <a:cubicBezTo>
                      <a:pt x="8096" y="84963"/>
                      <a:pt x="15430" y="87058"/>
                      <a:pt x="22193" y="87058"/>
                    </a:cubicBezTo>
                    <a:cubicBezTo>
                      <a:pt x="34576" y="87058"/>
                      <a:pt x="47720" y="81629"/>
                      <a:pt x="47720" y="67437"/>
                    </a:cubicBezTo>
                    <a:cubicBezTo>
                      <a:pt x="47720" y="59912"/>
                      <a:pt x="42767" y="54959"/>
                      <a:pt x="34099" y="49435"/>
                    </a:cubicBezTo>
                    <a:cubicBezTo>
                      <a:pt x="23241" y="42482"/>
                      <a:pt x="14002" y="36957"/>
                      <a:pt x="14002" y="25527"/>
                    </a:cubicBezTo>
                    <a:cubicBezTo>
                      <a:pt x="14002" y="8477"/>
                      <a:pt x="28099" y="0"/>
                      <a:pt x="45053" y="0"/>
                    </a:cubicBezTo>
                    <a:cubicBezTo>
                      <a:pt x="52768" y="0"/>
                      <a:pt x="59912" y="1333"/>
                      <a:pt x="66294" y="4096"/>
                    </a:cubicBezTo>
                    <a:lnTo>
                      <a:pt x="63532" y="12382"/>
                    </a:lnTo>
                    <a:cubicBezTo>
                      <a:pt x="57626" y="9334"/>
                      <a:pt x="51340" y="7906"/>
                      <a:pt x="44863" y="7906"/>
                    </a:cubicBezTo>
                    <a:cubicBezTo>
                      <a:pt x="34861" y="7906"/>
                      <a:pt x="23050" y="12764"/>
                      <a:pt x="23050" y="24860"/>
                    </a:cubicBezTo>
                    <a:cubicBezTo>
                      <a:pt x="23050" y="31051"/>
                      <a:pt x="27527" y="34957"/>
                      <a:pt x="36481" y="40481"/>
                    </a:cubicBezTo>
                    <a:cubicBezTo>
                      <a:pt x="48673" y="48006"/>
                      <a:pt x="56864" y="54293"/>
                      <a:pt x="56864" y="66199"/>
                    </a:cubicBezTo>
                    <a:cubicBezTo>
                      <a:pt x="56864" y="84868"/>
                      <a:pt x="39814" y="94869"/>
                      <a:pt x="22955" y="94869"/>
                    </a:cubicBezTo>
                    <a:cubicBezTo>
                      <a:pt x="14573" y="94869"/>
                      <a:pt x="6382" y="93440"/>
                      <a:pt x="0" y="89916"/>
                    </a:cubicBezTo>
                    <a:lnTo>
                      <a:pt x="2762" y="8124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  <p:sp>
          <p:nvSpPr>
            <p:cNvPr id="8" name="Freihandform: Form 7">
              <a:extLst>
                <a:ext uri="{FF2B5EF4-FFF2-40B4-BE49-F238E27FC236}">
                  <a16:creationId xmlns:a16="http://schemas.microsoft.com/office/drawing/2014/main" id="{4C9E6D41-27BF-4DEB-9C76-BE831DFEDF9D}"/>
                </a:ext>
              </a:extLst>
            </p:cNvPr>
            <p:cNvSpPr/>
            <p:nvPr/>
          </p:nvSpPr>
          <p:spPr>
            <a:xfrm>
              <a:off x="9491583" y="2527792"/>
              <a:ext cx="408717" cy="379666"/>
            </a:xfrm>
            <a:custGeom>
              <a:avLst/>
              <a:gdLst>
                <a:gd name="connsiteX0" fmla="*/ 80486 w 408717"/>
                <a:gd name="connsiteY0" fmla="*/ 0 h 379666"/>
                <a:gd name="connsiteX1" fmla="*/ 80486 w 408717"/>
                <a:gd name="connsiteY1" fmla="*/ 0 h 379666"/>
                <a:gd name="connsiteX2" fmla="*/ 408718 w 408717"/>
                <a:gd name="connsiteY2" fmla="*/ 0 h 379666"/>
                <a:gd name="connsiteX3" fmla="*/ 389477 w 408717"/>
                <a:gd name="connsiteY3" fmla="*/ 91345 h 379666"/>
                <a:gd name="connsiteX4" fmla="*/ 203168 w 408717"/>
                <a:gd name="connsiteY4" fmla="*/ 91345 h 379666"/>
                <a:gd name="connsiteX5" fmla="*/ 191643 w 408717"/>
                <a:gd name="connsiteY5" fmla="*/ 145161 h 379666"/>
                <a:gd name="connsiteX6" fmla="*/ 369760 w 408717"/>
                <a:gd name="connsiteY6" fmla="*/ 145161 h 379666"/>
                <a:gd name="connsiteX7" fmla="*/ 350520 w 408717"/>
                <a:gd name="connsiteY7" fmla="*/ 236506 h 379666"/>
                <a:gd name="connsiteX8" fmla="*/ 172402 w 408717"/>
                <a:gd name="connsiteY8" fmla="*/ 236506 h 379666"/>
                <a:gd name="connsiteX9" fmla="*/ 161353 w 408717"/>
                <a:gd name="connsiteY9" fmla="*/ 287941 h 379666"/>
                <a:gd name="connsiteX10" fmla="*/ 351282 w 408717"/>
                <a:gd name="connsiteY10" fmla="*/ 287941 h 379666"/>
                <a:gd name="connsiteX11" fmla="*/ 331946 w 408717"/>
                <a:gd name="connsiteY11" fmla="*/ 379667 h 379666"/>
                <a:gd name="connsiteX12" fmla="*/ 0 w 408717"/>
                <a:gd name="connsiteY12" fmla="*/ 379667 h 379666"/>
                <a:gd name="connsiteX13" fmla="*/ 80486 w 408717"/>
                <a:gd name="connsiteY13" fmla="*/ 0 h 379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8717" h="379666">
                  <a:moveTo>
                    <a:pt x="80486" y="0"/>
                  </a:moveTo>
                  <a:lnTo>
                    <a:pt x="80486" y="0"/>
                  </a:lnTo>
                  <a:lnTo>
                    <a:pt x="408718" y="0"/>
                  </a:lnTo>
                  <a:lnTo>
                    <a:pt x="389477" y="91345"/>
                  </a:lnTo>
                  <a:lnTo>
                    <a:pt x="203168" y="91345"/>
                  </a:lnTo>
                  <a:lnTo>
                    <a:pt x="191643" y="145161"/>
                  </a:lnTo>
                  <a:lnTo>
                    <a:pt x="369760" y="145161"/>
                  </a:lnTo>
                  <a:lnTo>
                    <a:pt x="350520" y="236506"/>
                  </a:lnTo>
                  <a:lnTo>
                    <a:pt x="172402" y="236506"/>
                  </a:lnTo>
                  <a:lnTo>
                    <a:pt x="161353" y="287941"/>
                  </a:lnTo>
                  <a:lnTo>
                    <a:pt x="351282" y="287941"/>
                  </a:lnTo>
                  <a:lnTo>
                    <a:pt x="331946" y="379667"/>
                  </a:lnTo>
                  <a:lnTo>
                    <a:pt x="0" y="379667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C38B82C0-8D39-ECDF-C7FD-6110D53026A5}"/>
                </a:ext>
              </a:extLst>
            </p:cNvPr>
            <p:cNvSpPr/>
            <p:nvPr/>
          </p:nvSpPr>
          <p:spPr>
            <a:xfrm>
              <a:off x="9892110" y="2527792"/>
              <a:ext cx="446790" cy="379571"/>
            </a:xfrm>
            <a:custGeom>
              <a:avLst/>
              <a:gdLst>
                <a:gd name="connsiteX0" fmla="*/ 80486 w 446790"/>
                <a:gd name="connsiteY0" fmla="*/ 0 h 379571"/>
                <a:gd name="connsiteX1" fmla="*/ 293846 w 446790"/>
                <a:gd name="connsiteY1" fmla="*/ 0 h 379571"/>
                <a:gd name="connsiteX2" fmla="*/ 438721 w 446790"/>
                <a:gd name="connsiteY2" fmla="*/ 190786 h 379571"/>
                <a:gd name="connsiteX3" fmla="*/ 207264 w 446790"/>
                <a:gd name="connsiteY3" fmla="*/ 379571 h 379571"/>
                <a:gd name="connsiteX4" fmla="*/ 0 w 446790"/>
                <a:gd name="connsiteY4" fmla="*/ 379571 h 379571"/>
                <a:gd name="connsiteX5" fmla="*/ 80486 w 446790"/>
                <a:gd name="connsiteY5" fmla="*/ 0 h 379571"/>
                <a:gd name="connsiteX6" fmla="*/ 165830 w 446790"/>
                <a:gd name="connsiteY6" fmla="*/ 284988 h 379571"/>
                <a:gd name="connsiteX7" fmla="*/ 201930 w 446790"/>
                <a:gd name="connsiteY7" fmla="*/ 284988 h 379571"/>
                <a:gd name="connsiteX8" fmla="*/ 287274 w 446790"/>
                <a:gd name="connsiteY8" fmla="*/ 186690 h 379571"/>
                <a:gd name="connsiteX9" fmla="*/ 243364 w 446790"/>
                <a:gd name="connsiteY9" fmla="*/ 88011 h 379571"/>
                <a:gd name="connsiteX10" fmla="*/ 207264 w 446790"/>
                <a:gd name="connsiteY10" fmla="*/ 88011 h 379571"/>
                <a:gd name="connsiteX11" fmla="*/ 165830 w 446790"/>
                <a:gd name="connsiteY11" fmla="*/ 284988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6790" h="379571">
                  <a:moveTo>
                    <a:pt x="80486" y="0"/>
                  </a:moveTo>
                  <a:lnTo>
                    <a:pt x="293846" y="0"/>
                  </a:lnTo>
                  <a:cubicBezTo>
                    <a:pt x="402622" y="0"/>
                    <a:pt x="471106" y="36576"/>
                    <a:pt x="438721" y="190786"/>
                  </a:cubicBezTo>
                  <a:cubicBezTo>
                    <a:pt x="407956" y="334328"/>
                    <a:pt x="316039" y="379571"/>
                    <a:pt x="207264" y="379571"/>
                  </a:cubicBezTo>
                  <a:lnTo>
                    <a:pt x="0" y="379571"/>
                  </a:lnTo>
                  <a:lnTo>
                    <a:pt x="80486" y="0"/>
                  </a:lnTo>
                  <a:close/>
                  <a:moveTo>
                    <a:pt x="165830" y="284988"/>
                  </a:moveTo>
                  <a:lnTo>
                    <a:pt x="201930" y="284988"/>
                  </a:lnTo>
                  <a:cubicBezTo>
                    <a:pt x="254889" y="284988"/>
                    <a:pt x="274130" y="250031"/>
                    <a:pt x="287274" y="186690"/>
                  </a:cubicBezTo>
                  <a:cubicBezTo>
                    <a:pt x="301276" y="121730"/>
                    <a:pt x="295465" y="88011"/>
                    <a:pt x="243364" y="88011"/>
                  </a:cubicBezTo>
                  <a:lnTo>
                    <a:pt x="207264" y="88011"/>
                  </a:lnTo>
                  <a:lnTo>
                    <a:pt x="165830" y="2849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726F61EE-8178-2772-EE81-D57381C52325}"/>
                </a:ext>
              </a:extLst>
            </p:cNvPr>
            <p:cNvSpPr/>
            <p:nvPr/>
          </p:nvSpPr>
          <p:spPr>
            <a:xfrm>
              <a:off x="10291778" y="2527792"/>
              <a:ext cx="468344" cy="379571"/>
            </a:xfrm>
            <a:custGeom>
              <a:avLst/>
              <a:gdLst>
                <a:gd name="connsiteX0" fmla="*/ 213455 w 468344"/>
                <a:gd name="connsiteY0" fmla="*/ 0 h 379571"/>
                <a:gd name="connsiteX1" fmla="*/ 413766 w 468344"/>
                <a:gd name="connsiteY1" fmla="*/ 0 h 379571"/>
                <a:gd name="connsiteX2" fmla="*/ 468344 w 468344"/>
                <a:gd name="connsiteY2" fmla="*/ 379571 h 379571"/>
                <a:gd name="connsiteX3" fmla="*/ 315659 w 468344"/>
                <a:gd name="connsiteY3" fmla="*/ 379571 h 379571"/>
                <a:gd name="connsiteX4" fmla="*/ 308229 w 468344"/>
                <a:gd name="connsiteY4" fmla="*/ 297275 h 379571"/>
                <a:gd name="connsiteX5" fmla="*/ 185547 w 468344"/>
                <a:gd name="connsiteY5" fmla="*/ 297275 h 379571"/>
                <a:gd name="connsiteX6" fmla="*/ 144875 w 468344"/>
                <a:gd name="connsiteY6" fmla="*/ 379571 h 379571"/>
                <a:gd name="connsiteX7" fmla="*/ 0 w 468344"/>
                <a:gd name="connsiteY7" fmla="*/ 379571 h 379571"/>
                <a:gd name="connsiteX8" fmla="*/ 213360 w 468344"/>
                <a:gd name="connsiteY8" fmla="*/ 0 h 379571"/>
                <a:gd name="connsiteX9" fmla="*/ 224885 w 468344"/>
                <a:gd name="connsiteY9" fmla="*/ 206026 h 379571"/>
                <a:gd name="connsiteX10" fmla="*/ 308991 w 468344"/>
                <a:gd name="connsiteY10" fmla="*/ 206026 h 379571"/>
                <a:gd name="connsiteX11" fmla="*/ 294227 w 468344"/>
                <a:gd name="connsiteY11" fmla="*/ 81439 h 379571"/>
                <a:gd name="connsiteX12" fmla="*/ 292989 w 468344"/>
                <a:gd name="connsiteY12" fmla="*/ 81439 h 379571"/>
                <a:gd name="connsiteX13" fmla="*/ 224885 w 468344"/>
                <a:gd name="connsiteY13" fmla="*/ 206026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68344" h="379571">
                  <a:moveTo>
                    <a:pt x="213455" y="0"/>
                  </a:moveTo>
                  <a:lnTo>
                    <a:pt x="413766" y="0"/>
                  </a:lnTo>
                  <a:lnTo>
                    <a:pt x="468344" y="379571"/>
                  </a:lnTo>
                  <a:lnTo>
                    <a:pt x="315659" y="379571"/>
                  </a:lnTo>
                  <a:lnTo>
                    <a:pt x="308229" y="297275"/>
                  </a:lnTo>
                  <a:lnTo>
                    <a:pt x="185547" y="297275"/>
                  </a:lnTo>
                  <a:lnTo>
                    <a:pt x="144875" y="379571"/>
                  </a:lnTo>
                  <a:lnTo>
                    <a:pt x="0" y="379571"/>
                  </a:lnTo>
                  <a:lnTo>
                    <a:pt x="213360" y="0"/>
                  </a:lnTo>
                  <a:close/>
                  <a:moveTo>
                    <a:pt x="224885" y="206026"/>
                  </a:moveTo>
                  <a:lnTo>
                    <a:pt x="308991" y="206026"/>
                  </a:lnTo>
                  <a:lnTo>
                    <a:pt x="294227" y="81439"/>
                  </a:lnTo>
                  <a:lnTo>
                    <a:pt x="292989" y="81439"/>
                  </a:lnTo>
                  <a:lnTo>
                    <a:pt x="224885" y="2060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789A4554-7409-864B-5846-D573548EBC4E}"/>
                </a:ext>
              </a:extLst>
            </p:cNvPr>
            <p:cNvSpPr/>
            <p:nvPr/>
          </p:nvSpPr>
          <p:spPr>
            <a:xfrm>
              <a:off x="10789761" y="2521220"/>
              <a:ext cx="411274" cy="392715"/>
            </a:xfrm>
            <a:custGeom>
              <a:avLst/>
              <a:gdLst>
                <a:gd name="connsiteX0" fmla="*/ 350695 w 411274"/>
                <a:gd name="connsiteY0" fmla="*/ 371761 h 392715"/>
                <a:gd name="connsiteX1" fmla="*/ 350695 w 411274"/>
                <a:gd name="connsiteY1" fmla="*/ 371761 h 392715"/>
                <a:gd name="connsiteX2" fmla="*/ 189341 w 411274"/>
                <a:gd name="connsiteY2" fmla="*/ 392716 h 392715"/>
                <a:gd name="connsiteX3" fmla="*/ 5509 w 411274"/>
                <a:gd name="connsiteY3" fmla="*/ 190786 h 392715"/>
                <a:gd name="connsiteX4" fmla="*/ 272590 w 411274"/>
                <a:gd name="connsiteY4" fmla="*/ 0 h 392715"/>
                <a:gd name="connsiteX5" fmla="*/ 411274 w 411274"/>
                <a:gd name="connsiteY5" fmla="*/ 14002 h 392715"/>
                <a:gd name="connsiteX6" fmla="*/ 389462 w 411274"/>
                <a:gd name="connsiteY6" fmla="*/ 116396 h 392715"/>
                <a:gd name="connsiteX7" fmla="*/ 294307 w 411274"/>
                <a:gd name="connsiteY7" fmla="*/ 94583 h 392715"/>
                <a:gd name="connsiteX8" fmla="*/ 151908 w 411274"/>
                <a:gd name="connsiteY8" fmla="*/ 199835 h 392715"/>
                <a:gd name="connsiteX9" fmla="*/ 210582 w 411274"/>
                <a:gd name="connsiteY9" fmla="*/ 297752 h 392715"/>
                <a:gd name="connsiteX10" fmla="*/ 242110 w 411274"/>
                <a:gd name="connsiteY10" fmla="*/ 294418 h 392715"/>
                <a:gd name="connsiteX11" fmla="*/ 263446 w 411274"/>
                <a:gd name="connsiteY11" fmla="*/ 193262 h 392715"/>
                <a:gd name="connsiteX12" fmla="*/ 388224 w 411274"/>
                <a:gd name="connsiteY12" fmla="*/ 193262 h 392715"/>
                <a:gd name="connsiteX13" fmla="*/ 350505 w 411274"/>
                <a:gd name="connsiteY13" fmla="*/ 371761 h 392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11274" h="392715">
                  <a:moveTo>
                    <a:pt x="350695" y="371761"/>
                  </a:moveTo>
                  <a:lnTo>
                    <a:pt x="350695" y="371761"/>
                  </a:lnTo>
                  <a:cubicBezTo>
                    <a:pt x="297736" y="386525"/>
                    <a:pt x="249349" y="392716"/>
                    <a:pt x="189341" y="392716"/>
                  </a:cubicBezTo>
                  <a:cubicBezTo>
                    <a:pt x="63326" y="392716"/>
                    <a:pt x="-23161" y="326041"/>
                    <a:pt x="5509" y="190786"/>
                  </a:cubicBezTo>
                  <a:cubicBezTo>
                    <a:pt x="32179" y="63246"/>
                    <a:pt x="151146" y="0"/>
                    <a:pt x="272590" y="0"/>
                  </a:cubicBezTo>
                  <a:cubicBezTo>
                    <a:pt x="343551" y="0"/>
                    <a:pt x="376889" y="5334"/>
                    <a:pt x="411274" y="14002"/>
                  </a:cubicBezTo>
                  <a:lnTo>
                    <a:pt x="389462" y="116396"/>
                  </a:lnTo>
                  <a:cubicBezTo>
                    <a:pt x="371364" y="104489"/>
                    <a:pt x="334883" y="94583"/>
                    <a:pt x="294307" y="94583"/>
                  </a:cubicBezTo>
                  <a:cubicBezTo>
                    <a:pt x="222107" y="94583"/>
                    <a:pt x="166672" y="130778"/>
                    <a:pt x="151908" y="199835"/>
                  </a:cubicBezTo>
                  <a:cubicBezTo>
                    <a:pt x="140764" y="252032"/>
                    <a:pt x="152289" y="297752"/>
                    <a:pt x="210582" y="297752"/>
                  </a:cubicBezTo>
                  <a:cubicBezTo>
                    <a:pt x="220774" y="297752"/>
                    <a:pt x="232776" y="297752"/>
                    <a:pt x="242110" y="294418"/>
                  </a:cubicBezTo>
                  <a:lnTo>
                    <a:pt x="263446" y="193262"/>
                  </a:lnTo>
                  <a:lnTo>
                    <a:pt x="388224" y="193262"/>
                  </a:lnTo>
                  <a:lnTo>
                    <a:pt x="350505" y="3717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656ABEFC-B80A-96E1-8D0F-4CE7F53E9649}"/>
                </a:ext>
              </a:extLst>
            </p:cNvPr>
            <p:cNvSpPr/>
            <p:nvPr/>
          </p:nvSpPr>
          <p:spPr>
            <a:xfrm>
              <a:off x="8749300" y="2670477"/>
              <a:ext cx="500824" cy="91344"/>
            </a:xfrm>
            <a:custGeom>
              <a:avLst/>
              <a:gdLst>
                <a:gd name="connsiteX0" fmla="*/ 19336 w 500824"/>
                <a:gd name="connsiteY0" fmla="*/ 0 h 91344"/>
                <a:gd name="connsiteX1" fmla="*/ 500824 w 500824"/>
                <a:gd name="connsiteY1" fmla="*/ 0 h 91344"/>
                <a:gd name="connsiteX2" fmla="*/ 481489 w 500824"/>
                <a:gd name="connsiteY2" fmla="*/ 91345 h 91344"/>
                <a:gd name="connsiteX3" fmla="*/ 0 w 500824"/>
                <a:gd name="connsiteY3" fmla="*/ 91345 h 91344"/>
                <a:gd name="connsiteX4" fmla="*/ 19336 w 500824"/>
                <a:gd name="connsiteY4" fmla="*/ 0 h 91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824" h="91344">
                  <a:moveTo>
                    <a:pt x="19336" y="0"/>
                  </a:moveTo>
                  <a:lnTo>
                    <a:pt x="500824" y="0"/>
                  </a:lnTo>
                  <a:lnTo>
                    <a:pt x="481489" y="91345"/>
                  </a:lnTo>
                  <a:lnTo>
                    <a:pt x="0" y="91345"/>
                  </a:lnTo>
                  <a:lnTo>
                    <a:pt x="1933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F2482497-0B9F-5379-B058-108453FB2510}"/>
                </a:ext>
              </a:extLst>
            </p:cNvPr>
            <p:cNvSpPr/>
            <p:nvPr/>
          </p:nvSpPr>
          <p:spPr>
            <a:xfrm>
              <a:off x="8810260" y="2383489"/>
              <a:ext cx="500729" cy="90773"/>
            </a:xfrm>
            <a:custGeom>
              <a:avLst/>
              <a:gdLst>
                <a:gd name="connsiteX0" fmla="*/ 19241 w 500729"/>
                <a:gd name="connsiteY0" fmla="*/ 0 h 90773"/>
                <a:gd name="connsiteX1" fmla="*/ 500729 w 500729"/>
                <a:gd name="connsiteY1" fmla="*/ 0 h 90773"/>
                <a:gd name="connsiteX2" fmla="*/ 481489 w 500729"/>
                <a:gd name="connsiteY2" fmla="*/ 90773 h 90773"/>
                <a:gd name="connsiteX3" fmla="*/ 0 w 500729"/>
                <a:gd name="connsiteY3" fmla="*/ 90773 h 90773"/>
                <a:gd name="connsiteX4" fmla="*/ 19241 w 500729"/>
                <a:gd name="connsiteY4" fmla="*/ 0 h 90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729" h="90773">
                  <a:moveTo>
                    <a:pt x="19241" y="0"/>
                  </a:moveTo>
                  <a:lnTo>
                    <a:pt x="500729" y="0"/>
                  </a:lnTo>
                  <a:lnTo>
                    <a:pt x="481489" y="90773"/>
                  </a:lnTo>
                  <a:lnTo>
                    <a:pt x="0" y="90773"/>
                  </a:lnTo>
                  <a:lnTo>
                    <a:pt x="1924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E7A2139F-1770-8FF8-61B3-62B82F0F6691}"/>
                </a:ext>
              </a:extLst>
            </p:cNvPr>
            <p:cNvSpPr/>
            <p:nvPr/>
          </p:nvSpPr>
          <p:spPr>
            <a:xfrm>
              <a:off x="8688340" y="2957560"/>
              <a:ext cx="501015" cy="91725"/>
            </a:xfrm>
            <a:custGeom>
              <a:avLst/>
              <a:gdLst>
                <a:gd name="connsiteX0" fmla="*/ 19431 w 501015"/>
                <a:gd name="connsiteY0" fmla="*/ 0 h 91725"/>
                <a:gd name="connsiteX1" fmla="*/ 501015 w 501015"/>
                <a:gd name="connsiteY1" fmla="*/ 0 h 91725"/>
                <a:gd name="connsiteX2" fmla="*/ 481489 w 501015"/>
                <a:gd name="connsiteY2" fmla="*/ 91726 h 91725"/>
                <a:gd name="connsiteX3" fmla="*/ 0 w 501015"/>
                <a:gd name="connsiteY3" fmla="*/ 91726 h 91725"/>
                <a:gd name="connsiteX4" fmla="*/ 19431 w 501015"/>
                <a:gd name="connsiteY4" fmla="*/ 0 h 91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015" h="91725">
                  <a:moveTo>
                    <a:pt x="19431" y="0"/>
                  </a:moveTo>
                  <a:lnTo>
                    <a:pt x="501015" y="0"/>
                  </a:lnTo>
                  <a:lnTo>
                    <a:pt x="481489" y="91726"/>
                  </a:lnTo>
                  <a:lnTo>
                    <a:pt x="0" y="91726"/>
                  </a:lnTo>
                  <a:lnTo>
                    <a:pt x="1943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5B9189AB-0C84-CE78-EBCB-F2E2CB97AEF3}"/>
                </a:ext>
              </a:extLst>
            </p:cNvPr>
            <p:cNvSpPr/>
            <p:nvPr/>
          </p:nvSpPr>
          <p:spPr>
            <a:xfrm>
              <a:off x="8501174" y="2527792"/>
              <a:ext cx="930402" cy="379571"/>
            </a:xfrm>
            <a:custGeom>
              <a:avLst/>
              <a:gdLst>
                <a:gd name="connsiteX0" fmla="*/ 80486 w 930402"/>
                <a:gd name="connsiteY0" fmla="*/ 0 h 379571"/>
                <a:gd name="connsiteX1" fmla="*/ 61055 w 930402"/>
                <a:gd name="connsiteY1" fmla="*/ 91726 h 379571"/>
                <a:gd name="connsiteX2" fmla="*/ 818769 w 930402"/>
                <a:gd name="connsiteY2" fmla="*/ 91345 h 379571"/>
                <a:gd name="connsiteX3" fmla="*/ 776954 w 930402"/>
                <a:gd name="connsiteY3" fmla="*/ 288322 h 379571"/>
                <a:gd name="connsiteX4" fmla="*/ 19336 w 930402"/>
                <a:gd name="connsiteY4" fmla="*/ 288322 h 379571"/>
                <a:gd name="connsiteX5" fmla="*/ 0 w 930402"/>
                <a:gd name="connsiteY5" fmla="*/ 379571 h 379571"/>
                <a:gd name="connsiteX6" fmla="*/ 849916 w 930402"/>
                <a:gd name="connsiteY6" fmla="*/ 379571 h 379571"/>
                <a:gd name="connsiteX7" fmla="*/ 930402 w 930402"/>
                <a:gd name="connsiteY7" fmla="*/ 0 h 379571"/>
                <a:gd name="connsiteX8" fmla="*/ 80486 w 930402"/>
                <a:gd name="connsiteY8" fmla="*/ 0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30402" h="379571">
                  <a:moveTo>
                    <a:pt x="80486" y="0"/>
                  </a:moveTo>
                  <a:lnTo>
                    <a:pt x="61055" y="91726"/>
                  </a:lnTo>
                  <a:lnTo>
                    <a:pt x="818769" y="91345"/>
                  </a:lnTo>
                  <a:lnTo>
                    <a:pt x="776954" y="288322"/>
                  </a:lnTo>
                  <a:lnTo>
                    <a:pt x="19336" y="288322"/>
                  </a:lnTo>
                  <a:lnTo>
                    <a:pt x="0" y="379571"/>
                  </a:lnTo>
                  <a:lnTo>
                    <a:pt x="849916" y="379571"/>
                  </a:lnTo>
                  <a:lnTo>
                    <a:pt x="930402" y="0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4286494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  <p15:guide id="3" orient="horz" pos="1139" userDrawn="1">
          <p15:clr>
            <a:srgbClr val="FBAE40"/>
          </p15:clr>
        </p15:guide>
      </p15:sldGuideLst>
    </p:ext>
  </p:extLst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EEAE81CE-B8F9-9DB6-AEC9-BF256A67CCC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" name="Foliennummernplatzhalter 18">
            <a:extLst>
              <a:ext uri="{FF2B5EF4-FFF2-40B4-BE49-F238E27FC236}">
                <a16:creationId xmlns:a16="http://schemas.microsoft.com/office/drawing/2014/main" id="{D2734403-2D1F-E595-57DE-8502C4D4268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9B4BD9E0-9FE9-8C79-471F-43A73A0857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8813" y="1808163"/>
            <a:ext cx="4680000" cy="42259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de-DE" err="1"/>
              <a:t>welcome</a:t>
            </a:r>
            <a:endParaRPr lang="de-DE"/>
          </a:p>
          <a:p>
            <a:endParaRPr lang="de-DE"/>
          </a:p>
          <a:p>
            <a:r>
              <a:rPr lang="de-DE"/>
              <a:t>DAS PROBLEM</a:t>
            </a:r>
          </a:p>
          <a:p>
            <a:endParaRPr lang="de-DE"/>
          </a:p>
          <a:p>
            <a:r>
              <a:rPr lang="de-DE"/>
              <a:t>DIE LÖSUNG</a:t>
            </a:r>
          </a:p>
          <a:p>
            <a:endParaRPr lang="de-DE"/>
          </a:p>
          <a:p>
            <a:r>
              <a:rPr lang="de-DE"/>
              <a:t>DAS PROJEKT</a:t>
            </a:r>
          </a:p>
          <a:p>
            <a:endParaRPr lang="de-DE"/>
          </a:p>
          <a:p>
            <a:r>
              <a:rPr lang="de-DE"/>
              <a:t>UNSER SERVICE</a:t>
            </a:r>
          </a:p>
          <a:p>
            <a:endParaRPr lang="de-DE"/>
          </a:p>
          <a:p>
            <a:r>
              <a:rPr lang="de-DE"/>
              <a:t>DAS IST EDAG</a:t>
            </a:r>
          </a:p>
          <a:p>
            <a:endParaRPr lang="de-DE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4D250436-CFD1-373B-3255-7EEAB4E11D1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008"/>
          <a:stretch/>
        </p:blipFill>
        <p:spPr>
          <a:xfrm>
            <a:off x="8780393" y="2803444"/>
            <a:ext cx="3411607" cy="2687150"/>
          </a:xfrm>
          <a:prstGeom prst="rect">
            <a:avLst/>
          </a:prstGeom>
        </p:spPr>
      </p:pic>
      <p:sp>
        <p:nvSpPr>
          <p:cNvPr id="15" name="Textplatzhalter 33">
            <a:extLst>
              <a:ext uri="{FF2B5EF4-FFF2-40B4-BE49-F238E27FC236}">
                <a16:creationId xmlns:a16="http://schemas.microsoft.com/office/drawing/2014/main" id="{9508F0EC-ECE7-A20F-0A3C-908C9150C9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2356686"/>
            <a:ext cx="5437188" cy="1141341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9600"/>
            </a:lvl2pPr>
            <a:lvl3pPr marL="914400" indent="0">
              <a:buNone/>
              <a:defRPr sz="9600"/>
            </a:lvl3pPr>
            <a:lvl4pPr marL="1371600" indent="0">
              <a:buNone/>
              <a:defRPr sz="9600"/>
            </a:lvl4pPr>
            <a:lvl5pPr marL="1828800" indent="0">
              <a:buNone/>
              <a:defRPr sz="9600"/>
            </a:lvl5pPr>
          </a:lstStyle>
          <a:p>
            <a:pPr lvl="0"/>
            <a:r>
              <a:rPr lang="de-DE"/>
              <a:t>AGENDA</a:t>
            </a:r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A93E9034-BCDB-E389-43E1-D1C3858181C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8D2EBFCD-49C8-5C93-AD66-54CEAB98E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DDB85264-DAE8-BBB0-9B4F-46F5E8B810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9231826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  <p15:guide id="3" orient="horz" pos="1139" userDrawn="1">
          <p15:clr>
            <a:srgbClr val="FBAE40"/>
          </p15:clr>
        </p15:guide>
      </p15:sldGuideLst>
    </p:ext>
  </p:extLst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Agenda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42167D8-B7C0-E3C8-A6F6-24EA442DE6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9FDBA44-6CDC-3E0B-930C-EA4DFDDE7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121C0D5C-B6E7-2F69-3E73-3DE8083152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13" y="390735"/>
            <a:ext cx="6046788" cy="1188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600" b="1" i="0" cap="all" baseline="0"/>
            </a:lvl1pPr>
          </a:lstStyle>
          <a:p>
            <a:pPr lvl="0"/>
            <a:r>
              <a:rPr lang="de-DE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044102413"/>
      </p:ext>
    </p:extLst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Strategy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454F6B8C-4F87-2244-4BC5-741A66267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542" y="3951996"/>
            <a:ext cx="2160000" cy="21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02944178-1B33-9C9F-48F1-E8747EB3533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288570" y="3951996"/>
            <a:ext cx="2160000" cy="21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B5E0DDDA-F6D9-C525-8DA4-680FDD3D29F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43073" y="3942471"/>
            <a:ext cx="2160000" cy="21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Inhaltsplatzhalter 2">
            <a:extLst>
              <a:ext uri="{FF2B5EF4-FFF2-40B4-BE49-F238E27FC236}">
                <a16:creationId xmlns:a16="http://schemas.microsoft.com/office/drawing/2014/main" id="{C8433303-D4FE-8765-2A60-F333FB0D2B4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371748" y="3951996"/>
            <a:ext cx="2160000" cy="21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97A1C65C-3BB1-E444-5734-09F75B7FF718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68542" y="2722111"/>
            <a:ext cx="2160000" cy="9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40DB7349-5402-2A18-65CD-A1CA9A53BA6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3288570" y="2722111"/>
            <a:ext cx="2160000" cy="9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4" name="Inhaltsplatzhalter 2">
            <a:extLst>
              <a:ext uri="{FF2B5EF4-FFF2-40B4-BE49-F238E27FC236}">
                <a16:creationId xmlns:a16="http://schemas.microsoft.com/office/drawing/2014/main" id="{2499BD55-C843-3B16-1FB9-9185A8737FE8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6343073" y="2712586"/>
            <a:ext cx="2160000" cy="9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5" name="Inhaltsplatzhalter 2">
            <a:extLst>
              <a:ext uri="{FF2B5EF4-FFF2-40B4-BE49-F238E27FC236}">
                <a16:creationId xmlns:a16="http://schemas.microsoft.com/office/drawing/2014/main" id="{11F7B4F5-6B3B-9C5F-D657-71257F47D990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9371748" y="2722111"/>
            <a:ext cx="2160000" cy="9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3" name="Foliennummernplatzhalter 21">
            <a:extLst>
              <a:ext uri="{FF2B5EF4-FFF2-40B4-BE49-F238E27FC236}">
                <a16:creationId xmlns:a16="http://schemas.microsoft.com/office/drawing/2014/main" id="{5B92BC77-57EA-5F07-CA17-2DF7C5F43B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318005" y="6538125"/>
            <a:ext cx="215183" cy="122917"/>
          </a:xfrm>
          <a:prstGeom prst="rect">
            <a:avLst/>
          </a:prstGeom>
        </p:spPr>
        <p:txBody>
          <a:bodyPr/>
          <a:lstStyle/>
          <a:p>
            <a:fld id="{5B1A80FD-4203-455A-B5F3-3860984403DC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54" name="Grafik 53">
            <a:extLst>
              <a:ext uri="{FF2B5EF4-FFF2-40B4-BE49-F238E27FC236}">
                <a16:creationId xmlns:a16="http://schemas.microsoft.com/office/drawing/2014/main" id="{838A5005-D52C-297F-35FF-AE2A6E6DB7EF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0" y="2446745"/>
            <a:ext cx="658814" cy="137683"/>
          </a:xfrm>
          <a:prstGeom prst="rect">
            <a:avLst/>
          </a:prstGeom>
        </p:spPr>
      </p:pic>
      <p:sp>
        <p:nvSpPr>
          <p:cNvPr id="14" name="Fußzeilenplatzhalter 13">
            <a:extLst>
              <a:ext uri="{FF2B5EF4-FFF2-40B4-BE49-F238E27FC236}">
                <a16:creationId xmlns:a16="http://schemas.microsoft.com/office/drawing/2014/main" id="{0DCCB05A-46F7-5129-0167-7B76154010F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3D64622C-E665-352D-85AA-E7FBD292A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D02CD38F-B9DC-4D37-2805-CFC07F6B709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12" name="Grafik 2">
            <a:extLst>
              <a:ext uri="{FF2B5EF4-FFF2-40B4-BE49-F238E27FC236}">
                <a16:creationId xmlns:a16="http://schemas.microsoft.com/office/drawing/2014/main" id="{B3C8FC8E-C19D-F763-E550-4118A9FC86DF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148"/>
          <a:stretch/>
        </p:blipFill>
        <p:spPr>
          <a:xfrm>
            <a:off x="5330548" y="1"/>
            <a:ext cx="6861452" cy="1457999"/>
          </a:xfrm>
          <a:prstGeom prst="rect">
            <a:avLst/>
          </a:prstGeom>
        </p:spPr>
      </p:pic>
      <p:grpSp>
        <p:nvGrpSpPr>
          <p:cNvPr id="2" name="Grafik 13">
            <a:extLst>
              <a:ext uri="{FF2B5EF4-FFF2-40B4-BE49-F238E27FC236}">
                <a16:creationId xmlns:a16="http://schemas.microsoft.com/office/drawing/2014/main" id="{723A6568-A22A-493F-3D53-32AD3C550ED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21200" y="489600"/>
            <a:ext cx="1209600" cy="299018"/>
            <a:chOff x="8501174" y="2383489"/>
            <a:chExt cx="2699861" cy="667416"/>
          </a:xfrm>
          <a:solidFill>
            <a:schemeClr val="bg1"/>
          </a:solidFill>
        </p:grpSpPr>
        <p:grpSp>
          <p:nvGrpSpPr>
            <p:cNvPr id="3" name="Grafik 13">
              <a:extLst>
                <a:ext uri="{FF2B5EF4-FFF2-40B4-BE49-F238E27FC236}">
                  <a16:creationId xmlns:a16="http://schemas.microsoft.com/office/drawing/2014/main" id="{D9EAD0CB-4B3E-B70D-DE12-9E043C9C25D4}"/>
                </a:ext>
              </a:extLst>
            </p:cNvPr>
            <p:cNvGrpSpPr/>
            <p:nvPr/>
          </p:nvGrpSpPr>
          <p:grpSpPr>
            <a:xfrm>
              <a:off x="9461484" y="2955941"/>
              <a:ext cx="876871" cy="94964"/>
              <a:chOff x="9461484" y="2955941"/>
              <a:chExt cx="876871" cy="94964"/>
            </a:xfrm>
            <a:grpFill/>
          </p:grpSpPr>
          <p:sp>
            <p:nvSpPr>
              <p:cNvPr id="27" name="Freihandform: Form 26">
                <a:extLst>
                  <a:ext uri="{FF2B5EF4-FFF2-40B4-BE49-F238E27FC236}">
                    <a16:creationId xmlns:a16="http://schemas.microsoft.com/office/drawing/2014/main" id="{914514FD-1BDA-9B56-1C3C-423B961EF101}"/>
                  </a:ext>
                </a:extLst>
              </p:cNvPr>
              <p:cNvSpPr/>
              <p:nvPr/>
            </p:nvSpPr>
            <p:spPr>
              <a:xfrm>
                <a:off x="9461484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8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8 w 64198"/>
                  <a:gd name="connsiteY9" fmla="*/ 83820 h 91725"/>
                  <a:gd name="connsiteX10" fmla="*/ 48577 w 64198"/>
                  <a:gd name="connsiteY10" fmla="*/ 83820 h 91725"/>
                  <a:gd name="connsiteX11" fmla="*/ 47244 w 64198"/>
                  <a:gd name="connsiteY11" fmla="*/ 91726 h 91725"/>
                  <a:gd name="connsiteX12" fmla="*/ 190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8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8" y="83820"/>
                    </a:lnTo>
                    <a:lnTo>
                      <a:pt x="48577" y="83820"/>
                    </a:lnTo>
                    <a:lnTo>
                      <a:pt x="47244" y="91726"/>
                    </a:lnTo>
                    <a:lnTo>
                      <a:pt x="19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28" name="Freihandform: Form 27">
                <a:extLst>
                  <a:ext uri="{FF2B5EF4-FFF2-40B4-BE49-F238E27FC236}">
                    <a16:creationId xmlns:a16="http://schemas.microsoft.com/office/drawing/2014/main" id="{50FECC33-04D6-9049-6774-07E03CDE489C}"/>
                  </a:ext>
                </a:extLst>
              </p:cNvPr>
              <p:cNvSpPr/>
              <p:nvPr/>
            </p:nvSpPr>
            <p:spPr>
              <a:xfrm>
                <a:off x="9534636" y="2957560"/>
                <a:ext cx="48387" cy="91725"/>
              </a:xfrm>
              <a:custGeom>
                <a:avLst/>
                <a:gdLst>
                  <a:gd name="connsiteX0" fmla="*/ 0 w 48387"/>
                  <a:gd name="connsiteY0" fmla="*/ 91726 h 91725"/>
                  <a:gd name="connsiteX1" fmla="*/ 19621 w 48387"/>
                  <a:gd name="connsiteY1" fmla="*/ 0 h 91725"/>
                  <a:gd name="connsiteX2" fmla="*/ 28956 w 48387"/>
                  <a:gd name="connsiteY2" fmla="*/ 0 h 91725"/>
                  <a:gd name="connsiteX3" fmla="*/ 10954 w 48387"/>
                  <a:gd name="connsiteY3" fmla="*/ 83820 h 91725"/>
                  <a:gd name="connsiteX4" fmla="*/ 48387 w 48387"/>
                  <a:gd name="connsiteY4" fmla="*/ 83820 h 91725"/>
                  <a:gd name="connsiteX5" fmla="*/ 46958 w 48387"/>
                  <a:gd name="connsiteY5" fmla="*/ 91726 h 91725"/>
                  <a:gd name="connsiteX6" fmla="*/ 95 w 48387"/>
                  <a:gd name="connsiteY6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8387" h="91725">
                    <a:moveTo>
                      <a:pt x="0" y="91726"/>
                    </a:moveTo>
                    <a:lnTo>
                      <a:pt x="19621" y="0"/>
                    </a:lnTo>
                    <a:lnTo>
                      <a:pt x="28956" y="0"/>
                    </a:lnTo>
                    <a:lnTo>
                      <a:pt x="10954" y="83820"/>
                    </a:lnTo>
                    <a:lnTo>
                      <a:pt x="48387" y="83820"/>
                    </a:lnTo>
                    <a:lnTo>
                      <a:pt x="46958" y="91726"/>
                    </a:lnTo>
                    <a:lnTo>
                      <a:pt x="95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29" name="Freihandform: Form 28">
                <a:extLst>
                  <a:ext uri="{FF2B5EF4-FFF2-40B4-BE49-F238E27FC236}">
                    <a16:creationId xmlns:a16="http://schemas.microsoft.com/office/drawing/2014/main" id="{D3A43D56-67E0-A5A6-819A-2D5C2F6B7E59}"/>
                  </a:ext>
                </a:extLst>
              </p:cNvPr>
              <p:cNvSpPr/>
              <p:nvPr/>
            </p:nvSpPr>
            <p:spPr>
              <a:xfrm>
                <a:off x="9605216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9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9 w 64198"/>
                  <a:gd name="connsiteY9" fmla="*/ 83820 h 91725"/>
                  <a:gd name="connsiteX10" fmla="*/ 48578 w 64198"/>
                  <a:gd name="connsiteY10" fmla="*/ 83820 h 91725"/>
                  <a:gd name="connsiteX11" fmla="*/ 47244 w 64198"/>
                  <a:gd name="connsiteY11" fmla="*/ 91726 h 91725"/>
                  <a:gd name="connsiteX12" fmla="*/ 191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9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9" y="83820"/>
                    </a:lnTo>
                    <a:lnTo>
                      <a:pt x="48578" y="83820"/>
                    </a:lnTo>
                    <a:lnTo>
                      <a:pt x="47244" y="91726"/>
                    </a:lnTo>
                    <a:lnTo>
                      <a:pt x="19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6" name="Freihandform: Form 35">
                <a:extLst>
                  <a:ext uri="{FF2B5EF4-FFF2-40B4-BE49-F238E27FC236}">
                    <a16:creationId xmlns:a16="http://schemas.microsoft.com/office/drawing/2014/main" id="{07B13902-8F8D-232D-52C4-1D336ACC2838}"/>
                  </a:ext>
                </a:extLst>
              </p:cNvPr>
              <p:cNvSpPr/>
              <p:nvPr/>
            </p:nvSpPr>
            <p:spPr>
              <a:xfrm>
                <a:off x="9684179" y="2955941"/>
                <a:ext cx="79247" cy="94869"/>
              </a:xfrm>
              <a:custGeom>
                <a:avLst/>
                <a:gdLst>
                  <a:gd name="connsiteX0" fmla="*/ 60960 w 79247"/>
                  <a:gd name="connsiteY0" fmla="*/ 92012 h 94869"/>
                  <a:gd name="connsiteX1" fmla="*/ 43053 w 79247"/>
                  <a:gd name="connsiteY1" fmla="*/ 94869 h 94869"/>
                  <a:gd name="connsiteX2" fmla="*/ 0 w 79247"/>
                  <a:gd name="connsiteY2" fmla="*/ 54674 h 94869"/>
                  <a:gd name="connsiteX3" fmla="*/ 54673 w 79247"/>
                  <a:gd name="connsiteY3" fmla="*/ 0 h 94869"/>
                  <a:gd name="connsiteX4" fmla="*/ 79248 w 79247"/>
                  <a:gd name="connsiteY4" fmla="*/ 4763 h 94869"/>
                  <a:gd name="connsiteX5" fmla="*/ 76105 w 79247"/>
                  <a:gd name="connsiteY5" fmla="*/ 12382 h 94869"/>
                  <a:gd name="connsiteX6" fmla="*/ 54007 w 79247"/>
                  <a:gd name="connsiteY6" fmla="*/ 7906 h 94869"/>
                  <a:gd name="connsiteX7" fmla="*/ 9049 w 79247"/>
                  <a:gd name="connsiteY7" fmla="*/ 54769 h 94869"/>
                  <a:gd name="connsiteX8" fmla="*/ 42577 w 79247"/>
                  <a:gd name="connsiteY8" fmla="*/ 86963 h 94869"/>
                  <a:gd name="connsiteX9" fmla="*/ 62008 w 79247"/>
                  <a:gd name="connsiteY9" fmla="*/ 83915 h 94869"/>
                  <a:gd name="connsiteX10" fmla="*/ 60960 w 79247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7" h="94869">
                    <a:moveTo>
                      <a:pt x="60960" y="92012"/>
                    </a:moveTo>
                    <a:cubicBezTo>
                      <a:pt x="54293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9" y="0"/>
                      <a:pt x="54673" y="0"/>
                    </a:cubicBezTo>
                    <a:cubicBezTo>
                      <a:pt x="66199" y="0"/>
                      <a:pt x="72961" y="1810"/>
                      <a:pt x="79248" y="4763"/>
                    </a:cubicBezTo>
                    <a:lnTo>
                      <a:pt x="76105" y="12382"/>
                    </a:lnTo>
                    <a:cubicBezTo>
                      <a:pt x="69532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7" name="Freihandform: Form 36">
                <a:extLst>
                  <a:ext uri="{FF2B5EF4-FFF2-40B4-BE49-F238E27FC236}">
                    <a16:creationId xmlns:a16="http://schemas.microsoft.com/office/drawing/2014/main" id="{5AC36F03-DA0A-DFD2-BC24-32EFA72EDB2D}"/>
                  </a:ext>
                </a:extLst>
              </p:cNvPr>
              <p:cNvSpPr/>
              <p:nvPr/>
            </p:nvSpPr>
            <p:spPr>
              <a:xfrm>
                <a:off x="9781905" y="2957560"/>
                <a:ext cx="66484" cy="91725"/>
              </a:xfrm>
              <a:custGeom>
                <a:avLst/>
                <a:gdLst>
                  <a:gd name="connsiteX0" fmla="*/ 9906 w 66484"/>
                  <a:gd name="connsiteY0" fmla="*/ 91726 h 91725"/>
                  <a:gd name="connsiteX1" fmla="*/ 27813 w 66484"/>
                  <a:gd name="connsiteY1" fmla="*/ 7906 h 91725"/>
                  <a:gd name="connsiteX2" fmla="*/ 0 w 66484"/>
                  <a:gd name="connsiteY2" fmla="*/ 7906 h 91725"/>
                  <a:gd name="connsiteX3" fmla="*/ 1715 w 66484"/>
                  <a:gd name="connsiteY3" fmla="*/ 0 h 91725"/>
                  <a:gd name="connsiteX4" fmla="*/ 66484 w 66484"/>
                  <a:gd name="connsiteY4" fmla="*/ 0 h 91725"/>
                  <a:gd name="connsiteX5" fmla="*/ 64865 w 66484"/>
                  <a:gd name="connsiteY5" fmla="*/ 7906 h 91725"/>
                  <a:gd name="connsiteX6" fmla="*/ 37052 w 66484"/>
                  <a:gd name="connsiteY6" fmla="*/ 7906 h 91725"/>
                  <a:gd name="connsiteX7" fmla="*/ 19431 w 66484"/>
                  <a:gd name="connsiteY7" fmla="*/ 91726 h 91725"/>
                  <a:gd name="connsiteX8" fmla="*/ 10001 w 66484"/>
                  <a:gd name="connsiteY8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6484" h="91725">
                    <a:moveTo>
                      <a:pt x="9906" y="91726"/>
                    </a:moveTo>
                    <a:lnTo>
                      <a:pt x="27813" y="7906"/>
                    </a:lnTo>
                    <a:lnTo>
                      <a:pt x="0" y="7906"/>
                    </a:lnTo>
                    <a:lnTo>
                      <a:pt x="1715" y="0"/>
                    </a:lnTo>
                    <a:lnTo>
                      <a:pt x="66484" y="0"/>
                    </a:lnTo>
                    <a:lnTo>
                      <a:pt x="64865" y="7906"/>
                    </a:lnTo>
                    <a:lnTo>
                      <a:pt x="37052" y="7906"/>
                    </a:lnTo>
                    <a:lnTo>
                      <a:pt x="19431" y="91726"/>
                    </a:lnTo>
                    <a:lnTo>
                      <a:pt x="1000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8" name="Freihandform: Form 37">
                <a:extLst>
                  <a:ext uri="{FF2B5EF4-FFF2-40B4-BE49-F238E27FC236}">
                    <a16:creationId xmlns:a16="http://schemas.microsoft.com/office/drawing/2014/main" id="{7F715A4D-5675-980F-51A5-C8DEFD999D13}"/>
                  </a:ext>
                </a:extLst>
              </p:cNvPr>
              <p:cNvSpPr/>
              <p:nvPr/>
            </p:nvSpPr>
            <p:spPr>
              <a:xfrm>
                <a:off x="9852104" y="2957560"/>
                <a:ext cx="65912" cy="91725"/>
              </a:xfrm>
              <a:custGeom>
                <a:avLst/>
                <a:gdLst>
                  <a:gd name="connsiteX0" fmla="*/ 49625 w 65912"/>
                  <a:gd name="connsiteY0" fmla="*/ 91726 h 91725"/>
                  <a:gd name="connsiteX1" fmla="*/ 41910 w 65912"/>
                  <a:gd name="connsiteY1" fmla="*/ 58769 h 91725"/>
                  <a:gd name="connsiteX2" fmla="*/ 29051 w 65912"/>
                  <a:gd name="connsiteY2" fmla="*/ 48482 h 91725"/>
                  <a:gd name="connsiteX3" fmla="*/ 18383 w 65912"/>
                  <a:gd name="connsiteY3" fmla="*/ 48482 h 91725"/>
                  <a:gd name="connsiteX4" fmla="*/ 9144 w 65912"/>
                  <a:gd name="connsiteY4" fmla="*/ 91726 h 91725"/>
                  <a:gd name="connsiteX5" fmla="*/ 0 w 65912"/>
                  <a:gd name="connsiteY5" fmla="*/ 91726 h 91725"/>
                  <a:gd name="connsiteX6" fmla="*/ 20003 w 65912"/>
                  <a:gd name="connsiteY6" fmla="*/ 0 h 91725"/>
                  <a:gd name="connsiteX7" fmla="*/ 42291 w 65912"/>
                  <a:gd name="connsiteY7" fmla="*/ 0 h 91725"/>
                  <a:gd name="connsiteX8" fmla="*/ 65913 w 65912"/>
                  <a:gd name="connsiteY8" fmla="*/ 20479 h 91725"/>
                  <a:gd name="connsiteX9" fmla="*/ 40005 w 65912"/>
                  <a:gd name="connsiteY9" fmla="*/ 45053 h 91725"/>
                  <a:gd name="connsiteX10" fmla="*/ 40005 w 65912"/>
                  <a:gd name="connsiteY10" fmla="*/ 45339 h 91725"/>
                  <a:gd name="connsiteX11" fmla="*/ 49721 w 65912"/>
                  <a:gd name="connsiteY11" fmla="*/ 56007 h 91725"/>
                  <a:gd name="connsiteX12" fmla="*/ 58483 w 65912"/>
                  <a:gd name="connsiteY12" fmla="*/ 91726 h 91725"/>
                  <a:gd name="connsiteX13" fmla="*/ 49530 w 65912"/>
                  <a:gd name="connsiteY13" fmla="*/ 91726 h 91725"/>
                  <a:gd name="connsiteX14" fmla="*/ 29242 w 65912"/>
                  <a:gd name="connsiteY14" fmla="*/ 40672 h 91725"/>
                  <a:gd name="connsiteX15" fmla="*/ 56864 w 65912"/>
                  <a:gd name="connsiteY15" fmla="*/ 21717 h 91725"/>
                  <a:gd name="connsiteX16" fmla="*/ 40291 w 65912"/>
                  <a:gd name="connsiteY16" fmla="*/ 7906 h 91725"/>
                  <a:gd name="connsiteX17" fmla="*/ 27051 w 65912"/>
                  <a:gd name="connsiteY17" fmla="*/ 7906 h 91725"/>
                  <a:gd name="connsiteX18" fmla="*/ 20098 w 65912"/>
                  <a:gd name="connsiteY18" fmla="*/ 40576 h 91725"/>
                  <a:gd name="connsiteX19" fmla="*/ 29242 w 65912"/>
                  <a:gd name="connsiteY19" fmla="*/ 4057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5912" h="91725">
                    <a:moveTo>
                      <a:pt x="49625" y="91726"/>
                    </a:moveTo>
                    <a:lnTo>
                      <a:pt x="41910" y="58769"/>
                    </a:lnTo>
                    <a:cubicBezTo>
                      <a:pt x="39910" y="50578"/>
                      <a:pt x="36481" y="48482"/>
                      <a:pt x="29051" y="48482"/>
                    </a:cubicBezTo>
                    <a:lnTo>
                      <a:pt x="18383" y="48482"/>
                    </a:lnTo>
                    <a:lnTo>
                      <a:pt x="9144" y="91726"/>
                    </a:lnTo>
                    <a:lnTo>
                      <a:pt x="0" y="91726"/>
                    </a:lnTo>
                    <a:lnTo>
                      <a:pt x="20003" y="0"/>
                    </a:lnTo>
                    <a:lnTo>
                      <a:pt x="42291" y="0"/>
                    </a:lnTo>
                    <a:cubicBezTo>
                      <a:pt x="57245" y="0"/>
                      <a:pt x="65913" y="6286"/>
                      <a:pt x="65913" y="20479"/>
                    </a:cubicBezTo>
                    <a:cubicBezTo>
                      <a:pt x="65913" y="34671"/>
                      <a:pt x="55531" y="44291"/>
                      <a:pt x="40005" y="45053"/>
                    </a:cubicBezTo>
                    <a:lnTo>
                      <a:pt x="40005" y="45339"/>
                    </a:lnTo>
                    <a:cubicBezTo>
                      <a:pt x="46577" y="46482"/>
                      <a:pt x="48292" y="49911"/>
                      <a:pt x="49721" y="56007"/>
                    </a:cubicBezTo>
                    <a:lnTo>
                      <a:pt x="58483" y="91726"/>
                    </a:lnTo>
                    <a:lnTo>
                      <a:pt x="49530" y="91726"/>
                    </a:lnTo>
                    <a:close/>
                    <a:moveTo>
                      <a:pt x="29242" y="40672"/>
                    </a:moveTo>
                    <a:cubicBezTo>
                      <a:pt x="45149" y="40672"/>
                      <a:pt x="56864" y="34671"/>
                      <a:pt x="56864" y="21717"/>
                    </a:cubicBezTo>
                    <a:cubicBezTo>
                      <a:pt x="56864" y="11716"/>
                      <a:pt x="50197" y="7906"/>
                      <a:pt x="40291" y="7906"/>
                    </a:cubicBezTo>
                    <a:lnTo>
                      <a:pt x="27051" y="7906"/>
                    </a:lnTo>
                    <a:lnTo>
                      <a:pt x="20098" y="40576"/>
                    </a:lnTo>
                    <a:lnTo>
                      <a:pt x="29242" y="4057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9" name="Freihandform: Form 38">
                <a:extLst>
                  <a:ext uri="{FF2B5EF4-FFF2-40B4-BE49-F238E27FC236}">
                    <a16:creationId xmlns:a16="http://schemas.microsoft.com/office/drawing/2014/main" id="{94E97CB5-A902-069F-944B-FAA31F16461A}"/>
                  </a:ext>
                </a:extLst>
              </p:cNvPr>
              <p:cNvSpPr/>
              <p:nvPr/>
            </p:nvSpPr>
            <p:spPr>
              <a:xfrm>
                <a:off x="9939068" y="2956036"/>
                <a:ext cx="83438" cy="94868"/>
              </a:xfrm>
              <a:custGeom>
                <a:avLst/>
                <a:gdLst>
                  <a:gd name="connsiteX0" fmla="*/ 0 w 83438"/>
                  <a:gd name="connsiteY0" fmla="*/ 57436 h 94868"/>
                  <a:gd name="connsiteX1" fmla="*/ 48768 w 83438"/>
                  <a:gd name="connsiteY1" fmla="*/ 0 h 94868"/>
                  <a:gd name="connsiteX2" fmla="*/ 83439 w 83438"/>
                  <a:gd name="connsiteY2" fmla="*/ 37433 h 94868"/>
                  <a:gd name="connsiteX3" fmla="*/ 34671 w 83438"/>
                  <a:gd name="connsiteY3" fmla="*/ 94869 h 94868"/>
                  <a:gd name="connsiteX4" fmla="*/ 0 w 83438"/>
                  <a:gd name="connsiteY4" fmla="*/ 57436 h 94868"/>
                  <a:gd name="connsiteX5" fmla="*/ 74390 w 83438"/>
                  <a:gd name="connsiteY5" fmla="*/ 38481 h 94868"/>
                  <a:gd name="connsiteX6" fmla="*/ 48387 w 83438"/>
                  <a:gd name="connsiteY6" fmla="*/ 7906 h 94868"/>
                  <a:gd name="connsiteX7" fmla="*/ 9144 w 83438"/>
                  <a:gd name="connsiteY7" fmla="*/ 56674 h 94868"/>
                  <a:gd name="connsiteX8" fmla="*/ 35433 w 83438"/>
                  <a:gd name="connsiteY8" fmla="*/ 87058 h 94868"/>
                  <a:gd name="connsiteX9" fmla="*/ 74486 w 83438"/>
                  <a:gd name="connsiteY9" fmla="*/ 38576 h 94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3438" h="94868">
                    <a:moveTo>
                      <a:pt x="0" y="57436"/>
                    </a:moveTo>
                    <a:cubicBezTo>
                      <a:pt x="0" y="28099"/>
                      <a:pt x="18574" y="0"/>
                      <a:pt x="48768" y="0"/>
                    </a:cubicBezTo>
                    <a:cubicBezTo>
                      <a:pt x="70961" y="0"/>
                      <a:pt x="83439" y="14573"/>
                      <a:pt x="83439" y="37433"/>
                    </a:cubicBezTo>
                    <a:cubicBezTo>
                      <a:pt x="83439" y="66866"/>
                      <a:pt x="64865" y="94869"/>
                      <a:pt x="34671" y="94869"/>
                    </a:cubicBezTo>
                    <a:cubicBezTo>
                      <a:pt x="12383" y="94869"/>
                      <a:pt x="0" y="80010"/>
                      <a:pt x="0" y="57436"/>
                    </a:cubicBezTo>
                    <a:close/>
                    <a:moveTo>
                      <a:pt x="74390" y="38481"/>
                    </a:moveTo>
                    <a:cubicBezTo>
                      <a:pt x="74390" y="19717"/>
                      <a:pt x="64961" y="7906"/>
                      <a:pt x="48387" y="7906"/>
                    </a:cubicBezTo>
                    <a:cubicBezTo>
                      <a:pt x="24384" y="7906"/>
                      <a:pt x="9144" y="33623"/>
                      <a:pt x="9144" y="56674"/>
                    </a:cubicBezTo>
                    <a:cubicBezTo>
                      <a:pt x="9144" y="72485"/>
                      <a:pt x="16383" y="87058"/>
                      <a:pt x="35433" y="87058"/>
                    </a:cubicBezTo>
                    <a:cubicBezTo>
                      <a:pt x="59246" y="87058"/>
                      <a:pt x="74486" y="61055"/>
                      <a:pt x="74486" y="38576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0" name="Freihandform: Form 39">
                <a:extLst>
                  <a:ext uri="{FF2B5EF4-FFF2-40B4-BE49-F238E27FC236}">
                    <a16:creationId xmlns:a16="http://schemas.microsoft.com/office/drawing/2014/main" id="{F7C43CB0-88A3-F1A4-66E9-9F3D6ACE0B12}"/>
                  </a:ext>
                </a:extLst>
              </p:cNvPr>
              <p:cNvSpPr/>
              <p:nvPr/>
            </p:nvSpPr>
            <p:spPr>
              <a:xfrm>
                <a:off x="10040890" y="2957560"/>
                <a:ext cx="86772" cy="91725"/>
              </a:xfrm>
              <a:custGeom>
                <a:avLst/>
                <a:gdLst>
                  <a:gd name="connsiteX0" fmla="*/ 56579 w 86772"/>
                  <a:gd name="connsiteY0" fmla="*/ 91726 h 91725"/>
                  <a:gd name="connsiteX1" fmla="*/ 26003 w 86772"/>
                  <a:gd name="connsiteY1" fmla="*/ 11049 h 91725"/>
                  <a:gd name="connsiteX2" fmla="*/ 25717 w 86772"/>
                  <a:gd name="connsiteY2" fmla="*/ 11049 h 91725"/>
                  <a:gd name="connsiteX3" fmla="*/ 8382 w 86772"/>
                  <a:gd name="connsiteY3" fmla="*/ 91726 h 91725"/>
                  <a:gd name="connsiteX4" fmla="*/ 0 w 86772"/>
                  <a:gd name="connsiteY4" fmla="*/ 91726 h 91725"/>
                  <a:gd name="connsiteX5" fmla="*/ 19812 w 86772"/>
                  <a:gd name="connsiteY5" fmla="*/ 0 h 91725"/>
                  <a:gd name="connsiteX6" fmla="*/ 30575 w 86772"/>
                  <a:gd name="connsiteY6" fmla="*/ 0 h 91725"/>
                  <a:gd name="connsiteX7" fmla="*/ 61150 w 86772"/>
                  <a:gd name="connsiteY7" fmla="*/ 80677 h 91725"/>
                  <a:gd name="connsiteX8" fmla="*/ 61436 w 86772"/>
                  <a:gd name="connsiteY8" fmla="*/ 80677 h 91725"/>
                  <a:gd name="connsiteX9" fmla="*/ 78486 w 86772"/>
                  <a:gd name="connsiteY9" fmla="*/ 0 h 91725"/>
                  <a:gd name="connsiteX10" fmla="*/ 86773 w 86772"/>
                  <a:gd name="connsiteY10" fmla="*/ 0 h 91725"/>
                  <a:gd name="connsiteX11" fmla="*/ 67342 w 86772"/>
                  <a:gd name="connsiteY11" fmla="*/ 91726 h 91725"/>
                  <a:gd name="connsiteX12" fmla="*/ 56579 w 86772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6772" h="91725">
                    <a:moveTo>
                      <a:pt x="56579" y="91726"/>
                    </a:moveTo>
                    <a:lnTo>
                      <a:pt x="26003" y="11049"/>
                    </a:lnTo>
                    <a:lnTo>
                      <a:pt x="25717" y="11049"/>
                    </a:lnTo>
                    <a:lnTo>
                      <a:pt x="8382" y="91726"/>
                    </a:lnTo>
                    <a:lnTo>
                      <a:pt x="0" y="91726"/>
                    </a:lnTo>
                    <a:lnTo>
                      <a:pt x="19812" y="0"/>
                    </a:lnTo>
                    <a:lnTo>
                      <a:pt x="30575" y="0"/>
                    </a:lnTo>
                    <a:lnTo>
                      <a:pt x="61150" y="80677"/>
                    </a:lnTo>
                    <a:lnTo>
                      <a:pt x="61436" y="80677"/>
                    </a:lnTo>
                    <a:lnTo>
                      <a:pt x="78486" y="0"/>
                    </a:lnTo>
                    <a:lnTo>
                      <a:pt x="86773" y="0"/>
                    </a:lnTo>
                    <a:lnTo>
                      <a:pt x="67342" y="91726"/>
                    </a:lnTo>
                    <a:lnTo>
                      <a:pt x="56579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1" name="Freihandform: Form 40">
                <a:extLst>
                  <a:ext uri="{FF2B5EF4-FFF2-40B4-BE49-F238E27FC236}">
                    <a16:creationId xmlns:a16="http://schemas.microsoft.com/office/drawing/2014/main" id="{A325FBA8-B668-7B54-FE1C-CBEED29B5CAD}"/>
                  </a:ext>
                </a:extLst>
              </p:cNvPr>
              <p:cNvSpPr/>
              <p:nvPr/>
            </p:nvSpPr>
            <p:spPr>
              <a:xfrm>
                <a:off x="10141379" y="2957560"/>
                <a:ext cx="28479" cy="91725"/>
              </a:xfrm>
              <a:custGeom>
                <a:avLst/>
                <a:gdLst>
                  <a:gd name="connsiteX0" fmla="*/ 0 w 28479"/>
                  <a:gd name="connsiteY0" fmla="*/ 91726 h 91725"/>
                  <a:gd name="connsiteX1" fmla="*/ 19431 w 28479"/>
                  <a:gd name="connsiteY1" fmla="*/ 0 h 91725"/>
                  <a:gd name="connsiteX2" fmla="*/ 28480 w 28479"/>
                  <a:gd name="connsiteY2" fmla="*/ 0 h 91725"/>
                  <a:gd name="connsiteX3" fmla="*/ 9049 w 28479"/>
                  <a:gd name="connsiteY3" fmla="*/ 91726 h 91725"/>
                  <a:gd name="connsiteX4" fmla="*/ 0 w 28479"/>
                  <a:gd name="connsiteY4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479" h="91725">
                    <a:moveTo>
                      <a:pt x="0" y="91726"/>
                    </a:moveTo>
                    <a:lnTo>
                      <a:pt x="19431" y="0"/>
                    </a:lnTo>
                    <a:lnTo>
                      <a:pt x="28480" y="0"/>
                    </a:lnTo>
                    <a:lnTo>
                      <a:pt x="9049" y="91726"/>
                    </a:lnTo>
                    <a:lnTo>
                      <a:pt x="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2" name="Freihandform: Form 41">
                <a:extLst>
                  <a:ext uri="{FF2B5EF4-FFF2-40B4-BE49-F238E27FC236}">
                    <a16:creationId xmlns:a16="http://schemas.microsoft.com/office/drawing/2014/main" id="{4B1EB2D5-6661-6C26-22D1-7E1B37886B3C}"/>
                  </a:ext>
                </a:extLst>
              </p:cNvPr>
              <p:cNvSpPr/>
              <p:nvPr/>
            </p:nvSpPr>
            <p:spPr>
              <a:xfrm>
                <a:off x="10187766" y="2955941"/>
                <a:ext cx="79248" cy="94869"/>
              </a:xfrm>
              <a:custGeom>
                <a:avLst/>
                <a:gdLst>
                  <a:gd name="connsiteX0" fmla="*/ 60960 w 79248"/>
                  <a:gd name="connsiteY0" fmla="*/ 92012 h 94869"/>
                  <a:gd name="connsiteX1" fmla="*/ 43053 w 79248"/>
                  <a:gd name="connsiteY1" fmla="*/ 94869 h 94869"/>
                  <a:gd name="connsiteX2" fmla="*/ 0 w 79248"/>
                  <a:gd name="connsiteY2" fmla="*/ 54674 h 94869"/>
                  <a:gd name="connsiteX3" fmla="*/ 54674 w 79248"/>
                  <a:gd name="connsiteY3" fmla="*/ 0 h 94869"/>
                  <a:gd name="connsiteX4" fmla="*/ 79248 w 79248"/>
                  <a:gd name="connsiteY4" fmla="*/ 4763 h 94869"/>
                  <a:gd name="connsiteX5" fmla="*/ 76105 w 79248"/>
                  <a:gd name="connsiteY5" fmla="*/ 12382 h 94869"/>
                  <a:gd name="connsiteX6" fmla="*/ 54007 w 79248"/>
                  <a:gd name="connsiteY6" fmla="*/ 7906 h 94869"/>
                  <a:gd name="connsiteX7" fmla="*/ 9049 w 79248"/>
                  <a:gd name="connsiteY7" fmla="*/ 54769 h 94869"/>
                  <a:gd name="connsiteX8" fmla="*/ 42577 w 79248"/>
                  <a:gd name="connsiteY8" fmla="*/ 86963 h 94869"/>
                  <a:gd name="connsiteX9" fmla="*/ 62008 w 79248"/>
                  <a:gd name="connsiteY9" fmla="*/ 83915 h 94869"/>
                  <a:gd name="connsiteX10" fmla="*/ 60960 w 79248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8" h="94869">
                    <a:moveTo>
                      <a:pt x="60960" y="92012"/>
                    </a:moveTo>
                    <a:cubicBezTo>
                      <a:pt x="54292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8" y="0"/>
                      <a:pt x="54674" y="0"/>
                    </a:cubicBezTo>
                    <a:cubicBezTo>
                      <a:pt x="66199" y="0"/>
                      <a:pt x="72962" y="1810"/>
                      <a:pt x="79248" y="4763"/>
                    </a:cubicBezTo>
                    <a:lnTo>
                      <a:pt x="76105" y="12382"/>
                    </a:lnTo>
                    <a:cubicBezTo>
                      <a:pt x="69533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4" name="Freihandform: Form 43">
                <a:extLst>
                  <a:ext uri="{FF2B5EF4-FFF2-40B4-BE49-F238E27FC236}">
                    <a16:creationId xmlns:a16="http://schemas.microsoft.com/office/drawing/2014/main" id="{A912ED4D-9B6C-8E6B-865D-7D04064E10BE}"/>
                  </a:ext>
                </a:extLst>
              </p:cNvPr>
              <p:cNvSpPr/>
              <p:nvPr/>
            </p:nvSpPr>
            <p:spPr>
              <a:xfrm>
                <a:off x="10272062" y="2955941"/>
                <a:ext cx="66293" cy="94869"/>
              </a:xfrm>
              <a:custGeom>
                <a:avLst/>
                <a:gdLst>
                  <a:gd name="connsiteX0" fmla="*/ 2572 w 66293"/>
                  <a:gd name="connsiteY0" fmla="*/ 81248 h 94869"/>
                  <a:gd name="connsiteX1" fmla="*/ 22193 w 66293"/>
                  <a:gd name="connsiteY1" fmla="*/ 87058 h 94869"/>
                  <a:gd name="connsiteX2" fmla="*/ 47720 w 66293"/>
                  <a:gd name="connsiteY2" fmla="*/ 67437 h 94869"/>
                  <a:gd name="connsiteX3" fmla="*/ 34099 w 66293"/>
                  <a:gd name="connsiteY3" fmla="*/ 49435 h 94869"/>
                  <a:gd name="connsiteX4" fmla="*/ 14002 w 66293"/>
                  <a:gd name="connsiteY4" fmla="*/ 25527 h 94869"/>
                  <a:gd name="connsiteX5" fmla="*/ 45053 w 66293"/>
                  <a:gd name="connsiteY5" fmla="*/ 0 h 94869"/>
                  <a:gd name="connsiteX6" fmla="*/ 66294 w 66293"/>
                  <a:gd name="connsiteY6" fmla="*/ 4096 h 94869"/>
                  <a:gd name="connsiteX7" fmla="*/ 63532 w 66293"/>
                  <a:gd name="connsiteY7" fmla="*/ 12382 h 94869"/>
                  <a:gd name="connsiteX8" fmla="*/ 44863 w 66293"/>
                  <a:gd name="connsiteY8" fmla="*/ 7906 h 94869"/>
                  <a:gd name="connsiteX9" fmla="*/ 23050 w 66293"/>
                  <a:gd name="connsiteY9" fmla="*/ 24860 h 94869"/>
                  <a:gd name="connsiteX10" fmla="*/ 36481 w 66293"/>
                  <a:gd name="connsiteY10" fmla="*/ 40481 h 94869"/>
                  <a:gd name="connsiteX11" fmla="*/ 56864 w 66293"/>
                  <a:gd name="connsiteY11" fmla="*/ 66199 h 94869"/>
                  <a:gd name="connsiteX12" fmla="*/ 22955 w 66293"/>
                  <a:gd name="connsiteY12" fmla="*/ 94869 h 94869"/>
                  <a:gd name="connsiteX13" fmla="*/ 0 w 66293"/>
                  <a:gd name="connsiteY13" fmla="*/ 89916 h 94869"/>
                  <a:gd name="connsiteX14" fmla="*/ 2762 w 66293"/>
                  <a:gd name="connsiteY14" fmla="*/ 81248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6293" h="94869">
                    <a:moveTo>
                      <a:pt x="2572" y="81248"/>
                    </a:moveTo>
                    <a:cubicBezTo>
                      <a:pt x="8096" y="84963"/>
                      <a:pt x="15430" y="87058"/>
                      <a:pt x="22193" y="87058"/>
                    </a:cubicBezTo>
                    <a:cubicBezTo>
                      <a:pt x="34576" y="87058"/>
                      <a:pt x="47720" y="81629"/>
                      <a:pt x="47720" y="67437"/>
                    </a:cubicBezTo>
                    <a:cubicBezTo>
                      <a:pt x="47720" y="59912"/>
                      <a:pt x="42767" y="54959"/>
                      <a:pt x="34099" y="49435"/>
                    </a:cubicBezTo>
                    <a:cubicBezTo>
                      <a:pt x="23241" y="42482"/>
                      <a:pt x="14002" y="36957"/>
                      <a:pt x="14002" y="25527"/>
                    </a:cubicBezTo>
                    <a:cubicBezTo>
                      <a:pt x="14002" y="8477"/>
                      <a:pt x="28099" y="0"/>
                      <a:pt x="45053" y="0"/>
                    </a:cubicBezTo>
                    <a:cubicBezTo>
                      <a:pt x="52768" y="0"/>
                      <a:pt x="59912" y="1333"/>
                      <a:pt x="66294" y="4096"/>
                    </a:cubicBezTo>
                    <a:lnTo>
                      <a:pt x="63532" y="12382"/>
                    </a:lnTo>
                    <a:cubicBezTo>
                      <a:pt x="57626" y="9334"/>
                      <a:pt x="51340" y="7906"/>
                      <a:pt x="44863" y="7906"/>
                    </a:cubicBezTo>
                    <a:cubicBezTo>
                      <a:pt x="34861" y="7906"/>
                      <a:pt x="23050" y="12764"/>
                      <a:pt x="23050" y="24860"/>
                    </a:cubicBezTo>
                    <a:cubicBezTo>
                      <a:pt x="23050" y="31051"/>
                      <a:pt x="27527" y="34957"/>
                      <a:pt x="36481" y="40481"/>
                    </a:cubicBezTo>
                    <a:cubicBezTo>
                      <a:pt x="48673" y="48006"/>
                      <a:pt x="56864" y="54293"/>
                      <a:pt x="56864" y="66199"/>
                    </a:cubicBezTo>
                    <a:cubicBezTo>
                      <a:pt x="56864" y="84868"/>
                      <a:pt x="39814" y="94869"/>
                      <a:pt x="22955" y="94869"/>
                    </a:cubicBezTo>
                    <a:cubicBezTo>
                      <a:pt x="14573" y="94869"/>
                      <a:pt x="6382" y="93440"/>
                      <a:pt x="0" y="89916"/>
                    </a:cubicBezTo>
                    <a:lnTo>
                      <a:pt x="2762" y="8124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  <p:sp>
          <p:nvSpPr>
            <p:cNvPr id="4" name="Freihandform: Form 3">
              <a:extLst>
                <a:ext uri="{FF2B5EF4-FFF2-40B4-BE49-F238E27FC236}">
                  <a16:creationId xmlns:a16="http://schemas.microsoft.com/office/drawing/2014/main" id="{4D9558E7-39FB-4052-01EE-F42F88D44CDE}"/>
                </a:ext>
              </a:extLst>
            </p:cNvPr>
            <p:cNvSpPr/>
            <p:nvPr/>
          </p:nvSpPr>
          <p:spPr>
            <a:xfrm>
              <a:off x="9491583" y="2527792"/>
              <a:ext cx="408717" cy="379666"/>
            </a:xfrm>
            <a:custGeom>
              <a:avLst/>
              <a:gdLst>
                <a:gd name="connsiteX0" fmla="*/ 80486 w 408717"/>
                <a:gd name="connsiteY0" fmla="*/ 0 h 379666"/>
                <a:gd name="connsiteX1" fmla="*/ 80486 w 408717"/>
                <a:gd name="connsiteY1" fmla="*/ 0 h 379666"/>
                <a:gd name="connsiteX2" fmla="*/ 408718 w 408717"/>
                <a:gd name="connsiteY2" fmla="*/ 0 h 379666"/>
                <a:gd name="connsiteX3" fmla="*/ 389477 w 408717"/>
                <a:gd name="connsiteY3" fmla="*/ 91345 h 379666"/>
                <a:gd name="connsiteX4" fmla="*/ 203168 w 408717"/>
                <a:gd name="connsiteY4" fmla="*/ 91345 h 379666"/>
                <a:gd name="connsiteX5" fmla="*/ 191643 w 408717"/>
                <a:gd name="connsiteY5" fmla="*/ 145161 h 379666"/>
                <a:gd name="connsiteX6" fmla="*/ 369760 w 408717"/>
                <a:gd name="connsiteY6" fmla="*/ 145161 h 379666"/>
                <a:gd name="connsiteX7" fmla="*/ 350520 w 408717"/>
                <a:gd name="connsiteY7" fmla="*/ 236506 h 379666"/>
                <a:gd name="connsiteX8" fmla="*/ 172402 w 408717"/>
                <a:gd name="connsiteY8" fmla="*/ 236506 h 379666"/>
                <a:gd name="connsiteX9" fmla="*/ 161353 w 408717"/>
                <a:gd name="connsiteY9" fmla="*/ 287941 h 379666"/>
                <a:gd name="connsiteX10" fmla="*/ 351282 w 408717"/>
                <a:gd name="connsiteY10" fmla="*/ 287941 h 379666"/>
                <a:gd name="connsiteX11" fmla="*/ 331946 w 408717"/>
                <a:gd name="connsiteY11" fmla="*/ 379667 h 379666"/>
                <a:gd name="connsiteX12" fmla="*/ 0 w 408717"/>
                <a:gd name="connsiteY12" fmla="*/ 379667 h 379666"/>
                <a:gd name="connsiteX13" fmla="*/ 80486 w 408717"/>
                <a:gd name="connsiteY13" fmla="*/ 0 h 379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8717" h="379666">
                  <a:moveTo>
                    <a:pt x="80486" y="0"/>
                  </a:moveTo>
                  <a:lnTo>
                    <a:pt x="80486" y="0"/>
                  </a:lnTo>
                  <a:lnTo>
                    <a:pt x="408718" y="0"/>
                  </a:lnTo>
                  <a:lnTo>
                    <a:pt x="389477" y="91345"/>
                  </a:lnTo>
                  <a:lnTo>
                    <a:pt x="203168" y="91345"/>
                  </a:lnTo>
                  <a:lnTo>
                    <a:pt x="191643" y="145161"/>
                  </a:lnTo>
                  <a:lnTo>
                    <a:pt x="369760" y="145161"/>
                  </a:lnTo>
                  <a:lnTo>
                    <a:pt x="350520" y="236506"/>
                  </a:lnTo>
                  <a:lnTo>
                    <a:pt x="172402" y="236506"/>
                  </a:lnTo>
                  <a:lnTo>
                    <a:pt x="161353" y="287941"/>
                  </a:lnTo>
                  <a:lnTo>
                    <a:pt x="351282" y="287941"/>
                  </a:lnTo>
                  <a:lnTo>
                    <a:pt x="331946" y="379667"/>
                  </a:lnTo>
                  <a:lnTo>
                    <a:pt x="0" y="379667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5" name="Freihandform: Form 4">
              <a:extLst>
                <a:ext uri="{FF2B5EF4-FFF2-40B4-BE49-F238E27FC236}">
                  <a16:creationId xmlns:a16="http://schemas.microsoft.com/office/drawing/2014/main" id="{FE6D4F42-97C3-088A-0B7A-B1DA7AD2E9D7}"/>
                </a:ext>
              </a:extLst>
            </p:cNvPr>
            <p:cNvSpPr/>
            <p:nvPr/>
          </p:nvSpPr>
          <p:spPr>
            <a:xfrm>
              <a:off x="9892110" y="2527792"/>
              <a:ext cx="446790" cy="379571"/>
            </a:xfrm>
            <a:custGeom>
              <a:avLst/>
              <a:gdLst>
                <a:gd name="connsiteX0" fmla="*/ 80486 w 446790"/>
                <a:gd name="connsiteY0" fmla="*/ 0 h 379571"/>
                <a:gd name="connsiteX1" fmla="*/ 293846 w 446790"/>
                <a:gd name="connsiteY1" fmla="*/ 0 h 379571"/>
                <a:gd name="connsiteX2" fmla="*/ 438721 w 446790"/>
                <a:gd name="connsiteY2" fmla="*/ 190786 h 379571"/>
                <a:gd name="connsiteX3" fmla="*/ 207264 w 446790"/>
                <a:gd name="connsiteY3" fmla="*/ 379571 h 379571"/>
                <a:gd name="connsiteX4" fmla="*/ 0 w 446790"/>
                <a:gd name="connsiteY4" fmla="*/ 379571 h 379571"/>
                <a:gd name="connsiteX5" fmla="*/ 80486 w 446790"/>
                <a:gd name="connsiteY5" fmla="*/ 0 h 379571"/>
                <a:gd name="connsiteX6" fmla="*/ 165830 w 446790"/>
                <a:gd name="connsiteY6" fmla="*/ 284988 h 379571"/>
                <a:gd name="connsiteX7" fmla="*/ 201930 w 446790"/>
                <a:gd name="connsiteY7" fmla="*/ 284988 h 379571"/>
                <a:gd name="connsiteX8" fmla="*/ 287274 w 446790"/>
                <a:gd name="connsiteY8" fmla="*/ 186690 h 379571"/>
                <a:gd name="connsiteX9" fmla="*/ 243364 w 446790"/>
                <a:gd name="connsiteY9" fmla="*/ 88011 h 379571"/>
                <a:gd name="connsiteX10" fmla="*/ 207264 w 446790"/>
                <a:gd name="connsiteY10" fmla="*/ 88011 h 379571"/>
                <a:gd name="connsiteX11" fmla="*/ 165830 w 446790"/>
                <a:gd name="connsiteY11" fmla="*/ 284988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6790" h="379571">
                  <a:moveTo>
                    <a:pt x="80486" y="0"/>
                  </a:moveTo>
                  <a:lnTo>
                    <a:pt x="293846" y="0"/>
                  </a:lnTo>
                  <a:cubicBezTo>
                    <a:pt x="402622" y="0"/>
                    <a:pt x="471106" y="36576"/>
                    <a:pt x="438721" y="190786"/>
                  </a:cubicBezTo>
                  <a:cubicBezTo>
                    <a:pt x="407956" y="334328"/>
                    <a:pt x="316039" y="379571"/>
                    <a:pt x="207264" y="379571"/>
                  </a:cubicBezTo>
                  <a:lnTo>
                    <a:pt x="0" y="379571"/>
                  </a:lnTo>
                  <a:lnTo>
                    <a:pt x="80486" y="0"/>
                  </a:lnTo>
                  <a:close/>
                  <a:moveTo>
                    <a:pt x="165830" y="284988"/>
                  </a:moveTo>
                  <a:lnTo>
                    <a:pt x="201930" y="284988"/>
                  </a:lnTo>
                  <a:cubicBezTo>
                    <a:pt x="254889" y="284988"/>
                    <a:pt x="274130" y="250031"/>
                    <a:pt x="287274" y="186690"/>
                  </a:cubicBezTo>
                  <a:cubicBezTo>
                    <a:pt x="301276" y="121730"/>
                    <a:pt x="295465" y="88011"/>
                    <a:pt x="243364" y="88011"/>
                  </a:cubicBezTo>
                  <a:lnTo>
                    <a:pt x="207264" y="88011"/>
                  </a:lnTo>
                  <a:lnTo>
                    <a:pt x="165830" y="2849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" name="Freihandform: Form 5">
              <a:extLst>
                <a:ext uri="{FF2B5EF4-FFF2-40B4-BE49-F238E27FC236}">
                  <a16:creationId xmlns:a16="http://schemas.microsoft.com/office/drawing/2014/main" id="{71539B50-58F4-49C3-BB78-DF2465D93F53}"/>
                </a:ext>
              </a:extLst>
            </p:cNvPr>
            <p:cNvSpPr/>
            <p:nvPr/>
          </p:nvSpPr>
          <p:spPr>
            <a:xfrm>
              <a:off x="10291778" y="2527792"/>
              <a:ext cx="468344" cy="379571"/>
            </a:xfrm>
            <a:custGeom>
              <a:avLst/>
              <a:gdLst>
                <a:gd name="connsiteX0" fmla="*/ 213455 w 468344"/>
                <a:gd name="connsiteY0" fmla="*/ 0 h 379571"/>
                <a:gd name="connsiteX1" fmla="*/ 413766 w 468344"/>
                <a:gd name="connsiteY1" fmla="*/ 0 h 379571"/>
                <a:gd name="connsiteX2" fmla="*/ 468344 w 468344"/>
                <a:gd name="connsiteY2" fmla="*/ 379571 h 379571"/>
                <a:gd name="connsiteX3" fmla="*/ 315659 w 468344"/>
                <a:gd name="connsiteY3" fmla="*/ 379571 h 379571"/>
                <a:gd name="connsiteX4" fmla="*/ 308229 w 468344"/>
                <a:gd name="connsiteY4" fmla="*/ 297275 h 379571"/>
                <a:gd name="connsiteX5" fmla="*/ 185547 w 468344"/>
                <a:gd name="connsiteY5" fmla="*/ 297275 h 379571"/>
                <a:gd name="connsiteX6" fmla="*/ 144875 w 468344"/>
                <a:gd name="connsiteY6" fmla="*/ 379571 h 379571"/>
                <a:gd name="connsiteX7" fmla="*/ 0 w 468344"/>
                <a:gd name="connsiteY7" fmla="*/ 379571 h 379571"/>
                <a:gd name="connsiteX8" fmla="*/ 213360 w 468344"/>
                <a:gd name="connsiteY8" fmla="*/ 0 h 379571"/>
                <a:gd name="connsiteX9" fmla="*/ 224885 w 468344"/>
                <a:gd name="connsiteY9" fmla="*/ 206026 h 379571"/>
                <a:gd name="connsiteX10" fmla="*/ 308991 w 468344"/>
                <a:gd name="connsiteY10" fmla="*/ 206026 h 379571"/>
                <a:gd name="connsiteX11" fmla="*/ 294227 w 468344"/>
                <a:gd name="connsiteY11" fmla="*/ 81439 h 379571"/>
                <a:gd name="connsiteX12" fmla="*/ 292989 w 468344"/>
                <a:gd name="connsiteY12" fmla="*/ 81439 h 379571"/>
                <a:gd name="connsiteX13" fmla="*/ 224885 w 468344"/>
                <a:gd name="connsiteY13" fmla="*/ 206026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68344" h="379571">
                  <a:moveTo>
                    <a:pt x="213455" y="0"/>
                  </a:moveTo>
                  <a:lnTo>
                    <a:pt x="413766" y="0"/>
                  </a:lnTo>
                  <a:lnTo>
                    <a:pt x="468344" y="379571"/>
                  </a:lnTo>
                  <a:lnTo>
                    <a:pt x="315659" y="379571"/>
                  </a:lnTo>
                  <a:lnTo>
                    <a:pt x="308229" y="297275"/>
                  </a:lnTo>
                  <a:lnTo>
                    <a:pt x="185547" y="297275"/>
                  </a:lnTo>
                  <a:lnTo>
                    <a:pt x="144875" y="379571"/>
                  </a:lnTo>
                  <a:lnTo>
                    <a:pt x="0" y="379571"/>
                  </a:lnTo>
                  <a:lnTo>
                    <a:pt x="213360" y="0"/>
                  </a:lnTo>
                  <a:close/>
                  <a:moveTo>
                    <a:pt x="224885" y="206026"/>
                  </a:moveTo>
                  <a:lnTo>
                    <a:pt x="308991" y="206026"/>
                  </a:lnTo>
                  <a:lnTo>
                    <a:pt x="294227" y="81439"/>
                  </a:lnTo>
                  <a:lnTo>
                    <a:pt x="292989" y="81439"/>
                  </a:lnTo>
                  <a:lnTo>
                    <a:pt x="224885" y="2060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7" name="Freihandform: Form 6">
              <a:extLst>
                <a:ext uri="{FF2B5EF4-FFF2-40B4-BE49-F238E27FC236}">
                  <a16:creationId xmlns:a16="http://schemas.microsoft.com/office/drawing/2014/main" id="{9F93BECF-0C91-5ED7-E9E9-D9BCE3C78E4D}"/>
                </a:ext>
              </a:extLst>
            </p:cNvPr>
            <p:cNvSpPr/>
            <p:nvPr/>
          </p:nvSpPr>
          <p:spPr>
            <a:xfrm>
              <a:off x="10789761" y="2521220"/>
              <a:ext cx="411274" cy="392715"/>
            </a:xfrm>
            <a:custGeom>
              <a:avLst/>
              <a:gdLst>
                <a:gd name="connsiteX0" fmla="*/ 350695 w 411274"/>
                <a:gd name="connsiteY0" fmla="*/ 371761 h 392715"/>
                <a:gd name="connsiteX1" fmla="*/ 350695 w 411274"/>
                <a:gd name="connsiteY1" fmla="*/ 371761 h 392715"/>
                <a:gd name="connsiteX2" fmla="*/ 189341 w 411274"/>
                <a:gd name="connsiteY2" fmla="*/ 392716 h 392715"/>
                <a:gd name="connsiteX3" fmla="*/ 5509 w 411274"/>
                <a:gd name="connsiteY3" fmla="*/ 190786 h 392715"/>
                <a:gd name="connsiteX4" fmla="*/ 272590 w 411274"/>
                <a:gd name="connsiteY4" fmla="*/ 0 h 392715"/>
                <a:gd name="connsiteX5" fmla="*/ 411274 w 411274"/>
                <a:gd name="connsiteY5" fmla="*/ 14002 h 392715"/>
                <a:gd name="connsiteX6" fmla="*/ 389462 w 411274"/>
                <a:gd name="connsiteY6" fmla="*/ 116396 h 392715"/>
                <a:gd name="connsiteX7" fmla="*/ 294307 w 411274"/>
                <a:gd name="connsiteY7" fmla="*/ 94583 h 392715"/>
                <a:gd name="connsiteX8" fmla="*/ 151908 w 411274"/>
                <a:gd name="connsiteY8" fmla="*/ 199835 h 392715"/>
                <a:gd name="connsiteX9" fmla="*/ 210582 w 411274"/>
                <a:gd name="connsiteY9" fmla="*/ 297752 h 392715"/>
                <a:gd name="connsiteX10" fmla="*/ 242110 w 411274"/>
                <a:gd name="connsiteY10" fmla="*/ 294418 h 392715"/>
                <a:gd name="connsiteX11" fmla="*/ 263446 w 411274"/>
                <a:gd name="connsiteY11" fmla="*/ 193262 h 392715"/>
                <a:gd name="connsiteX12" fmla="*/ 388224 w 411274"/>
                <a:gd name="connsiteY12" fmla="*/ 193262 h 392715"/>
                <a:gd name="connsiteX13" fmla="*/ 350505 w 411274"/>
                <a:gd name="connsiteY13" fmla="*/ 371761 h 392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11274" h="392715">
                  <a:moveTo>
                    <a:pt x="350695" y="371761"/>
                  </a:moveTo>
                  <a:lnTo>
                    <a:pt x="350695" y="371761"/>
                  </a:lnTo>
                  <a:cubicBezTo>
                    <a:pt x="297736" y="386525"/>
                    <a:pt x="249349" y="392716"/>
                    <a:pt x="189341" y="392716"/>
                  </a:cubicBezTo>
                  <a:cubicBezTo>
                    <a:pt x="63326" y="392716"/>
                    <a:pt x="-23161" y="326041"/>
                    <a:pt x="5509" y="190786"/>
                  </a:cubicBezTo>
                  <a:cubicBezTo>
                    <a:pt x="32179" y="63246"/>
                    <a:pt x="151146" y="0"/>
                    <a:pt x="272590" y="0"/>
                  </a:cubicBezTo>
                  <a:cubicBezTo>
                    <a:pt x="343551" y="0"/>
                    <a:pt x="376889" y="5334"/>
                    <a:pt x="411274" y="14002"/>
                  </a:cubicBezTo>
                  <a:lnTo>
                    <a:pt x="389462" y="116396"/>
                  </a:lnTo>
                  <a:cubicBezTo>
                    <a:pt x="371364" y="104489"/>
                    <a:pt x="334883" y="94583"/>
                    <a:pt x="294307" y="94583"/>
                  </a:cubicBezTo>
                  <a:cubicBezTo>
                    <a:pt x="222107" y="94583"/>
                    <a:pt x="166672" y="130778"/>
                    <a:pt x="151908" y="199835"/>
                  </a:cubicBezTo>
                  <a:cubicBezTo>
                    <a:pt x="140764" y="252032"/>
                    <a:pt x="152289" y="297752"/>
                    <a:pt x="210582" y="297752"/>
                  </a:cubicBezTo>
                  <a:cubicBezTo>
                    <a:pt x="220774" y="297752"/>
                    <a:pt x="232776" y="297752"/>
                    <a:pt x="242110" y="294418"/>
                  </a:cubicBezTo>
                  <a:lnTo>
                    <a:pt x="263446" y="193262"/>
                  </a:lnTo>
                  <a:lnTo>
                    <a:pt x="388224" y="193262"/>
                  </a:lnTo>
                  <a:lnTo>
                    <a:pt x="350505" y="3717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8" name="Freihandform: Form 7">
              <a:extLst>
                <a:ext uri="{FF2B5EF4-FFF2-40B4-BE49-F238E27FC236}">
                  <a16:creationId xmlns:a16="http://schemas.microsoft.com/office/drawing/2014/main" id="{00A591B5-2593-3C90-DD92-9443B440E72C}"/>
                </a:ext>
              </a:extLst>
            </p:cNvPr>
            <p:cNvSpPr/>
            <p:nvPr/>
          </p:nvSpPr>
          <p:spPr>
            <a:xfrm>
              <a:off x="8749300" y="2670477"/>
              <a:ext cx="500824" cy="91344"/>
            </a:xfrm>
            <a:custGeom>
              <a:avLst/>
              <a:gdLst>
                <a:gd name="connsiteX0" fmla="*/ 19336 w 500824"/>
                <a:gd name="connsiteY0" fmla="*/ 0 h 91344"/>
                <a:gd name="connsiteX1" fmla="*/ 500824 w 500824"/>
                <a:gd name="connsiteY1" fmla="*/ 0 h 91344"/>
                <a:gd name="connsiteX2" fmla="*/ 481489 w 500824"/>
                <a:gd name="connsiteY2" fmla="*/ 91345 h 91344"/>
                <a:gd name="connsiteX3" fmla="*/ 0 w 500824"/>
                <a:gd name="connsiteY3" fmla="*/ 91345 h 91344"/>
                <a:gd name="connsiteX4" fmla="*/ 19336 w 500824"/>
                <a:gd name="connsiteY4" fmla="*/ 0 h 91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824" h="91344">
                  <a:moveTo>
                    <a:pt x="19336" y="0"/>
                  </a:moveTo>
                  <a:lnTo>
                    <a:pt x="500824" y="0"/>
                  </a:lnTo>
                  <a:lnTo>
                    <a:pt x="481489" y="91345"/>
                  </a:lnTo>
                  <a:lnTo>
                    <a:pt x="0" y="91345"/>
                  </a:lnTo>
                  <a:lnTo>
                    <a:pt x="1933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BEBC2544-2286-30DF-C99D-053A02D3BC1A}"/>
                </a:ext>
              </a:extLst>
            </p:cNvPr>
            <p:cNvSpPr/>
            <p:nvPr/>
          </p:nvSpPr>
          <p:spPr>
            <a:xfrm>
              <a:off x="8810260" y="2383489"/>
              <a:ext cx="500729" cy="90773"/>
            </a:xfrm>
            <a:custGeom>
              <a:avLst/>
              <a:gdLst>
                <a:gd name="connsiteX0" fmla="*/ 19241 w 500729"/>
                <a:gd name="connsiteY0" fmla="*/ 0 h 90773"/>
                <a:gd name="connsiteX1" fmla="*/ 500729 w 500729"/>
                <a:gd name="connsiteY1" fmla="*/ 0 h 90773"/>
                <a:gd name="connsiteX2" fmla="*/ 481489 w 500729"/>
                <a:gd name="connsiteY2" fmla="*/ 90773 h 90773"/>
                <a:gd name="connsiteX3" fmla="*/ 0 w 500729"/>
                <a:gd name="connsiteY3" fmla="*/ 90773 h 90773"/>
                <a:gd name="connsiteX4" fmla="*/ 19241 w 500729"/>
                <a:gd name="connsiteY4" fmla="*/ 0 h 90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729" h="90773">
                  <a:moveTo>
                    <a:pt x="19241" y="0"/>
                  </a:moveTo>
                  <a:lnTo>
                    <a:pt x="500729" y="0"/>
                  </a:lnTo>
                  <a:lnTo>
                    <a:pt x="481489" y="90773"/>
                  </a:lnTo>
                  <a:lnTo>
                    <a:pt x="0" y="90773"/>
                  </a:lnTo>
                  <a:lnTo>
                    <a:pt x="1924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FFAA2BB9-5643-EFFD-D2DB-5EF1CF3FD3A8}"/>
                </a:ext>
              </a:extLst>
            </p:cNvPr>
            <p:cNvSpPr/>
            <p:nvPr/>
          </p:nvSpPr>
          <p:spPr>
            <a:xfrm>
              <a:off x="8688340" y="2957560"/>
              <a:ext cx="501015" cy="91725"/>
            </a:xfrm>
            <a:custGeom>
              <a:avLst/>
              <a:gdLst>
                <a:gd name="connsiteX0" fmla="*/ 19431 w 501015"/>
                <a:gd name="connsiteY0" fmla="*/ 0 h 91725"/>
                <a:gd name="connsiteX1" fmla="*/ 501015 w 501015"/>
                <a:gd name="connsiteY1" fmla="*/ 0 h 91725"/>
                <a:gd name="connsiteX2" fmla="*/ 481489 w 501015"/>
                <a:gd name="connsiteY2" fmla="*/ 91726 h 91725"/>
                <a:gd name="connsiteX3" fmla="*/ 0 w 501015"/>
                <a:gd name="connsiteY3" fmla="*/ 91726 h 91725"/>
                <a:gd name="connsiteX4" fmla="*/ 19431 w 501015"/>
                <a:gd name="connsiteY4" fmla="*/ 0 h 91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015" h="91725">
                  <a:moveTo>
                    <a:pt x="19431" y="0"/>
                  </a:moveTo>
                  <a:lnTo>
                    <a:pt x="501015" y="0"/>
                  </a:lnTo>
                  <a:lnTo>
                    <a:pt x="481489" y="91726"/>
                  </a:lnTo>
                  <a:lnTo>
                    <a:pt x="0" y="91726"/>
                  </a:lnTo>
                  <a:lnTo>
                    <a:pt x="1943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837B4FFF-A647-3DA2-5A6E-857E06F82523}"/>
                </a:ext>
              </a:extLst>
            </p:cNvPr>
            <p:cNvSpPr/>
            <p:nvPr/>
          </p:nvSpPr>
          <p:spPr>
            <a:xfrm>
              <a:off x="8501174" y="2527792"/>
              <a:ext cx="930402" cy="379571"/>
            </a:xfrm>
            <a:custGeom>
              <a:avLst/>
              <a:gdLst>
                <a:gd name="connsiteX0" fmla="*/ 80486 w 930402"/>
                <a:gd name="connsiteY0" fmla="*/ 0 h 379571"/>
                <a:gd name="connsiteX1" fmla="*/ 61055 w 930402"/>
                <a:gd name="connsiteY1" fmla="*/ 91726 h 379571"/>
                <a:gd name="connsiteX2" fmla="*/ 818769 w 930402"/>
                <a:gd name="connsiteY2" fmla="*/ 91345 h 379571"/>
                <a:gd name="connsiteX3" fmla="*/ 776954 w 930402"/>
                <a:gd name="connsiteY3" fmla="*/ 288322 h 379571"/>
                <a:gd name="connsiteX4" fmla="*/ 19336 w 930402"/>
                <a:gd name="connsiteY4" fmla="*/ 288322 h 379571"/>
                <a:gd name="connsiteX5" fmla="*/ 0 w 930402"/>
                <a:gd name="connsiteY5" fmla="*/ 379571 h 379571"/>
                <a:gd name="connsiteX6" fmla="*/ 849916 w 930402"/>
                <a:gd name="connsiteY6" fmla="*/ 379571 h 379571"/>
                <a:gd name="connsiteX7" fmla="*/ 930402 w 930402"/>
                <a:gd name="connsiteY7" fmla="*/ 0 h 379571"/>
                <a:gd name="connsiteX8" fmla="*/ 80486 w 930402"/>
                <a:gd name="connsiteY8" fmla="*/ 0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30402" h="379571">
                  <a:moveTo>
                    <a:pt x="80486" y="0"/>
                  </a:moveTo>
                  <a:lnTo>
                    <a:pt x="61055" y="91726"/>
                  </a:lnTo>
                  <a:lnTo>
                    <a:pt x="818769" y="91345"/>
                  </a:lnTo>
                  <a:lnTo>
                    <a:pt x="776954" y="288322"/>
                  </a:lnTo>
                  <a:lnTo>
                    <a:pt x="19336" y="288322"/>
                  </a:lnTo>
                  <a:lnTo>
                    <a:pt x="0" y="379571"/>
                  </a:lnTo>
                  <a:lnTo>
                    <a:pt x="849916" y="379571"/>
                  </a:lnTo>
                  <a:lnTo>
                    <a:pt x="930402" y="0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4318890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</p15:sldGuideLst>
    </p:ext>
  </p:extLst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platzhalter 12">
            <a:extLst>
              <a:ext uri="{FF2B5EF4-FFF2-40B4-BE49-F238E27FC236}">
                <a16:creationId xmlns:a16="http://schemas.microsoft.com/office/drawing/2014/main" id="{7A6F855B-803A-CF9E-741F-7091F5771F7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1831" y="4360371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tx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37" name="Textplatzhalter 14">
            <a:extLst>
              <a:ext uri="{FF2B5EF4-FFF2-40B4-BE49-F238E27FC236}">
                <a16:creationId xmlns:a16="http://schemas.microsoft.com/office/drawing/2014/main" id="{13FE0606-F04B-424C-E3BE-BAF57B7DDDD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2476" y="4776853"/>
            <a:ext cx="216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38" name="Textplatzhalter 12">
            <a:extLst>
              <a:ext uri="{FF2B5EF4-FFF2-40B4-BE49-F238E27FC236}">
                <a16:creationId xmlns:a16="http://schemas.microsoft.com/office/drawing/2014/main" id="{412A0E97-5A9C-EA83-0D7E-7DD4059B493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63604" y="4360371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tx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39" name="Textplatzhalter 14">
            <a:extLst>
              <a:ext uri="{FF2B5EF4-FFF2-40B4-BE49-F238E27FC236}">
                <a16:creationId xmlns:a16="http://schemas.microsoft.com/office/drawing/2014/main" id="{0AE4B025-9C59-8A19-CDE2-C05C9E84E60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64249" y="4776853"/>
            <a:ext cx="216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0" name="Textplatzhalter 12">
            <a:extLst>
              <a:ext uri="{FF2B5EF4-FFF2-40B4-BE49-F238E27FC236}">
                <a16:creationId xmlns:a16="http://schemas.microsoft.com/office/drawing/2014/main" id="{510C8E16-C601-F89F-8417-1E8C3679CC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68396" y="4360371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tx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41" name="Textplatzhalter 14">
            <a:extLst>
              <a:ext uri="{FF2B5EF4-FFF2-40B4-BE49-F238E27FC236}">
                <a16:creationId xmlns:a16="http://schemas.microsoft.com/office/drawing/2014/main" id="{ABA7555F-CD43-F0F9-DE9C-0BD9AC50674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69041" y="4776853"/>
            <a:ext cx="216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2" name="Textplatzhalter 12">
            <a:extLst>
              <a:ext uri="{FF2B5EF4-FFF2-40B4-BE49-F238E27FC236}">
                <a16:creationId xmlns:a16="http://schemas.microsoft.com/office/drawing/2014/main" id="{352B8020-10C7-5661-FC4A-FBDDBB61735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369524" y="4360371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tx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43" name="Textplatzhalter 14">
            <a:extLst>
              <a:ext uri="{FF2B5EF4-FFF2-40B4-BE49-F238E27FC236}">
                <a16:creationId xmlns:a16="http://schemas.microsoft.com/office/drawing/2014/main" id="{57ECB7D1-70E4-3AF9-7AF0-4812A43FBDC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370169" y="4776853"/>
            <a:ext cx="216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" name="Picture Placeholder 28">
            <a:extLst>
              <a:ext uri="{FF2B5EF4-FFF2-40B4-BE49-F238E27FC236}">
                <a16:creationId xmlns:a16="http://schemas.microsoft.com/office/drawing/2014/main" id="{578DE51F-4F0A-A697-1141-40F0C1E4C8A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1830" y="1807200"/>
            <a:ext cx="2160000" cy="2340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/>
            </a:lvl1pPr>
          </a:lstStyle>
          <a:p>
            <a:endParaRPr lang="de-DE"/>
          </a:p>
        </p:txBody>
      </p:sp>
      <p:sp>
        <p:nvSpPr>
          <p:cNvPr id="5" name="Picture Placeholder 28">
            <a:extLst>
              <a:ext uri="{FF2B5EF4-FFF2-40B4-BE49-F238E27FC236}">
                <a16:creationId xmlns:a16="http://schemas.microsoft.com/office/drawing/2014/main" id="{B4D65023-F505-2566-C97D-0058B83ECED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373188" y="1807200"/>
            <a:ext cx="2160000" cy="2340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/>
            </a:lvl1pPr>
          </a:lstStyle>
          <a:p>
            <a:endParaRPr lang="de-DE"/>
          </a:p>
        </p:txBody>
      </p:sp>
      <p:sp>
        <p:nvSpPr>
          <p:cNvPr id="6" name="Picture Placeholder 28">
            <a:extLst>
              <a:ext uri="{FF2B5EF4-FFF2-40B4-BE49-F238E27FC236}">
                <a16:creationId xmlns:a16="http://schemas.microsoft.com/office/drawing/2014/main" id="{18DB8962-6CCF-F774-C33C-DD6261F2B68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563604" y="1807200"/>
            <a:ext cx="2160000" cy="2340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/>
            </a:lvl1pPr>
          </a:lstStyle>
          <a:p>
            <a:endParaRPr lang="de-DE"/>
          </a:p>
        </p:txBody>
      </p:sp>
      <p:sp>
        <p:nvSpPr>
          <p:cNvPr id="7" name="Picture Placeholder 28">
            <a:extLst>
              <a:ext uri="{FF2B5EF4-FFF2-40B4-BE49-F238E27FC236}">
                <a16:creationId xmlns:a16="http://schemas.microsoft.com/office/drawing/2014/main" id="{0912C249-B344-BEA0-86A4-9D232AFE467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468396" y="1807200"/>
            <a:ext cx="2160000" cy="2340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/>
            </a:lvl1pPr>
          </a:lstStyle>
          <a:p>
            <a:endParaRPr lang="de-DE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9763CCF-297D-4154-E563-F9CF06BCDC4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899D5ABE-C586-5CE1-9D4D-5733BD4C2233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6814288A-2458-5E52-1EB1-EF8FA07C6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9D0BC69E-2F6D-4884-57E6-832D81E0729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639556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Tea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Bildplatzhalter 54">
            <a:extLst>
              <a:ext uri="{FF2B5EF4-FFF2-40B4-BE49-F238E27FC236}">
                <a16:creationId xmlns:a16="http://schemas.microsoft.com/office/drawing/2014/main" id="{06D66280-B296-A5A7-7EE8-6FCC7BE64D1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9055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56" name="Bildplatzhalter 54">
            <a:extLst>
              <a:ext uri="{FF2B5EF4-FFF2-40B4-BE49-F238E27FC236}">
                <a16:creationId xmlns:a16="http://schemas.microsoft.com/office/drawing/2014/main" id="{4C17BC00-A6E9-0373-F99B-F2E150A3436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69031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57" name="Bildplatzhalter 54">
            <a:extLst>
              <a:ext uri="{FF2B5EF4-FFF2-40B4-BE49-F238E27FC236}">
                <a16:creationId xmlns:a16="http://schemas.microsoft.com/office/drawing/2014/main" id="{34CCFF98-6651-2BAC-2E69-9209FC7C72D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079996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58" name="Bildplatzhalter 54">
            <a:extLst>
              <a:ext uri="{FF2B5EF4-FFF2-40B4-BE49-F238E27FC236}">
                <a16:creationId xmlns:a16="http://schemas.microsoft.com/office/drawing/2014/main" id="{258AED45-5EC2-4252-BC29-45525B64595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290593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59" name="Bildplatzhalter 54">
            <a:extLst>
              <a:ext uri="{FF2B5EF4-FFF2-40B4-BE49-F238E27FC236}">
                <a16:creationId xmlns:a16="http://schemas.microsoft.com/office/drawing/2014/main" id="{4EC8B57C-E8BC-D8CD-ED23-CA7F2AA9CBF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500688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687F2F3B-69F2-EDE6-50DE-7363CFEF30FC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DD034AAC-B883-933A-7586-47CE484F34C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72431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CD07B6C7-BDF7-2DDD-436C-71A9528664A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72431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3" name="Textplatzhalter 14">
            <a:extLst>
              <a:ext uri="{FF2B5EF4-FFF2-40B4-BE49-F238E27FC236}">
                <a16:creationId xmlns:a16="http://schemas.microsoft.com/office/drawing/2014/main" id="{9937520E-2600-0A46-0B1C-2435F0C11FC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982649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24" name="Textplatzhalter 19">
            <a:extLst>
              <a:ext uri="{FF2B5EF4-FFF2-40B4-BE49-F238E27FC236}">
                <a16:creationId xmlns:a16="http://schemas.microsoft.com/office/drawing/2014/main" id="{884E9D5F-6474-19EB-7354-FD4725179EB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982649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5" name="Textplatzhalter 14">
            <a:extLst>
              <a:ext uri="{FF2B5EF4-FFF2-40B4-BE49-F238E27FC236}">
                <a16:creationId xmlns:a16="http://schemas.microsoft.com/office/drawing/2014/main" id="{8E7AEA96-7A70-9950-D28A-8BB7A83A7EC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3614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26" name="Textplatzhalter 19">
            <a:extLst>
              <a:ext uri="{FF2B5EF4-FFF2-40B4-BE49-F238E27FC236}">
                <a16:creationId xmlns:a16="http://schemas.microsoft.com/office/drawing/2014/main" id="{6E8810B9-205D-C13D-A18A-E28DDB1F0F2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193614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7" name="Textplatzhalter 14">
            <a:extLst>
              <a:ext uri="{FF2B5EF4-FFF2-40B4-BE49-F238E27FC236}">
                <a16:creationId xmlns:a16="http://schemas.microsoft.com/office/drawing/2014/main" id="{FA309CBB-3B89-83BC-051B-DAA43249CBE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404211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28" name="Textplatzhalter 19">
            <a:extLst>
              <a:ext uri="{FF2B5EF4-FFF2-40B4-BE49-F238E27FC236}">
                <a16:creationId xmlns:a16="http://schemas.microsoft.com/office/drawing/2014/main" id="{FFCCA22F-6C2D-E189-CD7A-D1B2D2F5294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404211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9" name="Textplatzhalter 14">
            <a:extLst>
              <a:ext uri="{FF2B5EF4-FFF2-40B4-BE49-F238E27FC236}">
                <a16:creationId xmlns:a16="http://schemas.microsoft.com/office/drawing/2014/main" id="{C3A10E6D-4CD7-27BC-1F26-9FFA9F17909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614306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30" name="Textplatzhalter 19">
            <a:extLst>
              <a:ext uri="{FF2B5EF4-FFF2-40B4-BE49-F238E27FC236}">
                <a16:creationId xmlns:a16="http://schemas.microsoft.com/office/drawing/2014/main" id="{8FF251DB-C36D-16AE-0A01-29968A043C5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614306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4F003587-2A73-D09B-2E3C-A4C8F9B06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3" name="Textplatzhalter 17">
            <a:extLst>
              <a:ext uri="{FF2B5EF4-FFF2-40B4-BE49-F238E27FC236}">
                <a16:creationId xmlns:a16="http://schemas.microsoft.com/office/drawing/2014/main" id="{F64B84F2-342E-3BFC-066C-E0A5E79F9FA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3772556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Tea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platzhalter 12">
            <a:extLst>
              <a:ext uri="{FF2B5EF4-FFF2-40B4-BE49-F238E27FC236}">
                <a16:creationId xmlns:a16="http://schemas.microsoft.com/office/drawing/2014/main" id="{7A6F855B-803A-CF9E-741F-7091F5771F7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09838" y="1992933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tx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4" name="Picture Placeholder 28">
            <a:extLst>
              <a:ext uri="{FF2B5EF4-FFF2-40B4-BE49-F238E27FC236}">
                <a16:creationId xmlns:a16="http://schemas.microsoft.com/office/drawing/2014/main" id="{578DE51F-4F0A-A697-1141-40F0C1E4C8A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1830" y="1807200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/>
            </a:lvl1pPr>
          </a:lstStyle>
          <a:p>
            <a:endParaRPr lang="de-DE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9763CCF-297D-4154-E563-F9CF06BCDC4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1F7CB81D-FF0E-72CF-16B8-FBD7927C26B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2309813" y="2681734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A80F4203-0D8D-5C45-B7B1-2D94E84AFD1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309813" y="2299874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46" name="Textplatzhalter 12">
            <a:extLst>
              <a:ext uri="{FF2B5EF4-FFF2-40B4-BE49-F238E27FC236}">
                <a16:creationId xmlns:a16="http://schemas.microsoft.com/office/drawing/2014/main" id="{4559D798-9BBC-306E-4F18-56BE8596DB5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306821" y="3575034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tx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47" name="Picture Placeholder 28">
            <a:extLst>
              <a:ext uri="{FF2B5EF4-FFF2-40B4-BE49-F238E27FC236}">
                <a16:creationId xmlns:a16="http://schemas.microsoft.com/office/drawing/2014/main" id="{F339FA9F-5469-4B74-7C57-7B399649FDEB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58813" y="3393266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/>
            </a:lvl1pPr>
          </a:lstStyle>
          <a:p>
            <a:endParaRPr lang="de-DE"/>
          </a:p>
        </p:txBody>
      </p:sp>
      <p:sp>
        <p:nvSpPr>
          <p:cNvPr id="48" name="Textplatzhalter 17">
            <a:extLst>
              <a:ext uri="{FF2B5EF4-FFF2-40B4-BE49-F238E27FC236}">
                <a16:creationId xmlns:a16="http://schemas.microsoft.com/office/drawing/2014/main" id="{16A5779D-18DC-0E64-6685-C606101F7D1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306796" y="4263835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9" name="Textplatzhalter 17">
            <a:extLst>
              <a:ext uri="{FF2B5EF4-FFF2-40B4-BE49-F238E27FC236}">
                <a16:creationId xmlns:a16="http://schemas.microsoft.com/office/drawing/2014/main" id="{2F4AB24B-6CC4-EBD6-39BE-A19BBBDDE09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306796" y="3881975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50" name="Textplatzhalter 12">
            <a:extLst>
              <a:ext uri="{FF2B5EF4-FFF2-40B4-BE49-F238E27FC236}">
                <a16:creationId xmlns:a16="http://schemas.microsoft.com/office/drawing/2014/main" id="{C43A415F-1672-5D89-ADAF-5599E2BEFB6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306821" y="5157135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tx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51" name="Picture Placeholder 28">
            <a:extLst>
              <a:ext uri="{FF2B5EF4-FFF2-40B4-BE49-F238E27FC236}">
                <a16:creationId xmlns:a16="http://schemas.microsoft.com/office/drawing/2014/main" id="{A51D2DBA-7200-C46E-1814-32F092296AD7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658813" y="4975367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/>
            </a:lvl1pPr>
          </a:lstStyle>
          <a:p>
            <a:endParaRPr lang="de-DE"/>
          </a:p>
        </p:txBody>
      </p:sp>
      <p:sp>
        <p:nvSpPr>
          <p:cNvPr id="52" name="Textplatzhalter 17">
            <a:extLst>
              <a:ext uri="{FF2B5EF4-FFF2-40B4-BE49-F238E27FC236}">
                <a16:creationId xmlns:a16="http://schemas.microsoft.com/office/drawing/2014/main" id="{B992DCFB-0F51-3434-FDA2-DBB3AA12660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2306796" y="5845936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3" name="Textplatzhalter 17">
            <a:extLst>
              <a:ext uri="{FF2B5EF4-FFF2-40B4-BE49-F238E27FC236}">
                <a16:creationId xmlns:a16="http://schemas.microsoft.com/office/drawing/2014/main" id="{2563A2EA-958B-7F62-43D1-7126590687B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306796" y="5464076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64" name="Textplatzhalter 12">
            <a:extLst>
              <a:ext uri="{FF2B5EF4-FFF2-40B4-BE49-F238E27FC236}">
                <a16:creationId xmlns:a16="http://schemas.microsoft.com/office/drawing/2014/main" id="{96CF7D05-17EF-4864-5781-7A5253C3603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919366" y="1992933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tx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65" name="Picture Placeholder 28">
            <a:extLst>
              <a:ext uri="{FF2B5EF4-FFF2-40B4-BE49-F238E27FC236}">
                <a16:creationId xmlns:a16="http://schemas.microsoft.com/office/drawing/2014/main" id="{078DBF17-73E1-5710-5D0B-6ACCC4AD4679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271358" y="1807200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/>
            </a:lvl1pPr>
          </a:lstStyle>
          <a:p>
            <a:endParaRPr lang="de-DE"/>
          </a:p>
        </p:txBody>
      </p:sp>
      <p:sp>
        <p:nvSpPr>
          <p:cNvPr id="66" name="Textplatzhalter 17">
            <a:extLst>
              <a:ext uri="{FF2B5EF4-FFF2-40B4-BE49-F238E27FC236}">
                <a16:creationId xmlns:a16="http://schemas.microsoft.com/office/drawing/2014/main" id="{F4123FBF-2926-D735-A91C-0A39185080D5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919341" y="2681734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7" name="Textplatzhalter 17">
            <a:extLst>
              <a:ext uri="{FF2B5EF4-FFF2-40B4-BE49-F238E27FC236}">
                <a16:creationId xmlns:a16="http://schemas.microsoft.com/office/drawing/2014/main" id="{E0C53560-583C-9E5D-4870-6C44B535B1E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919341" y="2299874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68" name="Textplatzhalter 12">
            <a:extLst>
              <a:ext uri="{FF2B5EF4-FFF2-40B4-BE49-F238E27FC236}">
                <a16:creationId xmlns:a16="http://schemas.microsoft.com/office/drawing/2014/main" id="{DC80F735-5C79-0CBE-C286-586DDEDBA75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916349" y="3575034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tx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69" name="Picture Placeholder 28">
            <a:extLst>
              <a:ext uri="{FF2B5EF4-FFF2-40B4-BE49-F238E27FC236}">
                <a16:creationId xmlns:a16="http://schemas.microsoft.com/office/drawing/2014/main" id="{18920279-0EDB-E75D-F2F8-3BCD36489943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6268341" y="3393266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/>
            </a:lvl1pPr>
          </a:lstStyle>
          <a:p>
            <a:endParaRPr lang="de-DE"/>
          </a:p>
        </p:txBody>
      </p:sp>
      <p:sp>
        <p:nvSpPr>
          <p:cNvPr id="70" name="Textplatzhalter 17">
            <a:extLst>
              <a:ext uri="{FF2B5EF4-FFF2-40B4-BE49-F238E27FC236}">
                <a16:creationId xmlns:a16="http://schemas.microsoft.com/office/drawing/2014/main" id="{DAFCB565-B807-D6FD-5984-65D7B48C3BE1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916324" y="4263835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1" name="Textplatzhalter 17">
            <a:extLst>
              <a:ext uri="{FF2B5EF4-FFF2-40B4-BE49-F238E27FC236}">
                <a16:creationId xmlns:a16="http://schemas.microsoft.com/office/drawing/2014/main" id="{8DAB6162-9762-B1C9-4DA9-F2912BF197C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916324" y="3881975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72" name="Textplatzhalter 12">
            <a:extLst>
              <a:ext uri="{FF2B5EF4-FFF2-40B4-BE49-F238E27FC236}">
                <a16:creationId xmlns:a16="http://schemas.microsoft.com/office/drawing/2014/main" id="{8E12BD1E-03FC-2620-E464-BF143130527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916349" y="5157135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tx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73" name="Picture Placeholder 28">
            <a:extLst>
              <a:ext uri="{FF2B5EF4-FFF2-40B4-BE49-F238E27FC236}">
                <a16:creationId xmlns:a16="http://schemas.microsoft.com/office/drawing/2014/main" id="{6104858C-36C3-8CE8-04EA-CC0AAC3B30F9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6268341" y="4975367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/>
            </a:lvl1pPr>
          </a:lstStyle>
          <a:p>
            <a:endParaRPr lang="de-DE"/>
          </a:p>
        </p:txBody>
      </p:sp>
      <p:sp>
        <p:nvSpPr>
          <p:cNvPr id="74" name="Textplatzhalter 17">
            <a:extLst>
              <a:ext uri="{FF2B5EF4-FFF2-40B4-BE49-F238E27FC236}">
                <a16:creationId xmlns:a16="http://schemas.microsoft.com/office/drawing/2014/main" id="{0A82F722-0A42-12F9-4063-F08180B1E6CB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916324" y="5845936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5" name="Textplatzhalter 17">
            <a:extLst>
              <a:ext uri="{FF2B5EF4-FFF2-40B4-BE49-F238E27FC236}">
                <a16:creationId xmlns:a16="http://schemas.microsoft.com/office/drawing/2014/main" id="{AC4EBC51-387B-8F39-BFFC-6C2DDA89679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916324" y="5464076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14" name="Fußzeilenplatzhalter 13">
            <a:extLst>
              <a:ext uri="{FF2B5EF4-FFF2-40B4-BE49-F238E27FC236}">
                <a16:creationId xmlns:a16="http://schemas.microsoft.com/office/drawing/2014/main" id="{B5074977-FA5F-900C-E224-FEBB724895CD}"/>
              </a:ext>
            </a:extLst>
          </p:cNvPr>
          <p:cNvSpPr>
            <a:spLocks noGrp="1"/>
          </p:cNvSpPr>
          <p:nvPr>
            <p:ph type="ftr" sz="quarter" idx="51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E79DAB91-96B4-07A7-B8D0-78DBE3F48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F6D0294E-91D2-B7BD-1FAF-CA475FC224F8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3450606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Team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7">
            <a:extLst>
              <a:ext uri="{FF2B5EF4-FFF2-40B4-BE49-F238E27FC236}">
                <a16:creationId xmlns:a16="http://schemas.microsoft.com/office/drawing/2014/main" id="{C4A58166-2BB6-27FD-316C-C8692A283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16762" y="18072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/>
            </a:lvl1pPr>
          </a:lstStyle>
          <a:p>
            <a:endParaRPr lang="de-DE"/>
          </a:p>
        </p:txBody>
      </p:sp>
      <p:sp>
        <p:nvSpPr>
          <p:cNvPr id="18" name="Picture Placeholder 107">
            <a:extLst>
              <a:ext uri="{FF2B5EF4-FFF2-40B4-BE49-F238E27FC236}">
                <a16:creationId xmlns:a16="http://schemas.microsoft.com/office/drawing/2014/main" id="{51FC7CF3-D9D8-E4C8-4725-F5C727539A4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89562" y="18072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/>
            </a:lvl1pPr>
          </a:lstStyle>
          <a:p>
            <a:endParaRPr lang="de-DE"/>
          </a:p>
        </p:txBody>
      </p:sp>
      <p:sp>
        <p:nvSpPr>
          <p:cNvPr id="26" name="Picture Placeholder 107">
            <a:extLst>
              <a:ext uri="{FF2B5EF4-FFF2-40B4-BE49-F238E27FC236}">
                <a16:creationId xmlns:a16="http://schemas.microsoft.com/office/drawing/2014/main" id="{55481AB3-BE05-4BC0-ADF1-177EF5C77B48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263562" y="18072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/>
            </a:lvl1pPr>
          </a:lstStyle>
          <a:p>
            <a:endParaRPr lang="de-DE"/>
          </a:p>
        </p:txBody>
      </p:sp>
      <p:sp>
        <p:nvSpPr>
          <p:cNvPr id="44" name="Picture Placeholder 107">
            <a:extLst>
              <a:ext uri="{FF2B5EF4-FFF2-40B4-BE49-F238E27FC236}">
                <a16:creationId xmlns:a16="http://schemas.microsoft.com/office/drawing/2014/main" id="{6E2A57F9-5D4A-0C3F-7FDC-47118FEE442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024762" y="18072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/>
            </a:lvl1pPr>
          </a:lstStyle>
          <a:p>
            <a:endParaRPr lang="de-DE"/>
          </a:p>
        </p:txBody>
      </p:sp>
      <p:sp>
        <p:nvSpPr>
          <p:cNvPr id="32" name="Foliennummernplatzhalter 31">
            <a:extLst>
              <a:ext uri="{FF2B5EF4-FFF2-40B4-BE49-F238E27FC236}">
                <a16:creationId xmlns:a16="http://schemas.microsoft.com/office/drawing/2014/main" id="{6A843F09-9BDF-BC43-95F6-ADC6B19B0580}"/>
              </a:ext>
            </a:extLst>
          </p:cNvPr>
          <p:cNvSpPr>
            <a:spLocks noGrp="1"/>
          </p:cNvSpPr>
          <p:nvPr>
            <p:ph type="sldNum" sz="quarter" idx="43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EB3CF3E7-BC44-CF4F-F51D-E597E665436D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AAABC539-4651-1E05-937D-77E672744AF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6CD68A12-3C8C-920C-4B97-73F89CCB2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67" name="Textplatzhalter 66">
            <a:extLst>
              <a:ext uri="{FF2B5EF4-FFF2-40B4-BE49-F238E27FC236}">
                <a16:creationId xmlns:a16="http://schemas.microsoft.com/office/drawing/2014/main" id="{5AC74B59-7249-8BEF-A9D4-0CB1581D87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93962" y="29196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69" name="Textplatzhalter 68">
            <a:extLst>
              <a:ext uri="{FF2B5EF4-FFF2-40B4-BE49-F238E27FC236}">
                <a16:creationId xmlns:a16="http://schemas.microsoft.com/office/drawing/2014/main" id="{21C8813B-5B79-7192-D1D2-3454AA3AA18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93962" y="33120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72" name="Textplatzhalter 66">
            <a:extLst>
              <a:ext uri="{FF2B5EF4-FFF2-40B4-BE49-F238E27FC236}">
                <a16:creationId xmlns:a16="http://schemas.microsoft.com/office/drawing/2014/main" id="{2A9CE7BF-8318-706F-507E-6B84EB10B25D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640762" y="29196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73" name="Textplatzhalter 68">
            <a:extLst>
              <a:ext uri="{FF2B5EF4-FFF2-40B4-BE49-F238E27FC236}">
                <a16:creationId xmlns:a16="http://schemas.microsoft.com/office/drawing/2014/main" id="{87D83927-283E-D74D-C90E-D6A639D788A1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640762" y="33120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74" name="Textplatzhalter 66">
            <a:extLst>
              <a:ext uri="{FF2B5EF4-FFF2-40B4-BE49-F238E27FC236}">
                <a16:creationId xmlns:a16="http://schemas.microsoft.com/office/drawing/2014/main" id="{D4E868E4-AC90-F416-CF96-8F72CCDE6DA6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401962" y="29196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75" name="Textplatzhalter 68">
            <a:extLst>
              <a:ext uri="{FF2B5EF4-FFF2-40B4-BE49-F238E27FC236}">
                <a16:creationId xmlns:a16="http://schemas.microsoft.com/office/drawing/2014/main" id="{D3DAF7E9-DAA1-A36E-4767-329CAFD5C14C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401962" y="33120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76" name="Textplatzhalter 66">
            <a:extLst>
              <a:ext uri="{FF2B5EF4-FFF2-40B4-BE49-F238E27FC236}">
                <a16:creationId xmlns:a16="http://schemas.microsoft.com/office/drawing/2014/main" id="{9E4E80E3-9A58-5248-5CE2-4BC4C59E624F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166762" y="29196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77" name="Textplatzhalter 68">
            <a:extLst>
              <a:ext uri="{FF2B5EF4-FFF2-40B4-BE49-F238E27FC236}">
                <a16:creationId xmlns:a16="http://schemas.microsoft.com/office/drawing/2014/main" id="{DAF79AC8-D98A-4503-1C0F-59D2E944CC29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9166762" y="33120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78" name="Picture Placeholder 107">
            <a:extLst>
              <a:ext uri="{FF2B5EF4-FFF2-40B4-BE49-F238E27FC236}">
                <a16:creationId xmlns:a16="http://schemas.microsoft.com/office/drawing/2014/main" id="{36FFCAC2-C2A4-07CA-4553-CE2E599C0B7E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1516762" y="41694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/>
            </a:lvl1pPr>
          </a:lstStyle>
          <a:p>
            <a:endParaRPr lang="de-DE"/>
          </a:p>
        </p:txBody>
      </p:sp>
      <p:sp>
        <p:nvSpPr>
          <p:cNvPr id="79" name="Picture Placeholder 107">
            <a:extLst>
              <a:ext uri="{FF2B5EF4-FFF2-40B4-BE49-F238E27FC236}">
                <a16:creationId xmlns:a16="http://schemas.microsoft.com/office/drawing/2014/main" id="{573E59AC-2449-B8A8-C5F7-68639112DD9C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>
          <a:xfrm>
            <a:off x="9789562" y="41694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/>
            </a:lvl1pPr>
          </a:lstStyle>
          <a:p>
            <a:endParaRPr lang="de-DE"/>
          </a:p>
        </p:txBody>
      </p:sp>
      <p:sp>
        <p:nvSpPr>
          <p:cNvPr id="80" name="Picture Placeholder 107">
            <a:extLst>
              <a:ext uri="{FF2B5EF4-FFF2-40B4-BE49-F238E27FC236}">
                <a16:creationId xmlns:a16="http://schemas.microsoft.com/office/drawing/2014/main" id="{CEB8B42F-55B0-B4F2-89CF-83E3E2A2335D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4263562" y="41694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/>
            </a:lvl1pPr>
          </a:lstStyle>
          <a:p>
            <a:endParaRPr lang="de-DE"/>
          </a:p>
        </p:txBody>
      </p:sp>
      <p:sp>
        <p:nvSpPr>
          <p:cNvPr id="81" name="Picture Placeholder 107">
            <a:extLst>
              <a:ext uri="{FF2B5EF4-FFF2-40B4-BE49-F238E27FC236}">
                <a16:creationId xmlns:a16="http://schemas.microsoft.com/office/drawing/2014/main" id="{FA247FFB-74ED-98B8-6242-6FA39B3785C3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7024762" y="41694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/>
            </a:lvl1pPr>
          </a:lstStyle>
          <a:p>
            <a:endParaRPr lang="de-DE"/>
          </a:p>
        </p:txBody>
      </p:sp>
      <p:sp>
        <p:nvSpPr>
          <p:cNvPr id="82" name="Textplatzhalter 66">
            <a:extLst>
              <a:ext uri="{FF2B5EF4-FFF2-40B4-BE49-F238E27FC236}">
                <a16:creationId xmlns:a16="http://schemas.microsoft.com/office/drawing/2014/main" id="{6A4551AB-A241-E417-776D-51C01CE99D0D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893962" y="52818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83" name="Textplatzhalter 68">
            <a:extLst>
              <a:ext uri="{FF2B5EF4-FFF2-40B4-BE49-F238E27FC236}">
                <a16:creationId xmlns:a16="http://schemas.microsoft.com/office/drawing/2014/main" id="{1BD6CAE0-BF39-4E7F-B957-414620EB3F3E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893962" y="56742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84" name="Textplatzhalter 66">
            <a:extLst>
              <a:ext uri="{FF2B5EF4-FFF2-40B4-BE49-F238E27FC236}">
                <a16:creationId xmlns:a16="http://schemas.microsoft.com/office/drawing/2014/main" id="{3F7CFD24-4B1D-BBE7-3407-FB11C0512593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3640762" y="52818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85" name="Textplatzhalter 68">
            <a:extLst>
              <a:ext uri="{FF2B5EF4-FFF2-40B4-BE49-F238E27FC236}">
                <a16:creationId xmlns:a16="http://schemas.microsoft.com/office/drawing/2014/main" id="{DABC0D0F-EF62-4804-A54B-D40B5250758C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3640762" y="56742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86" name="Textplatzhalter 66">
            <a:extLst>
              <a:ext uri="{FF2B5EF4-FFF2-40B4-BE49-F238E27FC236}">
                <a16:creationId xmlns:a16="http://schemas.microsoft.com/office/drawing/2014/main" id="{DB657C53-7A9D-1179-5833-1748B913682C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6401962" y="52818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87" name="Textplatzhalter 68">
            <a:extLst>
              <a:ext uri="{FF2B5EF4-FFF2-40B4-BE49-F238E27FC236}">
                <a16:creationId xmlns:a16="http://schemas.microsoft.com/office/drawing/2014/main" id="{30E4BA81-14D9-FE7C-2B54-D8B2334B7EA5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6401962" y="56742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88" name="Textplatzhalter 66">
            <a:extLst>
              <a:ext uri="{FF2B5EF4-FFF2-40B4-BE49-F238E27FC236}">
                <a16:creationId xmlns:a16="http://schemas.microsoft.com/office/drawing/2014/main" id="{266507CD-9B5A-2FEB-BE80-3DA5DF0FA39B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9166762" y="52818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89" name="Textplatzhalter 68">
            <a:extLst>
              <a:ext uri="{FF2B5EF4-FFF2-40B4-BE49-F238E27FC236}">
                <a16:creationId xmlns:a16="http://schemas.microsoft.com/office/drawing/2014/main" id="{8A4A0C5B-F81E-924C-92CC-CA7B6CFA33B3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9166762" y="56742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</p:spTree>
    <p:extLst>
      <p:ext uri="{BB962C8B-B14F-4D97-AF65-F5344CB8AC3E}">
        <p14:creationId xmlns:p14="http://schemas.microsoft.com/office/powerpoint/2010/main" val="37666055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Team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Bildplatzhalter 17">
            <a:extLst>
              <a:ext uri="{FF2B5EF4-FFF2-40B4-BE49-F238E27FC236}">
                <a16:creationId xmlns:a16="http://schemas.microsoft.com/office/drawing/2014/main" id="{772D037C-EC60-3D87-5A88-33D2C1FFCE76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1207171" y="1807200"/>
            <a:ext cx="1440000" cy="144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69" name="Bildplatzhalter 17">
            <a:extLst>
              <a:ext uri="{FF2B5EF4-FFF2-40B4-BE49-F238E27FC236}">
                <a16:creationId xmlns:a16="http://schemas.microsoft.com/office/drawing/2014/main" id="{A63C3A20-9C90-8D78-D0DD-3D6149F70BC5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771181" y="1807200"/>
            <a:ext cx="1440000" cy="14400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0" name="Textplatzhalter 12">
            <a:extLst>
              <a:ext uri="{FF2B5EF4-FFF2-40B4-BE49-F238E27FC236}">
                <a16:creationId xmlns:a16="http://schemas.microsoft.com/office/drawing/2014/main" id="{0FA721B5-C5F5-D3E4-B507-68EDA5F34F4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7171" y="3485247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600">
                <a:solidFill>
                  <a:schemeClr val="tx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TITEL / NAME / TOPIC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1" name="Textplatzhalter 9">
            <a:extLst>
              <a:ext uri="{FF2B5EF4-FFF2-40B4-BE49-F238E27FC236}">
                <a16:creationId xmlns:a16="http://schemas.microsoft.com/office/drawing/2014/main" id="{E1F6DA27-90BE-F221-4957-D72C1D9764C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7171" y="3878313"/>
            <a:ext cx="2160000" cy="16764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42" name="Textplatzhalter 12">
            <a:extLst>
              <a:ext uri="{FF2B5EF4-FFF2-40B4-BE49-F238E27FC236}">
                <a16:creationId xmlns:a16="http://schemas.microsoft.com/office/drawing/2014/main" id="{B421A404-7614-129A-1395-D5B8D4EB779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29176" y="3485247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600">
                <a:solidFill>
                  <a:schemeClr val="tx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TITEL / NAME / TOPIC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3" name="Textplatzhalter 9">
            <a:extLst>
              <a:ext uri="{FF2B5EF4-FFF2-40B4-BE49-F238E27FC236}">
                <a16:creationId xmlns:a16="http://schemas.microsoft.com/office/drawing/2014/main" id="{CB24C7CA-1C02-E10B-E47D-44C433A92A6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29176" y="3878313"/>
            <a:ext cx="2160000" cy="16764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63" name="Textplatzhalter 12">
            <a:extLst>
              <a:ext uri="{FF2B5EF4-FFF2-40B4-BE49-F238E27FC236}">
                <a16:creationId xmlns:a16="http://schemas.microsoft.com/office/drawing/2014/main" id="{657A52F1-3DA5-C11D-DEC0-68712FC19DB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11181" y="3485247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600">
                <a:solidFill>
                  <a:schemeClr val="tx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TITEL / NAME / TOPIC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64" name="Textplatzhalter 9">
            <a:extLst>
              <a:ext uri="{FF2B5EF4-FFF2-40B4-BE49-F238E27FC236}">
                <a16:creationId xmlns:a16="http://schemas.microsoft.com/office/drawing/2014/main" id="{0297597A-8259-C62E-D09A-EB510E03DE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11181" y="3878313"/>
            <a:ext cx="2160000" cy="16764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65" name="Textplatzhalter 12">
            <a:extLst>
              <a:ext uri="{FF2B5EF4-FFF2-40B4-BE49-F238E27FC236}">
                <a16:creationId xmlns:a16="http://schemas.microsoft.com/office/drawing/2014/main" id="{5DE71ECB-DD93-A5BB-3D87-3374FB8B79F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93187" y="3485247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600">
                <a:solidFill>
                  <a:schemeClr val="tx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TITEL / NAME / TOPIC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66" name="Textplatzhalter 9">
            <a:extLst>
              <a:ext uri="{FF2B5EF4-FFF2-40B4-BE49-F238E27FC236}">
                <a16:creationId xmlns:a16="http://schemas.microsoft.com/office/drawing/2014/main" id="{E945E4C6-1522-1937-CA45-8DE78312400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93187" y="3878313"/>
            <a:ext cx="2160000" cy="16764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Bildplatzhalter 17">
            <a:extLst>
              <a:ext uri="{FF2B5EF4-FFF2-40B4-BE49-F238E27FC236}">
                <a16:creationId xmlns:a16="http://schemas.microsoft.com/office/drawing/2014/main" id="{AB95BBF8-A2E9-CCAF-363B-609FBCD52AA2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989176" y="1807200"/>
            <a:ext cx="1440000" cy="144000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14" name="Bildplatzhalter 17">
            <a:extLst>
              <a:ext uri="{FF2B5EF4-FFF2-40B4-BE49-F238E27FC236}">
                <a16:creationId xmlns:a16="http://schemas.microsoft.com/office/drawing/2014/main" id="{83B8CFFB-FF68-9C25-DA36-496767D6BE79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9553187" y="1807200"/>
            <a:ext cx="1440000" cy="144000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7BEB498F-8864-ADCE-02D2-15B1F86B1932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61EFB644-3908-798B-A928-58FEF9D34929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9AF0333E-0CEE-2C92-A8DB-C36FC45B0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1870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Team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Bildplatzhalter 17">
            <a:extLst>
              <a:ext uri="{FF2B5EF4-FFF2-40B4-BE49-F238E27FC236}">
                <a16:creationId xmlns:a16="http://schemas.microsoft.com/office/drawing/2014/main" id="{772D037C-EC60-3D87-5A88-33D2C1FFCE76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59120" y="2141835"/>
            <a:ext cx="1620000" cy="162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3" name="Textplatzhalter 9">
            <a:extLst>
              <a:ext uri="{FF2B5EF4-FFF2-40B4-BE49-F238E27FC236}">
                <a16:creationId xmlns:a16="http://schemas.microsoft.com/office/drawing/2014/main" id="{CB24C7CA-1C02-E10B-E47D-44C433A92A6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33234" y="2790471"/>
            <a:ext cx="324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49899CC0-4887-5398-AC2D-3879832254B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533235" y="2477558"/>
            <a:ext cx="3240000" cy="3129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31" name="Bildplatzhalter 17">
            <a:extLst>
              <a:ext uri="{FF2B5EF4-FFF2-40B4-BE49-F238E27FC236}">
                <a16:creationId xmlns:a16="http://schemas.microsoft.com/office/drawing/2014/main" id="{87B01507-D539-D1D5-84F5-7BB853D625E2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59120" y="4159969"/>
            <a:ext cx="1620000" cy="162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2" name="Textplatzhalter 9">
            <a:extLst>
              <a:ext uri="{FF2B5EF4-FFF2-40B4-BE49-F238E27FC236}">
                <a16:creationId xmlns:a16="http://schemas.microsoft.com/office/drawing/2014/main" id="{E4E34D18-7C92-002E-3062-BC29D200A31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533234" y="4808605"/>
            <a:ext cx="324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33" name="Textplatzhalter 29">
            <a:extLst>
              <a:ext uri="{FF2B5EF4-FFF2-40B4-BE49-F238E27FC236}">
                <a16:creationId xmlns:a16="http://schemas.microsoft.com/office/drawing/2014/main" id="{A9390570-DE34-9C81-EEEA-7F734521000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533235" y="4495692"/>
            <a:ext cx="3240000" cy="3129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34" name="Bildplatzhalter 17">
            <a:extLst>
              <a:ext uri="{FF2B5EF4-FFF2-40B4-BE49-F238E27FC236}">
                <a16:creationId xmlns:a16="http://schemas.microsoft.com/office/drawing/2014/main" id="{98ACEAFE-80F6-186D-B801-C0FAAFAB13E6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6418767" y="2141835"/>
            <a:ext cx="1620000" cy="162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5" name="Textplatzhalter 9">
            <a:extLst>
              <a:ext uri="{FF2B5EF4-FFF2-40B4-BE49-F238E27FC236}">
                <a16:creationId xmlns:a16="http://schemas.microsoft.com/office/drawing/2014/main" id="{634B2B19-BE36-AD4B-9ED9-165B78B7716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292881" y="2790471"/>
            <a:ext cx="324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36" name="Textplatzhalter 29">
            <a:extLst>
              <a:ext uri="{FF2B5EF4-FFF2-40B4-BE49-F238E27FC236}">
                <a16:creationId xmlns:a16="http://schemas.microsoft.com/office/drawing/2014/main" id="{CD729948-1748-4F0F-5455-FE8C91C53E8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292882" y="2477558"/>
            <a:ext cx="3240000" cy="3129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37" name="Bildplatzhalter 17">
            <a:extLst>
              <a:ext uri="{FF2B5EF4-FFF2-40B4-BE49-F238E27FC236}">
                <a16:creationId xmlns:a16="http://schemas.microsoft.com/office/drawing/2014/main" id="{9F59711B-6747-8E5E-11FF-97DC1449F1E8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6418767" y="4159969"/>
            <a:ext cx="1620000" cy="162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8" name="Textplatzhalter 9">
            <a:extLst>
              <a:ext uri="{FF2B5EF4-FFF2-40B4-BE49-F238E27FC236}">
                <a16:creationId xmlns:a16="http://schemas.microsoft.com/office/drawing/2014/main" id="{61B007DB-67F4-D21A-1F1A-AA2D4E5EBE6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292881" y="4808605"/>
            <a:ext cx="324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39" name="Textplatzhalter 29">
            <a:extLst>
              <a:ext uri="{FF2B5EF4-FFF2-40B4-BE49-F238E27FC236}">
                <a16:creationId xmlns:a16="http://schemas.microsoft.com/office/drawing/2014/main" id="{E2D5A7CD-3472-54C6-6662-44452403506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292882" y="4495692"/>
            <a:ext cx="3240000" cy="3129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5CCF5F9C-2601-CEE3-745B-F0C767AC0482}"/>
              </a:ext>
            </a:extLst>
          </p:cNvPr>
          <p:cNvSpPr>
            <a:spLocks noGrp="1"/>
          </p:cNvSpPr>
          <p:nvPr>
            <p:ph type="ftr" sz="quarter" idx="43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7791699D-13F2-A5F0-B45F-274E4DBD4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5" name="Textplatzhalter 17">
            <a:extLst>
              <a:ext uri="{FF2B5EF4-FFF2-40B4-BE49-F238E27FC236}">
                <a16:creationId xmlns:a16="http://schemas.microsoft.com/office/drawing/2014/main" id="{7F486D70-9604-6625-93BA-1CFAED18360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4418393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956" userDrawn="1">
          <p15:clr>
            <a:srgbClr val="FBAE40"/>
          </p15:clr>
        </p15:guide>
      </p15:sldGuideLst>
    </p:ext>
  </p:extLst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Bildplatzhalter 17">
            <a:extLst>
              <a:ext uri="{FF2B5EF4-FFF2-40B4-BE49-F238E27FC236}">
                <a16:creationId xmlns:a16="http://schemas.microsoft.com/office/drawing/2014/main" id="{772D037C-EC60-3D87-5A88-33D2C1FFCE76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5603966" y="774642"/>
            <a:ext cx="3803466" cy="3803466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6DA114E6-4628-B270-1877-1AD4AEB6B96B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AABB753C-A2FF-FD84-566C-C1B9C10EB4D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2" y="824400"/>
            <a:ext cx="540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2CE5D45C-9AD5-240B-2461-89466F3E1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522000"/>
            <a:ext cx="5400000" cy="252000"/>
          </a:xfrm>
        </p:spPr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917777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Graphic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ildplatzhalter 17">
            <a:extLst>
              <a:ext uri="{FF2B5EF4-FFF2-40B4-BE49-F238E27FC236}">
                <a16:creationId xmlns:a16="http://schemas.microsoft.com/office/drawing/2014/main" id="{22C0D2B2-1E2A-A4F9-8F9E-FE9D767FF549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500952" y="2517821"/>
            <a:ext cx="853200" cy="853200"/>
          </a:xfrm>
          <a:prstGeom prst="ellipse">
            <a:avLst/>
          </a:prstGeom>
          <a:pattFill prst="pct5">
            <a:fgClr>
              <a:schemeClr val="tx2"/>
            </a:fgClr>
            <a:bgClr>
              <a:schemeClr val="tx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24" name="Bildplatzhalter 17">
            <a:extLst>
              <a:ext uri="{FF2B5EF4-FFF2-40B4-BE49-F238E27FC236}">
                <a16:creationId xmlns:a16="http://schemas.microsoft.com/office/drawing/2014/main" id="{8A430A93-19D5-EA40-544A-224FA798BCE2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5667183" y="2019699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accent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25" name="Bildplatzhalter 17">
            <a:extLst>
              <a:ext uri="{FF2B5EF4-FFF2-40B4-BE49-F238E27FC236}">
                <a16:creationId xmlns:a16="http://schemas.microsoft.com/office/drawing/2014/main" id="{5BC59A19-4BA7-E66C-BBEC-29C203087D28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815420" y="2517821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rgbClr val="772D5D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26" name="Bildplatzhalter 17">
            <a:extLst>
              <a:ext uri="{FF2B5EF4-FFF2-40B4-BE49-F238E27FC236}">
                <a16:creationId xmlns:a16="http://schemas.microsoft.com/office/drawing/2014/main" id="{6A8575FE-B396-2035-95D8-E8BABF6D8C96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7346165" y="3722421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rgbClr val="64966C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29" name="Bildplatzhalter 17">
            <a:extLst>
              <a:ext uri="{FF2B5EF4-FFF2-40B4-BE49-F238E27FC236}">
                <a16:creationId xmlns:a16="http://schemas.microsoft.com/office/drawing/2014/main" id="{7CEE9865-02A0-F603-DBF2-5D04BC2BDA33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3994325" y="3722421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accent4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0" name="Bildplatzhalter 17">
            <a:extLst>
              <a:ext uri="{FF2B5EF4-FFF2-40B4-BE49-F238E27FC236}">
                <a16:creationId xmlns:a16="http://schemas.microsoft.com/office/drawing/2014/main" id="{470BED20-491D-A0CD-D9B1-1CB33D07F7C7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5667183" y="5305882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rgbClr val="4BACB9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1" name="Bildplatzhalter 17">
            <a:extLst>
              <a:ext uri="{FF2B5EF4-FFF2-40B4-BE49-F238E27FC236}">
                <a16:creationId xmlns:a16="http://schemas.microsoft.com/office/drawing/2014/main" id="{3D9172F5-8A83-20A5-CF10-C518ADD8B040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6831295" y="4914079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rgbClr val="A1D3C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64" name="Bildplatzhalter 17">
            <a:extLst>
              <a:ext uri="{FF2B5EF4-FFF2-40B4-BE49-F238E27FC236}">
                <a16:creationId xmlns:a16="http://schemas.microsoft.com/office/drawing/2014/main" id="{E3D12321-A5E9-4824-4807-006BF811B89D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4477348" y="4885663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accent3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65" name="Bildplatzhalter 17">
            <a:extLst>
              <a:ext uri="{FF2B5EF4-FFF2-40B4-BE49-F238E27FC236}">
                <a16:creationId xmlns:a16="http://schemas.microsoft.com/office/drawing/2014/main" id="{5B7E1FEA-3193-E534-D0FF-A8360D57CA59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440725" y="3429000"/>
            <a:ext cx="1314000" cy="1314000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34EDCD22-EA43-9BA3-6807-443F10F4A871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2336726D-A20E-B2BE-D35E-1EB1B7143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1ABE1DE5-87B7-CA20-764F-E12BAAE9413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954979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Graphic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Inhaltsplatzhalter 21">
            <a:extLst>
              <a:ext uri="{FF2B5EF4-FFF2-40B4-BE49-F238E27FC236}">
                <a16:creationId xmlns:a16="http://schemas.microsoft.com/office/drawing/2014/main" id="{D7BB12CC-7D14-8A3C-4285-AFB78BE3C958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112645" y="3380345"/>
            <a:ext cx="2735595" cy="1845469"/>
          </a:xfrm>
          <a:custGeom>
            <a:avLst/>
            <a:gdLst>
              <a:gd name="connsiteX0" fmla="*/ 0 w 2867025"/>
              <a:gd name="connsiteY0" fmla="*/ 1884362 h 1884362"/>
              <a:gd name="connsiteX1" fmla="*/ 1433513 w 2867025"/>
              <a:gd name="connsiteY1" fmla="*/ 0 h 1884362"/>
              <a:gd name="connsiteX2" fmla="*/ 2867025 w 2867025"/>
              <a:gd name="connsiteY2" fmla="*/ 1884362 h 1884362"/>
              <a:gd name="connsiteX3" fmla="*/ 0 w 2867025"/>
              <a:gd name="connsiteY3" fmla="*/ 1884362 h 1884362"/>
              <a:gd name="connsiteX0" fmla="*/ 0 w 2867025"/>
              <a:gd name="connsiteY0" fmla="*/ 1887380 h 1887380"/>
              <a:gd name="connsiteX1" fmla="*/ 1403335 w 2867025"/>
              <a:gd name="connsiteY1" fmla="*/ 0 h 1887380"/>
              <a:gd name="connsiteX2" fmla="*/ 2867025 w 2867025"/>
              <a:gd name="connsiteY2" fmla="*/ 1887380 h 1887380"/>
              <a:gd name="connsiteX3" fmla="*/ 0 w 2867025"/>
              <a:gd name="connsiteY3" fmla="*/ 1887380 h 1887380"/>
              <a:gd name="connsiteX0" fmla="*/ 0 w 2806669"/>
              <a:gd name="connsiteY0" fmla="*/ 1887380 h 1893416"/>
              <a:gd name="connsiteX1" fmla="*/ 1403335 w 2806669"/>
              <a:gd name="connsiteY1" fmla="*/ 0 h 1893416"/>
              <a:gd name="connsiteX2" fmla="*/ 2806669 w 2806669"/>
              <a:gd name="connsiteY2" fmla="*/ 1893416 h 1893416"/>
              <a:gd name="connsiteX3" fmla="*/ 0 w 2806669"/>
              <a:gd name="connsiteY3" fmla="*/ 1887380 h 1893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6669" h="1893416">
                <a:moveTo>
                  <a:pt x="0" y="1887380"/>
                </a:moveTo>
                <a:lnTo>
                  <a:pt x="1403335" y="0"/>
                </a:lnTo>
                <a:lnTo>
                  <a:pt x="2806669" y="1893416"/>
                </a:lnTo>
                <a:lnTo>
                  <a:pt x="0" y="1887380"/>
                </a:lnTo>
                <a:close/>
              </a:path>
            </a:pathLst>
          </a:custGeom>
          <a:pattFill prst="pct5">
            <a:fgClr>
              <a:schemeClr val="bg2"/>
            </a:fgClr>
            <a:bgClr>
              <a:schemeClr val="tx1"/>
            </a:bgClr>
          </a:pattFill>
        </p:spPr>
        <p:txBody>
          <a:bodyPr anchor="ctr" anchorCtr="0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8" name="Inhaltsplatzhalter 21">
            <a:extLst>
              <a:ext uri="{FF2B5EF4-FFF2-40B4-BE49-F238E27FC236}">
                <a16:creationId xmlns:a16="http://schemas.microsoft.com/office/drawing/2014/main" id="{33A6613D-50B2-BB25-8D72-88FED21374F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095195" y="3379935"/>
            <a:ext cx="2735595" cy="1845469"/>
          </a:xfrm>
          <a:custGeom>
            <a:avLst/>
            <a:gdLst>
              <a:gd name="connsiteX0" fmla="*/ 0 w 2867025"/>
              <a:gd name="connsiteY0" fmla="*/ 1884362 h 1884362"/>
              <a:gd name="connsiteX1" fmla="*/ 1433513 w 2867025"/>
              <a:gd name="connsiteY1" fmla="*/ 0 h 1884362"/>
              <a:gd name="connsiteX2" fmla="*/ 2867025 w 2867025"/>
              <a:gd name="connsiteY2" fmla="*/ 1884362 h 1884362"/>
              <a:gd name="connsiteX3" fmla="*/ 0 w 2867025"/>
              <a:gd name="connsiteY3" fmla="*/ 1884362 h 1884362"/>
              <a:gd name="connsiteX0" fmla="*/ 0 w 2867025"/>
              <a:gd name="connsiteY0" fmla="*/ 1887380 h 1887380"/>
              <a:gd name="connsiteX1" fmla="*/ 1403335 w 2867025"/>
              <a:gd name="connsiteY1" fmla="*/ 0 h 1887380"/>
              <a:gd name="connsiteX2" fmla="*/ 2867025 w 2867025"/>
              <a:gd name="connsiteY2" fmla="*/ 1887380 h 1887380"/>
              <a:gd name="connsiteX3" fmla="*/ 0 w 2867025"/>
              <a:gd name="connsiteY3" fmla="*/ 1887380 h 1887380"/>
              <a:gd name="connsiteX0" fmla="*/ 0 w 2806669"/>
              <a:gd name="connsiteY0" fmla="*/ 1887380 h 1893416"/>
              <a:gd name="connsiteX1" fmla="*/ 1403335 w 2806669"/>
              <a:gd name="connsiteY1" fmla="*/ 0 h 1893416"/>
              <a:gd name="connsiteX2" fmla="*/ 2806669 w 2806669"/>
              <a:gd name="connsiteY2" fmla="*/ 1893416 h 1893416"/>
              <a:gd name="connsiteX3" fmla="*/ 0 w 2806669"/>
              <a:gd name="connsiteY3" fmla="*/ 1887380 h 1893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6669" h="1893416">
                <a:moveTo>
                  <a:pt x="0" y="1887380"/>
                </a:moveTo>
                <a:lnTo>
                  <a:pt x="1403335" y="0"/>
                </a:lnTo>
                <a:lnTo>
                  <a:pt x="2806669" y="1893416"/>
                </a:lnTo>
                <a:lnTo>
                  <a:pt x="0" y="1887380"/>
                </a:lnTo>
                <a:close/>
              </a:path>
            </a:pathLst>
          </a:custGeom>
          <a:pattFill prst="pct5">
            <a:fgClr>
              <a:schemeClr val="bg2"/>
            </a:fgClr>
            <a:bgClr>
              <a:schemeClr val="tx1"/>
            </a:bgClr>
          </a:pattFill>
        </p:spPr>
        <p:txBody>
          <a:bodyPr anchor="ctr" anchorCtr="0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Inhaltsplatzhalter 21">
            <a:extLst>
              <a:ext uri="{FF2B5EF4-FFF2-40B4-BE49-F238E27FC236}">
                <a16:creationId xmlns:a16="http://schemas.microsoft.com/office/drawing/2014/main" id="{2BEFC549-E378-FA1A-53D8-D386EC884337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6605493" y="1363281"/>
            <a:ext cx="2735595" cy="1845469"/>
          </a:xfrm>
          <a:custGeom>
            <a:avLst/>
            <a:gdLst>
              <a:gd name="connsiteX0" fmla="*/ 0 w 2867025"/>
              <a:gd name="connsiteY0" fmla="*/ 1884362 h 1884362"/>
              <a:gd name="connsiteX1" fmla="*/ 1433513 w 2867025"/>
              <a:gd name="connsiteY1" fmla="*/ 0 h 1884362"/>
              <a:gd name="connsiteX2" fmla="*/ 2867025 w 2867025"/>
              <a:gd name="connsiteY2" fmla="*/ 1884362 h 1884362"/>
              <a:gd name="connsiteX3" fmla="*/ 0 w 2867025"/>
              <a:gd name="connsiteY3" fmla="*/ 1884362 h 1884362"/>
              <a:gd name="connsiteX0" fmla="*/ 0 w 2867025"/>
              <a:gd name="connsiteY0" fmla="*/ 1887380 h 1887380"/>
              <a:gd name="connsiteX1" fmla="*/ 1403335 w 2867025"/>
              <a:gd name="connsiteY1" fmla="*/ 0 h 1887380"/>
              <a:gd name="connsiteX2" fmla="*/ 2867025 w 2867025"/>
              <a:gd name="connsiteY2" fmla="*/ 1887380 h 1887380"/>
              <a:gd name="connsiteX3" fmla="*/ 0 w 2867025"/>
              <a:gd name="connsiteY3" fmla="*/ 1887380 h 1887380"/>
              <a:gd name="connsiteX0" fmla="*/ 0 w 2806669"/>
              <a:gd name="connsiteY0" fmla="*/ 1887380 h 1893416"/>
              <a:gd name="connsiteX1" fmla="*/ 1403335 w 2806669"/>
              <a:gd name="connsiteY1" fmla="*/ 0 h 1893416"/>
              <a:gd name="connsiteX2" fmla="*/ 2806669 w 2806669"/>
              <a:gd name="connsiteY2" fmla="*/ 1893416 h 1893416"/>
              <a:gd name="connsiteX3" fmla="*/ 0 w 2806669"/>
              <a:gd name="connsiteY3" fmla="*/ 1887380 h 1893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6669" h="1893416">
                <a:moveTo>
                  <a:pt x="0" y="1887380"/>
                </a:moveTo>
                <a:lnTo>
                  <a:pt x="1403335" y="0"/>
                </a:lnTo>
                <a:lnTo>
                  <a:pt x="2806669" y="1893416"/>
                </a:lnTo>
                <a:lnTo>
                  <a:pt x="0" y="1887380"/>
                </a:lnTo>
                <a:close/>
              </a:path>
            </a:pathLst>
          </a:custGeom>
          <a:pattFill prst="pct5">
            <a:fgClr>
              <a:schemeClr val="bg2"/>
            </a:fgClr>
            <a:bgClr>
              <a:schemeClr val="accent1"/>
            </a:bgClr>
          </a:pattFill>
        </p:spPr>
        <p:txBody>
          <a:bodyPr anchor="ctr" anchorCtr="0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0" name="Inhaltsplatzhalter 69">
            <a:extLst>
              <a:ext uri="{FF2B5EF4-FFF2-40B4-BE49-F238E27FC236}">
                <a16:creationId xmlns:a16="http://schemas.microsoft.com/office/drawing/2014/main" id="{D2EF5D6C-C81A-42ED-C67F-9BFF02C054F2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6603905" y="3329350"/>
            <a:ext cx="2735625" cy="1845927"/>
          </a:xfrm>
          <a:prstGeom prst="flowChartMerge">
            <a:avLst/>
          </a:prstGeom>
          <a:pattFill prst="pct5">
            <a:fgClr>
              <a:schemeClr val="tx1"/>
            </a:fgClr>
            <a:bgClr>
              <a:schemeClr val="tx2"/>
            </a:bgClr>
          </a:pattFill>
        </p:spPr>
        <p:txBody>
          <a:bodyPr anchor="ctr" anchorCtr="0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2" name="Inhaltsplatzhalter 71">
            <a:extLst>
              <a:ext uri="{FF2B5EF4-FFF2-40B4-BE49-F238E27FC236}">
                <a16:creationId xmlns:a16="http://schemas.microsoft.com/office/drawing/2014/main" id="{8006F549-64F8-3BCC-308A-28F09F10E9CF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4447554" y="5344554"/>
            <a:ext cx="7032155" cy="860272"/>
          </a:xfrm>
          <a:prstGeom prst="trapezoid">
            <a:avLst>
              <a:gd name="adj" fmla="val 69019"/>
            </a:avLst>
          </a:prstGeom>
          <a:pattFill prst="pct5">
            <a:fgClr>
              <a:schemeClr val="tx1"/>
            </a:fgClr>
            <a:bgClr>
              <a:schemeClr val="bg2"/>
            </a:bgClr>
          </a:pattFill>
        </p:spPr>
        <p:txBody>
          <a:bodyPr/>
          <a:lstStyle>
            <a:lvl1pPr marL="0" indent="0" algn="ctr">
              <a:buNone/>
              <a:defRPr sz="800"/>
            </a:lvl1pPr>
            <a:lvl2pPr marL="457200" indent="0" algn="ctr">
              <a:buNone/>
              <a:defRPr sz="800"/>
            </a:lvl2pPr>
            <a:lvl3pPr marL="914400" indent="0" algn="ctr">
              <a:buNone/>
              <a:defRPr sz="800"/>
            </a:lvl3pPr>
            <a:lvl4pPr marL="1371600" indent="0" algn="ctr">
              <a:buNone/>
              <a:defRPr sz="800"/>
            </a:lvl4pPr>
            <a:lvl5pPr marL="1828800" indent="0" algn="ctr">
              <a:buNone/>
              <a:defRPr sz="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3" name="Inhaltsplatzhalter 2">
            <a:extLst>
              <a:ext uri="{FF2B5EF4-FFF2-40B4-BE49-F238E27FC236}">
                <a16:creationId xmlns:a16="http://schemas.microsoft.com/office/drawing/2014/main" id="{F7150A6D-248E-CBE7-0CD1-33F8A7C716C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8163"/>
            <a:ext cx="35136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pic>
        <p:nvPicPr>
          <p:cNvPr id="74" name="Grafik 73">
            <a:extLst>
              <a:ext uri="{FF2B5EF4-FFF2-40B4-BE49-F238E27FC236}">
                <a16:creationId xmlns:a16="http://schemas.microsoft.com/office/drawing/2014/main" id="{65355B37-BA23-335C-CE2F-CEE495EFA21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40F82BD4-D681-E457-FB37-2AC5C1B05FFF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93B8B2C7-3186-818C-E37A-23F646EF6E5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87F952AD-B0BE-C317-3A70-C3D8FD09E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80382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Graphic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17">
            <a:extLst>
              <a:ext uri="{FF2B5EF4-FFF2-40B4-BE49-F238E27FC236}">
                <a16:creationId xmlns:a16="http://schemas.microsoft.com/office/drawing/2014/main" id="{E11FE89E-568B-4322-C82A-99798E9D30E0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7005963" y="2937589"/>
            <a:ext cx="853200" cy="853200"/>
          </a:xfrm>
          <a:prstGeom prst="ellipse">
            <a:avLst/>
          </a:prstGeom>
          <a:solidFill>
            <a:schemeClr val="accent4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" name="Bildplatzhalter 17">
            <a:extLst>
              <a:ext uri="{FF2B5EF4-FFF2-40B4-BE49-F238E27FC236}">
                <a16:creationId xmlns:a16="http://schemas.microsoft.com/office/drawing/2014/main" id="{41371A3A-CB8E-FAD1-6EB4-D91D9A6B1C2A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9027985" y="3438542"/>
            <a:ext cx="853200" cy="8532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18" name="Bildplatzhalter 17">
            <a:extLst>
              <a:ext uri="{FF2B5EF4-FFF2-40B4-BE49-F238E27FC236}">
                <a16:creationId xmlns:a16="http://schemas.microsoft.com/office/drawing/2014/main" id="{17D2C574-0B7B-A00E-10DB-D6293120685D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489736" y="4760611"/>
            <a:ext cx="853200" cy="8532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1" name="Bildplatzhalter 17">
            <a:extLst>
              <a:ext uri="{FF2B5EF4-FFF2-40B4-BE49-F238E27FC236}">
                <a16:creationId xmlns:a16="http://schemas.microsoft.com/office/drawing/2014/main" id="{16101017-0C4A-2979-D34B-FED2227CD8BF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8003391" y="4290671"/>
            <a:ext cx="853200" cy="85320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63" name="Inhaltsplatzhalter 2">
            <a:extLst>
              <a:ext uri="{FF2B5EF4-FFF2-40B4-BE49-F238E27FC236}">
                <a16:creationId xmlns:a16="http://schemas.microsoft.com/office/drawing/2014/main" id="{B71A738C-B934-81D9-A636-A9E923B27B26}"/>
              </a:ext>
            </a:extLst>
          </p:cNvPr>
          <p:cNvSpPr>
            <a:spLocks noGrp="1"/>
          </p:cNvSpPr>
          <p:nvPr>
            <p:ph idx="37" hasCustomPrompt="1"/>
          </p:nvPr>
        </p:nvSpPr>
        <p:spPr>
          <a:xfrm>
            <a:off x="5843665" y="4027105"/>
            <a:ext cx="402443" cy="13236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64" name="Inhaltsplatzhalter 2">
            <a:extLst>
              <a:ext uri="{FF2B5EF4-FFF2-40B4-BE49-F238E27FC236}">
                <a16:creationId xmlns:a16="http://schemas.microsoft.com/office/drawing/2014/main" id="{0FF61268-9D01-EE23-5711-074721C042E0}"/>
              </a:ext>
            </a:extLst>
          </p:cNvPr>
          <p:cNvSpPr>
            <a:spLocks noGrp="1"/>
          </p:cNvSpPr>
          <p:nvPr>
            <p:ph idx="38" hasCustomPrompt="1"/>
          </p:nvPr>
        </p:nvSpPr>
        <p:spPr>
          <a:xfrm>
            <a:off x="11116783" y="4027105"/>
            <a:ext cx="402443" cy="13236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65" name="Inhaltsplatzhalter 2">
            <a:extLst>
              <a:ext uri="{FF2B5EF4-FFF2-40B4-BE49-F238E27FC236}">
                <a16:creationId xmlns:a16="http://schemas.microsoft.com/office/drawing/2014/main" id="{A304610D-9559-3EDB-8D91-B321EF03A435}"/>
              </a:ext>
            </a:extLst>
          </p:cNvPr>
          <p:cNvSpPr>
            <a:spLocks noGrp="1"/>
          </p:cNvSpPr>
          <p:nvPr>
            <p:ph idx="39" hasCustomPrompt="1"/>
          </p:nvPr>
        </p:nvSpPr>
        <p:spPr>
          <a:xfrm>
            <a:off x="8486066" y="5758506"/>
            <a:ext cx="402443" cy="13236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66" name="Inhaltsplatzhalter 2">
            <a:extLst>
              <a:ext uri="{FF2B5EF4-FFF2-40B4-BE49-F238E27FC236}">
                <a16:creationId xmlns:a16="http://schemas.microsoft.com/office/drawing/2014/main" id="{DB22E2E7-D9C0-CB9D-24F9-F4CEDFB2304D}"/>
              </a:ext>
            </a:extLst>
          </p:cNvPr>
          <p:cNvSpPr>
            <a:spLocks noGrp="1"/>
          </p:cNvSpPr>
          <p:nvPr>
            <p:ph idx="40" hasCustomPrompt="1"/>
          </p:nvPr>
        </p:nvSpPr>
        <p:spPr>
          <a:xfrm>
            <a:off x="8485655" y="2297686"/>
            <a:ext cx="402443" cy="13236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68" name="Inhaltsplatzhalter 2">
            <a:extLst>
              <a:ext uri="{FF2B5EF4-FFF2-40B4-BE49-F238E27FC236}">
                <a16:creationId xmlns:a16="http://schemas.microsoft.com/office/drawing/2014/main" id="{B8321047-6B7B-3C5F-7A70-C0DED8AB101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F4F3818-5FEC-91B6-5D85-B43900C53A66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87FD774B-FDF1-4DE8-0680-B9E3BA034DBD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70FBFE72-4A6D-2568-023B-1D326998E5C5}"/>
              </a:ext>
            </a:extLst>
          </p:cNvPr>
          <p:cNvSpPr>
            <a:spLocks noGrp="1"/>
          </p:cNvSpPr>
          <p:nvPr>
            <p:ph type="ftr" sz="quarter" idx="42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641082C7-BE07-A111-004E-BE9498A82D3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71515653-D089-CCB5-D1CB-DFB21D5B1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2298889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Graphic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Bildplatzhalter 75">
            <a:extLst>
              <a:ext uri="{FF2B5EF4-FFF2-40B4-BE49-F238E27FC236}">
                <a16:creationId xmlns:a16="http://schemas.microsoft.com/office/drawing/2014/main" id="{E7CDD4E0-24E9-A2A3-13F5-3C8E2C0FF0D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177514" y="1807200"/>
            <a:ext cx="720725" cy="71913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tx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77" name="Bildplatzhalter 75">
            <a:extLst>
              <a:ext uri="{FF2B5EF4-FFF2-40B4-BE49-F238E27FC236}">
                <a16:creationId xmlns:a16="http://schemas.microsoft.com/office/drawing/2014/main" id="{B204E437-6989-182B-D017-758C3283950B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60189" y="1807200"/>
            <a:ext cx="720725" cy="71913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78" name="Bildplatzhalter 75">
            <a:extLst>
              <a:ext uri="{FF2B5EF4-FFF2-40B4-BE49-F238E27FC236}">
                <a16:creationId xmlns:a16="http://schemas.microsoft.com/office/drawing/2014/main" id="{217F7511-C6AB-4087-E532-017F0D7BBC03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3199546" y="3901343"/>
            <a:ext cx="720725" cy="719137"/>
          </a:xfrm>
          <a:prstGeom prst="rect">
            <a:avLst/>
          </a:prstGeom>
          <a:pattFill prst="pct5">
            <a:fgClr>
              <a:schemeClr val="tx2"/>
            </a:fgClr>
            <a:bgClr>
              <a:schemeClr val="tx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79" name="Bildplatzhalter 75">
            <a:extLst>
              <a:ext uri="{FF2B5EF4-FFF2-40B4-BE49-F238E27FC236}">
                <a16:creationId xmlns:a16="http://schemas.microsoft.com/office/drawing/2014/main" id="{813DC06C-1763-5233-A589-728BCB3A15B6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682221" y="3901343"/>
            <a:ext cx="720725" cy="71913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accent4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0" name="Bildplatzhalter 75">
            <a:extLst>
              <a:ext uri="{FF2B5EF4-FFF2-40B4-BE49-F238E27FC236}">
                <a16:creationId xmlns:a16="http://schemas.microsoft.com/office/drawing/2014/main" id="{8F91579E-A843-95B5-5C98-8ABA01282093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6488163" y="1824462"/>
            <a:ext cx="2016000" cy="20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1" name="Bildplatzhalter 75">
            <a:extLst>
              <a:ext uri="{FF2B5EF4-FFF2-40B4-BE49-F238E27FC236}">
                <a16:creationId xmlns:a16="http://schemas.microsoft.com/office/drawing/2014/main" id="{8EF699EA-92D3-AFA2-AF99-C6EFCA7E782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504163" y="1824462"/>
            <a:ext cx="2016000" cy="20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tx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2" name="Bildplatzhalter 75">
            <a:extLst>
              <a:ext uri="{FF2B5EF4-FFF2-40B4-BE49-F238E27FC236}">
                <a16:creationId xmlns:a16="http://schemas.microsoft.com/office/drawing/2014/main" id="{B3D1EB28-9044-FA77-EF2C-CD1779377B68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488163" y="3840462"/>
            <a:ext cx="2016000" cy="20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accent4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3" name="Bildplatzhalter 75">
            <a:extLst>
              <a:ext uri="{FF2B5EF4-FFF2-40B4-BE49-F238E27FC236}">
                <a16:creationId xmlns:a16="http://schemas.microsoft.com/office/drawing/2014/main" id="{9FBFD2AE-A89D-29CF-4CE0-3E4F240BBAC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8504163" y="3840462"/>
            <a:ext cx="2016000" cy="2016000"/>
          </a:xfrm>
          <a:prstGeom prst="rect">
            <a:avLst/>
          </a:prstGeom>
          <a:pattFill prst="pct5">
            <a:fgClr>
              <a:schemeClr val="bg2"/>
            </a:fgClr>
            <a:bgClr>
              <a:schemeClr val="tx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4" name="Textplatzhalter 9">
            <a:extLst>
              <a:ext uri="{FF2B5EF4-FFF2-40B4-BE49-F238E27FC236}">
                <a16:creationId xmlns:a16="http://schemas.microsoft.com/office/drawing/2014/main" id="{CDA609C0-647C-B1BD-93EC-A78509D9832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8813" y="2896348"/>
            <a:ext cx="2151057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 sz="1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endParaRPr lang="de-DE"/>
          </a:p>
        </p:txBody>
      </p:sp>
      <p:sp>
        <p:nvSpPr>
          <p:cNvPr id="85" name="Textplatzhalter 29">
            <a:extLst>
              <a:ext uri="{FF2B5EF4-FFF2-40B4-BE49-F238E27FC236}">
                <a16:creationId xmlns:a16="http://schemas.microsoft.com/office/drawing/2014/main" id="{C112F0A2-A070-327C-8023-F5E35CAFF63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8814" y="2666297"/>
            <a:ext cx="2151057" cy="2036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err="1"/>
              <a:t>Heading</a:t>
            </a:r>
            <a:endParaRPr lang="de-DE"/>
          </a:p>
        </p:txBody>
      </p:sp>
      <p:sp>
        <p:nvSpPr>
          <p:cNvPr id="86" name="Textplatzhalter 9">
            <a:extLst>
              <a:ext uri="{FF2B5EF4-FFF2-40B4-BE49-F238E27FC236}">
                <a16:creationId xmlns:a16="http://schemas.microsoft.com/office/drawing/2014/main" id="{254547D5-8F71-F03C-36AB-1B91C150CC1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176789" y="2896348"/>
            <a:ext cx="2151057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 sz="1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endParaRPr lang="de-DE"/>
          </a:p>
        </p:txBody>
      </p:sp>
      <p:sp>
        <p:nvSpPr>
          <p:cNvPr id="87" name="Textplatzhalter 29">
            <a:extLst>
              <a:ext uri="{FF2B5EF4-FFF2-40B4-BE49-F238E27FC236}">
                <a16:creationId xmlns:a16="http://schemas.microsoft.com/office/drawing/2014/main" id="{05042D0D-FDDB-CCD7-326B-E6A0483D70C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176790" y="2666297"/>
            <a:ext cx="2151057" cy="2036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err="1"/>
              <a:t>Heading</a:t>
            </a:r>
            <a:endParaRPr lang="de-DE"/>
          </a:p>
        </p:txBody>
      </p:sp>
      <p:sp>
        <p:nvSpPr>
          <p:cNvPr id="88" name="Textplatzhalter 9">
            <a:extLst>
              <a:ext uri="{FF2B5EF4-FFF2-40B4-BE49-F238E27FC236}">
                <a16:creationId xmlns:a16="http://schemas.microsoft.com/office/drawing/2014/main" id="{0EF15943-3A9E-1793-7627-E1655D446F3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81570" y="5016884"/>
            <a:ext cx="2151057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 sz="1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endParaRPr lang="de-DE"/>
          </a:p>
        </p:txBody>
      </p:sp>
      <p:sp>
        <p:nvSpPr>
          <p:cNvPr id="89" name="Textplatzhalter 29">
            <a:extLst>
              <a:ext uri="{FF2B5EF4-FFF2-40B4-BE49-F238E27FC236}">
                <a16:creationId xmlns:a16="http://schemas.microsoft.com/office/drawing/2014/main" id="{6B860575-782D-1C92-7C8F-D1EFBD3549D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81571" y="4786833"/>
            <a:ext cx="2151057" cy="2036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err="1"/>
              <a:t>Heading</a:t>
            </a:r>
            <a:endParaRPr lang="de-DE"/>
          </a:p>
        </p:txBody>
      </p:sp>
      <p:sp>
        <p:nvSpPr>
          <p:cNvPr id="90" name="Textplatzhalter 9">
            <a:extLst>
              <a:ext uri="{FF2B5EF4-FFF2-40B4-BE49-F238E27FC236}">
                <a16:creationId xmlns:a16="http://schemas.microsoft.com/office/drawing/2014/main" id="{6D4B7B9E-8681-3FE6-2C1C-3D017FE2314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199546" y="5016884"/>
            <a:ext cx="2151057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 sz="1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endParaRPr lang="de-DE"/>
          </a:p>
        </p:txBody>
      </p:sp>
      <p:sp>
        <p:nvSpPr>
          <p:cNvPr id="91" name="Textplatzhalter 29">
            <a:extLst>
              <a:ext uri="{FF2B5EF4-FFF2-40B4-BE49-F238E27FC236}">
                <a16:creationId xmlns:a16="http://schemas.microsoft.com/office/drawing/2014/main" id="{81A9C47E-BBD0-D717-A4B3-202CF0F24A9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199547" y="4786833"/>
            <a:ext cx="2151057" cy="2036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err="1"/>
              <a:t>Heading</a:t>
            </a:r>
            <a:endParaRPr lang="de-DE"/>
          </a:p>
        </p:txBody>
      </p:sp>
      <p:sp>
        <p:nvSpPr>
          <p:cNvPr id="92" name="Textplatzhalter 29">
            <a:extLst>
              <a:ext uri="{FF2B5EF4-FFF2-40B4-BE49-F238E27FC236}">
                <a16:creationId xmlns:a16="http://schemas.microsoft.com/office/drawing/2014/main" id="{311152C1-EE48-B023-11D2-BA0FEDD80F1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730427" y="3840462"/>
            <a:ext cx="610083" cy="2190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93" name="Textplatzhalter 29">
            <a:extLst>
              <a:ext uri="{FF2B5EF4-FFF2-40B4-BE49-F238E27FC236}">
                <a16:creationId xmlns:a16="http://schemas.microsoft.com/office/drawing/2014/main" id="{11F56A58-56BB-6693-7AEF-C847D2834F4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504163" y="6126166"/>
            <a:ext cx="610083" cy="2190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08F3CAFD-82AD-6240-32DA-0A65E1AAEC50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075857E2-8126-7390-ACA1-5E51D8C6B58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F12EF73A-21F9-849E-5E7C-DB5DEB77E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540028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Devi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2BC4B996-22FD-F47B-2286-9FC5EE9427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78B49EC-1E7E-CBA5-20E5-32DACA007E30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1E281D-AA97-31A9-EA27-7D3C3ADF18B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6" name="Group 27">
            <a:extLst>
              <a:ext uri="{FF2B5EF4-FFF2-40B4-BE49-F238E27FC236}">
                <a16:creationId xmlns:a16="http://schemas.microsoft.com/office/drawing/2014/main" id="{469D64B7-86FC-F283-991C-9E843A720F06}"/>
              </a:ext>
            </a:extLst>
          </p:cNvPr>
          <p:cNvGrpSpPr/>
          <p:nvPr userDrawn="1"/>
        </p:nvGrpSpPr>
        <p:grpSpPr>
          <a:xfrm>
            <a:off x="7105852" y="2461748"/>
            <a:ext cx="364509" cy="29294"/>
            <a:chOff x="7105852" y="2461748"/>
            <a:chExt cx="364509" cy="29294"/>
          </a:xfrm>
          <a:pattFill prst="pct5">
            <a:fgClr>
              <a:schemeClr val="tx1"/>
            </a:fgClr>
            <a:bgClr>
              <a:schemeClr val="bg1"/>
            </a:bgClr>
          </a:pattFill>
        </p:grpSpPr>
        <p:sp>
          <p:nvSpPr>
            <p:cNvPr id="27" name="Freeform 16">
              <a:extLst>
                <a:ext uri="{FF2B5EF4-FFF2-40B4-BE49-F238E27FC236}">
                  <a16:creationId xmlns:a16="http://schemas.microsoft.com/office/drawing/2014/main" id="{3C68FE3A-F1EB-2C15-C550-05BC12062266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8398" y="2465003"/>
              <a:ext cx="16273" cy="26036"/>
            </a:xfrm>
            <a:custGeom>
              <a:avLst/>
              <a:gdLst>
                <a:gd name="T0" fmla="*/ 3 w 5"/>
                <a:gd name="T1" fmla="*/ 4 h 8"/>
                <a:gd name="T2" fmla="*/ 3 w 5"/>
                <a:gd name="T3" fmla="*/ 4 h 8"/>
                <a:gd name="T4" fmla="*/ 4 w 5"/>
                <a:gd name="T5" fmla="*/ 3 h 8"/>
                <a:gd name="T6" fmla="*/ 4 w 5"/>
                <a:gd name="T7" fmla="*/ 2 h 8"/>
                <a:gd name="T8" fmla="*/ 4 w 5"/>
                <a:gd name="T9" fmla="*/ 1 h 8"/>
                <a:gd name="T10" fmla="*/ 4 w 5"/>
                <a:gd name="T11" fmla="*/ 1 h 8"/>
                <a:gd name="T12" fmla="*/ 3 w 5"/>
                <a:gd name="T13" fmla="*/ 0 h 8"/>
                <a:gd name="T14" fmla="*/ 2 w 5"/>
                <a:gd name="T15" fmla="*/ 0 h 8"/>
                <a:gd name="T16" fmla="*/ 1 w 5"/>
                <a:gd name="T17" fmla="*/ 0 h 8"/>
                <a:gd name="T18" fmla="*/ 0 w 5"/>
                <a:gd name="T19" fmla="*/ 1 h 8"/>
                <a:gd name="T20" fmla="*/ 0 w 5"/>
                <a:gd name="T21" fmla="*/ 2 h 8"/>
                <a:gd name="T22" fmla="*/ 0 w 5"/>
                <a:gd name="T23" fmla="*/ 3 h 8"/>
                <a:gd name="T24" fmla="*/ 1 w 5"/>
                <a:gd name="T25" fmla="*/ 3 h 8"/>
                <a:gd name="T26" fmla="*/ 1 w 5"/>
                <a:gd name="T27" fmla="*/ 2 h 8"/>
                <a:gd name="T28" fmla="*/ 1 w 5"/>
                <a:gd name="T29" fmla="*/ 2 h 8"/>
                <a:gd name="T30" fmla="*/ 1 w 5"/>
                <a:gd name="T31" fmla="*/ 1 h 8"/>
                <a:gd name="T32" fmla="*/ 2 w 5"/>
                <a:gd name="T33" fmla="*/ 1 h 8"/>
                <a:gd name="T34" fmla="*/ 3 w 5"/>
                <a:gd name="T35" fmla="*/ 1 h 8"/>
                <a:gd name="T36" fmla="*/ 3 w 5"/>
                <a:gd name="T37" fmla="*/ 2 h 8"/>
                <a:gd name="T38" fmla="*/ 3 w 5"/>
                <a:gd name="T39" fmla="*/ 3 h 8"/>
                <a:gd name="T40" fmla="*/ 3 w 5"/>
                <a:gd name="T41" fmla="*/ 3 h 8"/>
                <a:gd name="T42" fmla="*/ 2 w 5"/>
                <a:gd name="T43" fmla="*/ 3 h 8"/>
                <a:gd name="T44" fmla="*/ 2 w 5"/>
                <a:gd name="T45" fmla="*/ 4 h 8"/>
                <a:gd name="T46" fmla="*/ 2 w 5"/>
                <a:gd name="T47" fmla="*/ 4 h 8"/>
                <a:gd name="T48" fmla="*/ 2 w 5"/>
                <a:gd name="T49" fmla="*/ 4 h 8"/>
                <a:gd name="T50" fmla="*/ 2 w 5"/>
                <a:gd name="T51" fmla="*/ 4 h 8"/>
                <a:gd name="T52" fmla="*/ 2 w 5"/>
                <a:gd name="T53" fmla="*/ 4 h 8"/>
                <a:gd name="T54" fmla="*/ 3 w 5"/>
                <a:gd name="T55" fmla="*/ 4 h 8"/>
                <a:gd name="T56" fmla="*/ 3 w 5"/>
                <a:gd name="T57" fmla="*/ 5 h 8"/>
                <a:gd name="T58" fmla="*/ 4 w 5"/>
                <a:gd name="T59" fmla="*/ 5 h 8"/>
                <a:gd name="T60" fmla="*/ 4 w 5"/>
                <a:gd name="T61" fmla="*/ 6 h 8"/>
                <a:gd name="T62" fmla="*/ 4 w 5"/>
                <a:gd name="T63" fmla="*/ 6 h 8"/>
                <a:gd name="T64" fmla="*/ 3 w 5"/>
                <a:gd name="T65" fmla="*/ 7 h 8"/>
                <a:gd name="T66" fmla="*/ 3 w 5"/>
                <a:gd name="T67" fmla="*/ 7 h 8"/>
                <a:gd name="T68" fmla="*/ 2 w 5"/>
                <a:gd name="T69" fmla="*/ 7 h 8"/>
                <a:gd name="T70" fmla="*/ 1 w 5"/>
                <a:gd name="T71" fmla="*/ 7 h 8"/>
                <a:gd name="T72" fmla="*/ 0 w 5"/>
                <a:gd name="T73" fmla="*/ 5 h 8"/>
                <a:gd name="T74" fmla="*/ 0 w 5"/>
                <a:gd name="T75" fmla="*/ 5 h 8"/>
                <a:gd name="T76" fmla="*/ 0 w 5"/>
                <a:gd name="T77" fmla="*/ 6 h 8"/>
                <a:gd name="T78" fmla="*/ 0 w 5"/>
                <a:gd name="T79" fmla="*/ 7 h 8"/>
                <a:gd name="T80" fmla="*/ 1 w 5"/>
                <a:gd name="T81" fmla="*/ 8 h 8"/>
                <a:gd name="T82" fmla="*/ 2 w 5"/>
                <a:gd name="T83" fmla="*/ 8 h 8"/>
                <a:gd name="T84" fmla="*/ 3 w 5"/>
                <a:gd name="T85" fmla="*/ 8 h 8"/>
                <a:gd name="T86" fmla="*/ 4 w 5"/>
                <a:gd name="T87" fmla="*/ 7 h 8"/>
                <a:gd name="T88" fmla="*/ 4 w 5"/>
                <a:gd name="T89" fmla="*/ 7 h 8"/>
                <a:gd name="T90" fmla="*/ 5 w 5"/>
                <a:gd name="T91" fmla="*/ 6 h 8"/>
                <a:gd name="T92" fmla="*/ 4 w 5"/>
                <a:gd name="T93" fmla="*/ 4 h 8"/>
                <a:gd name="T94" fmla="*/ 3 w 5"/>
                <a:gd name="T95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" h="8">
                  <a:moveTo>
                    <a:pt x="3" y="4"/>
                  </a:moveTo>
                  <a:cubicBezTo>
                    <a:pt x="3" y="4"/>
                    <a:pt x="3" y="4"/>
                    <a:pt x="3" y="4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1" y="7"/>
                    <a:pt x="1" y="7"/>
                  </a:cubicBezTo>
                  <a:cubicBezTo>
                    <a:pt x="1" y="6"/>
                    <a:pt x="0" y="6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4" y="5"/>
                    <a:pt x="4" y="4"/>
                  </a:cubicBezTo>
                  <a:cubicBezTo>
                    <a:pt x="4" y="4"/>
                    <a:pt x="4" y="4"/>
                    <a:pt x="3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28" name="Freeform 17">
              <a:extLst>
                <a:ext uri="{FF2B5EF4-FFF2-40B4-BE49-F238E27FC236}">
                  <a16:creationId xmlns:a16="http://schemas.microsoft.com/office/drawing/2014/main" id="{D8DC6444-6D8F-30FC-4658-397E7C3BB9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87216" y="2465003"/>
              <a:ext cx="22782" cy="26036"/>
            </a:xfrm>
            <a:custGeom>
              <a:avLst/>
              <a:gdLst>
                <a:gd name="T0" fmla="*/ 6 w 14"/>
                <a:gd name="T1" fmla="*/ 2 h 16"/>
                <a:gd name="T2" fmla="*/ 8 w 14"/>
                <a:gd name="T3" fmla="*/ 2 h 16"/>
                <a:gd name="T4" fmla="*/ 10 w 14"/>
                <a:gd name="T5" fmla="*/ 10 h 16"/>
                <a:gd name="T6" fmla="*/ 4 w 14"/>
                <a:gd name="T7" fmla="*/ 10 h 16"/>
                <a:gd name="T8" fmla="*/ 6 w 14"/>
                <a:gd name="T9" fmla="*/ 2 h 16"/>
                <a:gd name="T10" fmla="*/ 6 w 14"/>
                <a:gd name="T11" fmla="*/ 0 h 16"/>
                <a:gd name="T12" fmla="*/ 0 w 14"/>
                <a:gd name="T13" fmla="*/ 16 h 16"/>
                <a:gd name="T14" fmla="*/ 2 w 14"/>
                <a:gd name="T15" fmla="*/ 16 h 16"/>
                <a:gd name="T16" fmla="*/ 4 w 14"/>
                <a:gd name="T17" fmla="*/ 10 h 16"/>
                <a:gd name="T18" fmla="*/ 10 w 14"/>
                <a:gd name="T19" fmla="*/ 10 h 16"/>
                <a:gd name="T20" fmla="*/ 12 w 14"/>
                <a:gd name="T21" fmla="*/ 16 h 16"/>
                <a:gd name="T22" fmla="*/ 14 w 14"/>
                <a:gd name="T23" fmla="*/ 16 h 16"/>
                <a:gd name="T24" fmla="*/ 8 w 14"/>
                <a:gd name="T25" fmla="*/ 0 h 16"/>
                <a:gd name="T26" fmla="*/ 6 w 14"/>
                <a:gd name="T2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" h="16">
                  <a:moveTo>
                    <a:pt x="6" y="2"/>
                  </a:moveTo>
                  <a:lnTo>
                    <a:pt x="8" y="2"/>
                  </a:lnTo>
                  <a:lnTo>
                    <a:pt x="10" y="10"/>
                  </a:lnTo>
                  <a:lnTo>
                    <a:pt x="4" y="10"/>
                  </a:lnTo>
                  <a:lnTo>
                    <a:pt x="6" y="2"/>
                  </a:lnTo>
                  <a:close/>
                  <a:moveTo>
                    <a:pt x="6" y="0"/>
                  </a:moveTo>
                  <a:lnTo>
                    <a:pt x="0" y="16"/>
                  </a:lnTo>
                  <a:lnTo>
                    <a:pt x="2" y="16"/>
                  </a:lnTo>
                  <a:lnTo>
                    <a:pt x="4" y="10"/>
                  </a:lnTo>
                  <a:lnTo>
                    <a:pt x="10" y="10"/>
                  </a:lnTo>
                  <a:lnTo>
                    <a:pt x="12" y="16"/>
                  </a:lnTo>
                  <a:lnTo>
                    <a:pt x="14" y="16"/>
                  </a:lnTo>
                  <a:lnTo>
                    <a:pt x="8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29" name="Freeform 18">
              <a:extLst>
                <a:ext uri="{FF2B5EF4-FFF2-40B4-BE49-F238E27FC236}">
                  <a16:creationId xmlns:a16="http://schemas.microsoft.com/office/drawing/2014/main" id="{B72E36B5-B5C2-B39F-7B31-9F085A63305A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7106" y="2471512"/>
              <a:ext cx="3255" cy="13018"/>
            </a:xfrm>
            <a:custGeom>
              <a:avLst/>
              <a:gdLst>
                <a:gd name="T0" fmla="*/ 0 w 1"/>
                <a:gd name="T1" fmla="*/ 0 h 4"/>
                <a:gd name="T2" fmla="*/ 0 w 1"/>
                <a:gd name="T3" fmla="*/ 4 h 4"/>
                <a:gd name="T4" fmla="*/ 1 w 1"/>
                <a:gd name="T5" fmla="*/ 2 h 4"/>
                <a:gd name="T6" fmla="*/ 0 w 1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4">
                  <a:moveTo>
                    <a:pt x="0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1" y="3"/>
                    <a:pt x="1" y="2"/>
                  </a:cubicBezTo>
                  <a:cubicBezTo>
                    <a:pt x="1" y="1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30" name="Freeform 19">
              <a:extLst>
                <a:ext uri="{FF2B5EF4-FFF2-40B4-BE49-F238E27FC236}">
                  <a16:creationId xmlns:a16="http://schemas.microsoft.com/office/drawing/2014/main" id="{02639FCC-9A15-843C-C8C7-C700B855AF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57925" y="2465003"/>
              <a:ext cx="16273" cy="26036"/>
            </a:xfrm>
            <a:custGeom>
              <a:avLst/>
              <a:gdLst>
                <a:gd name="T0" fmla="*/ 4 w 5"/>
                <a:gd name="T1" fmla="*/ 4 h 8"/>
                <a:gd name="T2" fmla="*/ 4 w 5"/>
                <a:gd name="T3" fmla="*/ 5 h 8"/>
                <a:gd name="T4" fmla="*/ 4 w 5"/>
                <a:gd name="T5" fmla="*/ 6 h 8"/>
                <a:gd name="T6" fmla="*/ 3 w 5"/>
                <a:gd name="T7" fmla="*/ 7 h 8"/>
                <a:gd name="T8" fmla="*/ 2 w 5"/>
                <a:gd name="T9" fmla="*/ 7 h 8"/>
                <a:gd name="T10" fmla="*/ 2 w 5"/>
                <a:gd name="T11" fmla="*/ 7 h 8"/>
                <a:gd name="T12" fmla="*/ 1 w 5"/>
                <a:gd name="T13" fmla="*/ 6 h 8"/>
                <a:gd name="T14" fmla="*/ 1 w 5"/>
                <a:gd name="T15" fmla="*/ 5 h 8"/>
                <a:gd name="T16" fmla="*/ 1 w 5"/>
                <a:gd name="T17" fmla="*/ 4 h 8"/>
                <a:gd name="T18" fmla="*/ 1 w 5"/>
                <a:gd name="T19" fmla="*/ 3 h 8"/>
                <a:gd name="T20" fmla="*/ 1 w 5"/>
                <a:gd name="T21" fmla="*/ 3 h 8"/>
                <a:gd name="T22" fmla="*/ 1 w 5"/>
                <a:gd name="T23" fmla="*/ 2 h 8"/>
                <a:gd name="T24" fmla="*/ 1 w 5"/>
                <a:gd name="T25" fmla="*/ 2 h 8"/>
                <a:gd name="T26" fmla="*/ 2 w 5"/>
                <a:gd name="T27" fmla="*/ 1 h 8"/>
                <a:gd name="T28" fmla="*/ 2 w 5"/>
                <a:gd name="T29" fmla="*/ 1 h 8"/>
                <a:gd name="T30" fmla="*/ 3 w 5"/>
                <a:gd name="T31" fmla="*/ 1 h 8"/>
                <a:gd name="T32" fmla="*/ 3 w 5"/>
                <a:gd name="T33" fmla="*/ 2 h 8"/>
                <a:gd name="T34" fmla="*/ 4 w 5"/>
                <a:gd name="T35" fmla="*/ 2 h 8"/>
                <a:gd name="T36" fmla="*/ 4 w 5"/>
                <a:gd name="T37" fmla="*/ 3 h 8"/>
                <a:gd name="T38" fmla="*/ 4 w 5"/>
                <a:gd name="T39" fmla="*/ 3 h 8"/>
                <a:gd name="T40" fmla="*/ 4 w 5"/>
                <a:gd name="T41" fmla="*/ 4 h 8"/>
                <a:gd name="T42" fmla="*/ 5 w 5"/>
                <a:gd name="T43" fmla="*/ 4 h 8"/>
                <a:gd name="T44" fmla="*/ 5 w 5"/>
                <a:gd name="T45" fmla="*/ 3 h 8"/>
                <a:gd name="T46" fmla="*/ 5 w 5"/>
                <a:gd name="T47" fmla="*/ 2 h 8"/>
                <a:gd name="T48" fmla="*/ 5 w 5"/>
                <a:gd name="T49" fmla="*/ 2 h 8"/>
                <a:gd name="T50" fmla="*/ 4 w 5"/>
                <a:gd name="T51" fmla="*/ 1 h 8"/>
                <a:gd name="T52" fmla="*/ 3 w 5"/>
                <a:gd name="T53" fmla="*/ 0 h 8"/>
                <a:gd name="T54" fmla="*/ 2 w 5"/>
                <a:gd name="T55" fmla="*/ 0 h 8"/>
                <a:gd name="T56" fmla="*/ 1 w 5"/>
                <a:gd name="T57" fmla="*/ 0 h 8"/>
                <a:gd name="T58" fmla="*/ 1 w 5"/>
                <a:gd name="T59" fmla="*/ 1 h 8"/>
                <a:gd name="T60" fmla="*/ 0 w 5"/>
                <a:gd name="T61" fmla="*/ 2 h 8"/>
                <a:gd name="T62" fmla="*/ 0 w 5"/>
                <a:gd name="T63" fmla="*/ 2 h 8"/>
                <a:gd name="T64" fmla="*/ 0 w 5"/>
                <a:gd name="T65" fmla="*/ 3 h 8"/>
                <a:gd name="T66" fmla="*/ 0 w 5"/>
                <a:gd name="T67" fmla="*/ 4 h 8"/>
                <a:gd name="T68" fmla="*/ 0 w 5"/>
                <a:gd name="T69" fmla="*/ 5 h 8"/>
                <a:gd name="T70" fmla="*/ 0 w 5"/>
                <a:gd name="T71" fmla="*/ 6 h 8"/>
                <a:gd name="T72" fmla="*/ 0 w 5"/>
                <a:gd name="T73" fmla="*/ 7 h 8"/>
                <a:gd name="T74" fmla="*/ 1 w 5"/>
                <a:gd name="T75" fmla="*/ 7 h 8"/>
                <a:gd name="T76" fmla="*/ 1 w 5"/>
                <a:gd name="T77" fmla="*/ 8 h 8"/>
                <a:gd name="T78" fmla="*/ 2 w 5"/>
                <a:gd name="T79" fmla="*/ 8 h 8"/>
                <a:gd name="T80" fmla="*/ 3 w 5"/>
                <a:gd name="T81" fmla="*/ 8 h 8"/>
                <a:gd name="T82" fmla="*/ 4 w 5"/>
                <a:gd name="T83" fmla="*/ 7 h 8"/>
                <a:gd name="T84" fmla="*/ 5 w 5"/>
                <a:gd name="T85" fmla="*/ 7 h 8"/>
                <a:gd name="T86" fmla="*/ 5 w 5"/>
                <a:gd name="T87" fmla="*/ 6 h 8"/>
                <a:gd name="T88" fmla="*/ 5 w 5"/>
                <a:gd name="T89" fmla="*/ 5 h 8"/>
                <a:gd name="T90" fmla="*/ 5 w 5"/>
                <a:gd name="T91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" h="8">
                  <a:moveTo>
                    <a:pt x="4" y="4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4"/>
                    <a:pt x="4" y="4"/>
                    <a:pt x="4" y="4"/>
                  </a:cubicBezTo>
                  <a:moveTo>
                    <a:pt x="5" y="4"/>
                  </a:moveTo>
                  <a:cubicBezTo>
                    <a:pt x="5" y="3"/>
                    <a:pt x="5" y="3"/>
                    <a:pt x="5" y="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4"/>
                    <a:pt x="5" y="4"/>
                    <a:pt x="5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31" name="Freeform 20">
              <a:extLst>
                <a:ext uri="{FF2B5EF4-FFF2-40B4-BE49-F238E27FC236}">
                  <a16:creationId xmlns:a16="http://schemas.microsoft.com/office/drawing/2014/main" id="{5D4B37E1-2F0D-7453-4D6C-46A39E1B2C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05852" y="2465003"/>
              <a:ext cx="16273" cy="26036"/>
            </a:xfrm>
            <a:custGeom>
              <a:avLst/>
              <a:gdLst>
                <a:gd name="T0" fmla="*/ 4 w 5"/>
                <a:gd name="T1" fmla="*/ 3 h 8"/>
                <a:gd name="T2" fmla="*/ 4 w 5"/>
                <a:gd name="T3" fmla="*/ 3 h 8"/>
                <a:gd name="T4" fmla="*/ 3 w 5"/>
                <a:gd name="T5" fmla="*/ 4 h 8"/>
                <a:gd name="T6" fmla="*/ 3 w 5"/>
                <a:gd name="T7" fmla="*/ 4 h 8"/>
                <a:gd name="T8" fmla="*/ 2 w 5"/>
                <a:gd name="T9" fmla="*/ 4 h 8"/>
                <a:gd name="T10" fmla="*/ 2 w 5"/>
                <a:gd name="T11" fmla="*/ 4 h 8"/>
                <a:gd name="T12" fmla="*/ 1 w 5"/>
                <a:gd name="T13" fmla="*/ 4 h 8"/>
                <a:gd name="T14" fmla="*/ 1 w 5"/>
                <a:gd name="T15" fmla="*/ 3 h 8"/>
                <a:gd name="T16" fmla="*/ 1 w 5"/>
                <a:gd name="T17" fmla="*/ 3 h 8"/>
                <a:gd name="T18" fmla="*/ 1 w 5"/>
                <a:gd name="T19" fmla="*/ 2 h 8"/>
                <a:gd name="T20" fmla="*/ 1 w 5"/>
                <a:gd name="T21" fmla="*/ 2 h 8"/>
                <a:gd name="T22" fmla="*/ 2 w 5"/>
                <a:gd name="T23" fmla="*/ 1 h 8"/>
                <a:gd name="T24" fmla="*/ 2 w 5"/>
                <a:gd name="T25" fmla="*/ 1 h 8"/>
                <a:gd name="T26" fmla="*/ 3 w 5"/>
                <a:gd name="T27" fmla="*/ 1 h 8"/>
                <a:gd name="T28" fmla="*/ 4 w 5"/>
                <a:gd name="T29" fmla="*/ 2 h 8"/>
                <a:gd name="T30" fmla="*/ 4 w 5"/>
                <a:gd name="T31" fmla="*/ 2 h 8"/>
                <a:gd name="T32" fmla="*/ 4 w 5"/>
                <a:gd name="T33" fmla="*/ 3 h 8"/>
                <a:gd name="T34" fmla="*/ 5 w 5"/>
                <a:gd name="T35" fmla="*/ 4 h 8"/>
                <a:gd name="T36" fmla="*/ 5 w 5"/>
                <a:gd name="T37" fmla="*/ 2 h 8"/>
                <a:gd name="T38" fmla="*/ 4 w 5"/>
                <a:gd name="T39" fmla="*/ 1 h 8"/>
                <a:gd name="T40" fmla="*/ 3 w 5"/>
                <a:gd name="T41" fmla="*/ 0 h 8"/>
                <a:gd name="T42" fmla="*/ 2 w 5"/>
                <a:gd name="T43" fmla="*/ 0 h 8"/>
                <a:gd name="T44" fmla="*/ 1 w 5"/>
                <a:gd name="T45" fmla="*/ 0 h 8"/>
                <a:gd name="T46" fmla="*/ 1 w 5"/>
                <a:gd name="T47" fmla="*/ 1 h 8"/>
                <a:gd name="T48" fmla="*/ 0 w 5"/>
                <a:gd name="T49" fmla="*/ 2 h 8"/>
                <a:gd name="T50" fmla="*/ 0 w 5"/>
                <a:gd name="T51" fmla="*/ 3 h 8"/>
                <a:gd name="T52" fmla="*/ 0 w 5"/>
                <a:gd name="T53" fmla="*/ 4 h 8"/>
                <a:gd name="T54" fmla="*/ 1 w 5"/>
                <a:gd name="T55" fmla="*/ 5 h 8"/>
                <a:gd name="T56" fmla="*/ 1 w 5"/>
                <a:gd name="T57" fmla="*/ 5 h 8"/>
                <a:gd name="T58" fmla="*/ 2 w 5"/>
                <a:gd name="T59" fmla="*/ 5 h 8"/>
                <a:gd name="T60" fmla="*/ 3 w 5"/>
                <a:gd name="T61" fmla="*/ 5 h 8"/>
                <a:gd name="T62" fmla="*/ 4 w 5"/>
                <a:gd name="T63" fmla="*/ 4 h 8"/>
                <a:gd name="T64" fmla="*/ 4 w 5"/>
                <a:gd name="T65" fmla="*/ 4 h 8"/>
                <a:gd name="T66" fmla="*/ 4 w 5"/>
                <a:gd name="T67" fmla="*/ 6 h 8"/>
                <a:gd name="T68" fmla="*/ 2 w 5"/>
                <a:gd name="T69" fmla="*/ 7 h 8"/>
                <a:gd name="T70" fmla="*/ 1 w 5"/>
                <a:gd name="T71" fmla="*/ 7 h 8"/>
                <a:gd name="T72" fmla="*/ 1 w 5"/>
                <a:gd name="T73" fmla="*/ 6 h 8"/>
                <a:gd name="T74" fmla="*/ 0 w 5"/>
                <a:gd name="T75" fmla="*/ 6 h 8"/>
                <a:gd name="T76" fmla="*/ 1 w 5"/>
                <a:gd name="T77" fmla="*/ 7 h 8"/>
                <a:gd name="T78" fmla="*/ 2 w 5"/>
                <a:gd name="T79" fmla="*/ 8 h 8"/>
                <a:gd name="T80" fmla="*/ 4 w 5"/>
                <a:gd name="T81" fmla="*/ 7 h 8"/>
                <a:gd name="T82" fmla="*/ 5 w 5"/>
                <a:gd name="T83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" h="8">
                  <a:moveTo>
                    <a:pt x="4" y="3"/>
                  </a:moveTo>
                  <a:cubicBezTo>
                    <a:pt x="4" y="3"/>
                    <a:pt x="4" y="3"/>
                    <a:pt x="4" y="3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4" y="3"/>
                    <a:pt x="4" y="3"/>
                  </a:cubicBezTo>
                  <a:moveTo>
                    <a:pt x="5" y="4"/>
                  </a:moveTo>
                  <a:cubicBezTo>
                    <a:pt x="5" y="3"/>
                    <a:pt x="5" y="3"/>
                    <a:pt x="5" y="2"/>
                  </a:cubicBezTo>
                  <a:cubicBezTo>
                    <a:pt x="5" y="2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5"/>
                    <a:pt x="4" y="6"/>
                    <a:pt x="4" y="6"/>
                  </a:cubicBezTo>
                  <a:cubicBezTo>
                    <a:pt x="3" y="7"/>
                    <a:pt x="3" y="7"/>
                    <a:pt x="2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1" y="6"/>
                    <a:pt x="1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1" y="7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4" y="8"/>
                    <a:pt x="4" y="7"/>
                  </a:cubicBezTo>
                  <a:cubicBezTo>
                    <a:pt x="5" y="6"/>
                    <a:pt x="5" y="5"/>
                    <a:pt x="5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32" name="Rectangle 21">
              <a:extLst>
                <a:ext uri="{FF2B5EF4-FFF2-40B4-BE49-F238E27FC236}">
                  <a16:creationId xmlns:a16="http://schemas.microsoft.com/office/drawing/2014/main" id="{A5674583-6A4F-D6D8-8E9F-E094194015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8634" y="2487787"/>
              <a:ext cx="3255" cy="325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Rectangle 22">
              <a:extLst>
                <a:ext uri="{FF2B5EF4-FFF2-40B4-BE49-F238E27FC236}">
                  <a16:creationId xmlns:a16="http://schemas.microsoft.com/office/drawing/2014/main" id="{3F3803F5-4943-63D5-818D-7805C59CD5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8634" y="2471514"/>
              <a:ext cx="3255" cy="325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34" name="Freeform 23">
              <a:extLst>
                <a:ext uri="{FF2B5EF4-FFF2-40B4-BE49-F238E27FC236}">
                  <a16:creationId xmlns:a16="http://schemas.microsoft.com/office/drawing/2014/main" id="{BF234ADB-C4F4-9E60-2564-FC957D3B4F9A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6452" y="2461748"/>
              <a:ext cx="29291" cy="13018"/>
            </a:xfrm>
            <a:custGeom>
              <a:avLst/>
              <a:gdLst>
                <a:gd name="T0" fmla="*/ 0 w 9"/>
                <a:gd name="T1" fmla="*/ 3 h 4"/>
                <a:gd name="T2" fmla="*/ 1 w 9"/>
                <a:gd name="T3" fmla="*/ 4 h 4"/>
                <a:gd name="T4" fmla="*/ 4 w 9"/>
                <a:gd name="T5" fmla="*/ 3 h 4"/>
                <a:gd name="T6" fmla="*/ 8 w 9"/>
                <a:gd name="T7" fmla="*/ 4 h 4"/>
                <a:gd name="T8" fmla="*/ 9 w 9"/>
                <a:gd name="T9" fmla="*/ 3 h 4"/>
                <a:gd name="T10" fmla="*/ 0 w 9"/>
                <a:gd name="T11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4">
                  <a:moveTo>
                    <a:pt x="0" y="3"/>
                  </a:moveTo>
                  <a:cubicBezTo>
                    <a:pt x="0" y="3"/>
                    <a:pt x="0" y="4"/>
                    <a:pt x="1" y="4"/>
                  </a:cubicBezTo>
                  <a:cubicBezTo>
                    <a:pt x="2" y="3"/>
                    <a:pt x="3" y="3"/>
                    <a:pt x="4" y="3"/>
                  </a:cubicBezTo>
                  <a:cubicBezTo>
                    <a:pt x="6" y="3"/>
                    <a:pt x="7" y="3"/>
                    <a:pt x="8" y="4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6" y="0"/>
                    <a:pt x="2" y="0"/>
                    <a:pt x="0" y="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35" name="Freeform 24">
              <a:extLst>
                <a:ext uri="{FF2B5EF4-FFF2-40B4-BE49-F238E27FC236}">
                  <a16:creationId xmlns:a16="http://schemas.microsoft.com/office/drawing/2014/main" id="{3A97B463-DCCE-F5E4-1071-3BA69E3695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15034" y="2465003"/>
              <a:ext cx="48818" cy="26036"/>
            </a:xfrm>
            <a:custGeom>
              <a:avLst/>
              <a:gdLst>
                <a:gd name="T0" fmla="*/ 11 w 15"/>
                <a:gd name="T1" fmla="*/ 7 h 8"/>
                <a:gd name="T2" fmla="*/ 10 w 15"/>
                <a:gd name="T3" fmla="*/ 7 h 8"/>
                <a:gd name="T4" fmla="*/ 2 w 15"/>
                <a:gd name="T5" fmla="*/ 7 h 8"/>
                <a:gd name="T6" fmla="*/ 1 w 15"/>
                <a:gd name="T7" fmla="*/ 6 h 8"/>
                <a:gd name="T8" fmla="*/ 1 w 15"/>
                <a:gd name="T9" fmla="*/ 2 h 8"/>
                <a:gd name="T10" fmla="*/ 2 w 15"/>
                <a:gd name="T11" fmla="*/ 1 h 8"/>
                <a:gd name="T12" fmla="*/ 10 w 15"/>
                <a:gd name="T13" fmla="*/ 1 h 8"/>
                <a:gd name="T14" fmla="*/ 11 w 15"/>
                <a:gd name="T15" fmla="*/ 2 h 8"/>
                <a:gd name="T16" fmla="*/ 11 w 15"/>
                <a:gd name="T17" fmla="*/ 7 h 8"/>
                <a:gd name="T18" fmla="*/ 15 w 15"/>
                <a:gd name="T19" fmla="*/ 6 h 8"/>
                <a:gd name="T20" fmla="*/ 15 w 15"/>
                <a:gd name="T21" fmla="*/ 2 h 8"/>
                <a:gd name="T22" fmla="*/ 13 w 15"/>
                <a:gd name="T23" fmla="*/ 0 h 8"/>
                <a:gd name="T24" fmla="*/ 2 w 15"/>
                <a:gd name="T25" fmla="*/ 0 h 8"/>
                <a:gd name="T26" fmla="*/ 0 w 15"/>
                <a:gd name="T27" fmla="*/ 2 h 8"/>
                <a:gd name="T28" fmla="*/ 0 w 15"/>
                <a:gd name="T29" fmla="*/ 6 h 8"/>
                <a:gd name="T30" fmla="*/ 2 w 15"/>
                <a:gd name="T31" fmla="*/ 8 h 8"/>
                <a:gd name="T32" fmla="*/ 7 w 15"/>
                <a:gd name="T33" fmla="*/ 8 h 8"/>
                <a:gd name="T34" fmla="*/ 13 w 15"/>
                <a:gd name="T35" fmla="*/ 8 h 8"/>
                <a:gd name="T36" fmla="*/ 15 w 15"/>
                <a:gd name="T37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" h="8">
                  <a:moveTo>
                    <a:pt x="11" y="7"/>
                  </a:moveTo>
                  <a:cubicBezTo>
                    <a:pt x="10" y="7"/>
                    <a:pt x="10" y="7"/>
                    <a:pt x="10" y="7"/>
                  </a:cubicBezTo>
                  <a:cubicBezTo>
                    <a:pt x="8" y="7"/>
                    <a:pt x="5" y="7"/>
                    <a:pt x="2" y="7"/>
                  </a:cubicBezTo>
                  <a:cubicBezTo>
                    <a:pt x="2" y="7"/>
                    <a:pt x="1" y="6"/>
                    <a:pt x="1" y="6"/>
                  </a:cubicBezTo>
                  <a:cubicBezTo>
                    <a:pt x="1" y="5"/>
                    <a:pt x="1" y="3"/>
                    <a:pt x="1" y="2"/>
                  </a:cubicBezTo>
                  <a:cubicBezTo>
                    <a:pt x="1" y="2"/>
                    <a:pt x="2" y="1"/>
                    <a:pt x="2" y="1"/>
                  </a:cubicBezTo>
                  <a:cubicBezTo>
                    <a:pt x="5" y="1"/>
                    <a:pt x="8" y="1"/>
                    <a:pt x="10" y="1"/>
                  </a:cubicBezTo>
                  <a:cubicBezTo>
                    <a:pt x="11" y="2"/>
                    <a:pt x="11" y="2"/>
                    <a:pt x="11" y="2"/>
                  </a:cubicBezTo>
                  <a:lnTo>
                    <a:pt x="11" y="7"/>
                  </a:lnTo>
                  <a:close/>
                  <a:moveTo>
                    <a:pt x="15" y="6"/>
                  </a:moveTo>
                  <a:cubicBezTo>
                    <a:pt x="15" y="5"/>
                    <a:pt x="15" y="3"/>
                    <a:pt x="15" y="2"/>
                  </a:cubicBezTo>
                  <a:cubicBezTo>
                    <a:pt x="15" y="1"/>
                    <a:pt x="14" y="0"/>
                    <a:pt x="13" y="0"/>
                  </a:cubicBezTo>
                  <a:cubicBezTo>
                    <a:pt x="9" y="0"/>
                    <a:pt x="6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7"/>
                    <a:pt x="1" y="8"/>
                    <a:pt x="2" y="8"/>
                  </a:cubicBezTo>
                  <a:cubicBezTo>
                    <a:pt x="4" y="8"/>
                    <a:pt x="6" y="8"/>
                    <a:pt x="7" y="8"/>
                  </a:cubicBezTo>
                  <a:cubicBezTo>
                    <a:pt x="9" y="8"/>
                    <a:pt x="11" y="8"/>
                    <a:pt x="13" y="8"/>
                  </a:cubicBezTo>
                  <a:cubicBezTo>
                    <a:pt x="14" y="8"/>
                    <a:pt x="15" y="7"/>
                    <a:pt x="15" y="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36" name="Oval 25">
              <a:extLst>
                <a:ext uri="{FF2B5EF4-FFF2-40B4-BE49-F238E27FC236}">
                  <a16:creationId xmlns:a16="http://schemas.microsoft.com/office/drawing/2014/main" id="{9453C3EC-86F2-D350-875C-D06D33E49D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66215" y="2484530"/>
              <a:ext cx="9764" cy="650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37" name="Freeform 26">
              <a:extLst>
                <a:ext uri="{FF2B5EF4-FFF2-40B4-BE49-F238E27FC236}">
                  <a16:creationId xmlns:a16="http://schemas.microsoft.com/office/drawing/2014/main" id="{8D9BD1AB-4560-4FC2-3272-D38AE28B5697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9704" y="2471514"/>
              <a:ext cx="19527" cy="9764"/>
            </a:xfrm>
            <a:custGeom>
              <a:avLst/>
              <a:gdLst>
                <a:gd name="T0" fmla="*/ 0 w 6"/>
                <a:gd name="T1" fmla="*/ 2 h 3"/>
                <a:gd name="T2" fmla="*/ 2 w 6"/>
                <a:gd name="T3" fmla="*/ 3 h 3"/>
                <a:gd name="T4" fmla="*/ 3 w 6"/>
                <a:gd name="T5" fmla="*/ 3 h 3"/>
                <a:gd name="T6" fmla="*/ 5 w 6"/>
                <a:gd name="T7" fmla="*/ 3 h 3"/>
                <a:gd name="T8" fmla="*/ 6 w 6"/>
                <a:gd name="T9" fmla="*/ 2 h 3"/>
                <a:gd name="T10" fmla="*/ 0 w 6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">
                  <a:moveTo>
                    <a:pt x="0" y="2"/>
                  </a:moveTo>
                  <a:cubicBezTo>
                    <a:pt x="1" y="3"/>
                    <a:pt x="1" y="3"/>
                    <a:pt x="2" y="3"/>
                  </a:cubicBezTo>
                  <a:cubicBezTo>
                    <a:pt x="2" y="3"/>
                    <a:pt x="3" y="3"/>
                    <a:pt x="3" y="3"/>
                  </a:cubicBezTo>
                  <a:cubicBezTo>
                    <a:pt x="4" y="3"/>
                    <a:pt x="4" y="3"/>
                    <a:pt x="5" y="3"/>
                  </a:cubicBezTo>
                  <a:cubicBezTo>
                    <a:pt x="5" y="3"/>
                    <a:pt x="6" y="3"/>
                    <a:pt x="6" y="2"/>
                  </a:cubicBezTo>
                  <a:cubicBezTo>
                    <a:pt x="5" y="0"/>
                    <a:pt x="2" y="0"/>
                    <a:pt x="0" y="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38" name="Freeform 27">
              <a:extLst>
                <a:ext uri="{FF2B5EF4-FFF2-40B4-BE49-F238E27FC236}">
                  <a16:creationId xmlns:a16="http://schemas.microsoft.com/office/drawing/2014/main" id="{305C0D6C-3D71-3179-7D29-E2F03854D7A2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1361" y="2481278"/>
              <a:ext cx="9764" cy="9764"/>
            </a:xfrm>
            <a:custGeom>
              <a:avLst/>
              <a:gdLst>
                <a:gd name="T0" fmla="*/ 2 w 3"/>
                <a:gd name="T1" fmla="*/ 0 h 3"/>
                <a:gd name="T2" fmla="*/ 2 w 3"/>
                <a:gd name="T3" fmla="*/ 0 h 3"/>
                <a:gd name="T4" fmla="*/ 0 w 3"/>
                <a:gd name="T5" fmla="*/ 1 h 3"/>
                <a:gd name="T6" fmla="*/ 0 w 3"/>
                <a:gd name="T7" fmla="*/ 2 h 3"/>
                <a:gd name="T8" fmla="*/ 2 w 3"/>
                <a:gd name="T9" fmla="*/ 3 h 3"/>
                <a:gd name="T10" fmla="*/ 2 w 3"/>
                <a:gd name="T11" fmla="*/ 3 h 3"/>
                <a:gd name="T12" fmla="*/ 3 w 3"/>
                <a:gd name="T13" fmla="*/ 2 h 3"/>
                <a:gd name="T14" fmla="*/ 3 w 3"/>
                <a:gd name="T15" fmla="*/ 1 h 3"/>
                <a:gd name="T16" fmla="*/ 2 w 3"/>
                <a:gd name="T1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3"/>
                    <a:pt x="3" y="3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0"/>
                    <a:pt x="3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39" name="Freeform 28">
              <a:extLst>
                <a:ext uri="{FF2B5EF4-FFF2-40B4-BE49-F238E27FC236}">
                  <a16:creationId xmlns:a16="http://schemas.microsoft.com/office/drawing/2014/main" id="{82B7B459-754E-606A-64DB-CCBB4260DD2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0650" y="2465003"/>
              <a:ext cx="6509" cy="26036"/>
            </a:xfrm>
            <a:custGeom>
              <a:avLst/>
              <a:gdLst>
                <a:gd name="T0" fmla="*/ 1 w 2"/>
                <a:gd name="T1" fmla="*/ 0 h 8"/>
                <a:gd name="T2" fmla="*/ 1 w 2"/>
                <a:gd name="T3" fmla="*/ 0 h 8"/>
                <a:gd name="T4" fmla="*/ 0 w 2"/>
                <a:gd name="T5" fmla="*/ 1 h 8"/>
                <a:gd name="T6" fmla="*/ 0 w 2"/>
                <a:gd name="T7" fmla="*/ 7 h 8"/>
                <a:gd name="T8" fmla="*/ 1 w 2"/>
                <a:gd name="T9" fmla="*/ 8 h 8"/>
                <a:gd name="T10" fmla="*/ 1 w 2"/>
                <a:gd name="T11" fmla="*/ 8 h 8"/>
                <a:gd name="T12" fmla="*/ 2 w 2"/>
                <a:gd name="T13" fmla="*/ 7 h 8"/>
                <a:gd name="T14" fmla="*/ 2 w 2"/>
                <a:gd name="T15" fmla="*/ 1 h 8"/>
                <a:gd name="T16" fmla="*/ 1 w 2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" h="8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8"/>
                    <a:pt x="0" y="8"/>
                    <a:pt x="1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7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0"/>
                    <a:pt x="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0" name="Freeform 29">
              <a:extLst>
                <a:ext uri="{FF2B5EF4-FFF2-40B4-BE49-F238E27FC236}">
                  <a16:creationId xmlns:a16="http://schemas.microsoft.com/office/drawing/2014/main" id="{2739D395-D20A-9087-32F3-51A8FD65DA15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3250" y="2465003"/>
              <a:ext cx="26036" cy="26036"/>
            </a:xfrm>
            <a:custGeom>
              <a:avLst/>
              <a:gdLst>
                <a:gd name="T0" fmla="*/ 12 w 16"/>
                <a:gd name="T1" fmla="*/ 0 h 16"/>
                <a:gd name="T2" fmla="*/ 8 w 16"/>
                <a:gd name="T3" fmla="*/ 14 h 16"/>
                <a:gd name="T4" fmla="*/ 4 w 16"/>
                <a:gd name="T5" fmla="*/ 0 h 16"/>
                <a:gd name="T6" fmla="*/ 0 w 16"/>
                <a:gd name="T7" fmla="*/ 0 h 16"/>
                <a:gd name="T8" fmla="*/ 0 w 16"/>
                <a:gd name="T9" fmla="*/ 16 h 16"/>
                <a:gd name="T10" fmla="*/ 2 w 16"/>
                <a:gd name="T11" fmla="*/ 16 h 16"/>
                <a:gd name="T12" fmla="*/ 2 w 16"/>
                <a:gd name="T13" fmla="*/ 4 h 16"/>
                <a:gd name="T14" fmla="*/ 2 w 16"/>
                <a:gd name="T15" fmla="*/ 4 h 16"/>
                <a:gd name="T16" fmla="*/ 8 w 16"/>
                <a:gd name="T17" fmla="*/ 16 h 16"/>
                <a:gd name="T18" fmla="*/ 8 w 16"/>
                <a:gd name="T19" fmla="*/ 16 h 16"/>
                <a:gd name="T20" fmla="*/ 14 w 16"/>
                <a:gd name="T21" fmla="*/ 4 h 16"/>
                <a:gd name="T22" fmla="*/ 14 w 16"/>
                <a:gd name="T23" fmla="*/ 4 h 16"/>
                <a:gd name="T24" fmla="*/ 14 w 16"/>
                <a:gd name="T25" fmla="*/ 16 h 16"/>
                <a:gd name="T26" fmla="*/ 16 w 16"/>
                <a:gd name="T27" fmla="*/ 16 h 16"/>
                <a:gd name="T28" fmla="*/ 16 w 16"/>
                <a:gd name="T29" fmla="*/ 0 h 16"/>
                <a:gd name="T30" fmla="*/ 12 w 16"/>
                <a:gd name="T3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16">
                  <a:moveTo>
                    <a:pt x="12" y="0"/>
                  </a:moveTo>
                  <a:lnTo>
                    <a:pt x="8" y="14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2" y="4"/>
                  </a:lnTo>
                  <a:lnTo>
                    <a:pt x="2" y="4"/>
                  </a:lnTo>
                  <a:lnTo>
                    <a:pt x="8" y="16"/>
                  </a:lnTo>
                  <a:lnTo>
                    <a:pt x="8" y="16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4" y="16"/>
                  </a:lnTo>
                  <a:lnTo>
                    <a:pt x="16" y="16"/>
                  </a:lnTo>
                  <a:lnTo>
                    <a:pt x="16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1" name="Freeform 30">
              <a:extLst>
                <a:ext uri="{FF2B5EF4-FFF2-40B4-BE49-F238E27FC236}">
                  <a16:creationId xmlns:a16="http://schemas.microsoft.com/office/drawing/2014/main" id="{AEBCABE1-09FC-3688-8F4C-F500072A925F}"/>
                </a:ext>
              </a:extLst>
            </p:cNvPr>
            <p:cNvSpPr>
              <a:spLocks/>
            </p:cNvSpPr>
            <p:nvPr/>
          </p:nvSpPr>
          <p:spPr bwMode="auto">
            <a:xfrm>
              <a:off x="7307632" y="2471512"/>
              <a:ext cx="6509" cy="19527"/>
            </a:xfrm>
            <a:custGeom>
              <a:avLst/>
              <a:gdLst>
                <a:gd name="T0" fmla="*/ 1 w 2"/>
                <a:gd name="T1" fmla="*/ 0 h 6"/>
                <a:gd name="T2" fmla="*/ 1 w 2"/>
                <a:gd name="T3" fmla="*/ 0 h 6"/>
                <a:gd name="T4" fmla="*/ 0 w 2"/>
                <a:gd name="T5" fmla="*/ 2 h 6"/>
                <a:gd name="T6" fmla="*/ 0 w 2"/>
                <a:gd name="T7" fmla="*/ 5 h 6"/>
                <a:gd name="T8" fmla="*/ 1 w 2"/>
                <a:gd name="T9" fmla="*/ 6 h 6"/>
                <a:gd name="T10" fmla="*/ 1 w 2"/>
                <a:gd name="T11" fmla="*/ 6 h 6"/>
                <a:gd name="T12" fmla="*/ 2 w 2"/>
                <a:gd name="T13" fmla="*/ 5 h 6"/>
                <a:gd name="T14" fmla="*/ 2 w 2"/>
                <a:gd name="T15" fmla="*/ 2 h 6"/>
                <a:gd name="T16" fmla="*/ 1 w 2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" h="6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6"/>
                    <a:pt x="2" y="6"/>
                    <a:pt x="2" y="5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3B01CDF0-E6F7-2C7B-575B-ECD654A3154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3" name="Textplatzhalter 17">
            <a:extLst>
              <a:ext uri="{FF2B5EF4-FFF2-40B4-BE49-F238E27FC236}">
                <a16:creationId xmlns:a16="http://schemas.microsoft.com/office/drawing/2014/main" id="{A5F583D8-515E-27EC-BCCD-3710DB0999C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23F2A9D6-0815-3602-98AC-29A295F26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24D83CDA-7824-4202-EB04-6080F938BB8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882260" y="2764852"/>
            <a:ext cx="4163476" cy="2783988"/>
          </a:xfrm>
          <a:custGeom>
            <a:avLst/>
            <a:gdLst>
              <a:gd name="connsiteX0" fmla="*/ 130223 w 5121354"/>
              <a:gd name="connsiteY0" fmla="*/ 0 h 3353148"/>
              <a:gd name="connsiteX1" fmla="*/ 4991131 w 5121354"/>
              <a:gd name="connsiteY1" fmla="*/ 0 h 3353148"/>
              <a:gd name="connsiteX2" fmla="*/ 5121354 w 5121354"/>
              <a:gd name="connsiteY2" fmla="*/ 130253 h 3353148"/>
              <a:gd name="connsiteX3" fmla="*/ 5121354 w 5121354"/>
              <a:gd name="connsiteY3" fmla="*/ 3353148 h 3353148"/>
              <a:gd name="connsiteX4" fmla="*/ 0 w 5121354"/>
              <a:gd name="connsiteY4" fmla="*/ 3353148 h 3353148"/>
              <a:gd name="connsiteX5" fmla="*/ 0 w 5121354"/>
              <a:gd name="connsiteY5" fmla="*/ 130253 h 3353148"/>
              <a:gd name="connsiteX6" fmla="*/ 130223 w 5121354"/>
              <a:gd name="connsiteY6" fmla="*/ 0 h 335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21354" h="3353148">
                <a:moveTo>
                  <a:pt x="130223" y="0"/>
                </a:moveTo>
                <a:cubicBezTo>
                  <a:pt x="130223" y="0"/>
                  <a:pt x="130223" y="0"/>
                  <a:pt x="4991131" y="0"/>
                </a:cubicBezTo>
                <a:cubicBezTo>
                  <a:pt x="5062581" y="0"/>
                  <a:pt x="5121354" y="58788"/>
                  <a:pt x="5121354" y="130253"/>
                </a:cubicBezTo>
                <a:lnTo>
                  <a:pt x="5121354" y="3353148"/>
                </a:lnTo>
                <a:cubicBezTo>
                  <a:pt x="5121354" y="3353148"/>
                  <a:pt x="5121354" y="3353148"/>
                  <a:pt x="0" y="3353148"/>
                </a:cubicBezTo>
                <a:cubicBezTo>
                  <a:pt x="0" y="3353148"/>
                  <a:pt x="0" y="3353148"/>
                  <a:pt x="0" y="130253"/>
                </a:cubicBezTo>
                <a:cubicBezTo>
                  <a:pt x="0" y="58788"/>
                  <a:pt x="58775" y="0"/>
                  <a:pt x="130223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/>
            </a:lvl1pPr>
          </a:lstStyle>
          <a:p>
            <a:endParaRPr lang="de-DE"/>
          </a:p>
        </p:txBody>
      </p:sp>
      <p:sp>
        <p:nvSpPr>
          <p:cNvPr id="8" name="Bildplatzhalter 36">
            <a:extLst>
              <a:ext uri="{FF2B5EF4-FFF2-40B4-BE49-F238E27FC236}">
                <a16:creationId xmlns:a16="http://schemas.microsoft.com/office/drawing/2014/main" id="{B1911810-EB33-0633-D70B-D2D85E4175F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882260" y="2764852"/>
            <a:ext cx="4163476" cy="2783988"/>
          </a:xfrm>
          <a:custGeom>
            <a:avLst/>
            <a:gdLst>
              <a:gd name="connsiteX0" fmla="*/ 130223 w 5121354"/>
              <a:gd name="connsiteY0" fmla="*/ 0 h 3353148"/>
              <a:gd name="connsiteX1" fmla="*/ 4991131 w 5121354"/>
              <a:gd name="connsiteY1" fmla="*/ 0 h 3353148"/>
              <a:gd name="connsiteX2" fmla="*/ 5121354 w 5121354"/>
              <a:gd name="connsiteY2" fmla="*/ 130253 h 3353148"/>
              <a:gd name="connsiteX3" fmla="*/ 5121354 w 5121354"/>
              <a:gd name="connsiteY3" fmla="*/ 3353148 h 3353148"/>
              <a:gd name="connsiteX4" fmla="*/ 0 w 5121354"/>
              <a:gd name="connsiteY4" fmla="*/ 3353148 h 3353148"/>
              <a:gd name="connsiteX5" fmla="*/ 0 w 5121354"/>
              <a:gd name="connsiteY5" fmla="*/ 130253 h 3353148"/>
              <a:gd name="connsiteX6" fmla="*/ 130223 w 5121354"/>
              <a:gd name="connsiteY6" fmla="*/ 0 h 335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21354" h="3353148">
                <a:moveTo>
                  <a:pt x="130223" y="0"/>
                </a:moveTo>
                <a:cubicBezTo>
                  <a:pt x="130223" y="0"/>
                  <a:pt x="130223" y="0"/>
                  <a:pt x="4991131" y="0"/>
                </a:cubicBezTo>
                <a:cubicBezTo>
                  <a:pt x="5062581" y="0"/>
                  <a:pt x="5121354" y="58788"/>
                  <a:pt x="5121354" y="130253"/>
                </a:cubicBezTo>
                <a:lnTo>
                  <a:pt x="5121354" y="3353148"/>
                </a:lnTo>
                <a:cubicBezTo>
                  <a:pt x="5121354" y="3353148"/>
                  <a:pt x="5121354" y="3353148"/>
                  <a:pt x="0" y="3353148"/>
                </a:cubicBezTo>
                <a:cubicBezTo>
                  <a:pt x="0" y="3353148"/>
                  <a:pt x="0" y="3353148"/>
                  <a:pt x="0" y="130253"/>
                </a:cubicBezTo>
                <a:cubicBezTo>
                  <a:pt x="0" y="58788"/>
                  <a:pt x="58775" y="0"/>
                  <a:pt x="130223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endParaRPr lang="de-DE"/>
          </a:p>
        </p:txBody>
      </p:sp>
      <p:grpSp>
        <p:nvGrpSpPr>
          <p:cNvPr id="9" name="Group 22">
            <a:extLst>
              <a:ext uri="{FF2B5EF4-FFF2-40B4-BE49-F238E27FC236}">
                <a16:creationId xmlns:a16="http://schemas.microsoft.com/office/drawing/2014/main" id="{C9B61E0A-8EF7-9706-6597-7181EF1D1B09}"/>
              </a:ext>
            </a:extLst>
          </p:cNvPr>
          <p:cNvGrpSpPr/>
          <p:nvPr userDrawn="1"/>
        </p:nvGrpSpPr>
        <p:grpSpPr>
          <a:xfrm>
            <a:off x="6351402" y="2718513"/>
            <a:ext cx="5221915" cy="3015681"/>
            <a:chOff x="6144186" y="2371271"/>
            <a:chExt cx="6403598" cy="3665723"/>
          </a:xfrm>
          <a:solidFill>
            <a:srgbClr val="2F3941"/>
          </a:solidFill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674CE941-592F-A407-8DDB-F079EB27AFE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64141" y="5953183"/>
              <a:ext cx="6363688" cy="83811"/>
            </a:xfrm>
            <a:custGeom>
              <a:avLst/>
              <a:gdLst>
                <a:gd name="T0" fmla="*/ 1596 w 1596"/>
                <a:gd name="T1" fmla="*/ 0 h 21"/>
                <a:gd name="T2" fmla="*/ 0 w 1596"/>
                <a:gd name="T3" fmla="*/ 0 h 21"/>
                <a:gd name="T4" fmla="*/ 229 w 1596"/>
                <a:gd name="T5" fmla="*/ 21 h 21"/>
                <a:gd name="T6" fmla="*/ 1391 w 1596"/>
                <a:gd name="T7" fmla="*/ 21 h 21"/>
                <a:gd name="T8" fmla="*/ 1596 w 1596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96" h="21">
                  <a:moveTo>
                    <a:pt x="159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5" y="12"/>
                    <a:pt x="133" y="21"/>
                    <a:pt x="229" y="21"/>
                  </a:cubicBezTo>
                  <a:cubicBezTo>
                    <a:pt x="1391" y="21"/>
                    <a:pt x="1391" y="21"/>
                    <a:pt x="1391" y="21"/>
                  </a:cubicBezTo>
                  <a:cubicBezTo>
                    <a:pt x="1530" y="21"/>
                    <a:pt x="1582" y="11"/>
                    <a:pt x="159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C16E2789-FEFE-0045-590C-94CC490129A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0843" y="2371271"/>
              <a:ext cx="5214273" cy="3542004"/>
            </a:xfrm>
            <a:custGeom>
              <a:avLst/>
              <a:gdLst>
                <a:gd name="T0" fmla="*/ 1260 w 1307"/>
                <a:gd name="T1" fmla="*/ 0 h 888"/>
                <a:gd name="T2" fmla="*/ 47 w 1307"/>
                <a:gd name="T3" fmla="*/ 0 h 888"/>
                <a:gd name="T4" fmla="*/ 0 w 1307"/>
                <a:gd name="T5" fmla="*/ 47 h 888"/>
                <a:gd name="T6" fmla="*/ 0 w 1307"/>
                <a:gd name="T7" fmla="*/ 876 h 888"/>
                <a:gd name="T8" fmla="*/ 12 w 1307"/>
                <a:gd name="T9" fmla="*/ 888 h 888"/>
                <a:gd name="T10" fmla="*/ 14 w 1307"/>
                <a:gd name="T11" fmla="*/ 888 h 888"/>
                <a:gd name="T12" fmla="*/ 14 w 1307"/>
                <a:gd name="T13" fmla="*/ 46 h 888"/>
                <a:gd name="T14" fmla="*/ 46 w 1307"/>
                <a:gd name="T15" fmla="*/ 14 h 888"/>
                <a:gd name="T16" fmla="*/ 1261 w 1307"/>
                <a:gd name="T17" fmla="*/ 14 h 888"/>
                <a:gd name="T18" fmla="*/ 1294 w 1307"/>
                <a:gd name="T19" fmla="*/ 46 h 888"/>
                <a:gd name="T20" fmla="*/ 1294 w 1307"/>
                <a:gd name="T21" fmla="*/ 888 h 888"/>
                <a:gd name="T22" fmla="*/ 1296 w 1307"/>
                <a:gd name="T23" fmla="*/ 888 h 888"/>
                <a:gd name="T24" fmla="*/ 1307 w 1307"/>
                <a:gd name="T25" fmla="*/ 876 h 888"/>
                <a:gd name="T26" fmla="*/ 1307 w 1307"/>
                <a:gd name="T27" fmla="*/ 47 h 888"/>
                <a:gd name="T28" fmla="*/ 1260 w 1307"/>
                <a:gd name="T29" fmla="*/ 0 h 8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07" h="888">
                  <a:moveTo>
                    <a:pt x="1260" y="0"/>
                  </a:moveTo>
                  <a:cubicBezTo>
                    <a:pt x="47" y="0"/>
                    <a:pt x="47" y="0"/>
                    <a:pt x="47" y="0"/>
                  </a:cubicBezTo>
                  <a:cubicBezTo>
                    <a:pt x="21" y="0"/>
                    <a:pt x="0" y="21"/>
                    <a:pt x="0" y="47"/>
                  </a:cubicBezTo>
                  <a:cubicBezTo>
                    <a:pt x="0" y="876"/>
                    <a:pt x="0" y="876"/>
                    <a:pt x="0" y="876"/>
                  </a:cubicBezTo>
                  <a:cubicBezTo>
                    <a:pt x="0" y="883"/>
                    <a:pt x="6" y="888"/>
                    <a:pt x="12" y="888"/>
                  </a:cubicBezTo>
                  <a:cubicBezTo>
                    <a:pt x="14" y="888"/>
                    <a:pt x="14" y="888"/>
                    <a:pt x="14" y="888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28"/>
                    <a:pt x="29" y="14"/>
                    <a:pt x="46" y="14"/>
                  </a:cubicBezTo>
                  <a:cubicBezTo>
                    <a:pt x="1261" y="14"/>
                    <a:pt x="1261" y="14"/>
                    <a:pt x="1261" y="14"/>
                  </a:cubicBezTo>
                  <a:cubicBezTo>
                    <a:pt x="1279" y="14"/>
                    <a:pt x="1294" y="28"/>
                    <a:pt x="1294" y="46"/>
                  </a:cubicBezTo>
                  <a:cubicBezTo>
                    <a:pt x="1294" y="888"/>
                    <a:pt x="1294" y="888"/>
                    <a:pt x="1294" y="888"/>
                  </a:cubicBezTo>
                  <a:cubicBezTo>
                    <a:pt x="1296" y="888"/>
                    <a:pt x="1296" y="888"/>
                    <a:pt x="1296" y="888"/>
                  </a:cubicBezTo>
                  <a:cubicBezTo>
                    <a:pt x="1302" y="888"/>
                    <a:pt x="1307" y="883"/>
                    <a:pt x="1307" y="876"/>
                  </a:cubicBezTo>
                  <a:cubicBezTo>
                    <a:pt x="1307" y="47"/>
                    <a:pt x="1307" y="47"/>
                    <a:pt x="1307" y="47"/>
                  </a:cubicBezTo>
                  <a:cubicBezTo>
                    <a:pt x="1307" y="21"/>
                    <a:pt x="1286" y="0"/>
                    <a:pt x="126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22F44E6A-FE97-6420-0275-ACC80F5EB4E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0843" y="5765622"/>
              <a:ext cx="5214273" cy="147666"/>
            </a:xfrm>
            <a:custGeom>
              <a:avLst/>
              <a:gdLst>
                <a:gd name="T0" fmla="*/ 0 w 1307"/>
                <a:gd name="T1" fmla="*/ 0 h 37"/>
                <a:gd name="T2" fmla="*/ 0 w 1307"/>
                <a:gd name="T3" fmla="*/ 25 h 37"/>
                <a:gd name="T4" fmla="*/ 12 w 1307"/>
                <a:gd name="T5" fmla="*/ 37 h 37"/>
                <a:gd name="T6" fmla="*/ 1296 w 1307"/>
                <a:gd name="T7" fmla="*/ 37 h 37"/>
                <a:gd name="T8" fmla="*/ 1307 w 1307"/>
                <a:gd name="T9" fmla="*/ 25 h 37"/>
                <a:gd name="T10" fmla="*/ 1307 w 1307"/>
                <a:gd name="T11" fmla="*/ 0 h 37"/>
                <a:gd name="T12" fmla="*/ 0 w 1307"/>
                <a:gd name="T13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7" h="37">
                  <a:moveTo>
                    <a:pt x="0" y="0"/>
                  </a:moveTo>
                  <a:cubicBezTo>
                    <a:pt x="0" y="25"/>
                    <a:pt x="0" y="25"/>
                    <a:pt x="0" y="25"/>
                  </a:cubicBezTo>
                  <a:cubicBezTo>
                    <a:pt x="0" y="32"/>
                    <a:pt x="6" y="37"/>
                    <a:pt x="12" y="37"/>
                  </a:cubicBezTo>
                  <a:cubicBezTo>
                    <a:pt x="1296" y="37"/>
                    <a:pt x="1296" y="37"/>
                    <a:pt x="1296" y="37"/>
                  </a:cubicBezTo>
                  <a:cubicBezTo>
                    <a:pt x="1302" y="37"/>
                    <a:pt x="1307" y="32"/>
                    <a:pt x="1307" y="25"/>
                  </a:cubicBezTo>
                  <a:cubicBezTo>
                    <a:pt x="1307" y="0"/>
                    <a:pt x="1307" y="0"/>
                    <a:pt x="130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102EF1A7-FF66-B7A2-52BA-5F31F7182982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4186" y="5909336"/>
              <a:ext cx="6403598" cy="43901"/>
            </a:xfrm>
            <a:custGeom>
              <a:avLst/>
              <a:gdLst>
                <a:gd name="T0" fmla="*/ 1601 w 1606"/>
                <a:gd name="T1" fmla="*/ 11 h 11"/>
                <a:gd name="T2" fmla="*/ 5 w 1606"/>
                <a:gd name="T3" fmla="*/ 11 h 11"/>
                <a:gd name="T4" fmla="*/ 0 w 1606"/>
                <a:gd name="T5" fmla="*/ 5 h 11"/>
                <a:gd name="T6" fmla="*/ 5 w 1606"/>
                <a:gd name="T7" fmla="*/ 0 h 11"/>
                <a:gd name="T8" fmla="*/ 1601 w 1606"/>
                <a:gd name="T9" fmla="*/ 0 h 11"/>
                <a:gd name="T10" fmla="*/ 1606 w 1606"/>
                <a:gd name="T11" fmla="*/ 5 h 11"/>
                <a:gd name="T12" fmla="*/ 1601 w 1606"/>
                <a:gd name="T13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06" h="11">
                  <a:moveTo>
                    <a:pt x="1601" y="11"/>
                  </a:moveTo>
                  <a:cubicBezTo>
                    <a:pt x="5" y="11"/>
                    <a:pt x="5" y="11"/>
                    <a:pt x="5" y="11"/>
                  </a:cubicBezTo>
                  <a:cubicBezTo>
                    <a:pt x="2" y="11"/>
                    <a:pt x="0" y="8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1601" y="0"/>
                    <a:pt x="1601" y="0"/>
                    <a:pt x="1601" y="0"/>
                  </a:cubicBezTo>
                  <a:cubicBezTo>
                    <a:pt x="1604" y="0"/>
                    <a:pt x="1606" y="2"/>
                    <a:pt x="1606" y="5"/>
                  </a:cubicBezTo>
                  <a:cubicBezTo>
                    <a:pt x="1606" y="8"/>
                    <a:pt x="1604" y="11"/>
                    <a:pt x="1601" y="11"/>
                  </a:cubicBezTo>
                </a:path>
              </a:pathLst>
            </a:custGeom>
            <a:gradFill flip="none" rotWithShape="1">
              <a:gsLst>
                <a:gs pos="52000">
                  <a:schemeClr val="tx1"/>
                </a:gs>
                <a:gs pos="99000">
                  <a:srgbClr val="2F3941"/>
                </a:gs>
                <a:gs pos="0">
                  <a:schemeClr val="tx1">
                    <a:lumMod val="5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</p:grpSp>
      <p:sp>
        <p:nvSpPr>
          <p:cNvPr id="14" name="Bildplatzhalter 53">
            <a:extLst>
              <a:ext uri="{FF2B5EF4-FFF2-40B4-BE49-F238E27FC236}">
                <a16:creationId xmlns:a16="http://schemas.microsoft.com/office/drawing/2014/main" id="{5CBC6FEB-61D6-7FAB-FCD2-B29C7E35EB2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087155" y="2431904"/>
            <a:ext cx="2510152" cy="3276014"/>
          </a:xfrm>
          <a:custGeom>
            <a:avLst/>
            <a:gdLst>
              <a:gd name="connsiteX0" fmla="*/ 106268 w 2517211"/>
              <a:gd name="connsiteY0" fmla="*/ 0 h 3285589"/>
              <a:gd name="connsiteX1" fmla="*/ 2410944 w 2517211"/>
              <a:gd name="connsiteY1" fmla="*/ 0 h 3285589"/>
              <a:gd name="connsiteX2" fmla="*/ 2517211 w 2517211"/>
              <a:gd name="connsiteY2" fmla="*/ 105139 h 3285589"/>
              <a:gd name="connsiteX3" fmla="*/ 2517211 w 2517211"/>
              <a:gd name="connsiteY3" fmla="*/ 3180451 h 3285589"/>
              <a:gd name="connsiteX4" fmla="*/ 2410944 w 2517211"/>
              <a:gd name="connsiteY4" fmla="*/ 3285589 h 3285589"/>
              <a:gd name="connsiteX5" fmla="*/ 106268 w 2517211"/>
              <a:gd name="connsiteY5" fmla="*/ 3285589 h 3285589"/>
              <a:gd name="connsiteX6" fmla="*/ 0 w 2517211"/>
              <a:gd name="connsiteY6" fmla="*/ 3180451 h 3285589"/>
              <a:gd name="connsiteX7" fmla="*/ 0 w 2517211"/>
              <a:gd name="connsiteY7" fmla="*/ 105139 h 3285589"/>
              <a:gd name="connsiteX8" fmla="*/ 106268 w 2517211"/>
              <a:gd name="connsiteY8" fmla="*/ 0 h 3285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17211" h="3285589">
                <a:moveTo>
                  <a:pt x="106268" y="0"/>
                </a:moveTo>
                <a:cubicBezTo>
                  <a:pt x="2410944" y="0"/>
                  <a:pt x="2410944" y="0"/>
                  <a:pt x="2410944" y="0"/>
                </a:cubicBezTo>
                <a:cubicBezTo>
                  <a:pt x="2467399" y="0"/>
                  <a:pt x="2517211" y="49284"/>
                  <a:pt x="2517211" y="105139"/>
                </a:cubicBezTo>
                <a:cubicBezTo>
                  <a:pt x="2517211" y="3180451"/>
                  <a:pt x="2517211" y="3180451"/>
                  <a:pt x="2517211" y="3180451"/>
                </a:cubicBezTo>
                <a:cubicBezTo>
                  <a:pt x="2517211" y="3239591"/>
                  <a:pt x="2467399" y="3285589"/>
                  <a:pt x="2410944" y="3285589"/>
                </a:cubicBezTo>
                <a:cubicBezTo>
                  <a:pt x="106268" y="3285589"/>
                  <a:pt x="106268" y="3285589"/>
                  <a:pt x="106268" y="3285589"/>
                </a:cubicBezTo>
                <a:cubicBezTo>
                  <a:pt x="46493" y="3285589"/>
                  <a:pt x="0" y="3239591"/>
                  <a:pt x="0" y="3180451"/>
                </a:cubicBezTo>
                <a:cubicBezTo>
                  <a:pt x="0" y="105139"/>
                  <a:pt x="0" y="105139"/>
                  <a:pt x="0" y="105139"/>
                </a:cubicBezTo>
                <a:cubicBezTo>
                  <a:pt x="0" y="49284"/>
                  <a:pt x="46493" y="0"/>
                  <a:pt x="106268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/>
            </a:lvl1pPr>
          </a:lstStyle>
          <a:p>
            <a:endParaRPr lang="de-DE"/>
          </a:p>
        </p:txBody>
      </p:sp>
      <p:grpSp>
        <p:nvGrpSpPr>
          <p:cNvPr id="15" name="Group 27">
            <a:extLst>
              <a:ext uri="{FF2B5EF4-FFF2-40B4-BE49-F238E27FC236}">
                <a16:creationId xmlns:a16="http://schemas.microsoft.com/office/drawing/2014/main" id="{63698573-FA8C-5ADB-9EF8-3FE774F6E2C8}"/>
              </a:ext>
            </a:extLst>
          </p:cNvPr>
          <p:cNvGrpSpPr/>
          <p:nvPr userDrawn="1"/>
        </p:nvGrpSpPr>
        <p:grpSpPr>
          <a:xfrm>
            <a:off x="7105852" y="2461748"/>
            <a:ext cx="364509" cy="29294"/>
            <a:chOff x="7105852" y="2461748"/>
            <a:chExt cx="364509" cy="29294"/>
          </a:xfrm>
          <a:pattFill prst="pct5">
            <a:fgClr>
              <a:schemeClr val="tx1"/>
            </a:fgClr>
            <a:bgClr>
              <a:schemeClr val="bg1"/>
            </a:bgClr>
          </a:pattFill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70E66A04-0DCF-A034-E9E2-ED1C52507A77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8398" y="2465003"/>
              <a:ext cx="16273" cy="26036"/>
            </a:xfrm>
            <a:custGeom>
              <a:avLst/>
              <a:gdLst>
                <a:gd name="T0" fmla="*/ 3 w 5"/>
                <a:gd name="T1" fmla="*/ 4 h 8"/>
                <a:gd name="T2" fmla="*/ 3 w 5"/>
                <a:gd name="T3" fmla="*/ 4 h 8"/>
                <a:gd name="T4" fmla="*/ 4 w 5"/>
                <a:gd name="T5" fmla="*/ 3 h 8"/>
                <a:gd name="T6" fmla="*/ 4 w 5"/>
                <a:gd name="T7" fmla="*/ 2 h 8"/>
                <a:gd name="T8" fmla="*/ 4 w 5"/>
                <a:gd name="T9" fmla="*/ 1 h 8"/>
                <a:gd name="T10" fmla="*/ 4 w 5"/>
                <a:gd name="T11" fmla="*/ 1 h 8"/>
                <a:gd name="T12" fmla="*/ 3 w 5"/>
                <a:gd name="T13" fmla="*/ 0 h 8"/>
                <a:gd name="T14" fmla="*/ 2 w 5"/>
                <a:gd name="T15" fmla="*/ 0 h 8"/>
                <a:gd name="T16" fmla="*/ 1 w 5"/>
                <a:gd name="T17" fmla="*/ 0 h 8"/>
                <a:gd name="T18" fmla="*/ 0 w 5"/>
                <a:gd name="T19" fmla="*/ 1 h 8"/>
                <a:gd name="T20" fmla="*/ 0 w 5"/>
                <a:gd name="T21" fmla="*/ 2 h 8"/>
                <a:gd name="T22" fmla="*/ 0 w 5"/>
                <a:gd name="T23" fmla="*/ 3 h 8"/>
                <a:gd name="T24" fmla="*/ 1 w 5"/>
                <a:gd name="T25" fmla="*/ 3 h 8"/>
                <a:gd name="T26" fmla="*/ 1 w 5"/>
                <a:gd name="T27" fmla="*/ 2 h 8"/>
                <a:gd name="T28" fmla="*/ 1 w 5"/>
                <a:gd name="T29" fmla="*/ 2 h 8"/>
                <a:gd name="T30" fmla="*/ 1 w 5"/>
                <a:gd name="T31" fmla="*/ 1 h 8"/>
                <a:gd name="T32" fmla="*/ 2 w 5"/>
                <a:gd name="T33" fmla="*/ 1 h 8"/>
                <a:gd name="T34" fmla="*/ 3 w 5"/>
                <a:gd name="T35" fmla="*/ 1 h 8"/>
                <a:gd name="T36" fmla="*/ 3 w 5"/>
                <a:gd name="T37" fmla="*/ 2 h 8"/>
                <a:gd name="T38" fmla="*/ 3 w 5"/>
                <a:gd name="T39" fmla="*/ 3 h 8"/>
                <a:gd name="T40" fmla="*/ 3 w 5"/>
                <a:gd name="T41" fmla="*/ 3 h 8"/>
                <a:gd name="T42" fmla="*/ 2 w 5"/>
                <a:gd name="T43" fmla="*/ 3 h 8"/>
                <a:gd name="T44" fmla="*/ 2 w 5"/>
                <a:gd name="T45" fmla="*/ 4 h 8"/>
                <a:gd name="T46" fmla="*/ 2 w 5"/>
                <a:gd name="T47" fmla="*/ 4 h 8"/>
                <a:gd name="T48" fmla="*/ 2 w 5"/>
                <a:gd name="T49" fmla="*/ 4 h 8"/>
                <a:gd name="T50" fmla="*/ 2 w 5"/>
                <a:gd name="T51" fmla="*/ 4 h 8"/>
                <a:gd name="T52" fmla="*/ 2 w 5"/>
                <a:gd name="T53" fmla="*/ 4 h 8"/>
                <a:gd name="T54" fmla="*/ 3 w 5"/>
                <a:gd name="T55" fmla="*/ 4 h 8"/>
                <a:gd name="T56" fmla="*/ 3 w 5"/>
                <a:gd name="T57" fmla="*/ 5 h 8"/>
                <a:gd name="T58" fmla="*/ 4 w 5"/>
                <a:gd name="T59" fmla="*/ 5 h 8"/>
                <a:gd name="T60" fmla="*/ 4 w 5"/>
                <a:gd name="T61" fmla="*/ 6 h 8"/>
                <a:gd name="T62" fmla="*/ 4 w 5"/>
                <a:gd name="T63" fmla="*/ 6 h 8"/>
                <a:gd name="T64" fmla="*/ 3 w 5"/>
                <a:gd name="T65" fmla="*/ 7 h 8"/>
                <a:gd name="T66" fmla="*/ 3 w 5"/>
                <a:gd name="T67" fmla="*/ 7 h 8"/>
                <a:gd name="T68" fmla="*/ 2 w 5"/>
                <a:gd name="T69" fmla="*/ 7 h 8"/>
                <a:gd name="T70" fmla="*/ 1 w 5"/>
                <a:gd name="T71" fmla="*/ 7 h 8"/>
                <a:gd name="T72" fmla="*/ 0 w 5"/>
                <a:gd name="T73" fmla="*/ 5 h 8"/>
                <a:gd name="T74" fmla="*/ 0 w 5"/>
                <a:gd name="T75" fmla="*/ 5 h 8"/>
                <a:gd name="T76" fmla="*/ 0 w 5"/>
                <a:gd name="T77" fmla="*/ 6 h 8"/>
                <a:gd name="T78" fmla="*/ 0 w 5"/>
                <a:gd name="T79" fmla="*/ 7 h 8"/>
                <a:gd name="T80" fmla="*/ 1 w 5"/>
                <a:gd name="T81" fmla="*/ 8 h 8"/>
                <a:gd name="T82" fmla="*/ 2 w 5"/>
                <a:gd name="T83" fmla="*/ 8 h 8"/>
                <a:gd name="T84" fmla="*/ 3 w 5"/>
                <a:gd name="T85" fmla="*/ 8 h 8"/>
                <a:gd name="T86" fmla="*/ 4 w 5"/>
                <a:gd name="T87" fmla="*/ 7 h 8"/>
                <a:gd name="T88" fmla="*/ 4 w 5"/>
                <a:gd name="T89" fmla="*/ 7 h 8"/>
                <a:gd name="T90" fmla="*/ 5 w 5"/>
                <a:gd name="T91" fmla="*/ 6 h 8"/>
                <a:gd name="T92" fmla="*/ 4 w 5"/>
                <a:gd name="T93" fmla="*/ 4 h 8"/>
                <a:gd name="T94" fmla="*/ 3 w 5"/>
                <a:gd name="T95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" h="8">
                  <a:moveTo>
                    <a:pt x="3" y="4"/>
                  </a:moveTo>
                  <a:cubicBezTo>
                    <a:pt x="3" y="4"/>
                    <a:pt x="3" y="4"/>
                    <a:pt x="3" y="4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1" y="7"/>
                    <a:pt x="1" y="7"/>
                  </a:cubicBezTo>
                  <a:cubicBezTo>
                    <a:pt x="1" y="6"/>
                    <a:pt x="0" y="6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4" y="5"/>
                    <a:pt x="4" y="4"/>
                  </a:cubicBezTo>
                  <a:cubicBezTo>
                    <a:pt x="4" y="4"/>
                    <a:pt x="4" y="4"/>
                    <a:pt x="3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6" name="Freeform 17">
              <a:extLst>
                <a:ext uri="{FF2B5EF4-FFF2-40B4-BE49-F238E27FC236}">
                  <a16:creationId xmlns:a16="http://schemas.microsoft.com/office/drawing/2014/main" id="{A1B6DF65-A468-C51E-6477-0B7FBB55A11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87216" y="2465003"/>
              <a:ext cx="22782" cy="26036"/>
            </a:xfrm>
            <a:custGeom>
              <a:avLst/>
              <a:gdLst>
                <a:gd name="T0" fmla="*/ 6 w 14"/>
                <a:gd name="T1" fmla="*/ 2 h 16"/>
                <a:gd name="T2" fmla="*/ 8 w 14"/>
                <a:gd name="T3" fmla="*/ 2 h 16"/>
                <a:gd name="T4" fmla="*/ 10 w 14"/>
                <a:gd name="T5" fmla="*/ 10 h 16"/>
                <a:gd name="T6" fmla="*/ 4 w 14"/>
                <a:gd name="T7" fmla="*/ 10 h 16"/>
                <a:gd name="T8" fmla="*/ 6 w 14"/>
                <a:gd name="T9" fmla="*/ 2 h 16"/>
                <a:gd name="T10" fmla="*/ 6 w 14"/>
                <a:gd name="T11" fmla="*/ 0 h 16"/>
                <a:gd name="T12" fmla="*/ 0 w 14"/>
                <a:gd name="T13" fmla="*/ 16 h 16"/>
                <a:gd name="T14" fmla="*/ 2 w 14"/>
                <a:gd name="T15" fmla="*/ 16 h 16"/>
                <a:gd name="T16" fmla="*/ 4 w 14"/>
                <a:gd name="T17" fmla="*/ 10 h 16"/>
                <a:gd name="T18" fmla="*/ 10 w 14"/>
                <a:gd name="T19" fmla="*/ 10 h 16"/>
                <a:gd name="T20" fmla="*/ 12 w 14"/>
                <a:gd name="T21" fmla="*/ 16 h 16"/>
                <a:gd name="T22" fmla="*/ 14 w 14"/>
                <a:gd name="T23" fmla="*/ 16 h 16"/>
                <a:gd name="T24" fmla="*/ 8 w 14"/>
                <a:gd name="T25" fmla="*/ 0 h 16"/>
                <a:gd name="T26" fmla="*/ 6 w 14"/>
                <a:gd name="T2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" h="16">
                  <a:moveTo>
                    <a:pt x="6" y="2"/>
                  </a:moveTo>
                  <a:lnTo>
                    <a:pt x="8" y="2"/>
                  </a:lnTo>
                  <a:lnTo>
                    <a:pt x="10" y="10"/>
                  </a:lnTo>
                  <a:lnTo>
                    <a:pt x="4" y="10"/>
                  </a:lnTo>
                  <a:lnTo>
                    <a:pt x="6" y="2"/>
                  </a:lnTo>
                  <a:close/>
                  <a:moveTo>
                    <a:pt x="6" y="0"/>
                  </a:moveTo>
                  <a:lnTo>
                    <a:pt x="0" y="16"/>
                  </a:lnTo>
                  <a:lnTo>
                    <a:pt x="2" y="16"/>
                  </a:lnTo>
                  <a:lnTo>
                    <a:pt x="4" y="10"/>
                  </a:lnTo>
                  <a:lnTo>
                    <a:pt x="10" y="10"/>
                  </a:lnTo>
                  <a:lnTo>
                    <a:pt x="12" y="16"/>
                  </a:lnTo>
                  <a:lnTo>
                    <a:pt x="14" y="16"/>
                  </a:lnTo>
                  <a:lnTo>
                    <a:pt x="8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7" name="Freeform 18">
              <a:extLst>
                <a:ext uri="{FF2B5EF4-FFF2-40B4-BE49-F238E27FC236}">
                  <a16:creationId xmlns:a16="http://schemas.microsoft.com/office/drawing/2014/main" id="{0C976978-E931-EFA0-7373-11ED334FFF02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7106" y="2471512"/>
              <a:ext cx="3255" cy="13018"/>
            </a:xfrm>
            <a:custGeom>
              <a:avLst/>
              <a:gdLst>
                <a:gd name="T0" fmla="*/ 0 w 1"/>
                <a:gd name="T1" fmla="*/ 0 h 4"/>
                <a:gd name="T2" fmla="*/ 0 w 1"/>
                <a:gd name="T3" fmla="*/ 4 h 4"/>
                <a:gd name="T4" fmla="*/ 1 w 1"/>
                <a:gd name="T5" fmla="*/ 2 h 4"/>
                <a:gd name="T6" fmla="*/ 0 w 1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4">
                  <a:moveTo>
                    <a:pt x="0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1" y="3"/>
                    <a:pt x="1" y="2"/>
                  </a:cubicBezTo>
                  <a:cubicBezTo>
                    <a:pt x="1" y="1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8" name="Freeform 19">
              <a:extLst>
                <a:ext uri="{FF2B5EF4-FFF2-40B4-BE49-F238E27FC236}">
                  <a16:creationId xmlns:a16="http://schemas.microsoft.com/office/drawing/2014/main" id="{A67BAAB1-C614-D945-4F91-31EF57C533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57925" y="2465003"/>
              <a:ext cx="16273" cy="26036"/>
            </a:xfrm>
            <a:custGeom>
              <a:avLst/>
              <a:gdLst>
                <a:gd name="T0" fmla="*/ 4 w 5"/>
                <a:gd name="T1" fmla="*/ 4 h 8"/>
                <a:gd name="T2" fmla="*/ 4 w 5"/>
                <a:gd name="T3" fmla="*/ 5 h 8"/>
                <a:gd name="T4" fmla="*/ 4 w 5"/>
                <a:gd name="T5" fmla="*/ 6 h 8"/>
                <a:gd name="T6" fmla="*/ 3 w 5"/>
                <a:gd name="T7" fmla="*/ 7 h 8"/>
                <a:gd name="T8" fmla="*/ 2 w 5"/>
                <a:gd name="T9" fmla="*/ 7 h 8"/>
                <a:gd name="T10" fmla="*/ 2 w 5"/>
                <a:gd name="T11" fmla="*/ 7 h 8"/>
                <a:gd name="T12" fmla="*/ 1 w 5"/>
                <a:gd name="T13" fmla="*/ 6 h 8"/>
                <a:gd name="T14" fmla="*/ 1 w 5"/>
                <a:gd name="T15" fmla="*/ 5 h 8"/>
                <a:gd name="T16" fmla="*/ 1 w 5"/>
                <a:gd name="T17" fmla="*/ 4 h 8"/>
                <a:gd name="T18" fmla="*/ 1 w 5"/>
                <a:gd name="T19" fmla="*/ 3 h 8"/>
                <a:gd name="T20" fmla="*/ 1 w 5"/>
                <a:gd name="T21" fmla="*/ 3 h 8"/>
                <a:gd name="T22" fmla="*/ 1 w 5"/>
                <a:gd name="T23" fmla="*/ 2 h 8"/>
                <a:gd name="T24" fmla="*/ 1 w 5"/>
                <a:gd name="T25" fmla="*/ 2 h 8"/>
                <a:gd name="T26" fmla="*/ 2 w 5"/>
                <a:gd name="T27" fmla="*/ 1 h 8"/>
                <a:gd name="T28" fmla="*/ 2 w 5"/>
                <a:gd name="T29" fmla="*/ 1 h 8"/>
                <a:gd name="T30" fmla="*/ 3 w 5"/>
                <a:gd name="T31" fmla="*/ 1 h 8"/>
                <a:gd name="T32" fmla="*/ 3 w 5"/>
                <a:gd name="T33" fmla="*/ 2 h 8"/>
                <a:gd name="T34" fmla="*/ 4 w 5"/>
                <a:gd name="T35" fmla="*/ 2 h 8"/>
                <a:gd name="T36" fmla="*/ 4 w 5"/>
                <a:gd name="T37" fmla="*/ 3 h 8"/>
                <a:gd name="T38" fmla="*/ 4 w 5"/>
                <a:gd name="T39" fmla="*/ 3 h 8"/>
                <a:gd name="T40" fmla="*/ 4 w 5"/>
                <a:gd name="T41" fmla="*/ 4 h 8"/>
                <a:gd name="T42" fmla="*/ 5 w 5"/>
                <a:gd name="T43" fmla="*/ 4 h 8"/>
                <a:gd name="T44" fmla="*/ 5 w 5"/>
                <a:gd name="T45" fmla="*/ 3 h 8"/>
                <a:gd name="T46" fmla="*/ 5 w 5"/>
                <a:gd name="T47" fmla="*/ 2 h 8"/>
                <a:gd name="T48" fmla="*/ 5 w 5"/>
                <a:gd name="T49" fmla="*/ 2 h 8"/>
                <a:gd name="T50" fmla="*/ 4 w 5"/>
                <a:gd name="T51" fmla="*/ 1 h 8"/>
                <a:gd name="T52" fmla="*/ 3 w 5"/>
                <a:gd name="T53" fmla="*/ 0 h 8"/>
                <a:gd name="T54" fmla="*/ 2 w 5"/>
                <a:gd name="T55" fmla="*/ 0 h 8"/>
                <a:gd name="T56" fmla="*/ 1 w 5"/>
                <a:gd name="T57" fmla="*/ 0 h 8"/>
                <a:gd name="T58" fmla="*/ 1 w 5"/>
                <a:gd name="T59" fmla="*/ 1 h 8"/>
                <a:gd name="T60" fmla="*/ 0 w 5"/>
                <a:gd name="T61" fmla="*/ 2 h 8"/>
                <a:gd name="T62" fmla="*/ 0 w 5"/>
                <a:gd name="T63" fmla="*/ 2 h 8"/>
                <a:gd name="T64" fmla="*/ 0 w 5"/>
                <a:gd name="T65" fmla="*/ 3 h 8"/>
                <a:gd name="T66" fmla="*/ 0 w 5"/>
                <a:gd name="T67" fmla="*/ 4 h 8"/>
                <a:gd name="T68" fmla="*/ 0 w 5"/>
                <a:gd name="T69" fmla="*/ 5 h 8"/>
                <a:gd name="T70" fmla="*/ 0 w 5"/>
                <a:gd name="T71" fmla="*/ 6 h 8"/>
                <a:gd name="T72" fmla="*/ 0 w 5"/>
                <a:gd name="T73" fmla="*/ 7 h 8"/>
                <a:gd name="T74" fmla="*/ 1 w 5"/>
                <a:gd name="T75" fmla="*/ 7 h 8"/>
                <a:gd name="T76" fmla="*/ 1 w 5"/>
                <a:gd name="T77" fmla="*/ 8 h 8"/>
                <a:gd name="T78" fmla="*/ 2 w 5"/>
                <a:gd name="T79" fmla="*/ 8 h 8"/>
                <a:gd name="T80" fmla="*/ 3 w 5"/>
                <a:gd name="T81" fmla="*/ 8 h 8"/>
                <a:gd name="T82" fmla="*/ 4 w 5"/>
                <a:gd name="T83" fmla="*/ 7 h 8"/>
                <a:gd name="T84" fmla="*/ 5 w 5"/>
                <a:gd name="T85" fmla="*/ 7 h 8"/>
                <a:gd name="T86" fmla="*/ 5 w 5"/>
                <a:gd name="T87" fmla="*/ 6 h 8"/>
                <a:gd name="T88" fmla="*/ 5 w 5"/>
                <a:gd name="T89" fmla="*/ 5 h 8"/>
                <a:gd name="T90" fmla="*/ 5 w 5"/>
                <a:gd name="T91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" h="8">
                  <a:moveTo>
                    <a:pt x="4" y="4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4"/>
                    <a:pt x="4" y="4"/>
                    <a:pt x="4" y="4"/>
                  </a:cubicBezTo>
                  <a:moveTo>
                    <a:pt x="5" y="4"/>
                  </a:moveTo>
                  <a:cubicBezTo>
                    <a:pt x="5" y="3"/>
                    <a:pt x="5" y="3"/>
                    <a:pt x="5" y="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4"/>
                    <a:pt x="5" y="4"/>
                    <a:pt x="5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9" name="Freeform 20">
              <a:extLst>
                <a:ext uri="{FF2B5EF4-FFF2-40B4-BE49-F238E27FC236}">
                  <a16:creationId xmlns:a16="http://schemas.microsoft.com/office/drawing/2014/main" id="{4D00EAEF-F25E-C12B-2B3B-FB4855764A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05852" y="2465003"/>
              <a:ext cx="16273" cy="26036"/>
            </a:xfrm>
            <a:custGeom>
              <a:avLst/>
              <a:gdLst>
                <a:gd name="T0" fmla="*/ 4 w 5"/>
                <a:gd name="T1" fmla="*/ 3 h 8"/>
                <a:gd name="T2" fmla="*/ 4 w 5"/>
                <a:gd name="T3" fmla="*/ 3 h 8"/>
                <a:gd name="T4" fmla="*/ 3 w 5"/>
                <a:gd name="T5" fmla="*/ 4 h 8"/>
                <a:gd name="T6" fmla="*/ 3 w 5"/>
                <a:gd name="T7" fmla="*/ 4 h 8"/>
                <a:gd name="T8" fmla="*/ 2 w 5"/>
                <a:gd name="T9" fmla="*/ 4 h 8"/>
                <a:gd name="T10" fmla="*/ 2 w 5"/>
                <a:gd name="T11" fmla="*/ 4 h 8"/>
                <a:gd name="T12" fmla="*/ 1 w 5"/>
                <a:gd name="T13" fmla="*/ 4 h 8"/>
                <a:gd name="T14" fmla="*/ 1 w 5"/>
                <a:gd name="T15" fmla="*/ 3 h 8"/>
                <a:gd name="T16" fmla="*/ 1 w 5"/>
                <a:gd name="T17" fmla="*/ 3 h 8"/>
                <a:gd name="T18" fmla="*/ 1 w 5"/>
                <a:gd name="T19" fmla="*/ 2 h 8"/>
                <a:gd name="T20" fmla="*/ 1 w 5"/>
                <a:gd name="T21" fmla="*/ 2 h 8"/>
                <a:gd name="T22" fmla="*/ 2 w 5"/>
                <a:gd name="T23" fmla="*/ 1 h 8"/>
                <a:gd name="T24" fmla="*/ 2 w 5"/>
                <a:gd name="T25" fmla="*/ 1 h 8"/>
                <a:gd name="T26" fmla="*/ 3 w 5"/>
                <a:gd name="T27" fmla="*/ 1 h 8"/>
                <a:gd name="T28" fmla="*/ 4 w 5"/>
                <a:gd name="T29" fmla="*/ 2 h 8"/>
                <a:gd name="T30" fmla="*/ 4 w 5"/>
                <a:gd name="T31" fmla="*/ 2 h 8"/>
                <a:gd name="T32" fmla="*/ 4 w 5"/>
                <a:gd name="T33" fmla="*/ 3 h 8"/>
                <a:gd name="T34" fmla="*/ 5 w 5"/>
                <a:gd name="T35" fmla="*/ 4 h 8"/>
                <a:gd name="T36" fmla="*/ 5 w 5"/>
                <a:gd name="T37" fmla="*/ 2 h 8"/>
                <a:gd name="T38" fmla="*/ 4 w 5"/>
                <a:gd name="T39" fmla="*/ 1 h 8"/>
                <a:gd name="T40" fmla="*/ 3 w 5"/>
                <a:gd name="T41" fmla="*/ 0 h 8"/>
                <a:gd name="T42" fmla="*/ 2 w 5"/>
                <a:gd name="T43" fmla="*/ 0 h 8"/>
                <a:gd name="T44" fmla="*/ 1 w 5"/>
                <a:gd name="T45" fmla="*/ 0 h 8"/>
                <a:gd name="T46" fmla="*/ 1 w 5"/>
                <a:gd name="T47" fmla="*/ 1 h 8"/>
                <a:gd name="T48" fmla="*/ 0 w 5"/>
                <a:gd name="T49" fmla="*/ 2 h 8"/>
                <a:gd name="T50" fmla="*/ 0 w 5"/>
                <a:gd name="T51" fmla="*/ 3 h 8"/>
                <a:gd name="T52" fmla="*/ 0 w 5"/>
                <a:gd name="T53" fmla="*/ 4 h 8"/>
                <a:gd name="T54" fmla="*/ 1 w 5"/>
                <a:gd name="T55" fmla="*/ 5 h 8"/>
                <a:gd name="T56" fmla="*/ 1 w 5"/>
                <a:gd name="T57" fmla="*/ 5 h 8"/>
                <a:gd name="T58" fmla="*/ 2 w 5"/>
                <a:gd name="T59" fmla="*/ 5 h 8"/>
                <a:gd name="T60" fmla="*/ 3 w 5"/>
                <a:gd name="T61" fmla="*/ 5 h 8"/>
                <a:gd name="T62" fmla="*/ 4 w 5"/>
                <a:gd name="T63" fmla="*/ 4 h 8"/>
                <a:gd name="T64" fmla="*/ 4 w 5"/>
                <a:gd name="T65" fmla="*/ 4 h 8"/>
                <a:gd name="T66" fmla="*/ 4 w 5"/>
                <a:gd name="T67" fmla="*/ 6 h 8"/>
                <a:gd name="T68" fmla="*/ 2 w 5"/>
                <a:gd name="T69" fmla="*/ 7 h 8"/>
                <a:gd name="T70" fmla="*/ 1 w 5"/>
                <a:gd name="T71" fmla="*/ 7 h 8"/>
                <a:gd name="T72" fmla="*/ 1 w 5"/>
                <a:gd name="T73" fmla="*/ 6 h 8"/>
                <a:gd name="T74" fmla="*/ 0 w 5"/>
                <a:gd name="T75" fmla="*/ 6 h 8"/>
                <a:gd name="T76" fmla="*/ 1 w 5"/>
                <a:gd name="T77" fmla="*/ 7 h 8"/>
                <a:gd name="T78" fmla="*/ 2 w 5"/>
                <a:gd name="T79" fmla="*/ 8 h 8"/>
                <a:gd name="T80" fmla="*/ 4 w 5"/>
                <a:gd name="T81" fmla="*/ 7 h 8"/>
                <a:gd name="T82" fmla="*/ 5 w 5"/>
                <a:gd name="T83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" h="8">
                  <a:moveTo>
                    <a:pt x="4" y="3"/>
                  </a:moveTo>
                  <a:cubicBezTo>
                    <a:pt x="4" y="3"/>
                    <a:pt x="4" y="3"/>
                    <a:pt x="4" y="3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4" y="3"/>
                    <a:pt x="4" y="3"/>
                  </a:cubicBezTo>
                  <a:moveTo>
                    <a:pt x="5" y="4"/>
                  </a:moveTo>
                  <a:cubicBezTo>
                    <a:pt x="5" y="3"/>
                    <a:pt x="5" y="3"/>
                    <a:pt x="5" y="2"/>
                  </a:cubicBezTo>
                  <a:cubicBezTo>
                    <a:pt x="5" y="2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5"/>
                    <a:pt x="4" y="6"/>
                    <a:pt x="4" y="6"/>
                  </a:cubicBezTo>
                  <a:cubicBezTo>
                    <a:pt x="3" y="7"/>
                    <a:pt x="3" y="7"/>
                    <a:pt x="2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1" y="6"/>
                    <a:pt x="1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1" y="7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4" y="8"/>
                    <a:pt x="4" y="7"/>
                  </a:cubicBezTo>
                  <a:cubicBezTo>
                    <a:pt x="5" y="6"/>
                    <a:pt x="5" y="5"/>
                    <a:pt x="5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0" name="Rectangle 21">
              <a:extLst>
                <a:ext uri="{FF2B5EF4-FFF2-40B4-BE49-F238E27FC236}">
                  <a16:creationId xmlns:a16="http://schemas.microsoft.com/office/drawing/2014/main" id="{DD4F6C5F-3E36-47C2-7D5F-49F5BD6567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8634" y="2487787"/>
              <a:ext cx="3255" cy="325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1" name="Rectangle 22">
              <a:extLst>
                <a:ext uri="{FF2B5EF4-FFF2-40B4-BE49-F238E27FC236}">
                  <a16:creationId xmlns:a16="http://schemas.microsoft.com/office/drawing/2014/main" id="{DF9BC55F-808E-69F4-929A-D0B86AA69D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8634" y="2471514"/>
              <a:ext cx="3255" cy="325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2" name="Freeform 23">
              <a:extLst>
                <a:ext uri="{FF2B5EF4-FFF2-40B4-BE49-F238E27FC236}">
                  <a16:creationId xmlns:a16="http://schemas.microsoft.com/office/drawing/2014/main" id="{7A3AC1A0-BCDF-F8D8-D5B8-970B236C6284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6452" y="2461748"/>
              <a:ext cx="29291" cy="13018"/>
            </a:xfrm>
            <a:custGeom>
              <a:avLst/>
              <a:gdLst>
                <a:gd name="T0" fmla="*/ 0 w 9"/>
                <a:gd name="T1" fmla="*/ 3 h 4"/>
                <a:gd name="T2" fmla="*/ 1 w 9"/>
                <a:gd name="T3" fmla="*/ 4 h 4"/>
                <a:gd name="T4" fmla="*/ 4 w 9"/>
                <a:gd name="T5" fmla="*/ 3 h 4"/>
                <a:gd name="T6" fmla="*/ 8 w 9"/>
                <a:gd name="T7" fmla="*/ 4 h 4"/>
                <a:gd name="T8" fmla="*/ 9 w 9"/>
                <a:gd name="T9" fmla="*/ 3 h 4"/>
                <a:gd name="T10" fmla="*/ 0 w 9"/>
                <a:gd name="T11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4">
                  <a:moveTo>
                    <a:pt x="0" y="3"/>
                  </a:moveTo>
                  <a:cubicBezTo>
                    <a:pt x="0" y="3"/>
                    <a:pt x="0" y="4"/>
                    <a:pt x="1" y="4"/>
                  </a:cubicBezTo>
                  <a:cubicBezTo>
                    <a:pt x="2" y="3"/>
                    <a:pt x="3" y="3"/>
                    <a:pt x="4" y="3"/>
                  </a:cubicBezTo>
                  <a:cubicBezTo>
                    <a:pt x="6" y="3"/>
                    <a:pt x="7" y="3"/>
                    <a:pt x="8" y="4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6" y="0"/>
                    <a:pt x="2" y="0"/>
                    <a:pt x="0" y="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3" name="Freeform 24">
              <a:extLst>
                <a:ext uri="{FF2B5EF4-FFF2-40B4-BE49-F238E27FC236}">
                  <a16:creationId xmlns:a16="http://schemas.microsoft.com/office/drawing/2014/main" id="{8B7A2CB5-AF35-2368-EDB6-317B286CF1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15034" y="2465003"/>
              <a:ext cx="48818" cy="26036"/>
            </a:xfrm>
            <a:custGeom>
              <a:avLst/>
              <a:gdLst>
                <a:gd name="T0" fmla="*/ 11 w 15"/>
                <a:gd name="T1" fmla="*/ 7 h 8"/>
                <a:gd name="T2" fmla="*/ 10 w 15"/>
                <a:gd name="T3" fmla="*/ 7 h 8"/>
                <a:gd name="T4" fmla="*/ 2 w 15"/>
                <a:gd name="T5" fmla="*/ 7 h 8"/>
                <a:gd name="T6" fmla="*/ 1 w 15"/>
                <a:gd name="T7" fmla="*/ 6 h 8"/>
                <a:gd name="T8" fmla="*/ 1 w 15"/>
                <a:gd name="T9" fmla="*/ 2 h 8"/>
                <a:gd name="T10" fmla="*/ 2 w 15"/>
                <a:gd name="T11" fmla="*/ 1 h 8"/>
                <a:gd name="T12" fmla="*/ 10 w 15"/>
                <a:gd name="T13" fmla="*/ 1 h 8"/>
                <a:gd name="T14" fmla="*/ 11 w 15"/>
                <a:gd name="T15" fmla="*/ 2 h 8"/>
                <a:gd name="T16" fmla="*/ 11 w 15"/>
                <a:gd name="T17" fmla="*/ 7 h 8"/>
                <a:gd name="T18" fmla="*/ 15 w 15"/>
                <a:gd name="T19" fmla="*/ 6 h 8"/>
                <a:gd name="T20" fmla="*/ 15 w 15"/>
                <a:gd name="T21" fmla="*/ 2 h 8"/>
                <a:gd name="T22" fmla="*/ 13 w 15"/>
                <a:gd name="T23" fmla="*/ 0 h 8"/>
                <a:gd name="T24" fmla="*/ 2 w 15"/>
                <a:gd name="T25" fmla="*/ 0 h 8"/>
                <a:gd name="T26" fmla="*/ 0 w 15"/>
                <a:gd name="T27" fmla="*/ 2 h 8"/>
                <a:gd name="T28" fmla="*/ 0 w 15"/>
                <a:gd name="T29" fmla="*/ 6 h 8"/>
                <a:gd name="T30" fmla="*/ 2 w 15"/>
                <a:gd name="T31" fmla="*/ 8 h 8"/>
                <a:gd name="T32" fmla="*/ 7 w 15"/>
                <a:gd name="T33" fmla="*/ 8 h 8"/>
                <a:gd name="T34" fmla="*/ 13 w 15"/>
                <a:gd name="T35" fmla="*/ 8 h 8"/>
                <a:gd name="T36" fmla="*/ 15 w 15"/>
                <a:gd name="T37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" h="8">
                  <a:moveTo>
                    <a:pt x="11" y="7"/>
                  </a:moveTo>
                  <a:cubicBezTo>
                    <a:pt x="10" y="7"/>
                    <a:pt x="10" y="7"/>
                    <a:pt x="10" y="7"/>
                  </a:cubicBezTo>
                  <a:cubicBezTo>
                    <a:pt x="8" y="7"/>
                    <a:pt x="5" y="7"/>
                    <a:pt x="2" y="7"/>
                  </a:cubicBezTo>
                  <a:cubicBezTo>
                    <a:pt x="2" y="7"/>
                    <a:pt x="1" y="6"/>
                    <a:pt x="1" y="6"/>
                  </a:cubicBezTo>
                  <a:cubicBezTo>
                    <a:pt x="1" y="5"/>
                    <a:pt x="1" y="3"/>
                    <a:pt x="1" y="2"/>
                  </a:cubicBezTo>
                  <a:cubicBezTo>
                    <a:pt x="1" y="2"/>
                    <a:pt x="2" y="1"/>
                    <a:pt x="2" y="1"/>
                  </a:cubicBezTo>
                  <a:cubicBezTo>
                    <a:pt x="5" y="1"/>
                    <a:pt x="8" y="1"/>
                    <a:pt x="10" y="1"/>
                  </a:cubicBezTo>
                  <a:cubicBezTo>
                    <a:pt x="11" y="2"/>
                    <a:pt x="11" y="2"/>
                    <a:pt x="11" y="2"/>
                  </a:cubicBezTo>
                  <a:lnTo>
                    <a:pt x="11" y="7"/>
                  </a:lnTo>
                  <a:close/>
                  <a:moveTo>
                    <a:pt x="15" y="6"/>
                  </a:moveTo>
                  <a:cubicBezTo>
                    <a:pt x="15" y="5"/>
                    <a:pt x="15" y="3"/>
                    <a:pt x="15" y="2"/>
                  </a:cubicBezTo>
                  <a:cubicBezTo>
                    <a:pt x="15" y="1"/>
                    <a:pt x="14" y="0"/>
                    <a:pt x="13" y="0"/>
                  </a:cubicBezTo>
                  <a:cubicBezTo>
                    <a:pt x="9" y="0"/>
                    <a:pt x="6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7"/>
                    <a:pt x="1" y="8"/>
                    <a:pt x="2" y="8"/>
                  </a:cubicBezTo>
                  <a:cubicBezTo>
                    <a:pt x="4" y="8"/>
                    <a:pt x="6" y="8"/>
                    <a:pt x="7" y="8"/>
                  </a:cubicBezTo>
                  <a:cubicBezTo>
                    <a:pt x="9" y="8"/>
                    <a:pt x="11" y="8"/>
                    <a:pt x="13" y="8"/>
                  </a:cubicBezTo>
                  <a:cubicBezTo>
                    <a:pt x="14" y="8"/>
                    <a:pt x="15" y="7"/>
                    <a:pt x="15" y="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4" name="Oval 25">
              <a:extLst>
                <a:ext uri="{FF2B5EF4-FFF2-40B4-BE49-F238E27FC236}">
                  <a16:creationId xmlns:a16="http://schemas.microsoft.com/office/drawing/2014/main" id="{76790749-6123-BD40-AB5C-223687E271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66215" y="2484530"/>
              <a:ext cx="9764" cy="650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5" name="Freeform 26">
              <a:extLst>
                <a:ext uri="{FF2B5EF4-FFF2-40B4-BE49-F238E27FC236}">
                  <a16:creationId xmlns:a16="http://schemas.microsoft.com/office/drawing/2014/main" id="{E1BDFF4A-5D02-59B2-A970-A43763F195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9704" y="2471514"/>
              <a:ext cx="19527" cy="9764"/>
            </a:xfrm>
            <a:custGeom>
              <a:avLst/>
              <a:gdLst>
                <a:gd name="T0" fmla="*/ 0 w 6"/>
                <a:gd name="T1" fmla="*/ 2 h 3"/>
                <a:gd name="T2" fmla="*/ 2 w 6"/>
                <a:gd name="T3" fmla="*/ 3 h 3"/>
                <a:gd name="T4" fmla="*/ 3 w 6"/>
                <a:gd name="T5" fmla="*/ 3 h 3"/>
                <a:gd name="T6" fmla="*/ 5 w 6"/>
                <a:gd name="T7" fmla="*/ 3 h 3"/>
                <a:gd name="T8" fmla="*/ 6 w 6"/>
                <a:gd name="T9" fmla="*/ 2 h 3"/>
                <a:gd name="T10" fmla="*/ 0 w 6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">
                  <a:moveTo>
                    <a:pt x="0" y="2"/>
                  </a:moveTo>
                  <a:cubicBezTo>
                    <a:pt x="1" y="3"/>
                    <a:pt x="1" y="3"/>
                    <a:pt x="2" y="3"/>
                  </a:cubicBezTo>
                  <a:cubicBezTo>
                    <a:pt x="2" y="3"/>
                    <a:pt x="3" y="3"/>
                    <a:pt x="3" y="3"/>
                  </a:cubicBezTo>
                  <a:cubicBezTo>
                    <a:pt x="4" y="3"/>
                    <a:pt x="4" y="3"/>
                    <a:pt x="5" y="3"/>
                  </a:cubicBezTo>
                  <a:cubicBezTo>
                    <a:pt x="5" y="3"/>
                    <a:pt x="6" y="3"/>
                    <a:pt x="6" y="2"/>
                  </a:cubicBezTo>
                  <a:cubicBezTo>
                    <a:pt x="5" y="0"/>
                    <a:pt x="2" y="0"/>
                    <a:pt x="0" y="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6" name="Freeform 27">
              <a:extLst>
                <a:ext uri="{FF2B5EF4-FFF2-40B4-BE49-F238E27FC236}">
                  <a16:creationId xmlns:a16="http://schemas.microsoft.com/office/drawing/2014/main" id="{0DFCF4F5-D857-23BB-EEF2-AA1141A08A53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1361" y="2481278"/>
              <a:ext cx="9764" cy="9764"/>
            </a:xfrm>
            <a:custGeom>
              <a:avLst/>
              <a:gdLst>
                <a:gd name="T0" fmla="*/ 2 w 3"/>
                <a:gd name="T1" fmla="*/ 0 h 3"/>
                <a:gd name="T2" fmla="*/ 2 w 3"/>
                <a:gd name="T3" fmla="*/ 0 h 3"/>
                <a:gd name="T4" fmla="*/ 0 w 3"/>
                <a:gd name="T5" fmla="*/ 1 h 3"/>
                <a:gd name="T6" fmla="*/ 0 w 3"/>
                <a:gd name="T7" fmla="*/ 2 h 3"/>
                <a:gd name="T8" fmla="*/ 2 w 3"/>
                <a:gd name="T9" fmla="*/ 3 h 3"/>
                <a:gd name="T10" fmla="*/ 2 w 3"/>
                <a:gd name="T11" fmla="*/ 3 h 3"/>
                <a:gd name="T12" fmla="*/ 3 w 3"/>
                <a:gd name="T13" fmla="*/ 2 h 3"/>
                <a:gd name="T14" fmla="*/ 3 w 3"/>
                <a:gd name="T15" fmla="*/ 1 h 3"/>
                <a:gd name="T16" fmla="*/ 2 w 3"/>
                <a:gd name="T1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3"/>
                    <a:pt x="3" y="3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0"/>
                    <a:pt x="3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7" name="Freeform 28">
              <a:extLst>
                <a:ext uri="{FF2B5EF4-FFF2-40B4-BE49-F238E27FC236}">
                  <a16:creationId xmlns:a16="http://schemas.microsoft.com/office/drawing/2014/main" id="{00B94214-ADE2-DCD3-D34B-5075FECCD3B8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0650" y="2465003"/>
              <a:ext cx="6509" cy="26036"/>
            </a:xfrm>
            <a:custGeom>
              <a:avLst/>
              <a:gdLst>
                <a:gd name="T0" fmla="*/ 1 w 2"/>
                <a:gd name="T1" fmla="*/ 0 h 8"/>
                <a:gd name="T2" fmla="*/ 1 w 2"/>
                <a:gd name="T3" fmla="*/ 0 h 8"/>
                <a:gd name="T4" fmla="*/ 0 w 2"/>
                <a:gd name="T5" fmla="*/ 1 h 8"/>
                <a:gd name="T6" fmla="*/ 0 w 2"/>
                <a:gd name="T7" fmla="*/ 7 h 8"/>
                <a:gd name="T8" fmla="*/ 1 w 2"/>
                <a:gd name="T9" fmla="*/ 8 h 8"/>
                <a:gd name="T10" fmla="*/ 1 w 2"/>
                <a:gd name="T11" fmla="*/ 8 h 8"/>
                <a:gd name="T12" fmla="*/ 2 w 2"/>
                <a:gd name="T13" fmla="*/ 7 h 8"/>
                <a:gd name="T14" fmla="*/ 2 w 2"/>
                <a:gd name="T15" fmla="*/ 1 h 8"/>
                <a:gd name="T16" fmla="*/ 1 w 2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" h="8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8"/>
                    <a:pt x="0" y="8"/>
                    <a:pt x="1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7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0"/>
                    <a:pt x="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8" name="Freeform 29">
              <a:extLst>
                <a:ext uri="{FF2B5EF4-FFF2-40B4-BE49-F238E27FC236}">
                  <a16:creationId xmlns:a16="http://schemas.microsoft.com/office/drawing/2014/main" id="{63C1AE2F-4FEE-D2AC-9A3B-DFE4504596A6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3250" y="2465003"/>
              <a:ext cx="26036" cy="26036"/>
            </a:xfrm>
            <a:custGeom>
              <a:avLst/>
              <a:gdLst>
                <a:gd name="T0" fmla="*/ 12 w 16"/>
                <a:gd name="T1" fmla="*/ 0 h 16"/>
                <a:gd name="T2" fmla="*/ 8 w 16"/>
                <a:gd name="T3" fmla="*/ 14 h 16"/>
                <a:gd name="T4" fmla="*/ 4 w 16"/>
                <a:gd name="T5" fmla="*/ 0 h 16"/>
                <a:gd name="T6" fmla="*/ 0 w 16"/>
                <a:gd name="T7" fmla="*/ 0 h 16"/>
                <a:gd name="T8" fmla="*/ 0 w 16"/>
                <a:gd name="T9" fmla="*/ 16 h 16"/>
                <a:gd name="T10" fmla="*/ 2 w 16"/>
                <a:gd name="T11" fmla="*/ 16 h 16"/>
                <a:gd name="T12" fmla="*/ 2 w 16"/>
                <a:gd name="T13" fmla="*/ 4 h 16"/>
                <a:gd name="T14" fmla="*/ 2 w 16"/>
                <a:gd name="T15" fmla="*/ 4 h 16"/>
                <a:gd name="T16" fmla="*/ 8 w 16"/>
                <a:gd name="T17" fmla="*/ 16 h 16"/>
                <a:gd name="T18" fmla="*/ 8 w 16"/>
                <a:gd name="T19" fmla="*/ 16 h 16"/>
                <a:gd name="T20" fmla="*/ 14 w 16"/>
                <a:gd name="T21" fmla="*/ 4 h 16"/>
                <a:gd name="T22" fmla="*/ 14 w 16"/>
                <a:gd name="T23" fmla="*/ 4 h 16"/>
                <a:gd name="T24" fmla="*/ 14 w 16"/>
                <a:gd name="T25" fmla="*/ 16 h 16"/>
                <a:gd name="T26" fmla="*/ 16 w 16"/>
                <a:gd name="T27" fmla="*/ 16 h 16"/>
                <a:gd name="T28" fmla="*/ 16 w 16"/>
                <a:gd name="T29" fmla="*/ 0 h 16"/>
                <a:gd name="T30" fmla="*/ 12 w 16"/>
                <a:gd name="T3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16">
                  <a:moveTo>
                    <a:pt x="12" y="0"/>
                  </a:moveTo>
                  <a:lnTo>
                    <a:pt x="8" y="14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2" y="4"/>
                  </a:lnTo>
                  <a:lnTo>
                    <a:pt x="2" y="4"/>
                  </a:lnTo>
                  <a:lnTo>
                    <a:pt x="8" y="16"/>
                  </a:lnTo>
                  <a:lnTo>
                    <a:pt x="8" y="16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4" y="16"/>
                  </a:lnTo>
                  <a:lnTo>
                    <a:pt x="16" y="16"/>
                  </a:lnTo>
                  <a:lnTo>
                    <a:pt x="16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59" name="Freeform 30">
              <a:extLst>
                <a:ext uri="{FF2B5EF4-FFF2-40B4-BE49-F238E27FC236}">
                  <a16:creationId xmlns:a16="http://schemas.microsoft.com/office/drawing/2014/main" id="{E1CE59F6-1E21-6CCF-16F2-C33F6440A3B7}"/>
                </a:ext>
              </a:extLst>
            </p:cNvPr>
            <p:cNvSpPr>
              <a:spLocks/>
            </p:cNvSpPr>
            <p:nvPr/>
          </p:nvSpPr>
          <p:spPr bwMode="auto">
            <a:xfrm>
              <a:off x="7307632" y="2471512"/>
              <a:ext cx="6509" cy="19527"/>
            </a:xfrm>
            <a:custGeom>
              <a:avLst/>
              <a:gdLst>
                <a:gd name="T0" fmla="*/ 1 w 2"/>
                <a:gd name="T1" fmla="*/ 0 h 6"/>
                <a:gd name="T2" fmla="*/ 1 w 2"/>
                <a:gd name="T3" fmla="*/ 0 h 6"/>
                <a:gd name="T4" fmla="*/ 0 w 2"/>
                <a:gd name="T5" fmla="*/ 2 h 6"/>
                <a:gd name="T6" fmla="*/ 0 w 2"/>
                <a:gd name="T7" fmla="*/ 5 h 6"/>
                <a:gd name="T8" fmla="*/ 1 w 2"/>
                <a:gd name="T9" fmla="*/ 6 h 6"/>
                <a:gd name="T10" fmla="*/ 1 w 2"/>
                <a:gd name="T11" fmla="*/ 6 h 6"/>
                <a:gd name="T12" fmla="*/ 2 w 2"/>
                <a:gd name="T13" fmla="*/ 5 h 6"/>
                <a:gd name="T14" fmla="*/ 2 w 2"/>
                <a:gd name="T15" fmla="*/ 2 h 6"/>
                <a:gd name="T16" fmla="*/ 1 w 2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" h="6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6"/>
                    <a:pt x="2" y="6"/>
                    <a:pt x="2" y="5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61" name="Bildplatzhalter 37">
            <a:extLst>
              <a:ext uri="{FF2B5EF4-FFF2-40B4-BE49-F238E27FC236}">
                <a16:creationId xmlns:a16="http://schemas.microsoft.com/office/drawing/2014/main" id="{C3499518-5CFD-4234-6825-E8B0ABD888A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087155" y="2431904"/>
            <a:ext cx="2510152" cy="3276014"/>
          </a:xfrm>
          <a:custGeom>
            <a:avLst/>
            <a:gdLst>
              <a:gd name="connsiteX0" fmla="*/ 106268 w 2517211"/>
              <a:gd name="connsiteY0" fmla="*/ 0 h 3285589"/>
              <a:gd name="connsiteX1" fmla="*/ 2410944 w 2517211"/>
              <a:gd name="connsiteY1" fmla="*/ 0 h 3285589"/>
              <a:gd name="connsiteX2" fmla="*/ 2517211 w 2517211"/>
              <a:gd name="connsiteY2" fmla="*/ 105139 h 3285589"/>
              <a:gd name="connsiteX3" fmla="*/ 2517211 w 2517211"/>
              <a:gd name="connsiteY3" fmla="*/ 3180451 h 3285589"/>
              <a:gd name="connsiteX4" fmla="*/ 2410944 w 2517211"/>
              <a:gd name="connsiteY4" fmla="*/ 3285589 h 3285589"/>
              <a:gd name="connsiteX5" fmla="*/ 106268 w 2517211"/>
              <a:gd name="connsiteY5" fmla="*/ 3285589 h 3285589"/>
              <a:gd name="connsiteX6" fmla="*/ 0 w 2517211"/>
              <a:gd name="connsiteY6" fmla="*/ 3180451 h 3285589"/>
              <a:gd name="connsiteX7" fmla="*/ 0 w 2517211"/>
              <a:gd name="connsiteY7" fmla="*/ 105139 h 3285589"/>
              <a:gd name="connsiteX8" fmla="*/ 106268 w 2517211"/>
              <a:gd name="connsiteY8" fmla="*/ 0 h 3285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17211" h="3285589">
                <a:moveTo>
                  <a:pt x="106268" y="0"/>
                </a:moveTo>
                <a:cubicBezTo>
                  <a:pt x="2410944" y="0"/>
                  <a:pt x="2410944" y="0"/>
                  <a:pt x="2410944" y="0"/>
                </a:cubicBezTo>
                <a:cubicBezTo>
                  <a:pt x="2467399" y="0"/>
                  <a:pt x="2517211" y="49284"/>
                  <a:pt x="2517211" y="105139"/>
                </a:cubicBezTo>
                <a:cubicBezTo>
                  <a:pt x="2517211" y="3180451"/>
                  <a:pt x="2517211" y="3180451"/>
                  <a:pt x="2517211" y="3180451"/>
                </a:cubicBezTo>
                <a:cubicBezTo>
                  <a:pt x="2517211" y="3239591"/>
                  <a:pt x="2467399" y="3285589"/>
                  <a:pt x="2410944" y="3285589"/>
                </a:cubicBezTo>
                <a:cubicBezTo>
                  <a:pt x="106268" y="3285589"/>
                  <a:pt x="106268" y="3285589"/>
                  <a:pt x="106268" y="3285589"/>
                </a:cubicBezTo>
                <a:cubicBezTo>
                  <a:pt x="46493" y="3285589"/>
                  <a:pt x="0" y="3239591"/>
                  <a:pt x="0" y="3180451"/>
                </a:cubicBezTo>
                <a:cubicBezTo>
                  <a:pt x="0" y="105139"/>
                  <a:pt x="0" y="105139"/>
                  <a:pt x="0" y="105139"/>
                </a:cubicBezTo>
                <a:cubicBezTo>
                  <a:pt x="0" y="49284"/>
                  <a:pt x="46493" y="0"/>
                  <a:pt x="106268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endParaRPr lang="de-DE"/>
          </a:p>
        </p:txBody>
      </p:sp>
      <p:sp>
        <p:nvSpPr>
          <p:cNvPr id="62" name="Freeform 11">
            <a:extLst>
              <a:ext uri="{FF2B5EF4-FFF2-40B4-BE49-F238E27FC236}">
                <a16:creationId xmlns:a16="http://schemas.microsoft.com/office/drawing/2014/main" id="{8AE7E5D3-D5C4-831D-8512-C3617E1B30A4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5073390" y="2380385"/>
            <a:ext cx="2559698" cy="3353808"/>
          </a:xfrm>
          <a:custGeom>
            <a:avLst/>
            <a:gdLst>
              <a:gd name="T0" fmla="*/ 44 w 787"/>
              <a:gd name="T1" fmla="*/ 1018 h 1031"/>
              <a:gd name="T2" fmla="*/ 12 w 787"/>
              <a:gd name="T3" fmla="*/ 986 h 1031"/>
              <a:gd name="T4" fmla="*/ 12 w 787"/>
              <a:gd name="T5" fmla="*/ 50 h 1031"/>
              <a:gd name="T6" fmla="*/ 44 w 787"/>
              <a:gd name="T7" fmla="*/ 18 h 1031"/>
              <a:gd name="T8" fmla="*/ 738 w 787"/>
              <a:gd name="T9" fmla="*/ 18 h 1031"/>
              <a:gd name="T10" fmla="*/ 770 w 787"/>
              <a:gd name="T11" fmla="*/ 50 h 1031"/>
              <a:gd name="T12" fmla="*/ 770 w 787"/>
              <a:gd name="T13" fmla="*/ 986 h 1031"/>
              <a:gd name="T14" fmla="*/ 738 w 787"/>
              <a:gd name="T15" fmla="*/ 1018 h 1031"/>
              <a:gd name="T16" fmla="*/ 44 w 787"/>
              <a:gd name="T17" fmla="*/ 1018 h 1031"/>
              <a:gd name="T18" fmla="*/ 782 w 787"/>
              <a:gd name="T19" fmla="*/ 986 h 1031"/>
              <a:gd name="T20" fmla="*/ 782 w 787"/>
              <a:gd name="T21" fmla="*/ 162 h 1031"/>
              <a:gd name="T22" fmla="*/ 786 w 787"/>
              <a:gd name="T23" fmla="*/ 162 h 1031"/>
              <a:gd name="T24" fmla="*/ 787 w 787"/>
              <a:gd name="T25" fmla="*/ 161 h 1031"/>
              <a:gd name="T26" fmla="*/ 787 w 787"/>
              <a:gd name="T27" fmla="*/ 125 h 1031"/>
              <a:gd name="T28" fmla="*/ 786 w 787"/>
              <a:gd name="T29" fmla="*/ 123 h 1031"/>
              <a:gd name="T30" fmla="*/ 782 w 787"/>
              <a:gd name="T31" fmla="*/ 123 h 1031"/>
              <a:gd name="T32" fmla="*/ 782 w 787"/>
              <a:gd name="T33" fmla="*/ 112 h 1031"/>
              <a:gd name="T34" fmla="*/ 786 w 787"/>
              <a:gd name="T35" fmla="*/ 112 h 1031"/>
              <a:gd name="T36" fmla="*/ 787 w 787"/>
              <a:gd name="T37" fmla="*/ 111 h 1031"/>
              <a:gd name="T38" fmla="*/ 787 w 787"/>
              <a:gd name="T39" fmla="*/ 74 h 1031"/>
              <a:gd name="T40" fmla="*/ 786 w 787"/>
              <a:gd name="T41" fmla="*/ 73 h 1031"/>
              <a:gd name="T42" fmla="*/ 782 w 787"/>
              <a:gd name="T43" fmla="*/ 73 h 1031"/>
              <a:gd name="T44" fmla="*/ 782 w 787"/>
              <a:gd name="T45" fmla="*/ 50 h 1031"/>
              <a:gd name="T46" fmla="*/ 738 w 787"/>
              <a:gd name="T47" fmla="*/ 6 h 1031"/>
              <a:gd name="T48" fmla="*/ 738 w 787"/>
              <a:gd name="T49" fmla="*/ 1 h 1031"/>
              <a:gd name="T50" fmla="*/ 737 w 787"/>
              <a:gd name="T51" fmla="*/ 0 h 1031"/>
              <a:gd name="T52" fmla="*/ 701 w 787"/>
              <a:gd name="T53" fmla="*/ 0 h 1031"/>
              <a:gd name="T54" fmla="*/ 699 w 787"/>
              <a:gd name="T55" fmla="*/ 1 h 1031"/>
              <a:gd name="T56" fmla="*/ 699 w 787"/>
              <a:gd name="T57" fmla="*/ 6 h 1031"/>
              <a:gd name="T58" fmla="*/ 44 w 787"/>
              <a:gd name="T59" fmla="*/ 6 h 1031"/>
              <a:gd name="T60" fmla="*/ 0 w 787"/>
              <a:gd name="T61" fmla="*/ 50 h 1031"/>
              <a:gd name="T62" fmla="*/ 0 w 787"/>
              <a:gd name="T63" fmla="*/ 986 h 1031"/>
              <a:gd name="T64" fmla="*/ 44 w 787"/>
              <a:gd name="T65" fmla="*/ 1031 h 1031"/>
              <a:gd name="T66" fmla="*/ 738 w 787"/>
              <a:gd name="T67" fmla="*/ 1031 h 1031"/>
              <a:gd name="T68" fmla="*/ 782 w 787"/>
              <a:gd name="T69" fmla="*/ 986 h 10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787" h="1031">
                <a:moveTo>
                  <a:pt x="44" y="1018"/>
                </a:moveTo>
                <a:cubicBezTo>
                  <a:pt x="26" y="1018"/>
                  <a:pt x="12" y="1004"/>
                  <a:pt x="12" y="986"/>
                </a:cubicBezTo>
                <a:cubicBezTo>
                  <a:pt x="12" y="50"/>
                  <a:pt x="12" y="50"/>
                  <a:pt x="12" y="50"/>
                </a:cubicBezTo>
                <a:cubicBezTo>
                  <a:pt x="12" y="33"/>
                  <a:pt x="26" y="18"/>
                  <a:pt x="44" y="18"/>
                </a:cubicBezTo>
                <a:cubicBezTo>
                  <a:pt x="738" y="18"/>
                  <a:pt x="738" y="18"/>
                  <a:pt x="738" y="18"/>
                </a:cubicBezTo>
                <a:cubicBezTo>
                  <a:pt x="755" y="18"/>
                  <a:pt x="770" y="33"/>
                  <a:pt x="770" y="50"/>
                </a:cubicBezTo>
                <a:cubicBezTo>
                  <a:pt x="770" y="986"/>
                  <a:pt x="770" y="986"/>
                  <a:pt x="770" y="986"/>
                </a:cubicBezTo>
                <a:cubicBezTo>
                  <a:pt x="770" y="1004"/>
                  <a:pt x="755" y="1018"/>
                  <a:pt x="738" y="1018"/>
                </a:cubicBezTo>
                <a:cubicBezTo>
                  <a:pt x="44" y="1018"/>
                  <a:pt x="44" y="1018"/>
                  <a:pt x="44" y="1018"/>
                </a:cubicBezTo>
                <a:moveTo>
                  <a:pt x="782" y="986"/>
                </a:moveTo>
                <a:cubicBezTo>
                  <a:pt x="782" y="162"/>
                  <a:pt x="782" y="162"/>
                  <a:pt x="782" y="162"/>
                </a:cubicBezTo>
                <a:cubicBezTo>
                  <a:pt x="786" y="162"/>
                  <a:pt x="786" y="162"/>
                  <a:pt x="786" y="162"/>
                </a:cubicBezTo>
                <a:cubicBezTo>
                  <a:pt x="787" y="162"/>
                  <a:pt x="787" y="161"/>
                  <a:pt x="787" y="161"/>
                </a:cubicBezTo>
                <a:cubicBezTo>
                  <a:pt x="787" y="125"/>
                  <a:pt x="787" y="125"/>
                  <a:pt x="787" y="125"/>
                </a:cubicBezTo>
                <a:cubicBezTo>
                  <a:pt x="787" y="124"/>
                  <a:pt x="787" y="123"/>
                  <a:pt x="786" y="123"/>
                </a:cubicBezTo>
                <a:cubicBezTo>
                  <a:pt x="782" y="123"/>
                  <a:pt x="782" y="123"/>
                  <a:pt x="782" y="123"/>
                </a:cubicBezTo>
                <a:cubicBezTo>
                  <a:pt x="782" y="112"/>
                  <a:pt x="782" y="112"/>
                  <a:pt x="782" y="112"/>
                </a:cubicBezTo>
                <a:cubicBezTo>
                  <a:pt x="786" y="112"/>
                  <a:pt x="786" y="112"/>
                  <a:pt x="786" y="112"/>
                </a:cubicBezTo>
                <a:cubicBezTo>
                  <a:pt x="787" y="112"/>
                  <a:pt x="787" y="111"/>
                  <a:pt x="787" y="111"/>
                </a:cubicBezTo>
                <a:cubicBezTo>
                  <a:pt x="787" y="74"/>
                  <a:pt x="787" y="74"/>
                  <a:pt x="787" y="74"/>
                </a:cubicBezTo>
                <a:cubicBezTo>
                  <a:pt x="787" y="74"/>
                  <a:pt x="787" y="73"/>
                  <a:pt x="786" y="73"/>
                </a:cubicBezTo>
                <a:cubicBezTo>
                  <a:pt x="782" y="73"/>
                  <a:pt x="782" y="73"/>
                  <a:pt x="782" y="73"/>
                </a:cubicBezTo>
                <a:cubicBezTo>
                  <a:pt x="782" y="50"/>
                  <a:pt x="782" y="50"/>
                  <a:pt x="782" y="50"/>
                </a:cubicBezTo>
                <a:cubicBezTo>
                  <a:pt x="782" y="26"/>
                  <a:pt x="763" y="6"/>
                  <a:pt x="738" y="6"/>
                </a:cubicBezTo>
                <a:cubicBezTo>
                  <a:pt x="738" y="1"/>
                  <a:pt x="738" y="1"/>
                  <a:pt x="738" y="1"/>
                </a:cubicBezTo>
                <a:cubicBezTo>
                  <a:pt x="738" y="0"/>
                  <a:pt x="738" y="0"/>
                  <a:pt x="737" y="0"/>
                </a:cubicBezTo>
                <a:cubicBezTo>
                  <a:pt x="701" y="0"/>
                  <a:pt x="701" y="0"/>
                  <a:pt x="701" y="0"/>
                </a:cubicBezTo>
                <a:cubicBezTo>
                  <a:pt x="700" y="0"/>
                  <a:pt x="699" y="0"/>
                  <a:pt x="699" y="1"/>
                </a:cubicBezTo>
                <a:cubicBezTo>
                  <a:pt x="699" y="6"/>
                  <a:pt x="699" y="6"/>
                  <a:pt x="699" y="6"/>
                </a:cubicBezTo>
                <a:cubicBezTo>
                  <a:pt x="44" y="6"/>
                  <a:pt x="44" y="6"/>
                  <a:pt x="44" y="6"/>
                </a:cubicBezTo>
                <a:cubicBezTo>
                  <a:pt x="19" y="6"/>
                  <a:pt x="0" y="26"/>
                  <a:pt x="0" y="50"/>
                </a:cubicBezTo>
                <a:cubicBezTo>
                  <a:pt x="0" y="986"/>
                  <a:pt x="0" y="986"/>
                  <a:pt x="0" y="986"/>
                </a:cubicBezTo>
                <a:cubicBezTo>
                  <a:pt x="0" y="1011"/>
                  <a:pt x="19" y="1031"/>
                  <a:pt x="44" y="1031"/>
                </a:cubicBezTo>
                <a:cubicBezTo>
                  <a:pt x="738" y="1031"/>
                  <a:pt x="738" y="1031"/>
                  <a:pt x="738" y="1031"/>
                </a:cubicBezTo>
                <a:cubicBezTo>
                  <a:pt x="762" y="1031"/>
                  <a:pt x="782" y="1011"/>
                  <a:pt x="782" y="986"/>
                </a:cubicBezTo>
              </a:path>
            </a:pathLst>
          </a:custGeom>
          <a:solidFill>
            <a:srgbClr val="2F3941"/>
          </a:solidFill>
          <a:ln>
            <a:noFill/>
          </a:ln>
        </p:spPr>
        <p:txBody>
          <a:bodyPr vert="horz" wrap="square" lIns="114942" tIns="57471" rIns="114942" bIns="57471" numCol="1" anchor="ctr" anchorCtr="1" compatLnSpc="1">
            <a:prstTxWarp prst="textNoShape">
              <a:avLst/>
            </a:prstTxWarp>
          </a:bodyPr>
          <a:lstStyle/>
          <a:p>
            <a:endParaRPr lang="en-US" sz="2263"/>
          </a:p>
        </p:txBody>
      </p:sp>
      <p:grpSp>
        <p:nvGrpSpPr>
          <p:cNvPr id="63" name="Group 27">
            <a:extLst>
              <a:ext uri="{FF2B5EF4-FFF2-40B4-BE49-F238E27FC236}">
                <a16:creationId xmlns:a16="http://schemas.microsoft.com/office/drawing/2014/main" id="{DEB1C77A-3195-FC93-9104-06B29295B730}"/>
              </a:ext>
            </a:extLst>
          </p:cNvPr>
          <p:cNvGrpSpPr/>
          <p:nvPr userDrawn="1"/>
        </p:nvGrpSpPr>
        <p:grpSpPr>
          <a:xfrm>
            <a:off x="7105852" y="2461748"/>
            <a:ext cx="364509" cy="29294"/>
            <a:chOff x="7105852" y="2461748"/>
            <a:chExt cx="364509" cy="29294"/>
          </a:xfrm>
        </p:grpSpPr>
        <p:sp>
          <p:nvSpPr>
            <p:cNvPr id="64" name="Freeform 16">
              <a:extLst>
                <a:ext uri="{FF2B5EF4-FFF2-40B4-BE49-F238E27FC236}">
                  <a16:creationId xmlns:a16="http://schemas.microsoft.com/office/drawing/2014/main" id="{CBEEC065-2061-065D-B862-C07D882F3BEC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8398" y="2465003"/>
              <a:ext cx="16273" cy="26036"/>
            </a:xfrm>
            <a:custGeom>
              <a:avLst/>
              <a:gdLst>
                <a:gd name="T0" fmla="*/ 3 w 5"/>
                <a:gd name="T1" fmla="*/ 4 h 8"/>
                <a:gd name="T2" fmla="*/ 3 w 5"/>
                <a:gd name="T3" fmla="*/ 4 h 8"/>
                <a:gd name="T4" fmla="*/ 4 w 5"/>
                <a:gd name="T5" fmla="*/ 3 h 8"/>
                <a:gd name="T6" fmla="*/ 4 w 5"/>
                <a:gd name="T7" fmla="*/ 2 h 8"/>
                <a:gd name="T8" fmla="*/ 4 w 5"/>
                <a:gd name="T9" fmla="*/ 1 h 8"/>
                <a:gd name="T10" fmla="*/ 4 w 5"/>
                <a:gd name="T11" fmla="*/ 1 h 8"/>
                <a:gd name="T12" fmla="*/ 3 w 5"/>
                <a:gd name="T13" fmla="*/ 0 h 8"/>
                <a:gd name="T14" fmla="*/ 2 w 5"/>
                <a:gd name="T15" fmla="*/ 0 h 8"/>
                <a:gd name="T16" fmla="*/ 1 w 5"/>
                <a:gd name="T17" fmla="*/ 0 h 8"/>
                <a:gd name="T18" fmla="*/ 0 w 5"/>
                <a:gd name="T19" fmla="*/ 1 h 8"/>
                <a:gd name="T20" fmla="*/ 0 w 5"/>
                <a:gd name="T21" fmla="*/ 2 h 8"/>
                <a:gd name="T22" fmla="*/ 0 w 5"/>
                <a:gd name="T23" fmla="*/ 3 h 8"/>
                <a:gd name="T24" fmla="*/ 1 w 5"/>
                <a:gd name="T25" fmla="*/ 3 h 8"/>
                <a:gd name="T26" fmla="*/ 1 w 5"/>
                <a:gd name="T27" fmla="*/ 2 h 8"/>
                <a:gd name="T28" fmla="*/ 1 w 5"/>
                <a:gd name="T29" fmla="*/ 2 h 8"/>
                <a:gd name="T30" fmla="*/ 1 w 5"/>
                <a:gd name="T31" fmla="*/ 1 h 8"/>
                <a:gd name="T32" fmla="*/ 2 w 5"/>
                <a:gd name="T33" fmla="*/ 1 h 8"/>
                <a:gd name="T34" fmla="*/ 3 w 5"/>
                <a:gd name="T35" fmla="*/ 1 h 8"/>
                <a:gd name="T36" fmla="*/ 3 w 5"/>
                <a:gd name="T37" fmla="*/ 2 h 8"/>
                <a:gd name="T38" fmla="*/ 3 w 5"/>
                <a:gd name="T39" fmla="*/ 3 h 8"/>
                <a:gd name="T40" fmla="*/ 3 w 5"/>
                <a:gd name="T41" fmla="*/ 3 h 8"/>
                <a:gd name="T42" fmla="*/ 2 w 5"/>
                <a:gd name="T43" fmla="*/ 3 h 8"/>
                <a:gd name="T44" fmla="*/ 2 w 5"/>
                <a:gd name="T45" fmla="*/ 4 h 8"/>
                <a:gd name="T46" fmla="*/ 2 w 5"/>
                <a:gd name="T47" fmla="*/ 4 h 8"/>
                <a:gd name="T48" fmla="*/ 2 w 5"/>
                <a:gd name="T49" fmla="*/ 4 h 8"/>
                <a:gd name="T50" fmla="*/ 2 w 5"/>
                <a:gd name="T51" fmla="*/ 4 h 8"/>
                <a:gd name="T52" fmla="*/ 2 w 5"/>
                <a:gd name="T53" fmla="*/ 4 h 8"/>
                <a:gd name="T54" fmla="*/ 3 w 5"/>
                <a:gd name="T55" fmla="*/ 4 h 8"/>
                <a:gd name="T56" fmla="*/ 3 w 5"/>
                <a:gd name="T57" fmla="*/ 5 h 8"/>
                <a:gd name="T58" fmla="*/ 4 w 5"/>
                <a:gd name="T59" fmla="*/ 5 h 8"/>
                <a:gd name="T60" fmla="*/ 4 w 5"/>
                <a:gd name="T61" fmla="*/ 6 h 8"/>
                <a:gd name="T62" fmla="*/ 4 w 5"/>
                <a:gd name="T63" fmla="*/ 6 h 8"/>
                <a:gd name="T64" fmla="*/ 3 w 5"/>
                <a:gd name="T65" fmla="*/ 7 h 8"/>
                <a:gd name="T66" fmla="*/ 3 w 5"/>
                <a:gd name="T67" fmla="*/ 7 h 8"/>
                <a:gd name="T68" fmla="*/ 2 w 5"/>
                <a:gd name="T69" fmla="*/ 7 h 8"/>
                <a:gd name="T70" fmla="*/ 1 w 5"/>
                <a:gd name="T71" fmla="*/ 7 h 8"/>
                <a:gd name="T72" fmla="*/ 0 w 5"/>
                <a:gd name="T73" fmla="*/ 5 h 8"/>
                <a:gd name="T74" fmla="*/ 0 w 5"/>
                <a:gd name="T75" fmla="*/ 5 h 8"/>
                <a:gd name="T76" fmla="*/ 0 w 5"/>
                <a:gd name="T77" fmla="*/ 6 h 8"/>
                <a:gd name="T78" fmla="*/ 0 w 5"/>
                <a:gd name="T79" fmla="*/ 7 h 8"/>
                <a:gd name="T80" fmla="*/ 1 w 5"/>
                <a:gd name="T81" fmla="*/ 8 h 8"/>
                <a:gd name="T82" fmla="*/ 2 w 5"/>
                <a:gd name="T83" fmla="*/ 8 h 8"/>
                <a:gd name="T84" fmla="*/ 3 w 5"/>
                <a:gd name="T85" fmla="*/ 8 h 8"/>
                <a:gd name="T86" fmla="*/ 4 w 5"/>
                <a:gd name="T87" fmla="*/ 7 h 8"/>
                <a:gd name="T88" fmla="*/ 4 w 5"/>
                <a:gd name="T89" fmla="*/ 7 h 8"/>
                <a:gd name="T90" fmla="*/ 5 w 5"/>
                <a:gd name="T91" fmla="*/ 6 h 8"/>
                <a:gd name="T92" fmla="*/ 4 w 5"/>
                <a:gd name="T93" fmla="*/ 4 h 8"/>
                <a:gd name="T94" fmla="*/ 3 w 5"/>
                <a:gd name="T95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" h="8">
                  <a:moveTo>
                    <a:pt x="3" y="4"/>
                  </a:moveTo>
                  <a:cubicBezTo>
                    <a:pt x="3" y="4"/>
                    <a:pt x="3" y="4"/>
                    <a:pt x="3" y="4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1" y="7"/>
                    <a:pt x="1" y="7"/>
                  </a:cubicBezTo>
                  <a:cubicBezTo>
                    <a:pt x="1" y="6"/>
                    <a:pt x="0" y="6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4" y="5"/>
                    <a:pt x="4" y="4"/>
                  </a:cubicBezTo>
                  <a:cubicBezTo>
                    <a:pt x="4" y="4"/>
                    <a:pt x="4" y="4"/>
                    <a:pt x="3" y="4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5" name="Freeform 17">
              <a:extLst>
                <a:ext uri="{FF2B5EF4-FFF2-40B4-BE49-F238E27FC236}">
                  <a16:creationId xmlns:a16="http://schemas.microsoft.com/office/drawing/2014/main" id="{41AF0EB2-C00C-B763-F18B-C77DA2E3755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87216" y="2465003"/>
              <a:ext cx="22782" cy="26036"/>
            </a:xfrm>
            <a:custGeom>
              <a:avLst/>
              <a:gdLst>
                <a:gd name="T0" fmla="*/ 6 w 14"/>
                <a:gd name="T1" fmla="*/ 2 h 16"/>
                <a:gd name="T2" fmla="*/ 8 w 14"/>
                <a:gd name="T3" fmla="*/ 2 h 16"/>
                <a:gd name="T4" fmla="*/ 10 w 14"/>
                <a:gd name="T5" fmla="*/ 10 h 16"/>
                <a:gd name="T6" fmla="*/ 4 w 14"/>
                <a:gd name="T7" fmla="*/ 10 h 16"/>
                <a:gd name="T8" fmla="*/ 6 w 14"/>
                <a:gd name="T9" fmla="*/ 2 h 16"/>
                <a:gd name="T10" fmla="*/ 6 w 14"/>
                <a:gd name="T11" fmla="*/ 0 h 16"/>
                <a:gd name="T12" fmla="*/ 0 w 14"/>
                <a:gd name="T13" fmla="*/ 16 h 16"/>
                <a:gd name="T14" fmla="*/ 2 w 14"/>
                <a:gd name="T15" fmla="*/ 16 h 16"/>
                <a:gd name="T16" fmla="*/ 4 w 14"/>
                <a:gd name="T17" fmla="*/ 10 h 16"/>
                <a:gd name="T18" fmla="*/ 10 w 14"/>
                <a:gd name="T19" fmla="*/ 10 h 16"/>
                <a:gd name="T20" fmla="*/ 12 w 14"/>
                <a:gd name="T21" fmla="*/ 16 h 16"/>
                <a:gd name="T22" fmla="*/ 14 w 14"/>
                <a:gd name="T23" fmla="*/ 16 h 16"/>
                <a:gd name="T24" fmla="*/ 8 w 14"/>
                <a:gd name="T25" fmla="*/ 0 h 16"/>
                <a:gd name="T26" fmla="*/ 6 w 14"/>
                <a:gd name="T2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" h="16">
                  <a:moveTo>
                    <a:pt x="6" y="2"/>
                  </a:moveTo>
                  <a:lnTo>
                    <a:pt x="8" y="2"/>
                  </a:lnTo>
                  <a:lnTo>
                    <a:pt x="10" y="10"/>
                  </a:lnTo>
                  <a:lnTo>
                    <a:pt x="4" y="10"/>
                  </a:lnTo>
                  <a:lnTo>
                    <a:pt x="6" y="2"/>
                  </a:lnTo>
                  <a:close/>
                  <a:moveTo>
                    <a:pt x="6" y="0"/>
                  </a:moveTo>
                  <a:lnTo>
                    <a:pt x="0" y="16"/>
                  </a:lnTo>
                  <a:lnTo>
                    <a:pt x="2" y="16"/>
                  </a:lnTo>
                  <a:lnTo>
                    <a:pt x="4" y="10"/>
                  </a:lnTo>
                  <a:lnTo>
                    <a:pt x="10" y="10"/>
                  </a:lnTo>
                  <a:lnTo>
                    <a:pt x="12" y="16"/>
                  </a:lnTo>
                  <a:lnTo>
                    <a:pt x="14" y="16"/>
                  </a:lnTo>
                  <a:lnTo>
                    <a:pt x="8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6" name="Freeform 18">
              <a:extLst>
                <a:ext uri="{FF2B5EF4-FFF2-40B4-BE49-F238E27FC236}">
                  <a16:creationId xmlns:a16="http://schemas.microsoft.com/office/drawing/2014/main" id="{E7F8D535-0DB7-1EEB-A4C8-E7E0ECA2FBA3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7106" y="2471512"/>
              <a:ext cx="3255" cy="13018"/>
            </a:xfrm>
            <a:custGeom>
              <a:avLst/>
              <a:gdLst>
                <a:gd name="T0" fmla="*/ 0 w 1"/>
                <a:gd name="T1" fmla="*/ 0 h 4"/>
                <a:gd name="T2" fmla="*/ 0 w 1"/>
                <a:gd name="T3" fmla="*/ 4 h 4"/>
                <a:gd name="T4" fmla="*/ 1 w 1"/>
                <a:gd name="T5" fmla="*/ 2 h 4"/>
                <a:gd name="T6" fmla="*/ 0 w 1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4">
                  <a:moveTo>
                    <a:pt x="0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1" y="3"/>
                    <a:pt x="1" y="2"/>
                  </a:cubicBezTo>
                  <a:cubicBezTo>
                    <a:pt x="1" y="1"/>
                    <a:pt x="0" y="0"/>
                    <a:pt x="0" y="0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7" name="Freeform 19">
              <a:extLst>
                <a:ext uri="{FF2B5EF4-FFF2-40B4-BE49-F238E27FC236}">
                  <a16:creationId xmlns:a16="http://schemas.microsoft.com/office/drawing/2014/main" id="{FB8FDA1A-3536-8FF6-6375-88667FE5FA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57925" y="2465003"/>
              <a:ext cx="16273" cy="26036"/>
            </a:xfrm>
            <a:custGeom>
              <a:avLst/>
              <a:gdLst>
                <a:gd name="T0" fmla="*/ 4 w 5"/>
                <a:gd name="T1" fmla="*/ 4 h 8"/>
                <a:gd name="T2" fmla="*/ 4 w 5"/>
                <a:gd name="T3" fmla="*/ 5 h 8"/>
                <a:gd name="T4" fmla="*/ 4 w 5"/>
                <a:gd name="T5" fmla="*/ 6 h 8"/>
                <a:gd name="T6" fmla="*/ 3 w 5"/>
                <a:gd name="T7" fmla="*/ 7 h 8"/>
                <a:gd name="T8" fmla="*/ 2 w 5"/>
                <a:gd name="T9" fmla="*/ 7 h 8"/>
                <a:gd name="T10" fmla="*/ 2 w 5"/>
                <a:gd name="T11" fmla="*/ 7 h 8"/>
                <a:gd name="T12" fmla="*/ 1 w 5"/>
                <a:gd name="T13" fmla="*/ 6 h 8"/>
                <a:gd name="T14" fmla="*/ 1 w 5"/>
                <a:gd name="T15" fmla="*/ 5 h 8"/>
                <a:gd name="T16" fmla="*/ 1 w 5"/>
                <a:gd name="T17" fmla="*/ 4 h 8"/>
                <a:gd name="T18" fmla="*/ 1 w 5"/>
                <a:gd name="T19" fmla="*/ 3 h 8"/>
                <a:gd name="T20" fmla="*/ 1 w 5"/>
                <a:gd name="T21" fmla="*/ 3 h 8"/>
                <a:gd name="T22" fmla="*/ 1 w 5"/>
                <a:gd name="T23" fmla="*/ 2 h 8"/>
                <a:gd name="T24" fmla="*/ 1 w 5"/>
                <a:gd name="T25" fmla="*/ 2 h 8"/>
                <a:gd name="T26" fmla="*/ 2 w 5"/>
                <a:gd name="T27" fmla="*/ 1 h 8"/>
                <a:gd name="T28" fmla="*/ 2 w 5"/>
                <a:gd name="T29" fmla="*/ 1 h 8"/>
                <a:gd name="T30" fmla="*/ 3 w 5"/>
                <a:gd name="T31" fmla="*/ 1 h 8"/>
                <a:gd name="T32" fmla="*/ 3 w 5"/>
                <a:gd name="T33" fmla="*/ 2 h 8"/>
                <a:gd name="T34" fmla="*/ 4 w 5"/>
                <a:gd name="T35" fmla="*/ 2 h 8"/>
                <a:gd name="T36" fmla="*/ 4 w 5"/>
                <a:gd name="T37" fmla="*/ 3 h 8"/>
                <a:gd name="T38" fmla="*/ 4 w 5"/>
                <a:gd name="T39" fmla="*/ 3 h 8"/>
                <a:gd name="T40" fmla="*/ 4 w 5"/>
                <a:gd name="T41" fmla="*/ 4 h 8"/>
                <a:gd name="T42" fmla="*/ 5 w 5"/>
                <a:gd name="T43" fmla="*/ 4 h 8"/>
                <a:gd name="T44" fmla="*/ 5 w 5"/>
                <a:gd name="T45" fmla="*/ 3 h 8"/>
                <a:gd name="T46" fmla="*/ 5 w 5"/>
                <a:gd name="T47" fmla="*/ 2 h 8"/>
                <a:gd name="T48" fmla="*/ 5 w 5"/>
                <a:gd name="T49" fmla="*/ 2 h 8"/>
                <a:gd name="T50" fmla="*/ 4 w 5"/>
                <a:gd name="T51" fmla="*/ 1 h 8"/>
                <a:gd name="T52" fmla="*/ 3 w 5"/>
                <a:gd name="T53" fmla="*/ 0 h 8"/>
                <a:gd name="T54" fmla="*/ 2 w 5"/>
                <a:gd name="T55" fmla="*/ 0 h 8"/>
                <a:gd name="T56" fmla="*/ 1 w 5"/>
                <a:gd name="T57" fmla="*/ 0 h 8"/>
                <a:gd name="T58" fmla="*/ 1 w 5"/>
                <a:gd name="T59" fmla="*/ 1 h 8"/>
                <a:gd name="T60" fmla="*/ 0 w 5"/>
                <a:gd name="T61" fmla="*/ 2 h 8"/>
                <a:gd name="T62" fmla="*/ 0 w 5"/>
                <a:gd name="T63" fmla="*/ 2 h 8"/>
                <a:gd name="T64" fmla="*/ 0 w 5"/>
                <a:gd name="T65" fmla="*/ 3 h 8"/>
                <a:gd name="T66" fmla="*/ 0 w 5"/>
                <a:gd name="T67" fmla="*/ 4 h 8"/>
                <a:gd name="T68" fmla="*/ 0 w 5"/>
                <a:gd name="T69" fmla="*/ 5 h 8"/>
                <a:gd name="T70" fmla="*/ 0 w 5"/>
                <a:gd name="T71" fmla="*/ 6 h 8"/>
                <a:gd name="T72" fmla="*/ 0 w 5"/>
                <a:gd name="T73" fmla="*/ 7 h 8"/>
                <a:gd name="T74" fmla="*/ 1 w 5"/>
                <a:gd name="T75" fmla="*/ 7 h 8"/>
                <a:gd name="T76" fmla="*/ 1 w 5"/>
                <a:gd name="T77" fmla="*/ 8 h 8"/>
                <a:gd name="T78" fmla="*/ 2 w 5"/>
                <a:gd name="T79" fmla="*/ 8 h 8"/>
                <a:gd name="T80" fmla="*/ 3 w 5"/>
                <a:gd name="T81" fmla="*/ 8 h 8"/>
                <a:gd name="T82" fmla="*/ 4 w 5"/>
                <a:gd name="T83" fmla="*/ 7 h 8"/>
                <a:gd name="T84" fmla="*/ 5 w 5"/>
                <a:gd name="T85" fmla="*/ 7 h 8"/>
                <a:gd name="T86" fmla="*/ 5 w 5"/>
                <a:gd name="T87" fmla="*/ 6 h 8"/>
                <a:gd name="T88" fmla="*/ 5 w 5"/>
                <a:gd name="T89" fmla="*/ 5 h 8"/>
                <a:gd name="T90" fmla="*/ 5 w 5"/>
                <a:gd name="T91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" h="8">
                  <a:moveTo>
                    <a:pt x="4" y="4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4"/>
                    <a:pt x="4" y="4"/>
                    <a:pt x="4" y="4"/>
                  </a:cubicBezTo>
                  <a:moveTo>
                    <a:pt x="5" y="4"/>
                  </a:moveTo>
                  <a:cubicBezTo>
                    <a:pt x="5" y="3"/>
                    <a:pt x="5" y="3"/>
                    <a:pt x="5" y="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4"/>
                    <a:pt x="5" y="4"/>
                    <a:pt x="5" y="4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8" name="Freeform 20">
              <a:extLst>
                <a:ext uri="{FF2B5EF4-FFF2-40B4-BE49-F238E27FC236}">
                  <a16:creationId xmlns:a16="http://schemas.microsoft.com/office/drawing/2014/main" id="{029E79E4-737F-53C5-8C8D-E5558EA8C4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05852" y="2465003"/>
              <a:ext cx="16273" cy="26036"/>
            </a:xfrm>
            <a:custGeom>
              <a:avLst/>
              <a:gdLst>
                <a:gd name="T0" fmla="*/ 4 w 5"/>
                <a:gd name="T1" fmla="*/ 3 h 8"/>
                <a:gd name="T2" fmla="*/ 4 w 5"/>
                <a:gd name="T3" fmla="*/ 3 h 8"/>
                <a:gd name="T4" fmla="*/ 3 w 5"/>
                <a:gd name="T5" fmla="*/ 4 h 8"/>
                <a:gd name="T6" fmla="*/ 3 w 5"/>
                <a:gd name="T7" fmla="*/ 4 h 8"/>
                <a:gd name="T8" fmla="*/ 2 w 5"/>
                <a:gd name="T9" fmla="*/ 4 h 8"/>
                <a:gd name="T10" fmla="*/ 2 w 5"/>
                <a:gd name="T11" fmla="*/ 4 h 8"/>
                <a:gd name="T12" fmla="*/ 1 w 5"/>
                <a:gd name="T13" fmla="*/ 4 h 8"/>
                <a:gd name="T14" fmla="*/ 1 w 5"/>
                <a:gd name="T15" fmla="*/ 3 h 8"/>
                <a:gd name="T16" fmla="*/ 1 w 5"/>
                <a:gd name="T17" fmla="*/ 3 h 8"/>
                <a:gd name="T18" fmla="*/ 1 w 5"/>
                <a:gd name="T19" fmla="*/ 2 h 8"/>
                <a:gd name="T20" fmla="*/ 1 w 5"/>
                <a:gd name="T21" fmla="*/ 2 h 8"/>
                <a:gd name="T22" fmla="*/ 2 w 5"/>
                <a:gd name="T23" fmla="*/ 1 h 8"/>
                <a:gd name="T24" fmla="*/ 2 w 5"/>
                <a:gd name="T25" fmla="*/ 1 h 8"/>
                <a:gd name="T26" fmla="*/ 3 w 5"/>
                <a:gd name="T27" fmla="*/ 1 h 8"/>
                <a:gd name="T28" fmla="*/ 4 w 5"/>
                <a:gd name="T29" fmla="*/ 2 h 8"/>
                <a:gd name="T30" fmla="*/ 4 w 5"/>
                <a:gd name="T31" fmla="*/ 2 h 8"/>
                <a:gd name="T32" fmla="*/ 4 w 5"/>
                <a:gd name="T33" fmla="*/ 3 h 8"/>
                <a:gd name="T34" fmla="*/ 5 w 5"/>
                <a:gd name="T35" fmla="*/ 4 h 8"/>
                <a:gd name="T36" fmla="*/ 5 w 5"/>
                <a:gd name="T37" fmla="*/ 2 h 8"/>
                <a:gd name="T38" fmla="*/ 4 w 5"/>
                <a:gd name="T39" fmla="*/ 1 h 8"/>
                <a:gd name="T40" fmla="*/ 3 w 5"/>
                <a:gd name="T41" fmla="*/ 0 h 8"/>
                <a:gd name="T42" fmla="*/ 2 w 5"/>
                <a:gd name="T43" fmla="*/ 0 h 8"/>
                <a:gd name="T44" fmla="*/ 1 w 5"/>
                <a:gd name="T45" fmla="*/ 0 h 8"/>
                <a:gd name="T46" fmla="*/ 1 w 5"/>
                <a:gd name="T47" fmla="*/ 1 h 8"/>
                <a:gd name="T48" fmla="*/ 0 w 5"/>
                <a:gd name="T49" fmla="*/ 2 h 8"/>
                <a:gd name="T50" fmla="*/ 0 w 5"/>
                <a:gd name="T51" fmla="*/ 3 h 8"/>
                <a:gd name="T52" fmla="*/ 0 w 5"/>
                <a:gd name="T53" fmla="*/ 4 h 8"/>
                <a:gd name="T54" fmla="*/ 1 w 5"/>
                <a:gd name="T55" fmla="*/ 5 h 8"/>
                <a:gd name="T56" fmla="*/ 1 w 5"/>
                <a:gd name="T57" fmla="*/ 5 h 8"/>
                <a:gd name="T58" fmla="*/ 2 w 5"/>
                <a:gd name="T59" fmla="*/ 5 h 8"/>
                <a:gd name="T60" fmla="*/ 3 w 5"/>
                <a:gd name="T61" fmla="*/ 5 h 8"/>
                <a:gd name="T62" fmla="*/ 4 w 5"/>
                <a:gd name="T63" fmla="*/ 4 h 8"/>
                <a:gd name="T64" fmla="*/ 4 w 5"/>
                <a:gd name="T65" fmla="*/ 4 h 8"/>
                <a:gd name="T66" fmla="*/ 4 w 5"/>
                <a:gd name="T67" fmla="*/ 6 h 8"/>
                <a:gd name="T68" fmla="*/ 2 w 5"/>
                <a:gd name="T69" fmla="*/ 7 h 8"/>
                <a:gd name="T70" fmla="*/ 1 w 5"/>
                <a:gd name="T71" fmla="*/ 7 h 8"/>
                <a:gd name="T72" fmla="*/ 1 w 5"/>
                <a:gd name="T73" fmla="*/ 6 h 8"/>
                <a:gd name="T74" fmla="*/ 0 w 5"/>
                <a:gd name="T75" fmla="*/ 6 h 8"/>
                <a:gd name="T76" fmla="*/ 1 w 5"/>
                <a:gd name="T77" fmla="*/ 7 h 8"/>
                <a:gd name="T78" fmla="*/ 2 w 5"/>
                <a:gd name="T79" fmla="*/ 8 h 8"/>
                <a:gd name="T80" fmla="*/ 4 w 5"/>
                <a:gd name="T81" fmla="*/ 7 h 8"/>
                <a:gd name="T82" fmla="*/ 5 w 5"/>
                <a:gd name="T83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" h="8">
                  <a:moveTo>
                    <a:pt x="4" y="3"/>
                  </a:moveTo>
                  <a:cubicBezTo>
                    <a:pt x="4" y="3"/>
                    <a:pt x="4" y="3"/>
                    <a:pt x="4" y="3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4" y="3"/>
                    <a:pt x="4" y="3"/>
                  </a:cubicBezTo>
                  <a:moveTo>
                    <a:pt x="5" y="4"/>
                  </a:moveTo>
                  <a:cubicBezTo>
                    <a:pt x="5" y="3"/>
                    <a:pt x="5" y="3"/>
                    <a:pt x="5" y="2"/>
                  </a:cubicBezTo>
                  <a:cubicBezTo>
                    <a:pt x="5" y="2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5"/>
                    <a:pt x="4" y="6"/>
                    <a:pt x="4" y="6"/>
                  </a:cubicBezTo>
                  <a:cubicBezTo>
                    <a:pt x="3" y="7"/>
                    <a:pt x="3" y="7"/>
                    <a:pt x="2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1" y="6"/>
                    <a:pt x="1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1" y="7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4" y="8"/>
                    <a:pt x="4" y="7"/>
                  </a:cubicBezTo>
                  <a:cubicBezTo>
                    <a:pt x="5" y="6"/>
                    <a:pt x="5" y="5"/>
                    <a:pt x="5" y="4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9" name="Rectangle 21">
              <a:extLst>
                <a:ext uri="{FF2B5EF4-FFF2-40B4-BE49-F238E27FC236}">
                  <a16:creationId xmlns:a16="http://schemas.microsoft.com/office/drawing/2014/main" id="{13779D49-8C17-6C80-6764-33F0DC4556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8634" y="2487787"/>
              <a:ext cx="3255" cy="3255"/>
            </a:xfrm>
            <a:prstGeom prst="rect">
              <a:avLst/>
            </a:pr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0" name="Rectangle 22">
              <a:extLst>
                <a:ext uri="{FF2B5EF4-FFF2-40B4-BE49-F238E27FC236}">
                  <a16:creationId xmlns:a16="http://schemas.microsoft.com/office/drawing/2014/main" id="{272C2F89-4DA1-9900-0A3E-AE3665DA26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8634" y="2471514"/>
              <a:ext cx="3255" cy="3255"/>
            </a:xfrm>
            <a:prstGeom prst="rect">
              <a:avLst/>
            </a:pr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1" name="Freeform 23">
              <a:extLst>
                <a:ext uri="{FF2B5EF4-FFF2-40B4-BE49-F238E27FC236}">
                  <a16:creationId xmlns:a16="http://schemas.microsoft.com/office/drawing/2014/main" id="{E6B702D4-FD8F-E19D-B2B7-F3512B538254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6452" y="2461748"/>
              <a:ext cx="29291" cy="13018"/>
            </a:xfrm>
            <a:custGeom>
              <a:avLst/>
              <a:gdLst>
                <a:gd name="T0" fmla="*/ 0 w 9"/>
                <a:gd name="T1" fmla="*/ 3 h 4"/>
                <a:gd name="T2" fmla="*/ 1 w 9"/>
                <a:gd name="T3" fmla="*/ 4 h 4"/>
                <a:gd name="T4" fmla="*/ 4 w 9"/>
                <a:gd name="T5" fmla="*/ 3 h 4"/>
                <a:gd name="T6" fmla="*/ 8 w 9"/>
                <a:gd name="T7" fmla="*/ 4 h 4"/>
                <a:gd name="T8" fmla="*/ 9 w 9"/>
                <a:gd name="T9" fmla="*/ 3 h 4"/>
                <a:gd name="T10" fmla="*/ 0 w 9"/>
                <a:gd name="T11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4">
                  <a:moveTo>
                    <a:pt x="0" y="3"/>
                  </a:moveTo>
                  <a:cubicBezTo>
                    <a:pt x="0" y="3"/>
                    <a:pt x="0" y="4"/>
                    <a:pt x="1" y="4"/>
                  </a:cubicBezTo>
                  <a:cubicBezTo>
                    <a:pt x="2" y="3"/>
                    <a:pt x="3" y="3"/>
                    <a:pt x="4" y="3"/>
                  </a:cubicBezTo>
                  <a:cubicBezTo>
                    <a:pt x="6" y="3"/>
                    <a:pt x="7" y="3"/>
                    <a:pt x="8" y="4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6" y="0"/>
                    <a:pt x="2" y="0"/>
                    <a:pt x="0" y="3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2" name="Freeform 24">
              <a:extLst>
                <a:ext uri="{FF2B5EF4-FFF2-40B4-BE49-F238E27FC236}">
                  <a16:creationId xmlns:a16="http://schemas.microsoft.com/office/drawing/2014/main" id="{36A5D7A6-3EC5-45A8-C100-37116FFBEB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15034" y="2465003"/>
              <a:ext cx="48818" cy="26036"/>
            </a:xfrm>
            <a:custGeom>
              <a:avLst/>
              <a:gdLst>
                <a:gd name="T0" fmla="*/ 11 w 15"/>
                <a:gd name="T1" fmla="*/ 7 h 8"/>
                <a:gd name="T2" fmla="*/ 10 w 15"/>
                <a:gd name="T3" fmla="*/ 7 h 8"/>
                <a:gd name="T4" fmla="*/ 2 w 15"/>
                <a:gd name="T5" fmla="*/ 7 h 8"/>
                <a:gd name="T6" fmla="*/ 1 w 15"/>
                <a:gd name="T7" fmla="*/ 6 h 8"/>
                <a:gd name="T8" fmla="*/ 1 w 15"/>
                <a:gd name="T9" fmla="*/ 2 h 8"/>
                <a:gd name="T10" fmla="*/ 2 w 15"/>
                <a:gd name="T11" fmla="*/ 1 h 8"/>
                <a:gd name="T12" fmla="*/ 10 w 15"/>
                <a:gd name="T13" fmla="*/ 1 h 8"/>
                <a:gd name="T14" fmla="*/ 11 w 15"/>
                <a:gd name="T15" fmla="*/ 2 h 8"/>
                <a:gd name="T16" fmla="*/ 11 w 15"/>
                <a:gd name="T17" fmla="*/ 7 h 8"/>
                <a:gd name="T18" fmla="*/ 15 w 15"/>
                <a:gd name="T19" fmla="*/ 6 h 8"/>
                <a:gd name="T20" fmla="*/ 15 w 15"/>
                <a:gd name="T21" fmla="*/ 2 h 8"/>
                <a:gd name="T22" fmla="*/ 13 w 15"/>
                <a:gd name="T23" fmla="*/ 0 h 8"/>
                <a:gd name="T24" fmla="*/ 2 w 15"/>
                <a:gd name="T25" fmla="*/ 0 h 8"/>
                <a:gd name="T26" fmla="*/ 0 w 15"/>
                <a:gd name="T27" fmla="*/ 2 h 8"/>
                <a:gd name="T28" fmla="*/ 0 w 15"/>
                <a:gd name="T29" fmla="*/ 6 h 8"/>
                <a:gd name="T30" fmla="*/ 2 w 15"/>
                <a:gd name="T31" fmla="*/ 8 h 8"/>
                <a:gd name="T32" fmla="*/ 7 w 15"/>
                <a:gd name="T33" fmla="*/ 8 h 8"/>
                <a:gd name="T34" fmla="*/ 13 w 15"/>
                <a:gd name="T35" fmla="*/ 8 h 8"/>
                <a:gd name="T36" fmla="*/ 15 w 15"/>
                <a:gd name="T37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" h="8">
                  <a:moveTo>
                    <a:pt x="11" y="7"/>
                  </a:moveTo>
                  <a:cubicBezTo>
                    <a:pt x="10" y="7"/>
                    <a:pt x="10" y="7"/>
                    <a:pt x="10" y="7"/>
                  </a:cubicBezTo>
                  <a:cubicBezTo>
                    <a:pt x="8" y="7"/>
                    <a:pt x="5" y="7"/>
                    <a:pt x="2" y="7"/>
                  </a:cubicBezTo>
                  <a:cubicBezTo>
                    <a:pt x="2" y="7"/>
                    <a:pt x="1" y="6"/>
                    <a:pt x="1" y="6"/>
                  </a:cubicBezTo>
                  <a:cubicBezTo>
                    <a:pt x="1" y="5"/>
                    <a:pt x="1" y="3"/>
                    <a:pt x="1" y="2"/>
                  </a:cubicBezTo>
                  <a:cubicBezTo>
                    <a:pt x="1" y="2"/>
                    <a:pt x="2" y="1"/>
                    <a:pt x="2" y="1"/>
                  </a:cubicBezTo>
                  <a:cubicBezTo>
                    <a:pt x="5" y="1"/>
                    <a:pt x="8" y="1"/>
                    <a:pt x="10" y="1"/>
                  </a:cubicBezTo>
                  <a:cubicBezTo>
                    <a:pt x="11" y="2"/>
                    <a:pt x="11" y="2"/>
                    <a:pt x="11" y="2"/>
                  </a:cubicBezTo>
                  <a:lnTo>
                    <a:pt x="11" y="7"/>
                  </a:lnTo>
                  <a:close/>
                  <a:moveTo>
                    <a:pt x="15" y="6"/>
                  </a:moveTo>
                  <a:cubicBezTo>
                    <a:pt x="15" y="5"/>
                    <a:pt x="15" y="3"/>
                    <a:pt x="15" y="2"/>
                  </a:cubicBezTo>
                  <a:cubicBezTo>
                    <a:pt x="15" y="1"/>
                    <a:pt x="14" y="0"/>
                    <a:pt x="13" y="0"/>
                  </a:cubicBezTo>
                  <a:cubicBezTo>
                    <a:pt x="9" y="0"/>
                    <a:pt x="6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7"/>
                    <a:pt x="1" y="8"/>
                    <a:pt x="2" y="8"/>
                  </a:cubicBezTo>
                  <a:cubicBezTo>
                    <a:pt x="4" y="8"/>
                    <a:pt x="6" y="8"/>
                    <a:pt x="7" y="8"/>
                  </a:cubicBezTo>
                  <a:cubicBezTo>
                    <a:pt x="9" y="8"/>
                    <a:pt x="11" y="8"/>
                    <a:pt x="13" y="8"/>
                  </a:cubicBezTo>
                  <a:cubicBezTo>
                    <a:pt x="14" y="8"/>
                    <a:pt x="15" y="7"/>
                    <a:pt x="15" y="6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3" name="Oval 25">
              <a:extLst>
                <a:ext uri="{FF2B5EF4-FFF2-40B4-BE49-F238E27FC236}">
                  <a16:creationId xmlns:a16="http://schemas.microsoft.com/office/drawing/2014/main" id="{44DF6266-1AFC-7C6B-B42E-ECE0BBBBDC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66215" y="2484530"/>
              <a:ext cx="9764" cy="6509"/>
            </a:xfrm>
            <a:prstGeom prst="ellipse">
              <a:avLst/>
            </a:pr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4" name="Freeform 26">
              <a:extLst>
                <a:ext uri="{FF2B5EF4-FFF2-40B4-BE49-F238E27FC236}">
                  <a16:creationId xmlns:a16="http://schemas.microsoft.com/office/drawing/2014/main" id="{7156045C-1996-AAE7-4150-FCA2256461DA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9704" y="2471514"/>
              <a:ext cx="19527" cy="9764"/>
            </a:xfrm>
            <a:custGeom>
              <a:avLst/>
              <a:gdLst>
                <a:gd name="T0" fmla="*/ 0 w 6"/>
                <a:gd name="T1" fmla="*/ 2 h 3"/>
                <a:gd name="T2" fmla="*/ 2 w 6"/>
                <a:gd name="T3" fmla="*/ 3 h 3"/>
                <a:gd name="T4" fmla="*/ 3 w 6"/>
                <a:gd name="T5" fmla="*/ 3 h 3"/>
                <a:gd name="T6" fmla="*/ 5 w 6"/>
                <a:gd name="T7" fmla="*/ 3 h 3"/>
                <a:gd name="T8" fmla="*/ 6 w 6"/>
                <a:gd name="T9" fmla="*/ 2 h 3"/>
                <a:gd name="T10" fmla="*/ 0 w 6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">
                  <a:moveTo>
                    <a:pt x="0" y="2"/>
                  </a:moveTo>
                  <a:cubicBezTo>
                    <a:pt x="1" y="3"/>
                    <a:pt x="1" y="3"/>
                    <a:pt x="2" y="3"/>
                  </a:cubicBezTo>
                  <a:cubicBezTo>
                    <a:pt x="2" y="3"/>
                    <a:pt x="3" y="3"/>
                    <a:pt x="3" y="3"/>
                  </a:cubicBezTo>
                  <a:cubicBezTo>
                    <a:pt x="4" y="3"/>
                    <a:pt x="4" y="3"/>
                    <a:pt x="5" y="3"/>
                  </a:cubicBezTo>
                  <a:cubicBezTo>
                    <a:pt x="5" y="3"/>
                    <a:pt x="6" y="3"/>
                    <a:pt x="6" y="2"/>
                  </a:cubicBezTo>
                  <a:cubicBezTo>
                    <a:pt x="5" y="0"/>
                    <a:pt x="2" y="0"/>
                    <a:pt x="0" y="2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5" name="Freeform 27">
              <a:extLst>
                <a:ext uri="{FF2B5EF4-FFF2-40B4-BE49-F238E27FC236}">
                  <a16:creationId xmlns:a16="http://schemas.microsoft.com/office/drawing/2014/main" id="{CE33ED97-2910-CAD9-05F3-F65650D5856A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1361" y="2481278"/>
              <a:ext cx="9764" cy="9764"/>
            </a:xfrm>
            <a:custGeom>
              <a:avLst/>
              <a:gdLst>
                <a:gd name="T0" fmla="*/ 2 w 3"/>
                <a:gd name="T1" fmla="*/ 0 h 3"/>
                <a:gd name="T2" fmla="*/ 2 w 3"/>
                <a:gd name="T3" fmla="*/ 0 h 3"/>
                <a:gd name="T4" fmla="*/ 0 w 3"/>
                <a:gd name="T5" fmla="*/ 1 h 3"/>
                <a:gd name="T6" fmla="*/ 0 w 3"/>
                <a:gd name="T7" fmla="*/ 2 h 3"/>
                <a:gd name="T8" fmla="*/ 2 w 3"/>
                <a:gd name="T9" fmla="*/ 3 h 3"/>
                <a:gd name="T10" fmla="*/ 2 w 3"/>
                <a:gd name="T11" fmla="*/ 3 h 3"/>
                <a:gd name="T12" fmla="*/ 3 w 3"/>
                <a:gd name="T13" fmla="*/ 2 h 3"/>
                <a:gd name="T14" fmla="*/ 3 w 3"/>
                <a:gd name="T15" fmla="*/ 1 h 3"/>
                <a:gd name="T16" fmla="*/ 2 w 3"/>
                <a:gd name="T1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3"/>
                    <a:pt x="3" y="3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0"/>
                    <a:pt x="3" y="0"/>
                    <a:pt x="2" y="0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6" name="Freeform 28">
              <a:extLst>
                <a:ext uri="{FF2B5EF4-FFF2-40B4-BE49-F238E27FC236}">
                  <a16:creationId xmlns:a16="http://schemas.microsoft.com/office/drawing/2014/main" id="{1451F717-90F6-B8EB-565C-1AC07069B0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0650" y="2465003"/>
              <a:ext cx="6509" cy="26036"/>
            </a:xfrm>
            <a:custGeom>
              <a:avLst/>
              <a:gdLst>
                <a:gd name="T0" fmla="*/ 1 w 2"/>
                <a:gd name="T1" fmla="*/ 0 h 8"/>
                <a:gd name="T2" fmla="*/ 1 w 2"/>
                <a:gd name="T3" fmla="*/ 0 h 8"/>
                <a:gd name="T4" fmla="*/ 0 w 2"/>
                <a:gd name="T5" fmla="*/ 1 h 8"/>
                <a:gd name="T6" fmla="*/ 0 w 2"/>
                <a:gd name="T7" fmla="*/ 7 h 8"/>
                <a:gd name="T8" fmla="*/ 1 w 2"/>
                <a:gd name="T9" fmla="*/ 8 h 8"/>
                <a:gd name="T10" fmla="*/ 1 w 2"/>
                <a:gd name="T11" fmla="*/ 8 h 8"/>
                <a:gd name="T12" fmla="*/ 2 w 2"/>
                <a:gd name="T13" fmla="*/ 7 h 8"/>
                <a:gd name="T14" fmla="*/ 2 w 2"/>
                <a:gd name="T15" fmla="*/ 1 h 8"/>
                <a:gd name="T16" fmla="*/ 1 w 2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" h="8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8"/>
                    <a:pt x="0" y="8"/>
                    <a:pt x="1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7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0"/>
                    <a:pt x="1" y="0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7" name="Freeform 29">
              <a:extLst>
                <a:ext uri="{FF2B5EF4-FFF2-40B4-BE49-F238E27FC236}">
                  <a16:creationId xmlns:a16="http://schemas.microsoft.com/office/drawing/2014/main" id="{BAA6AB86-C380-32F4-E7E4-7364A5E48BAF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3250" y="2465003"/>
              <a:ext cx="26036" cy="26036"/>
            </a:xfrm>
            <a:custGeom>
              <a:avLst/>
              <a:gdLst>
                <a:gd name="T0" fmla="*/ 12 w 16"/>
                <a:gd name="T1" fmla="*/ 0 h 16"/>
                <a:gd name="T2" fmla="*/ 8 w 16"/>
                <a:gd name="T3" fmla="*/ 14 h 16"/>
                <a:gd name="T4" fmla="*/ 4 w 16"/>
                <a:gd name="T5" fmla="*/ 0 h 16"/>
                <a:gd name="T6" fmla="*/ 0 w 16"/>
                <a:gd name="T7" fmla="*/ 0 h 16"/>
                <a:gd name="T8" fmla="*/ 0 w 16"/>
                <a:gd name="T9" fmla="*/ 16 h 16"/>
                <a:gd name="T10" fmla="*/ 2 w 16"/>
                <a:gd name="T11" fmla="*/ 16 h 16"/>
                <a:gd name="T12" fmla="*/ 2 w 16"/>
                <a:gd name="T13" fmla="*/ 4 h 16"/>
                <a:gd name="T14" fmla="*/ 2 w 16"/>
                <a:gd name="T15" fmla="*/ 4 h 16"/>
                <a:gd name="T16" fmla="*/ 8 w 16"/>
                <a:gd name="T17" fmla="*/ 16 h 16"/>
                <a:gd name="T18" fmla="*/ 8 w 16"/>
                <a:gd name="T19" fmla="*/ 16 h 16"/>
                <a:gd name="T20" fmla="*/ 14 w 16"/>
                <a:gd name="T21" fmla="*/ 4 h 16"/>
                <a:gd name="T22" fmla="*/ 14 w 16"/>
                <a:gd name="T23" fmla="*/ 4 h 16"/>
                <a:gd name="T24" fmla="*/ 14 w 16"/>
                <a:gd name="T25" fmla="*/ 16 h 16"/>
                <a:gd name="T26" fmla="*/ 16 w 16"/>
                <a:gd name="T27" fmla="*/ 16 h 16"/>
                <a:gd name="T28" fmla="*/ 16 w 16"/>
                <a:gd name="T29" fmla="*/ 0 h 16"/>
                <a:gd name="T30" fmla="*/ 12 w 16"/>
                <a:gd name="T3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16">
                  <a:moveTo>
                    <a:pt x="12" y="0"/>
                  </a:moveTo>
                  <a:lnTo>
                    <a:pt x="8" y="14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2" y="4"/>
                  </a:lnTo>
                  <a:lnTo>
                    <a:pt x="2" y="4"/>
                  </a:lnTo>
                  <a:lnTo>
                    <a:pt x="8" y="16"/>
                  </a:lnTo>
                  <a:lnTo>
                    <a:pt x="8" y="16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4" y="16"/>
                  </a:lnTo>
                  <a:lnTo>
                    <a:pt x="16" y="16"/>
                  </a:lnTo>
                  <a:lnTo>
                    <a:pt x="16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78" name="Freeform 30">
              <a:extLst>
                <a:ext uri="{FF2B5EF4-FFF2-40B4-BE49-F238E27FC236}">
                  <a16:creationId xmlns:a16="http://schemas.microsoft.com/office/drawing/2014/main" id="{AE59067B-1F3B-7EBB-BFC2-2DA198B817FF}"/>
                </a:ext>
              </a:extLst>
            </p:cNvPr>
            <p:cNvSpPr>
              <a:spLocks/>
            </p:cNvSpPr>
            <p:nvPr/>
          </p:nvSpPr>
          <p:spPr bwMode="auto">
            <a:xfrm>
              <a:off x="7307632" y="2471512"/>
              <a:ext cx="6509" cy="19527"/>
            </a:xfrm>
            <a:custGeom>
              <a:avLst/>
              <a:gdLst>
                <a:gd name="T0" fmla="*/ 1 w 2"/>
                <a:gd name="T1" fmla="*/ 0 h 6"/>
                <a:gd name="T2" fmla="*/ 1 w 2"/>
                <a:gd name="T3" fmla="*/ 0 h 6"/>
                <a:gd name="T4" fmla="*/ 0 w 2"/>
                <a:gd name="T5" fmla="*/ 2 h 6"/>
                <a:gd name="T6" fmla="*/ 0 w 2"/>
                <a:gd name="T7" fmla="*/ 5 h 6"/>
                <a:gd name="T8" fmla="*/ 1 w 2"/>
                <a:gd name="T9" fmla="*/ 6 h 6"/>
                <a:gd name="T10" fmla="*/ 1 w 2"/>
                <a:gd name="T11" fmla="*/ 6 h 6"/>
                <a:gd name="T12" fmla="*/ 2 w 2"/>
                <a:gd name="T13" fmla="*/ 5 h 6"/>
                <a:gd name="T14" fmla="*/ 2 w 2"/>
                <a:gd name="T15" fmla="*/ 2 h 6"/>
                <a:gd name="T16" fmla="*/ 1 w 2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" h="6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6"/>
                    <a:pt x="2" y="6"/>
                    <a:pt x="2" y="5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</p:grpSp>
      <p:sp>
        <p:nvSpPr>
          <p:cNvPr id="79" name="Bildplatzhalter 52">
            <a:extLst>
              <a:ext uri="{FF2B5EF4-FFF2-40B4-BE49-F238E27FC236}">
                <a16:creationId xmlns:a16="http://schemas.microsoft.com/office/drawing/2014/main" id="{E1C22234-A958-87D9-3CE3-5B45F9A7E2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855496" y="3605196"/>
            <a:ext cx="1140677" cy="2451240"/>
          </a:xfrm>
          <a:custGeom>
            <a:avLst/>
            <a:gdLst>
              <a:gd name="connsiteX0" fmla="*/ 140084 w 1140677"/>
              <a:gd name="connsiteY0" fmla="*/ 0 h 2451240"/>
              <a:gd name="connsiteX1" fmla="*/ 276831 w 1140677"/>
              <a:gd name="connsiteY1" fmla="*/ 0 h 2451240"/>
              <a:gd name="connsiteX2" fmla="*/ 276831 w 1140677"/>
              <a:gd name="connsiteY2" fmla="*/ 26287 h 2451240"/>
              <a:gd name="connsiteX3" fmla="*/ 330197 w 1140677"/>
              <a:gd name="connsiteY3" fmla="*/ 82146 h 2451240"/>
              <a:gd name="connsiteX4" fmla="*/ 810482 w 1140677"/>
              <a:gd name="connsiteY4" fmla="*/ 82146 h 2451240"/>
              <a:gd name="connsiteX5" fmla="*/ 863846 w 1140677"/>
              <a:gd name="connsiteY5" fmla="*/ 26287 h 2451240"/>
              <a:gd name="connsiteX6" fmla="*/ 863846 w 1140677"/>
              <a:gd name="connsiteY6" fmla="*/ 0 h 2451240"/>
              <a:gd name="connsiteX7" fmla="*/ 1000594 w 1140677"/>
              <a:gd name="connsiteY7" fmla="*/ 0 h 2451240"/>
              <a:gd name="connsiteX8" fmla="*/ 1140677 w 1140677"/>
              <a:gd name="connsiteY8" fmla="*/ 138006 h 2451240"/>
              <a:gd name="connsiteX9" fmla="*/ 1140677 w 1140677"/>
              <a:gd name="connsiteY9" fmla="*/ 2313235 h 2451240"/>
              <a:gd name="connsiteX10" fmla="*/ 1000594 w 1140677"/>
              <a:gd name="connsiteY10" fmla="*/ 2451240 h 2451240"/>
              <a:gd name="connsiteX11" fmla="*/ 140084 w 1140677"/>
              <a:gd name="connsiteY11" fmla="*/ 2451240 h 2451240"/>
              <a:gd name="connsiteX12" fmla="*/ 0 w 1140677"/>
              <a:gd name="connsiteY12" fmla="*/ 2313235 h 2451240"/>
              <a:gd name="connsiteX13" fmla="*/ 0 w 1140677"/>
              <a:gd name="connsiteY13" fmla="*/ 138006 h 2451240"/>
              <a:gd name="connsiteX14" fmla="*/ 140084 w 1140677"/>
              <a:gd name="connsiteY14" fmla="*/ 0 h 2451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40677" h="2451240">
                <a:moveTo>
                  <a:pt x="140084" y="0"/>
                </a:moveTo>
                <a:cubicBezTo>
                  <a:pt x="276831" y="0"/>
                  <a:pt x="276831" y="0"/>
                  <a:pt x="276831" y="0"/>
                </a:cubicBezTo>
                <a:cubicBezTo>
                  <a:pt x="276831" y="26287"/>
                  <a:pt x="276831" y="26287"/>
                  <a:pt x="276831" y="26287"/>
                </a:cubicBezTo>
                <a:cubicBezTo>
                  <a:pt x="276831" y="46002"/>
                  <a:pt x="293508" y="82146"/>
                  <a:pt x="330197" y="82146"/>
                </a:cubicBezTo>
                <a:cubicBezTo>
                  <a:pt x="810482" y="82146"/>
                  <a:pt x="810482" y="82146"/>
                  <a:pt x="810482" y="82146"/>
                </a:cubicBezTo>
                <a:cubicBezTo>
                  <a:pt x="847170" y="82146"/>
                  <a:pt x="863846" y="46002"/>
                  <a:pt x="863846" y="26287"/>
                </a:cubicBezTo>
                <a:cubicBezTo>
                  <a:pt x="863846" y="0"/>
                  <a:pt x="863846" y="0"/>
                  <a:pt x="863846" y="0"/>
                </a:cubicBezTo>
                <a:cubicBezTo>
                  <a:pt x="1000594" y="0"/>
                  <a:pt x="1000594" y="0"/>
                  <a:pt x="1000594" y="0"/>
                </a:cubicBezTo>
                <a:cubicBezTo>
                  <a:pt x="1077306" y="0"/>
                  <a:pt x="1140677" y="62432"/>
                  <a:pt x="1140677" y="138006"/>
                </a:cubicBezTo>
                <a:cubicBezTo>
                  <a:pt x="1140677" y="2313235"/>
                  <a:pt x="1140677" y="2313235"/>
                  <a:pt x="1140677" y="2313235"/>
                </a:cubicBezTo>
                <a:cubicBezTo>
                  <a:pt x="1140677" y="2388810"/>
                  <a:pt x="1077306" y="2451240"/>
                  <a:pt x="1000594" y="2451240"/>
                </a:cubicBezTo>
                <a:cubicBezTo>
                  <a:pt x="140084" y="2451240"/>
                  <a:pt x="140084" y="2451240"/>
                  <a:pt x="140084" y="2451240"/>
                </a:cubicBezTo>
                <a:cubicBezTo>
                  <a:pt x="63371" y="2451240"/>
                  <a:pt x="0" y="2388810"/>
                  <a:pt x="0" y="2313235"/>
                </a:cubicBezTo>
                <a:cubicBezTo>
                  <a:pt x="0" y="138006"/>
                  <a:pt x="0" y="138006"/>
                  <a:pt x="0" y="138006"/>
                </a:cubicBezTo>
                <a:cubicBezTo>
                  <a:pt x="0" y="62432"/>
                  <a:pt x="63371" y="0"/>
                  <a:pt x="140084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/>
            </a:lvl1pPr>
          </a:lstStyle>
          <a:p>
            <a:endParaRPr lang="de-DE"/>
          </a:p>
        </p:txBody>
      </p:sp>
      <p:sp>
        <p:nvSpPr>
          <p:cNvPr id="80" name="Bildplatzhalter 7">
            <a:extLst>
              <a:ext uri="{FF2B5EF4-FFF2-40B4-BE49-F238E27FC236}">
                <a16:creationId xmlns:a16="http://schemas.microsoft.com/office/drawing/2014/main" id="{D51373A8-AE32-A78F-A61A-1C431206660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855496" y="3605196"/>
            <a:ext cx="1140677" cy="2451240"/>
          </a:xfrm>
          <a:custGeom>
            <a:avLst/>
            <a:gdLst>
              <a:gd name="connsiteX0" fmla="*/ 140084 w 1140677"/>
              <a:gd name="connsiteY0" fmla="*/ 0 h 2451240"/>
              <a:gd name="connsiteX1" fmla="*/ 276831 w 1140677"/>
              <a:gd name="connsiteY1" fmla="*/ 0 h 2451240"/>
              <a:gd name="connsiteX2" fmla="*/ 276831 w 1140677"/>
              <a:gd name="connsiteY2" fmla="*/ 26287 h 2451240"/>
              <a:gd name="connsiteX3" fmla="*/ 330197 w 1140677"/>
              <a:gd name="connsiteY3" fmla="*/ 82146 h 2451240"/>
              <a:gd name="connsiteX4" fmla="*/ 810482 w 1140677"/>
              <a:gd name="connsiteY4" fmla="*/ 82146 h 2451240"/>
              <a:gd name="connsiteX5" fmla="*/ 863846 w 1140677"/>
              <a:gd name="connsiteY5" fmla="*/ 26287 h 2451240"/>
              <a:gd name="connsiteX6" fmla="*/ 863846 w 1140677"/>
              <a:gd name="connsiteY6" fmla="*/ 0 h 2451240"/>
              <a:gd name="connsiteX7" fmla="*/ 1000594 w 1140677"/>
              <a:gd name="connsiteY7" fmla="*/ 0 h 2451240"/>
              <a:gd name="connsiteX8" fmla="*/ 1140677 w 1140677"/>
              <a:gd name="connsiteY8" fmla="*/ 138006 h 2451240"/>
              <a:gd name="connsiteX9" fmla="*/ 1140677 w 1140677"/>
              <a:gd name="connsiteY9" fmla="*/ 2313235 h 2451240"/>
              <a:gd name="connsiteX10" fmla="*/ 1000594 w 1140677"/>
              <a:gd name="connsiteY10" fmla="*/ 2451240 h 2451240"/>
              <a:gd name="connsiteX11" fmla="*/ 140084 w 1140677"/>
              <a:gd name="connsiteY11" fmla="*/ 2451240 h 2451240"/>
              <a:gd name="connsiteX12" fmla="*/ 0 w 1140677"/>
              <a:gd name="connsiteY12" fmla="*/ 2313235 h 2451240"/>
              <a:gd name="connsiteX13" fmla="*/ 0 w 1140677"/>
              <a:gd name="connsiteY13" fmla="*/ 138006 h 2451240"/>
              <a:gd name="connsiteX14" fmla="*/ 140084 w 1140677"/>
              <a:gd name="connsiteY14" fmla="*/ 0 h 2451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40677" h="2451240">
                <a:moveTo>
                  <a:pt x="140084" y="0"/>
                </a:moveTo>
                <a:cubicBezTo>
                  <a:pt x="276831" y="0"/>
                  <a:pt x="276831" y="0"/>
                  <a:pt x="276831" y="0"/>
                </a:cubicBezTo>
                <a:cubicBezTo>
                  <a:pt x="276831" y="26287"/>
                  <a:pt x="276831" y="26287"/>
                  <a:pt x="276831" y="26287"/>
                </a:cubicBezTo>
                <a:cubicBezTo>
                  <a:pt x="276831" y="46002"/>
                  <a:pt x="293508" y="82146"/>
                  <a:pt x="330197" y="82146"/>
                </a:cubicBezTo>
                <a:cubicBezTo>
                  <a:pt x="810482" y="82146"/>
                  <a:pt x="810482" y="82146"/>
                  <a:pt x="810482" y="82146"/>
                </a:cubicBezTo>
                <a:cubicBezTo>
                  <a:pt x="847170" y="82146"/>
                  <a:pt x="863846" y="46002"/>
                  <a:pt x="863846" y="26287"/>
                </a:cubicBezTo>
                <a:cubicBezTo>
                  <a:pt x="863846" y="0"/>
                  <a:pt x="863846" y="0"/>
                  <a:pt x="863846" y="0"/>
                </a:cubicBezTo>
                <a:cubicBezTo>
                  <a:pt x="1000594" y="0"/>
                  <a:pt x="1000594" y="0"/>
                  <a:pt x="1000594" y="0"/>
                </a:cubicBezTo>
                <a:cubicBezTo>
                  <a:pt x="1077306" y="0"/>
                  <a:pt x="1140677" y="62432"/>
                  <a:pt x="1140677" y="138006"/>
                </a:cubicBezTo>
                <a:cubicBezTo>
                  <a:pt x="1140677" y="2313235"/>
                  <a:pt x="1140677" y="2313235"/>
                  <a:pt x="1140677" y="2313235"/>
                </a:cubicBezTo>
                <a:cubicBezTo>
                  <a:pt x="1140677" y="2388810"/>
                  <a:pt x="1077306" y="2451240"/>
                  <a:pt x="1000594" y="2451240"/>
                </a:cubicBezTo>
                <a:cubicBezTo>
                  <a:pt x="140084" y="2451240"/>
                  <a:pt x="140084" y="2451240"/>
                  <a:pt x="140084" y="2451240"/>
                </a:cubicBezTo>
                <a:cubicBezTo>
                  <a:pt x="63371" y="2451240"/>
                  <a:pt x="0" y="2388810"/>
                  <a:pt x="0" y="2313235"/>
                </a:cubicBezTo>
                <a:cubicBezTo>
                  <a:pt x="0" y="138006"/>
                  <a:pt x="0" y="138006"/>
                  <a:pt x="0" y="138006"/>
                </a:cubicBezTo>
                <a:cubicBezTo>
                  <a:pt x="0" y="62432"/>
                  <a:pt x="63371" y="0"/>
                  <a:pt x="140084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endParaRPr lang="de-DE"/>
          </a:p>
        </p:txBody>
      </p:sp>
      <p:grpSp>
        <p:nvGrpSpPr>
          <p:cNvPr id="81" name="Group 81">
            <a:extLst>
              <a:ext uri="{FF2B5EF4-FFF2-40B4-BE49-F238E27FC236}">
                <a16:creationId xmlns:a16="http://schemas.microsoft.com/office/drawing/2014/main" id="{331BBF90-1976-29CB-9D79-3F60C2EDBF4F}"/>
              </a:ext>
            </a:extLst>
          </p:cNvPr>
          <p:cNvGrpSpPr/>
          <p:nvPr userDrawn="1"/>
        </p:nvGrpSpPr>
        <p:grpSpPr>
          <a:xfrm>
            <a:off x="6825309" y="3575061"/>
            <a:ext cx="1201825" cy="2516269"/>
            <a:chOff x="6837149" y="3580375"/>
            <a:chExt cx="1178145" cy="2491355"/>
          </a:xfrm>
          <a:solidFill>
            <a:srgbClr val="2F3941"/>
          </a:solidFill>
        </p:grpSpPr>
        <p:sp>
          <p:nvSpPr>
            <p:cNvPr id="82" name="Freeform 13">
              <a:extLst>
                <a:ext uri="{FF2B5EF4-FFF2-40B4-BE49-F238E27FC236}">
                  <a16:creationId xmlns:a16="http://schemas.microsoft.com/office/drawing/2014/main" id="{B0A2E227-8F95-20CE-CD8C-5CF18E4604E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37149" y="3580375"/>
              <a:ext cx="1178145" cy="2491355"/>
            </a:xfrm>
            <a:custGeom>
              <a:avLst/>
              <a:gdLst>
                <a:gd name="T0" fmla="*/ 352 w 362"/>
                <a:gd name="T1" fmla="*/ 714 h 766"/>
                <a:gd name="T2" fmla="*/ 310 w 362"/>
                <a:gd name="T3" fmla="*/ 756 h 766"/>
                <a:gd name="T4" fmla="*/ 52 w 362"/>
                <a:gd name="T5" fmla="*/ 756 h 766"/>
                <a:gd name="T6" fmla="*/ 10 w 362"/>
                <a:gd name="T7" fmla="*/ 714 h 766"/>
                <a:gd name="T8" fmla="*/ 10 w 362"/>
                <a:gd name="T9" fmla="*/ 52 h 766"/>
                <a:gd name="T10" fmla="*/ 52 w 362"/>
                <a:gd name="T11" fmla="*/ 10 h 766"/>
                <a:gd name="T12" fmla="*/ 93 w 362"/>
                <a:gd name="T13" fmla="*/ 10 h 766"/>
                <a:gd name="T14" fmla="*/ 93 w 362"/>
                <a:gd name="T15" fmla="*/ 18 h 766"/>
                <a:gd name="T16" fmla="*/ 109 w 362"/>
                <a:gd name="T17" fmla="*/ 35 h 766"/>
                <a:gd name="T18" fmla="*/ 253 w 362"/>
                <a:gd name="T19" fmla="*/ 35 h 766"/>
                <a:gd name="T20" fmla="*/ 269 w 362"/>
                <a:gd name="T21" fmla="*/ 18 h 766"/>
                <a:gd name="T22" fmla="*/ 269 w 362"/>
                <a:gd name="T23" fmla="*/ 10 h 766"/>
                <a:gd name="T24" fmla="*/ 310 w 362"/>
                <a:gd name="T25" fmla="*/ 10 h 766"/>
                <a:gd name="T26" fmla="*/ 352 w 362"/>
                <a:gd name="T27" fmla="*/ 52 h 766"/>
                <a:gd name="T28" fmla="*/ 352 w 362"/>
                <a:gd name="T29" fmla="*/ 714 h 766"/>
                <a:gd name="T30" fmla="*/ 309 w 362"/>
                <a:gd name="T31" fmla="*/ 0 h 766"/>
                <a:gd name="T32" fmla="*/ 53 w 362"/>
                <a:gd name="T33" fmla="*/ 0 h 766"/>
                <a:gd name="T34" fmla="*/ 0 w 362"/>
                <a:gd name="T35" fmla="*/ 54 h 766"/>
                <a:gd name="T36" fmla="*/ 0 w 362"/>
                <a:gd name="T37" fmla="*/ 712 h 766"/>
                <a:gd name="T38" fmla="*/ 53 w 362"/>
                <a:gd name="T39" fmla="*/ 766 h 766"/>
                <a:gd name="T40" fmla="*/ 309 w 362"/>
                <a:gd name="T41" fmla="*/ 766 h 766"/>
                <a:gd name="T42" fmla="*/ 362 w 362"/>
                <a:gd name="T43" fmla="*/ 712 h 766"/>
                <a:gd name="T44" fmla="*/ 362 w 362"/>
                <a:gd name="T45" fmla="*/ 54 h 766"/>
                <a:gd name="T46" fmla="*/ 309 w 362"/>
                <a:gd name="T47" fmla="*/ 0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2" h="766">
                  <a:moveTo>
                    <a:pt x="352" y="714"/>
                  </a:moveTo>
                  <a:cubicBezTo>
                    <a:pt x="352" y="737"/>
                    <a:pt x="333" y="756"/>
                    <a:pt x="310" y="756"/>
                  </a:cubicBezTo>
                  <a:cubicBezTo>
                    <a:pt x="52" y="756"/>
                    <a:pt x="52" y="756"/>
                    <a:pt x="52" y="756"/>
                  </a:cubicBezTo>
                  <a:cubicBezTo>
                    <a:pt x="29" y="756"/>
                    <a:pt x="10" y="737"/>
                    <a:pt x="10" y="714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10" y="29"/>
                    <a:pt x="29" y="10"/>
                    <a:pt x="52" y="10"/>
                  </a:cubicBezTo>
                  <a:cubicBezTo>
                    <a:pt x="93" y="10"/>
                    <a:pt x="93" y="10"/>
                    <a:pt x="93" y="10"/>
                  </a:cubicBezTo>
                  <a:cubicBezTo>
                    <a:pt x="93" y="18"/>
                    <a:pt x="93" y="18"/>
                    <a:pt x="93" y="18"/>
                  </a:cubicBezTo>
                  <a:cubicBezTo>
                    <a:pt x="93" y="24"/>
                    <a:pt x="98" y="35"/>
                    <a:pt x="109" y="35"/>
                  </a:cubicBezTo>
                  <a:cubicBezTo>
                    <a:pt x="253" y="35"/>
                    <a:pt x="253" y="35"/>
                    <a:pt x="253" y="35"/>
                  </a:cubicBezTo>
                  <a:cubicBezTo>
                    <a:pt x="264" y="35"/>
                    <a:pt x="269" y="24"/>
                    <a:pt x="269" y="18"/>
                  </a:cubicBezTo>
                  <a:cubicBezTo>
                    <a:pt x="269" y="10"/>
                    <a:pt x="269" y="10"/>
                    <a:pt x="269" y="10"/>
                  </a:cubicBezTo>
                  <a:cubicBezTo>
                    <a:pt x="310" y="10"/>
                    <a:pt x="310" y="10"/>
                    <a:pt x="310" y="10"/>
                  </a:cubicBezTo>
                  <a:cubicBezTo>
                    <a:pt x="333" y="10"/>
                    <a:pt x="352" y="29"/>
                    <a:pt x="352" y="52"/>
                  </a:cubicBezTo>
                  <a:cubicBezTo>
                    <a:pt x="352" y="714"/>
                    <a:pt x="352" y="714"/>
                    <a:pt x="352" y="714"/>
                  </a:cubicBezTo>
                  <a:moveTo>
                    <a:pt x="309" y="0"/>
                  </a:moveTo>
                  <a:cubicBezTo>
                    <a:pt x="53" y="0"/>
                    <a:pt x="53" y="0"/>
                    <a:pt x="53" y="0"/>
                  </a:cubicBezTo>
                  <a:cubicBezTo>
                    <a:pt x="22" y="0"/>
                    <a:pt x="0" y="22"/>
                    <a:pt x="0" y="54"/>
                  </a:cubicBezTo>
                  <a:cubicBezTo>
                    <a:pt x="0" y="712"/>
                    <a:pt x="0" y="712"/>
                    <a:pt x="0" y="712"/>
                  </a:cubicBezTo>
                  <a:cubicBezTo>
                    <a:pt x="0" y="744"/>
                    <a:pt x="22" y="766"/>
                    <a:pt x="53" y="766"/>
                  </a:cubicBezTo>
                  <a:cubicBezTo>
                    <a:pt x="309" y="766"/>
                    <a:pt x="309" y="766"/>
                    <a:pt x="309" y="766"/>
                  </a:cubicBezTo>
                  <a:cubicBezTo>
                    <a:pt x="340" y="766"/>
                    <a:pt x="362" y="744"/>
                    <a:pt x="362" y="712"/>
                  </a:cubicBezTo>
                  <a:cubicBezTo>
                    <a:pt x="362" y="54"/>
                    <a:pt x="362" y="54"/>
                    <a:pt x="362" y="54"/>
                  </a:cubicBezTo>
                  <a:cubicBezTo>
                    <a:pt x="362" y="22"/>
                    <a:pt x="340" y="0"/>
                    <a:pt x="309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grpSp>
          <p:nvGrpSpPr>
            <p:cNvPr id="83" name="Group 33">
              <a:extLst>
                <a:ext uri="{FF2B5EF4-FFF2-40B4-BE49-F238E27FC236}">
                  <a16:creationId xmlns:a16="http://schemas.microsoft.com/office/drawing/2014/main" id="{213218CB-FDDB-B028-9340-A1773776427A}"/>
                </a:ext>
              </a:extLst>
            </p:cNvPr>
            <p:cNvGrpSpPr/>
            <p:nvPr/>
          </p:nvGrpSpPr>
          <p:grpSpPr>
            <a:xfrm>
              <a:off x="7216110" y="3583933"/>
              <a:ext cx="397676" cy="75655"/>
              <a:chOff x="7218491" y="3591078"/>
              <a:chExt cx="397676" cy="75655"/>
            </a:xfrm>
            <a:grpFill/>
          </p:grpSpPr>
          <p:sp>
            <p:nvSpPr>
              <p:cNvPr id="84" name="Freeform 15">
                <a:extLst>
                  <a:ext uri="{FF2B5EF4-FFF2-40B4-BE49-F238E27FC236}">
                    <a16:creationId xmlns:a16="http://schemas.microsoft.com/office/drawing/2014/main" id="{82D8B1A0-FC54-218A-4383-567E4D74822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49049" y="3591078"/>
                <a:ext cx="279891" cy="29291"/>
              </a:xfrm>
              <a:custGeom>
                <a:avLst/>
                <a:gdLst>
                  <a:gd name="T0" fmla="*/ 84 w 86"/>
                  <a:gd name="T1" fmla="*/ 2 h 9"/>
                  <a:gd name="T2" fmla="*/ 22 w 86"/>
                  <a:gd name="T3" fmla="*/ 2 h 9"/>
                  <a:gd name="T4" fmla="*/ 19 w 86"/>
                  <a:gd name="T5" fmla="*/ 4 h 9"/>
                  <a:gd name="T6" fmla="*/ 19 w 86"/>
                  <a:gd name="T7" fmla="*/ 5 h 9"/>
                  <a:gd name="T8" fmla="*/ 22 w 86"/>
                  <a:gd name="T9" fmla="*/ 7 h 9"/>
                  <a:gd name="T10" fmla="*/ 84 w 86"/>
                  <a:gd name="T11" fmla="*/ 7 h 9"/>
                  <a:gd name="T12" fmla="*/ 86 w 86"/>
                  <a:gd name="T13" fmla="*/ 5 h 9"/>
                  <a:gd name="T14" fmla="*/ 86 w 86"/>
                  <a:gd name="T15" fmla="*/ 4 h 9"/>
                  <a:gd name="T16" fmla="*/ 84 w 86"/>
                  <a:gd name="T17" fmla="*/ 2 h 9"/>
                  <a:gd name="T18" fmla="*/ 5 w 86"/>
                  <a:gd name="T19" fmla="*/ 0 h 9"/>
                  <a:gd name="T20" fmla="*/ 0 w 86"/>
                  <a:gd name="T21" fmla="*/ 4 h 9"/>
                  <a:gd name="T22" fmla="*/ 5 w 86"/>
                  <a:gd name="T23" fmla="*/ 9 h 9"/>
                  <a:gd name="T24" fmla="*/ 9 w 86"/>
                  <a:gd name="T25" fmla="*/ 4 h 9"/>
                  <a:gd name="T26" fmla="*/ 5 w 86"/>
                  <a:gd name="T27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6" h="9">
                    <a:moveTo>
                      <a:pt x="84" y="2"/>
                    </a:moveTo>
                    <a:cubicBezTo>
                      <a:pt x="22" y="2"/>
                      <a:pt x="22" y="2"/>
                      <a:pt x="22" y="2"/>
                    </a:cubicBezTo>
                    <a:cubicBezTo>
                      <a:pt x="21" y="2"/>
                      <a:pt x="19" y="3"/>
                      <a:pt x="19" y="4"/>
                    </a:cubicBezTo>
                    <a:cubicBezTo>
                      <a:pt x="19" y="5"/>
                      <a:pt x="19" y="5"/>
                      <a:pt x="19" y="5"/>
                    </a:cubicBezTo>
                    <a:cubicBezTo>
                      <a:pt x="19" y="6"/>
                      <a:pt x="21" y="7"/>
                      <a:pt x="22" y="7"/>
                    </a:cubicBezTo>
                    <a:cubicBezTo>
                      <a:pt x="84" y="7"/>
                      <a:pt x="84" y="7"/>
                      <a:pt x="84" y="7"/>
                    </a:cubicBezTo>
                    <a:cubicBezTo>
                      <a:pt x="85" y="7"/>
                      <a:pt x="86" y="6"/>
                      <a:pt x="86" y="5"/>
                    </a:cubicBezTo>
                    <a:cubicBezTo>
                      <a:pt x="86" y="4"/>
                      <a:pt x="86" y="4"/>
                      <a:pt x="86" y="4"/>
                    </a:cubicBezTo>
                    <a:cubicBezTo>
                      <a:pt x="86" y="3"/>
                      <a:pt x="85" y="2"/>
                      <a:pt x="84" y="2"/>
                    </a:cubicBezTo>
                    <a:moveTo>
                      <a:pt x="5" y="0"/>
                    </a:move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5" y="9"/>
                    </a:cubicBezTo>
                    <a:cubicBezTo>
                      <a:pt x="7" y="9"/>
                      <a:pt x="9" y="7"/>
                      <a:pt x="9" y="4"/>
                    </a:cubicBezTo>
                    <a:cubicBezTo>
                      <a:pt x="9" y="2"/>
                      <a:pt x="7" y="0"/>
                      <a:pt x="5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14942" tIns="57471" rIns="114942" bIns="57471" numCol="1" anchor="ctr" anchorCtr="1" compatLnSpc="1">
                <a:prstTxWarp prst="textNoShape">
                  <a:avLst/>
                </a:prstTxWarp>
              </a:bodyPr>
              <a:lstStyle/>
              <a:p>
                <a:endParaRPr lang="en-US" sz="2263"/>
              </a:p>
            </p:txBody>
          </p:sp>
          <p:sp>
            <p:nvSpPr>
              <p:cNvPr id="85" name="Freeform 12">
                <a:extLst>
                  <a:ext uri="{FF2B5EF4-FFF2-40B4-BE49-F238E27FC236}">
                    <a16:creationId xmlns:a16="http://schemas.microsoft.com/office/drawing/2014/main" id="{4653E5EA-5501-34F9-6C52-B0076EFD217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18491" y="3625647"/>
                <a:ext cx="397676" cy="41086"/>
              </a:xfrm>
              <a:custGeom>
                <a:avLst/>
                <a:gdLst>
                  <a:gd name="T0" fmla="*/ 143 w 147"/>
                  <a:gd name="T1" fmla="*/ 3 h 16"/>
                  <a:gd name="T2" fmla="*/ 38 w 147"/>
                  <a:gd name="T3" fmla="*/ 3 h 16"/>
                  <a:gd name="T4" fmla="*/ 33 w 147"/>
                  <a:gd name="T5" fmla="*/ 8 h 16"/>
                  <a:gd name="T6" fmla="*/ 33 w 147"/>
                  <a:gd name="T7" fmla="*/ 8 h 16"/>
                  <a:gd name="T8" fmla="*/ 38 w 147"/>
                  <a:gd name="T9" fmla="*/ 13 h 16"/>
                  <a:gd name="T10" fmla="*/ 143 w 147"/>
                  <a:gd name="T11" fmla="*/ 13 h 16"/>
                  <a:gd name="T12" fmla="*/ 147 w 147"/>
                  <a:gd name="T13" fmla="*/ 8 h 16"/>
                  <a:gd name="T14" fmla="*/ 147 w 147"/>
                  <a:gd name="T15" fmla="*/ 8 h 16"/>
                  <a:gd name="T16" fmla="*/ 143 w 147"/>
                  <a:gd name="T17" fmla="*/ 3 h 16"/>
                  <a:gd name="T18" fmla="*/ 8 w 147"/>
                  <a:gd name="T19" fmla="*/ 0 h 16"/>
                  <a:gd name="T20" fmla="*/ 0 w 147"/>
                  <a:gd name="T21" fmla="*/ 8 h 16"/>
                  <a:gd name="T22" fmla="*/ 8 w 147"/>
                  <a:gd name="T23" fmla="*/ 16 h 16"/>
                  <a:gd name="T24" fmla="*/ 16 w 147"/>
                  <a:gd name="T25" fmla="*/ 8 h 16"/>
                  <a:gd name="T26" fmla="*/ 8 w 147"/>
                  <a:gd name="T27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7" h="16">
                    <a:moveTo>
                      <a:pt x="143" y="3"/>
                    </a:moveTo>
                    <a:cubicBezTo>
                      <a:pt x="38" y="3"/>
                      <a:pt x="38" y="3"/>
                      <a:pt x="38" y="3"/>
                    </a:cubicBezTo>
                    <a:cubicBezTo>
                      <a:pt x="35" y="3"/>
                      <a:pt x="33" y="5"/>
                      <a:pt x="33" y="8"/>
                    </a:cubicBezTo>
                    <a:cubicBezTo>
                      <a:pt x="33" y="8"/>
                      <a:pt x="33" y="8"/>
                      <a:pt x="33" y="8"/>
                    </a:cubicBezTo>
                    <a:cubicBezTo>
                      <a:pt x="33" y="11"/>
                      <a:pt x="35" y="13"/>
                      <a:pt x="38" y="13"/>
                    </a:cubicBezTo>
                    <a:cubicBezTo>
                      <a:pt x="143" y="13"/>
                      <a:pt x="143" y="13"/>
                      <a:pt x="143" y="13"/>
                    </a:cubicBezTo>
                    <a:cubicBezTo>
                      <a:pt x="145" y="13"/>
                      <a:pt x="147" y="11"/>
                      <a:pt x="147" y="8"/>
                    </a:cubicBezTo>
                    <a:cubicBezTo>
                      <a:pt x="147" y="8"/>
                      <a:pt x="147" y="8"/>
                      <a:pt x="147" y="8"/>
                    </a:cubicBezTo>
                    <a:cubicBezTo>
                      <a:pt x="147" y="5"/>
                      <a:pt x="145" y="3"/>
                      <a:pt x="143" y="3"/>
                    </a:cubicBezTo>
                    <a:moveTo>
                      <a:pt x="8" y="0"/>
                    </a:move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6"/>
                      <a:pt x="8" y="16"/>
                    </a:cubicBezTo>
                    <a:cubicBezTo>
                      <a:pt x="12" y="16"/>
                      <a:pt x="16" y="12"/>
                      <a:pt x="16" y="8"/>
                    </a:cubicBezTo>
                    <a:cubicBezTo>
                      <a:pt x="16" y="4"/>
                      <a:pt x="12" y="0"/>
                      <a:pt x="8" y="0"/>
                    </a:cubicBezTo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114942" tIns="57471" rIns="114942" bIns="57471" numCol="1" anchor="ctr" anchorCtr="1" compatLnSpc="1">
                <a:prstTxWarp prst="textNoShape">
                  <a:avLst/>
                </a:prstTxWarp>
              </a:bodyPr>
              <a:lstStyle/>
              <a:p>
                <a:endParaRPr lang="en-US" sz="2263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4460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Lap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2BC4B996-22FD-F47B-2286-9FC5EE9427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78B49EC-1E7E-CBA5-20E5-32DACA007E30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1E281D-AA97-31A9-EA27-7D3C3ADF18B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252E24C-EA0F-F346-8341-A96AD6CD6AE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3" name="Textplatzhalter 17">
            <a:extLst>
              <a:ext uri="{FF2B5EF4-FFF2-40B4-BE49-F238E27FC236}">
                <a16:creationId xmlns:a16="http://schemas.microsoft.com/office/drawing/2014/main" id="{D4E66A12-8231-9185-8DE2-5300FB7887B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E6EC2FAA-4813-683B-75EB-F5B1CA71E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BC649D65-9F7F-F320-4162-998CEFB8954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93116" y="2206611"/>
            <a:ext cx="5395136" cy="3532403"/>
          </a:xfrm>
          <a:custGeom>
            <a:avLst/>
            <a:gdLst>
              <a:gd name="connsiteX0" fmla="*/ 130223 w 5121354"/>
              <a:gd name="connsiteY0" fmla="*/ 0 h 3353148"/>
              <a:gd name="connsiteX1" fmla="*/ 4991131 w 5121354"/>
              <a:gd name="connsiteY1" fmla="*/ 0 h 3353148"/>
              <a:gd name="connsiteX2" fmla="*/ 5121354 w 5121354"/>
              <a:gd name="connsiteY2" fmla="*/ 130253 h 3353148"/>
              <a:gd name="connsiteX3" fmla="*/ 5121354 w 5121354"/>
              <a:gd name="connsiteY3" fmla="*/ 3353148 h 3353148"/>
              <a:gd name="connsiteX4" fmla="*/ 0 w 5121354"/>
              <a:gd name="connsiteY4" fmla="*/ 3353148 h 3353148"/>
              <a:gd name="connsiteX5" fmla="*/ 0 w 5121354"/>
              <a:gd name="connsiteY5" fmla="*/ 130253 h 3353148"/>
              <a:gd name="connsiteX6" fmla="*/ 130223 w 5121354"/>
              <a:gd name="connsiteY6" fmla="*/ 0 h 335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21354" h="3353148">
                <a:moveTo>
                  <a:pt x="130223" y="0"/>
                </a:moveTo>
                <a:cubicBezTo>
                  <a:pt x="130223" y="0"/>
                  <a:pt x="130223" y="0"/>
                  <a:pt x="4991131" y="0"/>
                </a:cubicBezTo>
                <a:cubicBezTo>
                  <a:pt x="5062581" y="0"/>
                  <a:pt x="5121354" y="58788"/>
                  <a:pt x="5121354" y="130253"/>
                </a:cubicBezTo>
                <a:lnTo>
                  <a:pt x="5121354" y="3353148"/>
                </a:lnTo>
                <a:cubicBezTo>
                  <a:pt x="5121354" y="3353148"/>
                  <a:pt x="5121354" y="3353148"/>
                  <a:pt x="0" y="3353148"/>
                </a:cubicBezTo>
                <a:cubicBezTo>
                  <a:pt x="0" y="3353148"/>
                  <a:pt x="0" y="3353148"/>
                  <a:pt x="0" y="130253"/>
                </a:cubicBezTo>
                <a:cubicBezTo>
                  <a:pt x="0" y="58788"/>
                  <a:pt x="58775" y="0"/>
                  <a:pt x="130223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/>
            </a:lvl1pPr>
          </a:lstStyle>
          <a:p>
            <a:endParaRPr lang="de-DE"/>
          </a:p>
        </p:txBody>
      </p:sp>
      <p:sp>
        <p:nvSpPr>
          <p:cNvPr id="8" name="Bildplatzhalter 6">
            <a:extLst>
              <a:ext uri="{FF2B5EF4-FFF2-40B4-BE49-F238E27FC236}">
                <a16:creationId xmlns:a16="http://schemas.microsoft.com/office/drawing/2014/main" id="{B40FECB9-FA06-9565-08A1-C1ABD047C8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493116" y="2206611"/>
            <a:ext cx="5395136" cy="3532403"/>
          </a:xfrm>
          <a:custGeom>
            <a:avLst/>
            <a:gdLst>
              <a:gd name="connsiteX0" fmla="*/ 130223 w 5121354"/>
              <a:gd name="connsiteY0" fmla="*/ 0 h 3353148"/>
              <a:gd name="connsiteX1" fmla="*/ 4991131 w 5121354"/>
              <a:gd name="connsiteY1" fmla="*/ 0 h 3353148"/>
              <a:gd name="connsiteX2" fmla="*/ 5121354 w 5121354"/>
              <a:gd name="connsiteY2" fmla="*/ 130253 h 3353148"/>
              <a:gd name="connsiteX3" fmla="*/ 5121354 w 5121354"/>
              <a:gd name="connsiteY3" fmla="*/ 3353148 h 3353148"/>
              <a:gd name="connsiteX4" fmla="*/ 0 w 5121354"/>
              <a:gd name="connsiteY4" fmla="*/ 3353148 h 3353148"/>
              <a:gd name="connsiteX5" fmla="*/ 0 w 5121354"/>
              <a:gd name="connsiteY5" fmla="*/ 130253 h 3353148"/>
              <a:gd name="connsiteX6" fmla="*/ 130223 w 5121354"/>
              <a:gd name="connsiteY6" fmla="*/ 0 h 335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21354" h="3353148">
                <a:moveTo>
                  <a:pt x="130223" y="0"/>
                </a:moveTo>
                <a:cubicBezTo>
                  <a:pt x="130223" y="0"/>
                  <a:pt x="130223" y="0"/>
                  <a:pt x="4991131" y="0"/>
                </a:cubicBezTo>
                <a:cubicBezTo>
                  <a:pt x="5062581" y="0"/>
                  <a:pt x="5121354" y="58788"/>
                  <a:pt x="5121354" y="130253"/>
                </a:cubicBezTo>
                <a:lnTo>
                  <a:pt x="5121354" y="3353148"/>
                </a:lnTo>
                <a:cubicBezTo>
                  <a:pt x="5121354" y="3353148"/>
                  <a:pt x="5121354" y="3353148"/>
                  <a:pt x="0" y="3353148"/>
                </a:cubicBezTo>
                <a:cubicBezTo>
                  <a:pt x="0" y="3353148"/>
                  <a:pt x="0" y="3353148"/>
                  <a:pt x="0" y="130253"/>
                </a:cubicBezTo>
                <a:cubicBezTo>
                  <a:pt x="0" y="58788"/>
                  <a:pt x="58775" y="0"/>
                  <a:pt x="130223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endParaRPr lang="de-DE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C9DB6340-74E7-68BF-0503-84385C8C6FF7}"/>
              </a:ext>
            </a:extLst>
          </p:cNvPr>
          <p:cNvGrpSpPr/>
          <p:nvPr userDrawn="1"/>
        </p:nvGrpSpPr>
        <p:grpSpPr>
          <a:xfrm>
            <a:off x="4880346" y="2148891"/>
            <a:ext cx="6620676" cy="3830916"/>
            <a:chOff x="4880346" y="2148891"/>
            <a:chExt cx="6620676" cy="3830916"/>
          </a:xfrm>
        </p:grpSpPr>
        <p:pic>
          <p:nvPicPr>
            <p:cNvPr id="10" name="Grafik 9">
              <a:extLst>
                <a:ext uri="{FF2B5EF4-FFF2-40B4-BE49-F238E27FC236}">
                  <a16:creationId xmlns:a16="http://schemas.microsoft.com/office/drawing/2014/main" id="{C2006B24-341C-1EF4-0848-20582F48930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346" y="5891363"/>
              <a:ext cx="6620676" cy="88444"/>
            </a:xfrm>
            <a:prstGeom prst="rect">
              <a:avLst/>
            </a:prstGeom>
          </p:spPr>
        </p:pic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172F8D80-537A-D180-3538-45A735C280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8672" y="2148891"/>
              <a:ext cx="5464024" cy="3711732"/>
            </a:xfrm>
            <a:custGeom>
              <a:avLst/>
              <a:gdLst>
                <a:gd name="T0" fmla="*/ 4375 w 4538"/>
                <a:gd name="T1" fmla="*/ 0 h 3082"/>
                <a:gd name="T2" fmla="*/ 163 w 4538"/>
                <a:gd name="T3" fmla="*/ 0 h 3082"/>
                <a:gd name="T4" fmla="*/ 0 w 4538"/>
                <a:gd name="T5" fmla="*/ 163 h 3082"/>
                <a:gd name="T6" fmla="*/ 0 w 4538"/>
                <a:gd name="T7" fmla="*/ 3042 h 3082"/>
                <a:gd name="T8" fmla="*/ 41 w 4538"/>
                <a:gd name="T9" fmla="*/ 3082 h 3082"/>
                <a:gd name="T10" fmla="*/ 48 w 4538"/>
                <a:gd name="T11" fmla="*/ 3082 h 3082"/>
                <a:gd name="T12" fmla="*/ 48 w 4538"/>
                <a:gd name="T13" fmla="*/ 160 h 3082"/>
                <a:gd name="T14" fmla="*/ 160 w 4538"/>
                <a:gd name="T15" fmla="*/ 47 h 3082"/>
                <a:gd name="T16" fmla="*/ 4379 w 4538"/>
                <a:gd name="T17" fmla="*/ 47 h 3082"/>
                <a:gd name="T18" fmla="*/ 4491 w 4538"/>
                <a:gd name="T19" fmla="*/ 160 h 3082"/>
                <a:gd name="T20" fmla="*/ 4491 w 4538"/>
                <a:gd name="T21" fmla="*/ 3082 h 3082"/>
                <a:gd name="T22" fmla="*/ 4498 w 4538"/>
                <a:gd name="T23" fmla="*/ 3082 h 3082"/>
                <a:gd name="T24" fmla="*/ 4538 w 4538"/>
                <a:gd name="T25" fmla="*/ 3042 h 3082"/>
                <a:gd name="T26" fmla="*/ 4538 w 4538"/>
                <a:gd name="T27" fmla="*/ 163 h 3082"/>
                <a:gd name="T28" fmla="*/ 4375 w 4538"/>
                <a:gd name="T29" fmla="*/ 0 h 30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38" h="3082">
                  <a:moveTo>
                    <a:pt x="4375" y="0"/>
                  </a:moveTo>
                  <a:cubicBezTo>
                    <a:pt x="163" y="0"/>
                    <a:pt x="163" y="0"/>
                    <a:pt x="163" y="0"/>
                  </a:cubicBezTo>
                  <a:cubicBezTo>
                    <a:pt x="74" y="0"/>
                    <a:pt x="0" y="73"/>
                    <a:pt x="0" y="163"/>
                  </a:cubicBezTo>
                  <a:cubicBezTo>
                    <a:pt x="0" y="3042"/>
                    <a:pt x="0" y="3042"/>
                    <a:pt x="0" y="3042"/>
                  </a:cubicBezTo>
                  <a:cubicBezTo>
                    <a:pt x="0" y="3064"/>
                    <a:pt x="19" y="3082"/>
                    <a:pt x="41" y="3082"/>
                  </a:cubicBezTo>
                  <a:cubicBezTo>
                    <a:pt x="48" y="3082"/>
                    <a:pt x="48" y="3082"/>
                    <a:pt x="48" y="3082"/>
                  </a:cubicBezTo>
                  <a:cubicBezTo>
                    <a:pt x="48" y="160"/>
                    <a:pt x="48" y="160"/>
                    <a:pt x="48" y="160"/>
                  </a:cubicBezTo>
                  <a:cubicBezTo>
                    <a:pt x="48" y="98"/>
                    <a:pt x="98" y="47"/>
                    <a:pt x="160" y="47"/>
                  </a:cubicBezTo>
                  <a:cubicBezTo>
                    <a:pt x="4379" y="47"/>
                    <a:pt x="4379" y="47"/>
                    <a:pt x="4379" y="47"/>
                  </a:cubicBezTo>
                  <a:cubicBezTo>
                    <a:pt x="4441" y="47"/>
                    <a:pt x="4491" y="98"/>
                    <a:pt x="4491" y="160"/>
                  </a:cubicBezTo>
                  <a:cubicBezTo>
                    <a:pt x="4491" y="3082"/>
                    <a:pt x="4491" y="3082"/>
                    <a:pt x="4491" y="3082"/>
                  </a:cubicBezTo>
                  <a:cubicBezTo>
                    <a:pt x="4498" y="3082"/>
                    <a:pt x="4498" y="3082"/>
                    <a:pt x="4498" y="3082"/>
                  </a:cubicBezTo>
                  <a:cubicBezTo>
                    <a:pt x="4520" y="3082"/>
                    <a:pt x="4538" y="3064"/>
                    <a:pt x="4538" y="3042"/>
                  </a:cubicBezTo>
                  <a:cubicBezTo>
                    <a:pt x="4538" y="163"/>
                    <a:pt x="4538" y="163"/>
                    <a:pt x="4538" y="163"/>
                  </a:cubicBezTo>
                  <a:cubicBezTo>
                    <a:pt x="4538" y="73"/>
                    <a:pt x="4465" y="0"/>
                    <a:pt x="4375" y="0"/>
                  </a:cubicBezTo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4A11AFF4-5078-5540-9E8A-0513E88AB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7566" y="2178228"/>
              <a:ext cx="5406237" cy="3682394"/>
            </a:xfrm>
            <a:custGeom>
              <a:avLst/>
              <a:gdLst>
                <a:gd name="T0" fmla="*/ 4491 w 4491"/>
                <a:gd name="T1" fmla="*/ 3042 h 3058"/>
                <a:gd name="T2" fmla="*/ 4491 w 4491"/>
                <a:gd name="T3" fmla="*/ 138 h 3058"/>
                <a:gd name="T4" fmla="*/ 4352 w 4491"/>
                <a:gd name="T5" fmla="*/ 0 h 3058"/>
                <a:gd name="T6" fmla="*/ 139 w 4491"/>
                <a:gd name="T7" fmla="*/ 0 h 3058"/>
                <a:gd name="T8" fmla="*/ 0 w 4491"/>
                <a:gd name="T9" fmla="*/ 138 h 3058"/>
                <a:gd name="T10" fmla="*/ 0 w 4491"/>
                <a:gd name="T11" fmla="*/ 3042 h 3058"/>
                <a:gd name="T12" fmla="*/ 15 w 4491"/>
                <a:gd name="T13" fmla="*/ 3058 h 3058"/>
                <a:gd name="T14" fmla="*/ 17 w 4491"/>
                <a:gd name="T15" fmla="*/ 3058 h 3058"/>
                <a:gd name="T16" fmla="*/ 24 w 4491"/>
                <a:gd name="T17" fmla="*/ 3058 h 3058"/>
                <a:gd name="T18" fmla="*/ 24 w 4491"/>
                <a:gd name="T19" fmla="*/ 136 h 3058"/>
                <a:gd name="T20" fmla="*/ 136 w 4491"/>
                <a:gd name="T21" fmla="*/ 23 h 3058"/>
                <a:gd name="T22" fmla="*/ 4355 w 4491"/>
                <a:gd name="T23" fmla="*/ 23 h 3058"/>
                <a:gd name="T24" fmla="*/ 4467 w 4491"/>
                <a:gd name="T25" fmla="*/ 136 h 3058"/>
                <a:gd name="T26" fmla="*/ 4467 w 4491"/>
                <a:gd name="T27" fmla="*/ 3058 h 3058"/>
                <a:gd name="T28" fmla="*/ 4474 w 4491"/>
                <a:gd name="T29" fmla="*/ 3058 h 3058"/>
                <a:gd name="T30" fmla="*/ 4476 w 4491"/>
                <a:gd name="T31" fmla="*/ 3058 h 3058"/>
                <a:gd name="T32" fmla="*/ 4491 w 4491"/>
                <a:gd name="T33" fmla="*/ 3042 h 30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491" h="3058">
                  <a:moveTo>
                    <a:pt x="4491" y="3042"/>
                  </a:moveTo>
                  <a:cubicBezTo>
                    <a:pt x="4491" y="138"/>
                    <a:pt x="4491" y="138"/>
                    <a:pt x="4491" y="138"/>
                  </a:cubicBezTo>
                  <a:cubicBezTo>
                    <a:pt x="4491" y="62"/>
                    <a:pt x="4429" y="0"/>
                    <a:pt x="4352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62" y="0"/>
                    <a:pt x="0" y="62"/>
                    <a:pt x="0" y="138"/>
                  </a:cubicBezTo>
                  <a:cubicBezTo>
                    <a:pt x="0" y="3042"/>
                    <a:pt x="0" y="3042"/>
                    <a:pt x="0" y="3042"/>
                  </a:cubicBezTo>
                  <a:cubicBezTo>
                    <a:pt x="0" y="3051"/>
                    <a:pt x="7" y="3058"/>
                    <a:pt x="15" y="3058"/>
                  </a:cubicBezTo>
                  <a:cubicBezTo>
                    <a:pt x="16" y="3058"/>
                    <a:pt x="17" y="3058"/>
                    <a:pt x="17" y="3058"/>
                  </a:cubicBezTo>
                  <a:cubicBezTo>
                    <a:pt x="24" y="3058"/>
                    <a:pt x="24" y="3058"/>
                    <a:pt x="24" y="3058"/>
                  </a:cubicBezTo>
                  <a:cubicBezTo>
                    <a:pt x="24" y="136"/>
                    <a:pt x="24" y="136"/>
                    <a:pt x="24" y="136"/>
                  </a:cubicBezTo>
                  <a:cubicBezTo>
                    <a:pt x="24" y="74"/>
                    <a:pt x="74" y="23"/>
                    <a:pt x="136" y="23"/>
                  </a:cubicBezTo>
                  <a:cubicBezTo>
                    <a:pt x="4355" y="23"/>
                    <a:pt x="4355" y="23"/>
                    <a:pt x="4355" y="23"/>
                  </a:cubicBezTo>
                  <a:cubicBezTo>
                    <a:pt x="4417" y="23"/>
                    <a:pt x="4467" y="74"/>
                    <a:pt x="4467" y="136"/>
                  </a:cubicBezTo>
                  <a:cubicBezTo>
                    <a:pt x="4467" y="3058"/>
                    <a:pt x="4467" y="3058"/>
                    <a:pt x="4467" y="3058"/>
                  </a:cubicBezTo>
                  <a:cubicBezTo>
                    <a:pt x="4474" y="3058"/>
                    <a:pt x="4474" y="3058"/>
                    <a:pt x="4474" y="3058"/>
                  </a:cubicBezTo>
                  <a:cubicBezTo>
                    <a:pt x="4474" y="3058"/>
                    <a:pt x="4475" y="3058"/>
                    <a:pt x="4476" y="3058"/>
                  </a:cubicBezTo>
                  <a:cubicBezTo>
                    <a:pt x="4484" y="3058"/>
                    <a:pt x="4491" y="3051"/>
                    <a:pt x="4491" y="3042"/>
                  </a:cubicBezTo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16DB6072-6C78-B3AD-F446-F93EAEE27622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8672" y="5700783"/>
              <a:ext cx="5464024" cy="152026"/>
            </a:xfrm>
            <a:custGeom>
              <a:avLst/>
              <a:gdLst>
                <a:gd name="T0" fmla="*/ 0 w 4538"/>
                <a:gd name="T1" fmla="*/ 0 h 126"/>
                <a:gd name="T2" fmla="*/ 0 w 4538"/>
                <a:gd name="T3" fmla="*/ 86 h 126"/>
                <a:gd name="T4" fmla="*/ 41 w 4538"/>
                <a:gd name="T5" fmla="*/ 126 h 126"/>
                <a:gd name="T6" fmla="*/ 4498 w 4538"/>
                <a:gd name="T7" fmla="*/ 126 h 126"/>
                <a:gd name="T8" fmla="*/ 4538 w 4538"/>
                <a:gd name="T9" fmla="*/ 86 h 126"/>
                <a:gd name="T10" fmla="*/ 4538 w 4538"/>
                <a:gd name="T11" fmla="*/ 0 h 126"/>
                <a:gd name="T12" fmla="*/ 0 w 4538"/>
                <a:gd name="T13" fmla="*/ 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38" h="126">
                  <a:moveTo>
                    <a:pt x="0" y="0"/>
                  </a:moveTo>
                  <a:cubicBezTo>
                    <a:pt x="0" y="86"/>
                    <a:pt x="0" y="86"/>
                    <a:pt x="0" y="86"/>
                  </a:cubicBezTo>
                  <a:cubicBezTo>
                    <a:pt x="0" y="108"/>
                    <a:pt x="19" y="126"/>
                    <a:pt x="41" y="126"/>
                  </a:cubicBezTo>
                  <a:cubicBezTo>
                    <a:pt x="4498" y="126"/>
                    <a:pt x="4498" y="126"/>
                    <a:pt x="4498" y="126"/>
                  </a:cubicBezTo>
                  <a:cubicBezTo>
                    <a:pt x="4520" y="126"/>
                    <a:pt x="4538" y="108"/>
                    <a:pt x="4538" y="86"/>
                  </a:cubicBezTo>
                  <a:cubicBezTo>
                    <a:pt x="4538" y="0"/>
                    <a:pt x="4538" y="0"/>
                    <a:pt x="453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cxnSp>
          <p:nvCxnSpPr>
            <p:cNvPr id="14" name="Gerader Verbinder 13">
              <a:extLst>
                <a:ext uri="{FF2B5EF4-FFF2-40B4-BE49-F238E27FC236}">
                  <a16:creationId xmlns:a16="http://schemas.microsoft.com/office/drawing/2014/main" id="{23D05B7E-7859-DAD9-91F0-94371248B6EF}"/>
                </a:ext>
              </a:extLst>
            </p:cNvPr>
            <p:cNvCxnSpPr>
              <a:cxnSpLocks/>
            </p:cNvCxnSpPr>
            <p:nvPr/>
          </p:nvCxnSpPr>
          <p:spPr>
            <a:xfrm>
              <a:off x="4880346" y="5869704"/>
              <a:ext cx="6620676" cy="0"/>
            </a:xfrm>
            <a:prstGeom prst="line">
              <a:avLst/>
            </a:prstGeom>
            <a:ln w="50800" cap="rnd">
              <a:gradFill flip="none" rotWithShape="1">
                <a:gsLst>
                  <a:gs pos="0">
                    <a:schemeClr val="tx1">
                      <a:lumMod val="50000"/>
                    </a:schemeClr>
                  </a:gs>
                  <a:gs pos="46000">
                    <a:schemeClr val="tx1">
                      <a:lumMod val="75000"/>
                    </a:schemeClr>
                  </a:gs>
                  <a:gs pos="100000">
                    <a:schemeClr val="tx1">
                      <a:lumMod val="50000"/>
                    </a:schemeClr>
                  </a:gs>
                </a:gsLst>
                <a:path path="circle">
                  <a:fillToRect l="50000" t="130000" r="50000" b="-30000"/>
                </a:path>
                <a:tileRect/>
              </a:gra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714485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Tab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2BC4B996-22FD-F47B-2286-9FC5EE9427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6C3AEED-268C-A10F-FBBD-D515CE143E54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DD5176-8492-5BCB-53FE-585205A05F6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0EF79DB2-ADD1-A216-B8B4-53296B84348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3" name="Textplatzhalter 17">
            <a:extLst>
              <a:ext uri="{FF2B5EF4-FFF2-40B4-BE49-F238E27FC236}">
                <a16:creationId xmlns:a16="http://schemas.microsoft.com/office/drawing/2014/main" id="{FC268F45-A8A3-BE59-4835-A79BAF1B3A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5E4BC56F-DE67-35E0-07B4-A234E520B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5355B076-E0D1-362D-8F7E-056BB6F233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35296" y="2096497"/>
            <a:ext cx="5252195" cy="3981784"/>
          </a:xfrm>
          <a:custGeom>
            <a:avLst/>
            <a:gdLst>
              <a:gd name="connsiteX0" fmla="*/ 145098 w 4621113"/>
              <a:gd name="connsiteY0" fmla="*/ 0 h 3503349"/>
              <a:gd name="connsiteX1" fmla="*/ 4476016 w 4621113"/>
              <a:gd name="connsiteY1" fmla="*/ 0 h 3503349"/>
              <a:gd name="connsiteX2" fmla="*/ 4621113 w 4621113"/>
              <a:gd name="connsiteY2" fmla="*/ 146140 h 3503349"/>
              <a:gd name="connsiteX3" fmla="*/ 4621113 w 4621113"/>
              <a:gd name="connsiteY3" fmla="*/ 3358210 h 3503349"/>
              <a:gd name="connsiteX4" fmla="*/ 4476016 w 4621113"/>
              <a:gd name="connsiteY4" fmla="*/ 3503349 h 3503349"/>
              <a:gd name="connsiteX5" fmla="*/ 145098 w 4621113"/>
              <a:gd name="connsiteY5" fmla="*/ 3503349 h 3503349"/>
              <a:gd name="connsiteX6" fmla="*/ 0 w 4621113"/>
              <a:gd name="connsiteY6" fmla="*/ 3358210 h 3503349"/>
              <a:gd name="connsiteX7" fmla="*/ 0 w 4621113"/>
              <a:gd name="connsiteY7" fmla="*/ 146140 h 3503349"/>
              <a:gd name="connsiteX8" fmla="*/ 145098 w 4621113"/>
              <a:gd name="connsiteY8" fmla="*/ 0 h 3503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21113" h="3503349">
                <a:moveTo>
                  <a:pt x="145098" y="0"/>
                </a:moveTo>
                <a:cubicBezTo>
                  <a:pt x="4476016" y="0"/>
                  <a:pt x="4476016" y="0"/>
                  <a:pt x="4476016" y="0"/>
                </a:cubicBezTo>
                <a:cubicBezTo>
                  <a:pt x="4556070" y="0"/>
                  <a:pt x="4621113" y="65063"/>
                  <a:pt x="4621113" y="146140"/>
                </a:cubicBezTo>
                <a:lnTo>
                  <a:pt x="4621113" y="3358210"/>
                </a:lnTo>
                <a:cubicBezTo>
                  <a:pt x="4621113" y="3438288"/>
                  <a:pt x="4556070" y="3503349"/>
                  <a:pt x="4476016" y="3503349"/>
                </a:cubicBezTo>
                <a:cubicBezTo>
                  <a:pt x="145098" y="3503349"/>
                  <a:pt x="145098" y="3503349"/>
                  <a:pt x="145098" y="3503349"/>
                </a:cubicBezTo>
                <a:cubicBezTo>
                  <a:pt x="65044" y="3503349"/>
                  <a:pt x="0" y="3438288"/>
                  <a:pt x="0" y="3358210"/>
                </a:cubicBezTo>
                <a:cubicBezTo>
                  <a:pt x="0" y="146140"/>
                  <a:pt x="0" y="146140"/>
                  <a:pt x="0" y="146140"/>
                </a:cubicBezTo>
                <a:cubicBezTo>
                  <a:pt x="0" y="65063"/>
                  <a:pt x="65044" y="0"/>
                  <a:pt x="145098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8" name="Bildplatzhalter 9">
            <a:extLst>
              <a:ext uri="{FF2B5EF4-FFF2-40B4-BE49-F238E27FC236}">
                <a16:creationId xmlns:a16="http://schemas.microsoft.com/office/drawing/2014/main" id="{6F99051F-268D-7AC0-47CE-719F45A0FDA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35296" y="2096497"/>
            <a:ext cx="5252195" cy="3981784"/>
          </a:xfrm>
          <a:custGeom>
            <a:avLst/>
            <a:gdLst>
              <a:gd name="connsiteX0" fmla="*/ 145098 w 4621113"/>
              <a:gd name="connsiteY0" fmla="*/ 0 h 3503349"/>
              <a:gd name="connsiteX1" fmla="*/ 4476016 w 4621113"/>
              <a:gd name="connsiteY1" fmla="*/ 0 h 3503349"/>
              <a:gd name="connsiteX2" fmla="*/ 4621113 w 4621113"/>
              <a:gd name="connsiteY2" fmla="*/ 146140 h 3503349"/>
              <a:gd name="connsiteX3" fmla="*/ 4621113 w 4621113"/>
              <a:gd name="connsiteY3" fmla="*/ 3358210 h 3503349"/>
              <a:gd name="connsiteX4" fmla="*/ 4476016 w 4621113"/>
              <a:gd name="connsiteY4" fmla="*/ 3503349 h 3503349"/>
              <a:gd name="connsiteX5" fmla="*/ 145098 w 4621113"/>
              <a:gd name="connsiteY5" fmla="*/ 3503349 h 3503349"/>
              <a:gd name="connsiteX6" fmla="*/ 0 w 4621113"/>
              <a:gd name="connsiteY6" fmla="*/ 3358210 h 3503349"/>
              <a:gd name="connsiteX7" fmla="*/ 0 w 4621113"/>
              <a:gd name="connsiteY7" fmla="*/ 146140 h 3503349"/>
              <a:gd name="connsiteX8" fmla="*/ 145098 w 4621113"/>
              <a:gd name="connsiteY8" fmla="*/ 0 h 3503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21113" h="3503349">
                <a:moveTo>
                  <a:pt x="145098" y="0"/>
                </a:moveTo>
                <a:cubicBezTo>
                  <a:pt x="4476016" y="0"/>
                  <a:pt x="4476016" y="0"/>
                  <a:pt x="4476016" y="0"/>
                </a:cubicBezTo>
                <a:cubicBezTo>
                  <a:pt x="4556070" y="0"/>
                  <a:pt x="4621113" y="65063"/>
                  <a:pt x="4621113" y="146140"/>
                </a:cubicBezTo>
                <a:lnTo>
                  <a:pt x="4621113" y="3358210"/>
                </a:lnTo>
                <a:cubicBezTo>
                  <a:pt x="4621113" y="3438288"/>
                  <a:pt x="4556070" y="3503349"/>
                  <a:pt x="4476016" y="3503349"/>
                </a:cubicBezTo>
                <a:cubicBezTo>
                  <a:pt x="145098" y="3503349"/>
                  <a:pt x="145098" y="3503349"/>
                  <a:pt x="145098" y="3503349"/>
                </a:cubicBezTo>
                <a:cubicBezTo>
                  <a:pt x="65044" y="3503349"/>
                  <a:pt x="0" y="3438288"/>
                  <a:pt x="0" y="3358210"/>
                </a:cubicBezTo>
                <a:cubicBezTo>
                  <a:pt x="0" y="146140"/>
                  <a:pt x="0" y="146140"/>
                  <a:pt x="0" y="146140"/>
                </a:cubicBezTo>
                <a:cubicBezTo>
                  <a:pt x="0" y="65063"/>
                  <a:pt x="65044" y="0"/>
                  <a:pt x="145098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endParaRPr lang="de-DE"/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563EFD8A-9EE6-E7E9-7408-AC1379D8EDAE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6162385" y="2019796"/>
            <a:ext cx="5376995" cy="4111035"/>
          </a:xfrm>
          <a:custGeom>
            <a:avLst/>
            <a:gdLst>
              <a:gd name="T0" fmla="*/ 576 w 4763"/>
              <a:gd name="T1" fmla="*/ 0 h 3641"/>
              <a:gd name="T2" fmla="*/ 511 w 4763"/>
              <a:gd name="T3" fmla="*/ 0 h 3641"/>
              <a:gd name="T4" fmla="*/ 27 w 4763"/>
              <a:gd name="T5" fmla="*/ 227 h 3641"/>
              <a:gd name="T6" fmla="*/ 27 w 4763"/>
              <a:gd name="T7" fmla="*/ 406 h 3641"/>
              <a:gd name="T8" fmla="*/ 4763 w 4763"/>
              <a:gd name="T9" fmla="*/ 228 h 3641"/>
              <a:gd name="T10" fmla="*/ 86 w 4763"/>
              <a:gd name="T11" fmla="*/ 3437 h 3641"/>
              <a:gd name="T12" fmla="*/ 4704 w 4763"/>
              <a:gd name="T13" fmla="*/ 3437 h 3641"/>
              <a:gd name="T14" fmla="*/ 4163 w 4763"/>
              <a:gd name="T15" fmla="*/ 138 h 3641"/>
              <a:gd name="T16" fmla="*/ 4145 w 4763"/>
              <a:gd name="T17" fmla="*/ 136 h 3641"/>
              <a:gd name="T18" fmla="*/ 4148 w 4763"/>
              <a:gd name="T19" fmla="*/ 139 h 3641"/>
              <a:gd name="T20" fmla="*/ 4159 w 4763"/>
              <a:gd name="T21" fmla="*/ 144 h 3641"/>
              <a:gd name="T22" fmla="*/ 4151 w 4763"/>
              <a:gd name="T23" fmla="*/ 147 h 3641"/>
              <a:gd name="T24" fmla="*/ 4160 w 4763"/>
              <a:gd name="T25" fmla="*/ 155 h 3641"/>
              <a:gd name="T26" fmla="*/ 4153 w 4763"/>
              <a:gd name="T27" fmla="*/ 164 h 3641"/>
              <a:gd name="T28" fmla="*/ 4145 w 4763"/>
              <a:gd name="T29" fmla="*/ 165 h 3641"/>
              <a:gd name="T30" fmla="*/ 4164 w 4763"/>
              <a:gd name="T31" fmla="*/ 162 h 3641"/>
              <a:gd name="T32" fmla="*/ 4213 w 4763"/>
              <a:gd name="T33" fmla="*/ 167 h 3641"/>
              <a:gd name="T34" fmla="*/ 4246 w 4763"/>
              <a:gd name="T35" fmla="*/ 167 h 3641"/>
              <a:gd name="T36" fmla="*/ 4229 w 4763"/>
              <a:gd name="T37" fmla="*/ 137 h 3641"/>
              <a:gd name="T38" fmla="*/ 4615 w 4763"/>
              <a:gd name="T39" fmla="*/ 151 h 3641"/>
              <a:gd name="T40" fmla="*/ 4187 w 4763"/>
              <a:gd name="T41" fmla="*/ 133 h 3641"/>
              <a:gd name="T42" fmla="*/ 4172 w 4763"/>
              <a:gd name="T43" fmla="*/ 142 h 3641"/>
              <a:gd name="T44" fmla="*/ 4173 w 4763"/>
              <a:gd name="T45" fmla="*/ 162 h 3641"/>
              <a:gd name="T46" fmla="*/ 4191 w 4763"/>
              <a:gd name="T47" fmla="*/ 165 h 3641"/>
              <a:gd name="T48" fmla="*/ 4194 w 4763"/>
              <a:gd name="T49" fmla="*/ 146 h 3641"/>
              <a:gd name="T50" fmla="*/ 4183 w 4763"/>
              <a:gd name="T51" fmla="*/ 164 h 3641"/>
              <a:gd name="T52" fmla="*/ 4176 w 4763"/>
              <a:gd name="T53" fmla="*/ 147 h 3641"/>
              <a:gd name="T54" fmla="*/ 4183 w 4763"/>
              <a:gd name="T55" fmla="*/ 136 h 3641"/>
              <a:gd name="T56" fmla="*/ 4190 w 4763"/>
              <a:gd name="T57" fmla="*/ 147 h 3641"/>
              <a:gd name="T58" fmla="*/ 4109 w 4763"/>
              <a:gd name="T59" fmla="*/ 133 h 3641"/>
              <a:gd name="T60" fmla="*/ 4098 w 4763"/>
              <a:gd name="T61" fmla="*/ 149 h 3641"/>
              <a:gd name="T62" fmla="*/ 4116 w 4763"/>
              <a:gd name="T63" fmla="*/ 151 h 3641"/>
              <a:gd name="T64" fmla="*/ 4102 w 4763"/>
              <a:gd name="T65" fmla="*/ 159 h 3641"/>
              <a:gd name="T66" fmla="*/ 4121 w 4763"/>
              <a:gd name="T67" fmla="*/ 149 h 3641"/>
              <a:gd name="T68" fmla="*/ 4112 w 4763"/>
              <a:gd name="T69" fmla="*/ 151 h 3641"/>
              <a:gd name="T70" fmla="*/ 4102 w 4763"/>
              <a:gd name="T71" fmla="*/ 145 h 3641"/>
              <a:gd name="T72" fmla="*/ 4112 w 4763"/>
              <a:gd name="T73" fmla="*/ 137 h 3641"/>
              <a:gd name="T74" fmla="*/ 4129 w 4763"/>
              <a:gd name="T75" fmla="*/ 167 h 3641"/>
              <a:gd name="T76" fmla="*/ 4129 w 4763"/>
              <a:gd name="T77" fmla="*/ 147 h 3641"/>
              <a:gd name="T78" fmla="*/ 4452 w 4763"/>
              <a:gd name="T79" fmla="*/ 141 h 3641"/>
              <a:gd name="T80" fmla="*/ 4452 w 4763"/>
              <a:gd name="T81" fmla="*/ 141 h 3641"/>
              <a:gd name="T82" fmla="*/ 4545 w 4763"/>
              <a:gd name="T83" fmla="*/ 169 h 3641"/>
              <a:gd name="T84" fmla="*/ 4597 w 4763"/>
              <a:gd name="T85" fmla="*/ 131 h 3641"/>
              <a:gd name="T86" fmla="*/ 4540 w 4763"/>
              <a:gd name="T87" fmla="*/ 140 h 3641"/>
              <a:gd name="T88" fmla="*/ 4602 w 4763"/>
              <a:gd name="T89" fmla="*/ 160 h 3641"/>
              <a:gd name="T90" fmla="*/ 4473 w 4763"/>
              <a:gd name="T91" fmla="*/ 157 h 3641"/>
              <a:gd name="T92" fmla="*/ 4487 w 4763"/>
              <a:gd name="T93" fmla="*/ 151 h 3641"/>
              <a:gd name="T94" fmla="*/ 4548 w 4763"/>
              <a:gd name="T95" fmla="*/ 162 h 3641"/>
              <a:gd name="T96" fmla="*/ 4547 w 4763"/>
              <a:gd name="T97" fmla="*/ 138 h 3641"/>
              <a:gd name="T98" fmla="*/ 4369 w 4763"/>
              <a:gd name="T99" fmla="*/ 170 h 3641"/>
              <a:gd name="T100" fmla="*/ 4408 w 4763"/>
              <a:gd name="T101" fmla="*/ 132 h 3641"/>
              <a:gd name="T102" fmla="*/ 4408 w 4763"/>
              <a:gd name="T103" fmla="*/ 170 h 3641"/>
              <a:gd name="T104" fmla="*/ 4257 w 4763"/>
              <a:gd name="T105" fmla="*/ 132 h 3641"/>
              <a:gd name="T106" fmla="*/ 4256 w 4763"/>
              <a:gd name="T107" fmla="*/ 138 h 3641"/>
              <a:gd name="T108" fmla="*/ 4281 w 4763"/>
              <a:gd name="T109" fmla="*/ 167 h 3641"/>
              <a:gd name="T110" fmla="*/ 4389 w 4763"/>
              <a:gd name="T111" fmla="*/ 143 h 3641"/>
              <a:gd name="T112" fmla="*/ 4389 w 4763"/>
              <a:gd name="T113" fmla="*/ 170 h 36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4763" h="3641">
                <a:moveTo>
                  <a:pt x="4559" y="24"/>
                </a:moveTo>
                <a:cubicBezTo>
                  <a:pt x="750" y="24"/>
                  <a:pt x="750" y="24"/>
                  <a:pt x="750" y="24"/>
                </a:cubicBezTo>
                <a:cubicBezTo>
                  <a:pt x="750" y="6"/>
                  <a:pt x="750" y="6"/>
                  <a:pt x="750" y="6"/>
                </a:cubicBezTo>
                <a:cubicBezTo>
                  <a:pt x="750" y="2"/>
                  <a:pt x="747" y="0"/>
                  <a:pt x="744" y="0"/>
                </a:cubicBezTo>
                <a:cubicBezTo>
                  <a:pt x="576" y="0"/>
                  <a:pt x="576" y="0"/>
                  <a:pt x="576" y="0"/>
                </a:cubicBezTo>
                <a:cubicBezTo>
                  <a:pt x="573" y="0"/>
                  <a:pt x="570" y="2"/>
                  <a:pt x="570" y="6"/>
                </a:cubicBezTo>
                <a:cubicBezTo>
                  <a:pt x="570" y="24"/>
                  <a:pt x="570" y="24"/>
                  <a:pt x="570" y="24"/>
                </a:cubicBezTo>
                <a:cubicBezTo>
                  <a:pt x="517" y="24"/>
                  <a:pt x="517" y="24"/>
                  <a:pt x="517" y="24"/>
                </a:cubicBezTo>
                <a:cubicBezTo>
                  <a:pt x="517" y="6"/>
                  <a:pt x="517" y="6"/>
                  <a:pt x="517" y="6"/>
                </a:cubicBezTo>
                <a:cubicBezTo>
                  <a:pt x="517" y="2"/>
                  <a:pt x="515" y="0"/>
                  <a:pt x="511" y="0"/>
                </a:cubicBezTo>
                <a:cubicBezTo>
                  <a:pt x="344" y="0"/>
                  <a:pt x="344" y="0"/>
                  <a:pt x="344" y="0"/>
                </a:cubicBezTo>
                <a:cubicBezTo>
                  <a:pt x="341" y="0"/>
                  <a:pt x="338" y="2"/>
                  <a:pt x="338" y="6"/>
                </a:cubicBezTo>
                <a:cubicBezTo>
                  <a:pt x="338" y="24"/>
                  <a:pt x="338" y="24"/>
                  <a:pt x="338" y="24"/>
                </a:cubicBezTo>
                <a:cubicBezTo>
                  <a:pt x="231" y="24"/>
                  <a:pt x="231" y="24"/>
                  <a:pt x="231" y="24"/>
                </a:cubicBezTo>
                <a:cubicBezTo>
                  <a:pt x="119" y="24"/>
                  <a:pt x="27" y="115"/>
                  <a:pt x="27" y="227"/>
                </a:cubicBezTo>
                <a:cubicBezTo>
                  <a:pt x="6" y="227"/>
                  <a:pt x="6" y="227"/>
                  <a:pt x="6" y="227"/>
                </a:cubicBezTo>
                <a:cubicBezTo>
                  <a:pt x="3" y="227"/>
                  <a:pt x="0" y="230"/>
                  <a:pt x="0" y="233"/>
                </a:cubicBezTo>
                <a:cubicBezTo>
                  <a:pt x="0" y="400"/>
                  <a:pt x="0" y="400"/>
                  <a:pt x="0" y="400"/>
                </a:cubicBezTo>
                <a:cubicBezTo>
                  <a:pt x="0" y="404"/>
                  <a:pt x="3" y="406"/>
                  <a:pt x="6" y="406"/>
                </a:cubicBezTo>
                <a:cubicBezTo>
                  <a:pt x="27" y="406"/>
                  <a:pt x="27" y="406"/>
                  <a:pt x="27" y="406"/>
                </a:cubicBezTo>
                <a:cubicBezTo>
                  <a:pt x="27" y="3437"/>
                  <a:pt x="27" y="3437"/>
                  <a:pt x="27" y="3437"/>
                </a:cubicBezTo>
                <a:cubicBezTo>
                  <a:pt x="27" y="3549"/>
                  <a:pt x="119" y="3641"/>
                  <a:pt x="231" y="3641"/>
                </a:cubicBezTo>
                <a:cubicBezTo>
                  <a:pt x="4559" y="3641"/>
                  <a:pt x="4559" y="3641"/>
                  <a:pt x="4559" y="3641"/>
                </a:cubicBezTo>
                <a:cubicBezTo>
                  <a:pt x="4671" y="3641"/>
                  <a:pt x="4763" y="3549"/>
                  <a:pt x="4763" y="3437"/>
                </a:cubicBezTo>
                <a:cubicBezTo>
                  <a:pt x="4763" y="228"/>
                  <a:pt x="4763" y="228"/>
                  <a:pt x="4763" y="228"/>
                </a:cubicBezTo>
                <a:cubicBezTo>
                  <a:pt x="4763" y="115"/>
                  <a:pt x="4671" y="24"/>
                  <a:pt x="4559" y="24"/>
                </a:cubicBezTo>
                <a:moveTo>
                  <a:pt x="4704" y="3437"/>
                </a:moveTo>
                <a:cubicBezTo>
                  <a:pt x="4704" y="3517"/>
                  <a:pt x="4639" y="3582"/>
                  <a:pt x="4559" y="3582"/>
                </a:cubicBezTo>
                <a:cubicBezTo>
                  <a:pt x="231" y="3582"/>
                  <a:pt x="231" y="3582"/>
                  <a:pt x="231" y="3582"/>
                </a:cubicBezTo>
                <a:cubicBezTo>
                  <a:pt x="151" y="3582"/>
                  <a:pt x="86" y="3517"/>
                  <a:pt x="86" y="3437"/>
                </a:cubicBezTo>
                <a:cubicBezTo>
                  <a:pt x="86" y="228"/>
                  <a:pt x="86" y="228"/>
                  <a:pt x="86" y="228"/>
                </a:cubicBezTo>
                <a:cubicBezTo>
                  <a:pt x="86" y="147"/>
                  <a:pt x="151" y="82"/>
                  <a:pt x="231" y="82"/>
                </a:cubicBezTo>
                <a:cubicBezTo>
                  <a:pt x="4559" y="82"/>
                  <a:pt x="4559" y="82"/>
                  <a:pt x="4559" y="82"/>
                </a:cubicBezTo>
                <a:cubicBezTo>
                  <a:pt x="4639" y="82"/>
                  <a:pt x="4704" y="147"/>
                  <a:pt x="4704" y="228"/>
                </a:cubicBezTo>
                <a:lnTo>
                  <a:pt x="4704" y="3437"/>
                </a:lnTo>
                <a:close/>
                <a:moveTo>
                  <a:pt x="4159" y="149"/>
                </a:moveTo>
                <a:cubicBezTo>
                  <a:pt x="4159" y="149"/>
                  <a:pt x="4159" y="149"/>
                  <a:pt x="4159" y="149"/>
                </a:cubicBezTo>
                <a:cubicBezTo>
                  <a:pt x="4160" y="148"/>
                  <a:pt x="4161" y="147"/>
                  <a:pt x="4162" y="146"/>
                </a:cubicBezTo>
                <a:cubicBezTo>
                  <a:pt x="4163" y="145"/>
                  <a:pt x="4164" y="144"/>
                  <a:pt x="4164" y="142"/>
                </a:cubicBezTo>
                <a:cubicBezTo>
                  <a:pt x="4164" y="140"/>
                  <a:pt x="4163" y="139"/>
                  <a:pt x="4163" y="138"/>
                </a:cubicBezTo>
                <a:cubicBezTo>
                  <a:pt x="4162" y="137"/>
                  <a:pt x="4162" y="136"/>
                  <a:pt x="4161" y="135"/>
                </a:cubicBezTo>
                <a:cubicBezTo>
                  <a:pt x="4160" y="134"/>
                  <a:pt x="4159" y="134"/>
                  <a:pt x="4157" y="133"/>
                </a:cubicBezTo>
                <a:cubicBezTo>
                  <a:pt x="4156" y="133"/>
                  <a:pt x="4155" y="133"/>
                  <a:pt x="4153" y="133"/>
                </a:cubicBezTo>
                <a:cubicBezTo>
                  <a:pt x="4151" y="133"/>
                  <a:pt x="4150" y="133"/>
                  <a:pt x="4149" y="134"/>
                </a:cubicBezTo>
                <a:cubicBezTo>
                  <a:pt x="4147" y="134"/>
                  <a:pt x="4146" y="135"/>
                  <a:pt x="4145" y="136"/>
                </a:cubicBezTo>
                <a:cubicBezTo>
                  <a:pt x="4144" y="137"/>
                  <a:pt x="4144" y="138"/>
                  <a:pt x="4143" y="139"/>
                </a:cubicBezTo>
                <a:cubicBezTo>
                  <a:pt x="4143" y="141"/>
                  <a:pt x="4143" y="142"/>
                  <a:pt x="4142" y="144"/>
                </a:cubicBezTo>
                <a:cubicBezTo>
                  <a:pt x="4147" y="144"/>
                  <a:pt x="4147" y="144"/>
                  <a:pt x="4147" y="144"/>
                </a:cubicBezTo>
                <a:cubicBezTo>
                  <a:pt x="4147" y="143"/>
                  <a:pt x="4147" y="142"/>
                  <a:pt x="4147" y="141"/>
                </a:cubicBezTo>
                <a:cubicBezTo>
                  <a:pt x="4147" y="140"/>
                  <a:pt x="4148" y="139"/>
                  <a:pt x="4148" y="139"/>
                </a:cubicBezTo>
                <a:cubicBezTo>
                  <a:pt x="4149" y="138"/>
                  <a:pt x="4149" y="137"/>
                  <a:pt x="4150" y="137"/>
                </a:cubicBezTo>
                <a:cubicBezTo>
                  <a:pt x="4151" y="137"/>
                  <a:pt x="4152" y="136"/>
                  <a:pt x="4153" y="136"/>
                </a:cubicBezTo>
                <a:cubicBezTo>
                  <a:pt x="4155" y="136"/>
                  <a:pt x="4156" y="137"/>
                  <a:pt x="4158" y="138"/>
                </a:cubicBezTo>
                <a:cubicBezTo>
                  <a:pt x="4159" y="139"/>
                  <a:pt x="4159" y="140"/>
                  <a:pt x="4159" y="142"/>
                </a:cubicBezTo>
                <a:cubicBezTo>
                  <a:pt x="4159" y="143"/>
                  <a:pt x="4159" y="144"/>
                  <a:pt x="4159" y="144"/>
                </a:cubicBezTo>
                <a:cubicBezTo>
                  <a:pt x="4158" y="145"/>
                  <a:pt x="4158" y="146"/>
                  <a:pt x="4157" y="146"/>
                </a:cubicBezTo>
                <a:cubicBezTo>
                  <a:pt x="4157" y="147"/>
                  <a:pt x="4156" y="147"/>
                  <a:pt x="4155" y="147"/>
                </a:cubicBezTo>
                <a:cubicBezTo>
                  <a:pt x="4154" y="147"/>
                  <a:pt x="4154" y="148"/>
                  <a:pt x="4153" y="148"/>
                </a:cubicBezTo>
                <a:cubicBezTo>
                  <a:pt x="4151" y="148"/>
                  <a:pt x="4151" y="148"/>
                  <a:pt x="4151" y="148"/>
                </a:cubicBezTo>
                <a:cubicBezTo>
                  <a:pt x="4151" y="148"/>
                  <a:pt x="4151" y="148"/>
                  <a:pt x="4151" y="147"/>
                </a:cubicBezTo>
                <a:cubicBezTo>
                  <a:pt x="4151" y="151"/>
                  <a:pt x="4151" y="151"/>
                  <a:pt x="4151" y="151"/>
                </a:cubicBezTo>
                <a:cubicBezTo>
                  <a:pt x="4152" y="151"/>
                  <a:pt x="4152" y="151"/>
                  <a:pt x="4153" y="151"/>
                </a:cubicBezTo>
                <a:cubicBezTo>
                  <a:pt x="4154" y="151"/>
                  <a:pt x="4155" y="151"/>
                  <a:pt x="4156" y="151"/>
                </a:cubicBezTo>
                <a:cubicBezTo>
                  <a:pt x="4157" y="152"/>
                  <a:pt x="4158" y="152"/>
                  <a:pt x="4159" y="153"/>
                </a:cubicBezTo>
                <a:cubicBezTo>
                  <a:pt x="4159" y="153"/>
                  <a:pt x="4160" y="154"/>
                  <a:pt x="4160" y="155"/>
                </a:cubicBezTo>
                <a:cubicBezTo>
                  <a:pt x="4161" y="155"/>
                  <a:pt x="4161" y="156"/>
                  <a:pt x="4161" y="157"/>
                </a:cubicBezTo>
                <a:cubicBezTo>
                  <a:pt x="4161" y="158"/>
                  <a:pt x="4161" y="159"/>
                  <a:pt x="4160" y="160"/>
                </a:cubicBezTo>
                <a:cubicBezTo>
                  <a:pt x="4160" y="161"/>
                  <a:pt x="4159" y="162"/>
                  <a:pt x="4158" y="162"/>
                </a:cubicBezTo>
                <a:cubicBezTo>
                  <a:pt x="4158" y="163"/>
                  <a:pt x="4157" y="163"/>
                  <a:pt x="4156" y="164"/>
                </a:cubicBezTo>
                <a:cubicBezTo>
                  <a:pt x="4155" y="164"/>
                  <a:pt x="4154" y="164"/>
                  <a:pt x="4153" y="164"/>
                </a:cubicBezTo>
                <a:cubicBezTo>
                  <a:pt x="4151" y="164"/>
                  <a:pt x="4149" y="163"/>
                  <a:pt x="4148" y="162"/>
                </a:cubicBezTo>
                <a:cubicBezTo>
                  <a:pt x="4147" y="161"/>
                  <a:pt x="4146" y="159"/>
                  <a:pt x="4146" y="157"/>
                </a:cubicBezTo>
                <a:cubicBezTo>
                  <a:pt x="4142" y="157"/>
                  <a:pt x="4142" y="157"/>
                  <a:pt x="4142" y="157"/>
                </a:cubicBezTo>
                <a:cubicBezTo>
                  <a:pt x="4142" y="158"/>
                  <a:pt x="4142" y="160"/>
                  <a:pt x="4143" y="161"/>
                </a:cubicBezTo>
                <a:cubicBezTo>
                  <a:pt x="4143" y="163"/>
                  <a:pt x="4144" y="164"/>
                  <a:pt x="4145" y="165"/>
                </a:cubicBezTo>
                <a:cubicBezTo>
                  <a:pt x="4146" y="166"/>
                  <a:pt x="4147" y="166"/>
                  <a:pt x="4148" y="167"/>
                </a:cubicBezTo>
                <a:cubicBezTo>
                  <a:pt x="4150" y="167"/>
                  <a:pt x="4151" y="168"/>
                  <a:pt x="4153" y="168"/>
                </a:cubicBezTo>
                <a:cubicBezTo>
                  <a:pt x="4155" y="168"/>
                  <a:pt x="4156" y="167"/>
                  <a:pt x="4158" y="167"/>
                </a:cubicBezTo>
                <a:cubicBezTo>
                  <a:pt x="4159" y="167"/>
                  <a:pt x="4161" y="166"/>
                  <a:pt x="4162" y="165"/>
                </a:cubicBezTo>
                <a:cubicBezTo>
                  <a:pt x="4163" y="164"/>
                  <a:pt x="4164" y="163"/>
                  <a:pt x="4164" y="162"/>
                </a:cubicBezTo>
                <a:cubicBezTo>
                  <a:pt x="4165" y="160"/>
                  <a:pt x="4165" y="159"/>
                  <a:pt x="4165" y="157"/>
                </a:cubicBezTo>
                <a:cubicBezTo>
                  <a:pt x="4165" y="155"/>
                  <a:pt x="4165" y="153"/>
                  <a:pt x="4164" y="152"/>
                </a:cubicBezTo>
                <a:cubicBezTo>
                  <a:pt x="4163" y="150"/>
                  <a:pt x="4161" y="149"/>
                  <a:pt x="4159" y="149"/>
                </a:cubicBezTo>
                <a:moveTo>
                  <a:pt x="4227" y="132"/>
                </a:moveTo>
                <a:cubicBezTo>
                  <a:pt x="4213" y="167"/>
                  <a:pt x="4213" y="167"/>
                  <a:pt x="4213" y="167"/>
                </a:cubicBezTo>
                <a:cubicBezTo>
                  <a:pt x="4218" y="167"/>
                  <a:pt x="4218" y="167"/>
                  <a:pt x="4218" y="167"/>
                </a:cubicBezTo>
                <a:cubicBezTo>
                  <a:pt x="4222" y="157"/>
                  <a:pt x="4222" y="157"/>
                  <a:pt x="4222" y="157"/>
                </a:cubicBezTo>
                <a:cubicBezTo>
                  <a:pt x="4237" y="157"/>
                  <a:pt x="4237" y="157"/>
                  <a:pt x="4237" y="157"/>
                </a:cubicBezTo>
                <a:cubicBezTo>
                  <a:pt x="4241" y="167"/>
                  <a:pt x="4241" y="167"/>
                  <a:pt x="4241" y="167"/>
                </a:cubicBezTo>
                <a:cubicBezTo>
                  <a:pt x="4246" y="167"/>
                  <a:pt x="4246" y="167"/>
                  <a:pt x="4246" y="167"/>
                </a:cubicBezTo>
                <a:cubicBezTo>
                  <a:pt x="4232" y="132"/>
                  <a:pt x="4232" y="132"/>
                  <a:pt x="4232" y="132"/>
                </a:cubicBezTo>
                <a:lnTo>
                  <a:pt x="4227" y="132"/>
                </a:lnTo>
                <a:close/>
                <a:moveTo>
                  <a:pt x="4223" y="153"/>
                </a:moveTo>
                <a:cubicBezTo>
                  <a:pt x="4229" y="137"/>
                  <a:pt x="4229" y="137"/>
                  <a:pt x="4229" y="137"/>
                </a:cubicBezTo>
                <a:cubicBezTo>
                  <a:pt x="4229" y="137"/>
                  <a:pt x="4229" y="137"/>
                  <a:pt x="4229" y="137"/>
                </a:cubicBezTo>
                <a:cubicBezTo>
                  <a:pt x="4235" y="153"/>
                  <a:pt x="4235" y="153"/>
                  <a:pt x="4235" y="153"/>
                </a:cubicBezTo>
                <a:lnTo>
                  <a:pt x="4223" y="153"/>
                </a:lnTo>
                <a:close/>
                <a:moveTo>
                  <a:pt x="4609" y="143"/>
                </a:moveTo>
                <a:cubicBezTo>
                  <a:pt x="4609" y="157"/>
                  <a:pt x="4609" y="157"/>
                  <a:pt x="4609" y="157"/>
                </a:cubicBezTo>
                <a:cubicBezTo>
                  <a:pt x="4612" y="157"/>
                  <a:pt x="4615" y="154"/>
                  <a:pt x="4615" y="151"/>
                </a:cubicBezTo>
                <a:cubicBezTo>
                  <a:pt x="4615" y="146"/>
                  <a:pt x="4612" y="143"/>
                  <a:pt x="4609" y="143"/>
                </a:cubicBezTo>
                <a:moveTo>
                  <a:pt x="4194" y="142"/>
                </a:moveTo>
                <a:cubicBezTo>
                  <a:pt x="4193" y="141"/>
                  <a:pt x="4193" y="140"/>
                  <a:pt x="4193" y="139"/>
                </a:cubicBezTo>
                <a:cubicBezTo>
                  <a:pt x="4192" y="137"/>
                  <a:pt x="4191" y="136"/>
                  <a:pt x="4191" y="136"/>
                </a:cubicBezTo>
                <a:cubicBezTo>
                  <a:pt x="4190" y="135"/>
                  <a:pt x="4189" y="134"/>
                  <a:pt x="4187" y="133"/>
                </a:cubicBezTo>
                <a:cubicBezTo>
                  <a:pt x="4186" y="133"/>
                  <a:pt x="4185" y="133"/>
                  <a:pt x="4183" y="133"/>
                </a:cubicBezTo>
                <a:cubicBezTo>
                  <a:pt x="4181" y="133"/>
                  <a:pt x="4179" y="133"/>
                  <a:pt x="4178" y="133"/>
                </a:cubicBezTo>
                <a:cubicBezTo>
                  <a:pt x="4177" y="134"/>
                  <a:pt x="4176" y="135"/>
                  <a:pt x="4175" y="136"/>
                </a:cubicBezTo>
                <a:cubicBezTo>
                  <a:pt x="4174" y="136"/>
                  <a:pt x="4174" y="137"/>
                  <a:pt x="4173" y="139"/>
                </a:cubicBezTo>
                <a:cubicBezTo>
                  <a:pt x="4173" y="140"/>
                  <a:pt x="4172" y="141"/>
                  <a:pt x="4172" y="142"/>
                </a:cubicBezTo>
                <a:cubicBezTo>
                  <a:pt x="4172" y="144"/>
                  <a:pt x="4171" y="145"/>
                  <a:pt x="4171" y="146"/>
                </a:cubicBezTo>
                <a:cubicBezTo>
                  <a:pt x="4171" y="148"/>
                  <a:pt x="4171" y="149"/>
                  <a:pt x="4171" y="150"/>
                </a:cubicBezTo>
                <a:cubicBezTo>
                  <a:pt x="4171" y="152"/>
                  <a:pt x="4171" y="153"/>
                  <a:pt x="4171" y="154"/>
                </a:cubicBezTo>
                <a:cubicBezTo>
                  <a:pt x="4171" y="156"/>
                  <a:pt x="4172" y="157"/>
                  <a:pt x="4172" y="158"/>
                </a:cubicBezTo>
                <a:cubicBezTo>
                  <a:pt x="4172" y="159"/>
                  <a:pt x="4173" y="161"/>
                  <a:pt x="4173" y="162"/>
                </a:cubicBezTo>
                <a:cubicBezTo>
                  <a:pt x="4174" y="163"/>
                  <a:pt x="4174" y="164"/>
                  <a:pt x="4175" y="165"/>
                </a:cubicBezTo>
                <a:cubicBezTo>
                  <a:pt x="4176" y="166"/>
                  <a:pt x="4177" y="166"/>
                  <a:pt x="4178" y="167"/>
                </a:cubicBezTo>
                <a:cubicBezTo>
                  <a:pt x="4179" y="167"/>
                  <a:pt x="4181" y="168"/>
                  <a:pt x="4183" y="168"/>
                </a:cubicBezTo>
                <a:cubicBezTo>
                  <a:pt x="4185" y="168"/>
                  <a:pt x="4186" y="167"/>
                  <a:pt x="4187" y="167"/>
                </a:cubicBezTo>
                <a:cubicBezTo>
                  <a:pt x="4189" y="166"/>
                  <a:pt x="4190" y="166"/>
                  <a:pt x="4191" y="165"/>
                </a:cubicBezTo>
                <a:cubicBezTo>
                  <a:pt x="4191" y="164"/>
                  <a:pt x="4192" y="163"/>
                  <a:pt x="4193" y="162"/>
                </a:cubicBezTo>
                <a:cubicBezTo>
                  <a:pt x="4193" y="161"/>
                  <a:pt x="4193" y="159"/>
                  <a:pt x="4194" y="158"/>
                </a:cubicBezTo>
                <a:cubicBezTo>
                  <a:pt x="4194" y="157"/>
                  <a:pt x="4194" y="156"/>
                  <a:pt x="4194" y="154"/>
                </a:cubicBezTo>
                <a:cubicBezTo>
                  <a:pt x="4194" y="153"/>
                  <a:pt x="4194" y="152"/>
                  <a:pt x="4194" y="150"/>
                </a:cubicBezTo>
                <a:cubicBezTo>
                  <a:pt x="4194" y="149"/>
                  <a:pt x="4194" y="148"/>
                  <a:pt x="4194" y="146"/>
                </a:cubicBezTo>
                <a:cubicBezTo>
                  <a:pt x="4194" y="145"/>
                  <a:pt x="4194" y="144"/>
                  <a:pt x="4194" y="142"/>
                </a:cubicBezTo>
                <a:moveTo>
                  <a:pt x="4190" y="155"/>
                </a:moveTo>
                <a:cubicBezTo>
                  <a:pt x="4190" y="156"/>
                  <a:pt x="4189" y="158"/>
                  <a:pt x="4189" y="159"/>
                </a:cubicBezTo>
                <a:cubicBezTo>
                  <a:pt x="4189" y="160"/>
                  <a:pt x="4188" y="162"/>
                  <a:pt x="4187" y="163"/>
                </a:cubicBezTo>
                <a:cubicBezTo>
                  <a:pt x="4186" y="164"/>
                  <a:pt x="4185" y="164"/>
                  <a:pt x="4183" y="164"/>
                </a:cubicBezTo>
                <a:cubicBezTo>
                  <a:pt x="4181" y="164"/>
                  <a:pt x="4180" y="164"/>
                  <a:pt x="4179" y="163"/>
                </a:cubicBezTo>
                <a:cubicBezTo>
                  <a:pt x="4178" y="162"/>
                  <a:pt x="4177" y="160"/>
                  <a:pt x="4177" y="159"/>
                </a:cubicBezTo>
                <a:cubicBezTo>
                  <a:pt x="4176" y="158"/>
                  <a:pt x="4176" y="156"/>
                  <a:pt x="4176" y="155"/>
                </a:cubicBezTo>
                <a:cubicBezTo>
                  <a:pt x="4176" y="153"/>
                  <a:pt x="4176" y="151"/>
                  <a:pt x="4176" y="150"/>
                </a:cubicBezTo>
                <a:cubicBezTo>
                  <a:pt x="4176" y="149"/>
                  <a:pt x="4176" y="148"/>
                  <a:pt x="4176" y="147"/>
                </a:cubicBezTo>
                <a:cubicBezTo>
                  <a:pt x="4176" y="146"/>
                  <a:pt x="4176" y="145"/>
                  <a:pt x="4176" y="144"/>
                </a:cubicBezTo>
                <a:cubicBezTo>
                  <a:pt x="4176" y="143"/>
                  <a:pt x="4176" y="142"/>
                  <a:pt x="4177" y="141"/>
                </a:cubicBezTo>
                <a:cubicBezTo>
                  <a:pt x="4177" y="140"/>
                  <a:pt x="4177" y="140"/>
                  <a:pt x="4178" y="139"/>
                </a:cubicBezTo>
                <a:cubicBezTo>
                  <a:pt x="4178" y="138"/>
                  <a:pt x="4179" y="137"/>
                  <a:pt x="4180" y="137"/>
                </a:cubicBezTo>
                <a:cubicBezTo>
                  <a:pt x="4181" y="137"/>
                  <a:pt x="4182" y="136"/>
                  <a:pt x="4183" y="136"/>
                </a:cubicBezTo>
                <a:cubicBezTo>
                  <a:pt x="4184" y="136"/>
                  <a:pt x="4185" y="137"/>
                  <a:pt x="4186" y="137"/>
                </a:cubicBezTo>
                <a:cubicBezTo>
                  <a:pt x="4187" y="137"/>
                  <a:pt x="4187" y="138"/>
                  <a:pt x="4188" y="139"/>
                </a:cubicBezTo>
                <a:cubicBezTo>
                  <a:pt x="4188" y="140"/>
                  <a:pt x="4189" y="140"/>
                  <a:pt x="4189" y="141"/>
                </a:cubicBezTo>
                <a:cubicBezTo>
                  <a:pt x="4189" y="142"/>
                  <a:pt x="4189" y="143"/>
                  <a:pt x="4190" y="144"/>
                </a:cubicBezTo>
                <a:cubicBezTo>
                  <a:pt x="4190" y="145"/>
                  <a:pt x="4190" y="146"/>
                  <a:pt x="4190" y="147"/>
                </a:cubicBezTo>
                <a:cubicBezTo>
                  <a:pt x="4190" y="148"/>
                  <a:pt x="4190" y="149"/>
                  <a:pt x="4190" y="150"/>
                </a:cubicBezTo>
                <a:cubicBezTo>
                  <a:pt x="4190" y="151"/>
                  <a:pt x="4190" y="153"/>
                  <a:pt x="4190" y="155"/>
                </a:cubicBezTo>
                <a:moveTo>
                  <a:pt x="4117" y="136"/>
                </a:moveTo>
                <a:cubicBezTo>
                  <a:pt x="4116" y="135"/>
                  <a:pt x="4115" y="134"/>
                  <a:pt x="4113" y="133"/>
                </a:cubicBezTo>
                <a:cubicBezTo>
                  <a:pt x="4112" y="133"/>
                  <a:pt x="4110" y="133"/>
                  <a:pt x="4109" y="133"/>
                </a:cubicBezTo>
                <a:cubicBezTo>
                  <a:pt x="4107" y="133"/>
                  <a:pt x="4106" y="133"/>
                  <a:pt x="4104" y="134"/>
                </a:cubicBezTo>
                <a:cubicBezTo>
                  <a:pt x="4103" y="134"/>
                  <a:pt x="4102" y="135"/>
                  <a:pt x="4101" y="136"/>
                </a:cubicBezTo>
                <a:cubicBezTo>
                  <a:pt x="4100" y="137"/>
                  <a:pt x="4099" y="138"/>
                  <a:pt x="4098" y="139"/>
                </a:cubicBezTo>
                <a:cubicBezTo>
                  <a:pt x="4098" y="141"/>
                  <a:pt x="4097" y="142"/>
                  <a:pt x="4097" y="144"/>
                </a:cubicBezTo>
                <a:cubicBezTo>
                  <a:pt x="4097" y="146"/>
                  <a:pt x="4098" y="147"/>
                  <a:pt x="4098" y="149"/>
                </a:cubicBezTo>
                <a:cubicBezTo>
                  <a:pt x="4099" y="150"/>
                  <a:pt x="4099" y="151"/>
                  <a:pt x="4100" y="152"/>
                </a:cubicBezTo>
                <a:cubicBezTo>
                  <a:pt x="4101" y="153"/>
                  <a:pt x="4102" y="154"/>
                  <a:pt x="4104" y="155"/>
                </a:cubicBezTo>
                <a:cubicBezTo>
                  <a:pt x="4105" y="155"/>
                  <a:pt x="4107" y="155"/>
                  <a:pt x="4108" y="155"/>
                </a:cubicBezTo>
                <a:cubicBezTo>
                  <a:pt x="4110" y="155"/>
                  <a:pt x="4112" y="155"/>
                  <a:pt x="4113" y="154"/>
                </a:cubicBezTo>
                <a:cubicBezTo>
                  <a:pt x="4114" y="153"/>
                  <a:pt x="4116" y="152"/>
                  <a:pt x="4116" y="151"/>
                </a:cubicBezTo>
                <a:cubicBezTo>
                  <a:pt x="4116" y="151"/>
                  <a:pt x="4116" y="151"/>
                  <a:pt x="4116" y="151"/>
                </a:cubicBezTo>
                <a:cubicBezTo>
                  <a:pt x="4116" y="155"/>
                  <a:pt x="4116" y="159"/>
                  <a:pt x="4114" y="161"/>
                </a:cubicBezTo>
                <a:cubicBezTo>
                  <a:pt x="4113" y="163"/>
                  <a:pt x="4111" y="164"/>
                  <a:pt x="4109" y="164"/>
                </a:cubicBezTo>
                <a:cubicBezTo>
                  <a:pt x="4107" y="164"/>
                  <a:pt x="4106" y="164"/>
                  <a:pt x="4104" y="163"/>
                </a:cubicBezTo>
                <a:cubicBezTo>
                  <a:pt x="4103" y="162"/>
                  <a:pt x="4103" y="161"/>
                  <a:pt x="4102" y="159"/>
                </a:cubicBezTo>
                <a:cubicBezTo>
                  <a:pt x="4098" y="159"/>
                  <a:pt x="4098" y="159"/>
                  <a:pt x="4098" y="159"/>
                </a:cubicBezTo>
                <a:cubicBezTo>
                  <a:pt x="4098" y="162"/>
                  <a:pt x="4100" y="164"/>
                  <a:pt x="4101" y="166"/>
                </a:cubicBezTo>
                <a:cubicBezTo>
                  <a:pt x="4103" y="167"/>
                  <a:pt x="4106" y="168"/>
                  <a:pt x="4109" y="168"/>
                </a:cubicBezTo>
                <a:cubicBezTo>
                  <a:pt x="4113" y="168"/>
                  <a:pt x="4116" y="166"/>
                  <a:pt x="4118" y="163"/>
                </a:cubicBezTo>
                <a:cubicBezTo>
                  <a:pt x="4120" y="160"/>
                  <a:pt x="4121" y="155"/>
                  <a:pt x="4121" y="149"/>
                </a:cubicBezTo>
                <a:cubicBezTo>
                  <a:pt x="4121" y="146"/>
                  <a:pt x="4120" y="143"/>
                  <a:pt x="4120" y="141"/>
                </a:cubicBezTo>
                <a:cubicBezTo>
                  <a:pt x="4119" y="139"/>
                  <a:pt x="4118" y="137"/>
                  <a:pt x="4117" y="136"/>
                </a:cubicBezTo>
                <a:moveTo>
                  <a:pt x="4115" y="147"/>
                </a:moveTo>
                <a:cubicBezTo>
                  <a:pt x="4115" y="148"/>
                  <a:pt x="4114" y="149"/>
                  <a:pt x="4114" y="150"/>
                </a:cubicBezTo>
                <a:cubicBezTo>
                  <a:pt x="4113" y="150"/>
                  <a:pt x="4112" y="151"/>
                  <a:pt x="4112" y="151"/>
                </a:cubicBezTo>
                <a:cubicBezTo>
                  <a:pt x="4111" y="152"/>
                  <a:pt x="4110" y="152"/>
                  <a:pt x="4109" y="152"/>
                </a:cubicBezTo>
                <a:cubicBezTo>
                  <a:pt x="4108" y="152"/>
                  <a:pt x="4107" y="152"/>
                  <a:pt x="4106" y="151"/>
                </a:cubicBezTo>
                <a:cubicBezTo>
                  <a:pt x="4105" y="151"/>
                  <a:pt x="4104" y="150"/>
                  <a:pt x="4104" y="150"/>
                </a:cubicBezTo>
                <a:cubicBezTo>
                  <a:pt x="4103" y="149"/>
                  <a:pt x="4103" y="148"/>
                  <a:pt x="4102" y="147"/>
                </a:cubicBezTo>
                <a:cubicBezTo>
                  <a:pt x="4102" y="146"/>
                  <a:pt x="4102" y="145"/>
                  <a:pt x="4102" y="145"/>
                </a:cubicBezTo>
                <a:cubicBezTo>
                  <a:pt x="4102" y="143"/>
                  <a:pt x="4102" y="142"/>
                  <a:pt x="4102" y="141"/>
                </a:cubicBezTo>
                <a:cubicBezTo>
                  <a:pt x="4102" y="140"/>
                  <a:pt x="4103" y="140"/>
                  <a:pt x="4103" y="139"/>
                </a:cubicBezTo>
                <a:cubicBezTo>
                  <a:pt x="4104" y="138"/>
                  <a:pt x="4105" y="137"/>
                  <a:pt x="4105" y="137"/>
                </a:cubicBezTo>
                <a:cubicBezTo>
                  <a:pt x="4106" y="137"/>
                  <a:pt x="4107" y="136"/>
                  <a:pt x="4109" y="136"/>
                </a:cubicBezTo>
                <a:cubicBezTo>
                  <a:pt x="4110" y="136"/>
                  <a:pt x="4111" y="137"/>
                  <a:pt x="4112" y="137"/>
                </a:cubicBezTo>
                <a:cubicBezTo>
                  <a:pt x="4113" y="137"/>
                  <a:pt x="4113" y="138"/>
                  <a:pt x="4114" y="139"/>
                </a:cubicBezTo>
                <a:cubicBezTo>
                  <a:pt x="4115" y="139"/>
                  <a:pt x="4115" y="140"/>
                  <a:pt x="4115" y="141"/>
                </a:cubicBezTo>
                <a:cubicBezTo>
                  <a:pt x="4116" y="142"/>
                  <a:pt x="4116" y="143"/>
                  <a:pt x="4116" y="144"/>
                </a:cubicBezTo>
                <a:cubicBezTo>
                  <a:pt x="4116" y="145"/>
                  <a:pt x="4116" y="146"/>
                  <a:pt x="4115" y="147"/>
                </a:cubicBezTo>
                <a:moveTo>
                  <a:pt x="4129" y="167"/>
                </a:moveTo>
                <a:cubicBezTo>
                  <a:pt x="4134" y="167"/>
                  <a:pt x="4134" y="167"/>
                  <a:pt x="4134" y="167"/>
                </a:cubicBezTo>
                <a:cubicBezTo>
                  <a:pt x="4134" y="162"/>
                  <a:pt x="4134" y="162"/>
                  <a:pt x="4134" y="162"/>
                </a:cubicBezTo>
                <a:cubicBezTo>
                  <a:pt x="4129" y="162"/>
                  <a:pt x="4129" y="162"/>
                  <a:pt x="4129" y="162"/>
                </a:cubicBezTo>
                <a:lnTo>
                  <a:pt x="4129" y="167"/>
                </a:lnTo>
                <a:close/>
                <a:moveTo>
                  <a:pt x="4129" y="147"/>
                </a:moveTo>
                <a:cubicBezTo>
                  <a:pt x="4134" y="147"/>
                  <a:pt x="4134" y="147"/>
                  <a:pt x="4134" y="147"/>
                </a:cubicBezTo>
                <a:cubicBezTo>
                  <a:pt x="4134" y="142"/>
                  <a:pt x="4134" y="142"/>
                  <a:pt x="4134" y="142"/>
                </a:cubicBezTo>
                <a:cubicBezTo>
                  <a:pt x="4129" y="142"/>
                  <a:pt x="4129" y="142"/>
                  <a:pt x="4129" y="142"/>
                </a:cubicBezTo>
                <a:lnTo>
                  <a:pt x="4129" y="147"/>
                </a:lnTo>
                <a:close/>
                <a:moveTo>
                  <a:pt x="4452" y="141"/>
                </a:moveTo>
                <a:cubicBezTo>
                  <a:pt x="4454" y="143"/>
                  <a:pt x="4455" y="145"/>
                  <a:pt x="4457" y="147"/>
                </a:cubicBezTo>
                <a:cubicBezTo>
                  <a:pt x="4462" y="142"/>
                  <a:pt x="4467" y="139"/>
                  <a:pt x="4473" y="139"/>
                </a:cubicBezTo>
                <a:cubicBezTo>
                  <a:pt x="4480" y="139"/>
                  <a:pt x="4485" y="142"/>
                  <a:pt x="4489" y="147"/>
                </a:cubicBezTo>
                <a:cubicBezTo>
                  <a:pt x="4491" y="145"/>
                  <a:pt x="4493" y="143"/>
                  <a:pt x="4495" y="141"/>
                </a:cubicBezTo>
                <a:cubicBezTo>
                  <a:pt x="4483" y="127"/>
                  <a:pt x="4462" y="129"/>
                  <a:pt x="4452" y="141"/>
                </a:cubicBezTo>
                <a:moveTo>
                  <a:pt x="4597" y="131"/>
                </a:moveTo>
                <a:cubicBezTo>
                  <a:pt x="4545" y="131"/>
                  <a:pt x="4545" y="131"/>
                  <a:pt x="4545" y="131"/>
                </a:cubicBezTo>
                <a:cubicBezTo>
                  <a:pt x="4540" y="131"/>
                  <a:pt x="4537" y="134"/>
                  <a:pt x="4537" y="140"/>
                </a:cubicBezTo>
                <a:cubicBezTo>
                  <a:pt x="4536" y="147"/>
                  <a:pt x="4536" y="153"/>
                  <a:pt x="4537" y="160"/>
                </a:cubicBezTo>
                <a:cubicBezTo>
                  <a:pt x="4537" y="166"/>
                  <a:pt x="4540" y="169"/>
                  <a:pt x="4545" y="169"/>
                </a:cubicBezTo>
                <a:cubicBezTo>
                  <a:pt x="4554" y="169"/>
                  <a:pt x="4562" y="169"/>
                  <a:pt x="4571" y="169"/>
                </a:cubicBezTo>
                <a:cubicBezTo>
                  <a:pt x="4580" y="169"/>
                  <a:pt x="4588" y="169"/>
                  <a:pt x="4597" y="169"/>
                </a:cubicBezTo>
                <a:cubicBezTo>
                  <a:pt x="4602" y="169"/>
                  <a:pt x="4605" y="166"/>
                  <a:pt x="4605" y="160"/>
                </a:cubicBezTo>
                <a:cubicBezTo>
                  <a:pt x="4606" y="153"/>
                  <a:pt x="4605" y="147"/>
                  <a:pt x="4605" y="140"/>
                </a:cubicBezTo>
                <a:cubicBezTo>
                  <a:pt x="4605" y="134"/>
                  <a:pt x="4602" y="131"/>
                  <a:pt x="4597" y="131"/>
                </a:cubicBezTo>
                <a:moveTo>
                  <a:pt x="4602" y="160"/>
                </a:moveTo>
                <a:cubicBezTo>
                  <a:pt x="4602" y="164"/>
                  <a:pt x="4601" y="166"/>
                  <a:pt x="4597" y="166"/>
                </a:cubicBezTo>
                <a:cubicBezTo>
                  <a:pt x="4545" y="166"/>
                  <a:pt x="4545" y="166"/>
                  <a:pt x="4545" y="166"/>
                </a:cubicBezTo>
                <a:cubicBezTo>
                  <a:pt x="4541" y="166"/>
                  <a:pt x="4540" y="164"/>
                  <a:pt x="4540" y="160"/>
                </a:cubicBezTo>
                <a:cubicBezTo>
                  <a:pt x="4540" y="153"/>
                  <a:pt x="4540" y="147"/>
                  <a:pt x="4540" y="140"/>
                </a:cubicBezTo>
                <a:cubicBezTo>
                  <a:pt x="4540" y="136"/>
                  <a:pt x="4541" y="134"/>
                  <a:pt x="4545" y="134"/>
                </a:cubicBezTo>
                <a:cubicBezTo>
                  <a:pt x="4554" y="134"/>
                  <a:pt x="4562" y="134"/>
                  <a:pt x="4571" y="134"/>
                </a:cubicBezTo>
                <a:cubicBezTo>
                  <a:pt x="4580" y="134"/>
                  <a:pt x="4588" y="134"/>
                  <a:pt x="4597" y="134"/>
                </a:cubicBezTo>
                <a:cubicBezTo>
                  <a:pt x="4601" y="134"/>
                  <a:pt x="4602" y="136"/>
                  <a:pt x="4602" y="140"/>
                </a:cubicBezTo>
                <a:cubicBezTo>
                  <a:pt x="4602" y="147"/>
                  <a:pt x="4602" y="153"/>
                  <a:pt x="4602" y="160"/>
                </a:cubicBezTo>
                <a:moveTo>
                  <a:pt x="4473" y="157"/>
                </a:moveTo>
                <a:cubicBezTo>
                  <a:pt x="4470" y="157"/>
                  <a:pt x="4467" y="159"/>
                  <a:pt x="4467" y="163"/>
                </a:cubicBezTo>
                <a:cubicBezTo>
                  <a:pt x="4467" y="166"/>
                  <a:pt x="4470" y="169"/>
                  <a:pt x="4473" y="169"/>
                </a:cubicBezTo>
                <a:cubicBezTo>
                  <a:pt x="4477" y="169"/>
                  <a:pt x="4479" y="166"/>
                  <a:pt x="4479" y="163"/>
                </a:cubicBezTo>
                <a:cubicBezTo>
                  <a:pt x="4479" y="159"/>
                  <a:pt x="4477" y="157"/>
                  <a:pt x="4473" y="157"/>
                </a:cubicBezTo>
                <a:moveTo>
                  <a:pt x="4460" y="151"/>
                </a:moveTo>
                <a:cubicBezTo>
                  <a:pt x="4462" y="152"/>
                  <a:pt x="4464" y="154"/>
                  <a:pt x="4466" y="156"/>
                </a:cubicBezTo>
                <a:cubicBezTo>
                  <a:pt x="4468" y="154"/>
                  <a:pt x="4470" y="153"/>
                  <a:pt x="4473" y="153"/>
                </a:cubicBezTo>
                <a:cubicBezTo>
                  <a:pt x="4476" y="153"/>
                  <a:pt x="4479" y="154"/>
                  <a:pt x="4481" y="156"/>
                </a:cubicBezTo>
                <a:cubicBezTo>
                  <a:pt x="4483" y="154"/>
                  <a:pt x="4485" y="152"/>
                  <a:pt x="4487" y="151"/>
                </a:cubicBezTo>
                <a:cubicBezTo>
                  <a:pt x="4480" y="142"/>
                  <a:pt x="4467" y="142"/>
                  <a:pt x="4460" y="151"/>
                </a:cubicBezTo>
                <a:moveTo>
                  <a:pt x="4547" y="138"/>
                </a:moveTo>
                <a:cubicBezTo>
                  <a:pt x="4545" y="138"/>
                  <a:pt x="4543" y="139"/>
                  <a:pt x="4543" y="142"/>
                </a:cubicBezTo>
                <a:cubicBezTo>
                  <a:pt x="4543" y="147"/>
                  <a:pt x="4543" y="152"/>
                  <a:pt x="4543" y="158"/>
                </a:cubicBezTo>
                <a:cubicBezTo>
                  <a:pt x="4543" y="161"/>
                  <a:pt x="4544" y="162"/>
                  <a:pt x="4548" y="162"/>
                </a:cubicBezTo>
                <a:cubicBezTo>
                  <a:pt x="4560" y="162"/>
                  <a:pt x="4572" y="162"/>
                  <a:pt x="4584" y="162"/>
                </a:cubicBezTo>
                <a:cubicBezTo>
                  <a:pt x="4585" y="162"/>
                  <a:pt x="4585" y="162"/>
                  <a:pt x="4586" y="162"/>
                </a:cubicBezTo>
                <a:cubicBezTo>
                  <a:pt x="4586" y="138"/>
                  <a:pt x="4586" y="138"/>
                  <a:pt x="4586" y="138"/>
                </a:cubicBezTo>
                <a:cubicBezTo>
                  <a:pt x="4586" y="138"/>
                  <a:pt x="4585" y="138"/>
                  <a:pt x="4585" y="138"/>
                </a:cubicBezTo>
                <a:cubicBezTo>
                  <a:pt x="4572" y="138"/>
                  <a:pt x="4560" y="138"/>
                  <a:pt x="4547" y="138"/>
                </a:cubicBezTo>
                <a:moveTo>
                  <a:pt x="4369" y="153"/>
                </a:moveTo>
                <a:cubicBezTo>
                  <a:pt x="4369" y="153"/>
                  <a:pt x="4369" y="153"/>
                  <a:pt x="4369" y="153"/>
                </a:cubicBezTo>
                <a:cubicBezTo>
                  <a:pt x="4366" y="153"/>
                  <a:pt x="4363" y="156"/>
                  <a:pt x="4363" y="159"/>
                </a:cubicBezTo>
                <a:cubicBezTo>
                  <a:pt x="4363" y="164"/>
                  <a:pt x="4363" y="164"/>
                  <a:pt x="4363" y="164"/>
                </a:cubicBezTo>
                <a:cubicBezTo>
                  <a:pt x="4363" y="167"/>
                  <a:pt x="4366" y="170"/>
                  <a:pt x="4369" y="170"/>
                </a:cubicBezTo>
                <a:cubicBezTo>
                  <a:pt x="4369" y="170"/>
                  <a:pt x="4369" y="170"/>
                  <a:pt x="4369" y="170"/>
                </a:cubicBezTo>
                <a:cubicBezTo>
                  <a:pt x="4373" y="170"/>
                  <a:pt x="4375" y="167"/>
                  <a:pt x="4375" y="164"/>
                </a:cubicBezTo>
                <a:cubicBezTo>
                  <a:pt x="4375" y="159"/>
                  <a:pt x="4375" y="159"/>
                  <a:pt x="4375" y="159"/>
                </a:cubicBezTo>
                <a:cubicBezTo>
                  <a:pt x="4375" y="156"/>
                  <a:pt x="4373" y="153"/>
                  <a:pt x="4369" y="153"/>
                </a:cubicBezTo>
                <a:moveTo>
                  <a:pt x="4408" y="132"/>
                </a:moveTo>
                <a:cubicBezTo>
                  <a:pt x="4407" y="132"/>
                  <a:pt x="4407" y="132"/>
                  <a:pt x="4407" y="132"/>
                </a:cubicBezTo>
                <a:cubicBezTo>
                  <a:pt x="4404" y="132"/>
                  <a:pt x="4402" y="135"/>
                  <a:pt x="4402" y="138"/>
                </a:cubicBezTo>
                <a:cubicBezTo>
                  <a:pt x="4402" y="164"/>
                  <a:pt x="4402" y="164"/>
                  <a:pt x="4402" y="164"/>
                </a:cubicBezTo>
                <a:cubicBezTo>
                  <a:pt x="4402" y="167"/>
                  <a:pt x="4404" y="170"/>
                  <a:pt x="4407" y="170"/>
                </a:cubicBezTo>
                <a:cubicBezTo>
                  <a:pt x="4408" y="170"/>
                  <a:pt x="4408" y="170"/>
                  <a:pt x="4408" y="170"/>
                </a:cubicBezTo>
                <a:cubicBezTo>
                  <a:pt x="4411" y="170"/>
                  <a:pt x="4414" y="167"/>
                  <a:pt x="4414" y="164"/>
                </a:cubicBezTo>
                <a:cubicBezTo>
                  <a:pt x="4414" y="138"/>
                  <a:pt x="4414" y="138"/>
                  <a:pt x="4414" y="138"/>
                </a:cubicBezTo>
                <a:cubicBezTo>
                  <a:pt x="4414" y="135"/>
                  <a:pt x="4411" y="132"/>
                  <a:pt x="4408" y="132"/>
                </a:cubicBezTo>
                <a:moveTo>
                  <a:pt x="4268" y="162"/>
                </a:moveTo>
                <a:cubicBezTo>
                  <a:pt x="4257" y="132"/>
                  <a:pt x="4257" y="132"/>
                  <a:pt x="4257" y="132"/>
                </a:cubicBezTo>
                <a:cubicBezTo>
                  <a:pt x="4251" y="132"/>
                  <a:pt x="4251" y="132"/>
                  <a:pt x="4251" y="132"/>
                </a:cubicBezTo>
                <a:cubicBezTo>
                  <a:pt x="4251" y="167"/>
                  <a:pt x="4251" y="167"/>
                  <a:pt x="4251" y="167"/>
                </a:cubicBezTo>
                <a:cubicBezTo>
                  <a:pt x="4255" y="167"/>
                  <a:pt x="4255" y="167"/>
                  <a:pt x="4255" y="167"/>
                </a:cubicBezTo>
                <a:cubicBezTo>
                  <a:pt x="4255" y="138"/>
                  <a:pt x="4255" y="138"/>
                  <a:pt x="4255" y="138"/>
                </a:cubicBezTo>
                <a:cubicBezTo>
                  <a:pt x="4256" y="138"/>
                  <a:pt x="4256" y="138"/>
                  <a:pt x="4256" y="138"/>
                </a:cubicBezTo>
                <a:cubicBezTo>
                  <a:pt x="4266" y="167"/>
                  <a:pt x="4266" y="167"/>
                  <a:pt x="4266" y="167"/>
                </a:cubicBezTo>
                <a:cubicBezTo>
                  <a:pt x="4270" y="167"/>
                  <a:pt x="4270" y="167"/>
                  <a:pt x="4270" y="167"/>
                </a:cubicBezTo>
                <a:cubicBezTo>
                  <a:pt x="4281" y="138"/>
                  <a:pt x="4281" y="138"/>
                  <a:pt x="4281" y="138"/>
                </a:cubicBezTo>
                <a:cubicBezTo>
                  <a:pt x="4281" y="138"/>
                  <a:pt x="4281" y="138"/>
                  <a:pt x="4281" y="138"/>
                </a:cubicBezTo>
                <a:cubicBezTo>
                  <a:pt x="4281" y="167"/>
                  <a:pt x="4281" y="167"/>
                  <a:pt x="4281" y="167"/>
                </a:cubicBezTo>
                <a:cubicBezTo>
                  <a:pt x="4286" y="167"/>
                  <a:pt x="4286" y="167"/>
                  <a:pt x="4286" y="167"/>
                </a:cubicBezTo>
                <a:cubicBezTo>
                  <a:pt x="4286" y="132"/>
                  <a:pt x="4286" y="132"/>
                  <a:pt x="4286" y="132"/>
                </a:cubicBezTo>
                <a:cubicBezTo>
                  <a:pt x="4279" y="132"/>
                  <a:pt x="4279" y="132"/>
                  <a:pt x="4279" y="132"/>
                </a:cubicBezTo>
                <a:lnTo>
                  <a:pt x="4268" y="162"/>
                </a:lnTo>
                <a:close/>
                <a:moveTo>
                  <a:pt x="4389" y="143"/>
                </a:moveTo>
                <a:cubicBezTo>
                  <a:pt x="4388" y="143"/>
                  <a:pt x="4388" y="143"/>
                  <a:pt x="4388" y="143"/>
                </a:cubicBezTo>
                <a:cubicBezTo>
                  <a:pt x="4385" y="143"/>
                  <a:pt x="4382" y="145"/>
                  <a:pt x="4382" y="149"/>
                </a:cubicBezTo>
                <a:cubicBezTo>
                  <a:pt x="4382" y="164"/>
                  <a:pt x="4382" y="164"/>
                  <a:pt x="4382" y="164"/>
                </a:cubicBezTo>
                <a:cubicBezTo>
                  <a:pt x="4382" y="167"/>
                  <a:pt x="4385" y="170"/>
                  <a:pt x="4388" y="170"/>
                </a:cubicBezTo>
                <a:cubicBezTo>
                  <a:pt x="4389" y="170"/>
                  <a:pt x="4389" y="170"/>
                  <a:pt x="4389" y="170"/>
                </a:cubicBezTo>
                <a:cubicBezTo>
                  <a:pt x="4392" y="170"/>
                  <a:pt x="4395" y="167"/>
                  <a:pt x="4395" y="164"/>
                </a:cubicBezTo>
                <a:cubicBezTo>
                  <a:pt x="4395" y="149"/>
                  <a:pt x="4395" y="149"/>
                  <a:pt x="4395" y="149"/>
                </a:cubicBezTo>
                <a:cubicBezTo>
                  <a:pt x="4395" y="145"/>
                  <a:pt x="4392" y="143"/>
                  <a:pt x="4389" y="143"/>
                </a:cubicBezTo>
              </a:path>
            </a:pathLst>
          </a:custGeom>
          <a:solidFill>
            <a:srgbClr val="2F3941"/>
          </a:solidFill>
          <a:ln>
            <a:noFill/>
          </a:ln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2471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Pho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7F783002-8F8A-FBB7-9005-A3E9DA77F3E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E3472D1-4B64-879E-FC55-008D4C09C50F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E2319061-5E8A-C1BC-FF0A-0BE78113563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623C9712-0EE8-55CE-3155-686F26CACB6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3" name="Textplatzhalter 17">
            <a:extLst>
              <a:ext uri="{FF2B5EF4-FFF2-40B4-BE49-F238E27FC236}">
                <a16:creationId xmlns:a16="http://schemas.microsoft.com/office/drawing/2014/main" id="{E06697FA-E812-1C7A-8708-4B639DB0EC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B7053A4A-D0C5-F6C5-19D1-8A8B5CBC7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6" name="Bildplatzhalter 29">
            <a:extLst>
              <a:ext uri="{FF2B5EF4-FFF2-40B4-BE49-F238E27FC236}">
                <a16:creationId xmlns:a16="http://schemas.microsoft.com/office/drawing/2014/main" id="{8EC8626C-E4BC-B015-43D7-4DFDF865EF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98614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/>
            </a:lvl1pPr>
          </a:lstStyle>
          <a:p>
            <a:endParaRPr lang="de-DE"/>
          </a:p>
        </p:txBody>
      </p:sp>
      <p:sp>
        <p:nvSpPr>
          <p:cNvPr id="7" name="Bildplatzhalter 3">
            <a:extLst>
              <a:ext uri="{FF2B5EF4-FFF2-40B4-BE49-F238E27FC236}">
                <a16:creationId xmlns:a16="http://schemas.microsoft.com/office/drawing/2014/main" id="{32DDEED2-F37D-5852-6BB5-817E9C833FB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498614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endParaRPr lang="de-DE"/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8BFCEF59-1800-0DB3-AD98-A08E464BF906}"/>
              </a:ext>
            </a:extLst>
          </p:cNvPr>
          <p:cNvGrpSpPr/>
          <p:nvPr userDrawn="1"/>
        </p:nvGrpSpPr>
        <p:grpSpPr>
          <a:xfrm>
            <a:off x="7452799" y="1458000"/>
            <a:ext cx="2311134" cy="4894165"/>
            <a:chOff x="7452799" y="1458000"/>
            <a:chExt cx="2311134" cy="4894165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5E8B0100-C849-B595-C81B-4B7D07443D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52799" y="1458000"/>
              <a:ext cx="2311134" cy="4894165"/>
            </a:xfrm>
            <a:custGeom>
              <a:avLst/>
              <a:gdLst>
                <a:gd name="T0" fmla="*/ 1381 w 1617"/>
                <a:gd name="T1" fmla="*/ 0 h 3426"/>
                <a:gd name="T2" fmla="*/ 237 w 1617"/>
                <a:gd name="T3" fmla="*/ 0 h 3426"/>
                <a:gd name="T4" fmla="*/ 0 w 1617"/>
                <a:gd name="T5" fmla="*/ 239 h 3426"/>
                <a:gd name="T6" fmla="*/ 0 w 1617"/>
                <a:gd name="T7" fmla="*/ 3187 h 3426"/>
                <a:gd name="T8" fmla="*/ 237 w 1617"/>
                <a:gd name="T9" fmla="*/ 3426 h 3426"/>
                <a:gd name="T10" fmla="*/ 1381 w 1617"/>
                <a:gd name="T11" fmla="*/ 3426 h 3426"/>
                <a:gd name="T12" fmla="*/ 1617 w 1617"/>
                <a:gd name="T13" fmla="*/ 3187 h 3426"/>
                <a:gd name="T14" fmla="*/ 1617 w 1617"/>
                <a:gd name="T15" fmla="*/ 239 h 3426"/>
                <a:gd name="T16" fmla="*/ 1381 w 1617"/>
                <a:gd name="T17" fmla="*/ 0 h 3426"/>
                <a:gd name="T18" fmla="*/ 1575 w 1617"/>
                <a:gd name="T19" fmla="*/ 3193 h 3426"/>
                <a:gd name="T20" fmla="*/ 1385 w 1617"/>
                <a:gd name="T21" fmla="*/ 3383 h 3426"/>
                <a:gd name="T22" fmla="*/ 233 w 1617"/>
                <a:gd name="T23" fmla="*/ 3383 h 3426"/>
                <a:gd name="T24" fmla="*/ 43 w 1617"/>
                <a:gd name="T25" fmla="*/ 3193 h 3426"/>
                <a:gd name="T26" fmla="*/ 43 w 1617"/>
                <a:gd name="T27" fmla="*/ 233 h 3426"/>
                <a:gd name="T28" fmla="*/ 233 w 1617"/>
                <a:gd name="T29" fmla="*/ 43 h 3426"/>
                <a:gd name="T30" fmla="*/ 417 w 1617"/>
                <a:gd name="T31" fmla="*/ 43 h 3426"/>
                <a:gd name="T32" fmla="*/ 417 w 1617"/>
                <a:gd name="T33" fmla="*/ 77 h 3426"/>
                <a:gd name="T34" fmla="*/ 487 w 1617"/>
                <a:gd name="T35" fmla="*/ 153 h 3426"/>
                <a:gd name="T36" fmla="*/ 1130 w 1617"/>
                <a:gd name="T37" fmla="*/ 153 h 3426"/>
                <a:gd name="T38" fmla="*/ 1201 w 1617"/>
                <a:gd name="T39" fmla="*/ 77 h 3426"/>
                <a:gd name="T40" fmla="*/ 1201 w 1617"/>
                <a:gd name="T41" fmla="*/ 43 h 3426"/>
                <a:gd name="T42" fmla="*/ 1385 w 1617"/>
                <a:gd name="T43" fmla="*/ 43 h 3426"/>
                <a:gd name="T44" fmla="*/ 1575 w 1617"/>
                <a:gd name="T45" fmla="*/ 233 h 3426"/>
                <a:gd name="T46" fmla="*/ 1575 w 1617"/>
                <a:gd name="T47" fmla="*/ 3193 h 3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17" h="3426">
                  <a:moveTo>
                    <a:pt x="1381" y="0"/>
                  </a:moveTo>
                  <a:cubicBezTo>
                    <a:pt x="237" y="0"/>
                    <a:pt x="237" y="0"/>
                    <a:pt x="237" y="0"/>
                  </a:cubicBezTo>
                  <a:cubicBezTo>
                    <a:pt x="98" y="0"/>
                    <a:pt x="0" y="99"/>
                    <a:pt x="0" y="239"/>
                  </a:cubicBezTo>
                  <a:cubicBezTo>
                    <a:pt x="0" y="3187"/>
                    <a:pt x="0" y="3187"/>
                    <a:pt x="0" y="3187"/>
                  </a:cubicBezTo>
                  <a:cubicBezTo>
                    <a:pt x="0" y="3328"/>
                    <a:pt x="98" y="3426"/>
                    <a:pt x="237" y="3426"/>
                  </a:cubicBezTo>
                  <a:cubicBezTo>
                    <a:pt x="1381" y="3426"/>
                    <a:pt x="1381" y="3426"/>
                    <a:pt x="1381" y="3426"/>
                  </a:cubicBezTo>
                  <a:cubicBezTo>
                    <a:pt x="1520" y="3426"/>
                    <a:pt x="1617" y="3328"/>
                    <a:pt x="1617" y="3187"/>
                  </a:cubicBezTo>
                  <a:cubicBezTo>
                    <a:pt x="1617" y="239"/>
                    <a:pt x="1617" y="239"/>
                    <a:pt x="1617" y="239"/>
                  </a:cubicBezTo>
                  <a:cubicBezTo>
                    <a:pt x="1617" y="99"/>
                    <a:pt x="1520" y="0"/>
                    <a:pt x="1381" y="0"/>
                  </a:cubicBezTo>
                  <a:moveTo>
                    <a:pt x="1575" y="3193"/>
                  </a:moveTo>
                  <a:cubicBezTo>
                    <a:pt x="1575" y="3298"/>
                    <a:pt x="1490" y="3383"/>
                    <a:pt x="1385" y="3383"/>
                  </a:cubicBezTo>
                  <a:cubicBezTo>
                    <a:pt x="233" y="3383"/>
                    <a:pt x="233" y="3383"/>
                    <a:pt x="233" y="3383"/>
                  </a:cubicBezTo>
                  <a:cubicBezTo>
                    <a:pt x="128" y="3383"/>
                    <a:pt x="43" y="3298"/>
                    <a:pt x="43" y="3193"/>
                  </a:cubicBezTo>
                  <a:cubicBezTo>
                    <a:pt x="43" y="233"/>
                    <a:pt x="43" y="233"/>
                    <a:pt x="43" y="233"/>
                  </a:cubicBezTo>
                  <a:cubicBezTo>
                    <a:pt x="43" y="128"/>
                    <a:pt x="128" y="43"/>
                    <a:pt x="233" y="43"/>
                  </a:cubicBezTo>
                  <a:cubicBezTo>
                    <a:pt x="417" y="43"/>
                    <a:pt x="417" y="43"/>
                    <a:pt x="417" y="43"/>
                  </a:cubicBezTo>
                  <a:cubicBezTo>
                    <a:pt x="417" y="77"/>
                    <a:pt x="417" y="77"/>
                    <a:pt x="417" y="77"/>
                  </a:cubicBezTo>
                  <a:cubicBezTo>
                    <a:pt x="417" y="108"/>
                    <a:pt x="436" y="153"/>
                    <a:pt x="487" y="153"/>
                  </a:cubicBezTo>
                  <a:cubicBezTo>
                    <a:pt x="1130" y="153"/>
                    <a:pt x="1130" y="153"/>
                    <a:pt x="1130" y="153"/>
                  </a:cubicBezTo>
                  <a:cubicBezTo>
                    <a:pt x="1181" y="153"/>
                    <a:pt x="1201" y="108"/>
                    <a:pt x="1201" y="77"/>
                  </a:cubicBezTo>
                  <a:cubicBezTo>
                    <a:pt x="1201" y="43"/>
                    <a:pt x="1201" y="43"/>
                    <a:pt x="1201" y="43"/>
                  </a:cubicBezTo>
                  <a:cubicBezTo>
                    <a:pt x="1385" y="43"/>
                    <a:pt x="1385" y="43"/>
                    <a:pt x="1385" y="43"/>
                  </a:cubicBezTo>
                  <a:cubicBezTo>
                    <a:pt x="1490" y="43"/>
                    <a:pt x="1575" y="128"/>
                    <a:pt x="1575" y="233"/>
                  </a:cubicBezTo>
                  <a:lnTo>
                    <a:pt x="1575" y="3193"/>
                  </a:lnTo>
                  <a:close/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F83A9F9E-49CA-508B-2B01-9CCBC5B612C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31937" y="1530506"/>
              <a:ext cx="552859" cy="60044"/>
            </a:xfrm>
            <a:custGeom>
              <a:avLst/>
              <a:gdLst>
                <a:gd name="T0" fmla="*/ 22 w 387"/>
                <a:gd name="T1" fmla="*/ 0 h 42"/>
                <a:gd name="T2" fmla="*/ 0 w 387"/>
                <a:gd name="T3" fmla="*/ 21 h 42"/>
                <a:gd name="T4" fmla="*/ 22 w 387"/>
                <a:gd name="T5" fmla="*/ 42 h 42"/>
                <a:gd name="T6" fmla="*/ 43 w 387"/>
                <a:gd name="T7" fmla="*/ 21 h 42"/>
                <a:gd name="T8" fmla="*/ 22 w 387"/>
                <a:gd name="T9" fmla="*/ 0 h 42"/>
                <a:gd name="T10" fmla="*/ 376 w 387"/>
                <a:gd name="T11" fmla="*/ 9 h 42"/>
                <a:gd name="T12" fmla="*/ 99 w 387"/>
                <a:gd name="T13" fmla="*/ 9 h 42"/>
                <a:gd name="T14" fmla="*/ 88 w 387"/>
                <a:gd name="T15" fmla="*/ 21 h 42"/>
                <a:gd name="T16" fmla="*/ 88 w 387"/>
                <a:gd name="T17" fmla="*/ 22 h 42"/>
                <a:gd name="T18" fmla="*/ 99 w 387"/>
                <a:gd name="T19" fmla="*/ 33 h 42"/>
                <a:gd name="T20" fmla="*/ 376 w 387"/>
                <a:gd name="T21" fmla="*/ 33 h 42"/>
                <a:gd name="T22" fmla="*/ 387 w 387"/>
                <a:gd name="T23" fmla="*/ 22 h 42"/>
                <a:gd name="T24" fmla="*/ 387 w 387"/>
                <a:gd name="T25" fmla="*/ 21 h 42"/>
                <a:gd name="T26" fmla="*/ 376 w 387"/>
                <a:gd name="T27" fmla="*/ 9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87" h="42">
                  <a:moveTo>
                    <a:pt x="22" y="0"/>
                  </a:moveTo>
                  <a:cubicBezTo>
                    <a:pt x="10" y="0"/>
                    <a:pt x="0" y="9"/>
                    <a:pt x="0" y="21"/>
                  </a:cubicBezTo>
                  <a:cubicBezTo>
                    <a:pt x="0" y="33"/>
                    <a:pt x="10" y="42"/>
                    <a:pt x="22" y="42"/>
                  </a:cubicBezTo>
                  <a:cubicBezTo>
                    <a:pt x="33" y="42"/>
                    <a:pt x="43" y="33"/>
                    <a:pt x="43" y="21"/>
                  </a:cubicBezTo>
                  <a:cubicBezTo>
                    <a:pt x="43" y="9"/>
                    <a:pt x="33" y="0"/>
                    <a:pt x="22" y="0"/>
                  </a:cubicBezTo>
                  <a:moveTo>
                    <a:pt x="376" y="9"/>
                  </a:moveTo>
                  <a:cubicBezTo>
                    <a:pt x="99" y="9"/>
                    <a:pt x="99" y="9"/>
                    <a:pt x="99" y="9"/>
                  </a:cubicBezTo>
                  <a:cubicBezTo>
                    <a:pt x="93" y="9"/>
                    <a:pt x="88" y="14"/>
                    <a:pt x="88" y="21"/>
                  </a:cubicBezTo>
                  <a:cubicBezTo>
                    <a:pt x="88" y="22"/>
                    <a:pt x="88" y="22"/>
                    <a:pt x="88" y="22"/>
                  </a:cubicBezTo>
                  <a:cubicBezTo>
                    <a:pt x="88" y="28"/>
                    <a:pt x="93" y="33"/>
                    <a:pt x="99" y="33"/>
                  </a:cubicBezTo>
                  <a:cubicBezTo>
                    <a:pt x="376" y="33"/>
                    <a:pt x="376" y="33"/>
                    <a:pt x="376" y="33"/>
                  </a:cubicBezTo>
                  <a:cubicBezTo>
                    <a:pt x="382" y="33"/>
                    <a:pt x="387" y="28"/>
                    <a:pt x="387" y="22"/>
                  </a:cubicBezTo>
                  <a:cubicBezTo>
                    <a:pt x="387" y="21"/>
                    <a:pt x="387" y="21"/>
                    <a:pt x="387" y="21"/>
                  </a:cubicBezTo>
                  <a:cubicBezTo>
                    <a:pt x="387" y="14"/>
                    <a:pt x="382" y="9"/>
                    <a:pt x="376" y="9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743138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Pho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7F783002-8F8A-FBB7-9005-A3E9DA77F3E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E3472D1-4B64-879E-FC55-008D4C09C50F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E2319061-5E8A-C1BC-FF0A-0BE78113563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9AFED0C-CF0F-CBAD-24CB-D1CB31E76793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3" name="Textplatzhalter 17">
            <a:extLst>
              <a:ext uri="{FF2B5EF4-FFF2-40B4-BE49-F238E27FC236}">
                <a16:creationId xmlns:a16="http://schemas.microsoft.com/office/drawing/2014/main" id="{E1F924FB-F963-3450-CCD9-0AFE886A842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1DD99F52-D901-3556-A0E7-CCDDBBC6E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Bildplatzhalter 29">
            <a:extLst>
              <a:ext uri="{FF2B5EF4-FFF2-40B4-BE49-F238E27FC236}">
                <a16:creationId xmlns:a16="http://schemas.microsoft.com/office/drawing/2014/main" id="{72B257EE-6C9F-203E-B175-929B40D01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Bildplatzhalter 29">
            <a:extLst>
              <a:ext uri="{FF2B5EF4-FFF2-40B4-BE49-F238E27FC236}">
                <a16:creationId xmlns:a16="http://schemas.microsoft.com/office/drawing/2014/main" id="{AE928DF6-0DAA-F0E5-8932-A79443F9B6D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731181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7" name="Bildplatzhalter 8">
            <a:extLst>
              <a:ext uri="{FF2B5EF4-FFF2-40B4-BE49-F238E27FC236}">
                <a16:creationId xmlns:a16="http://schemas.microsoft.com/office/drawing/2014/main" id="{3F153611-7975-0672-EA88-304F78CCB8D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96000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endParaRPr lang="de-DE"/>
          </a:p>
        </p:txBody>
      </p:sp>
      <p:sp>
        <p:nvSpPr>
          <p:cNvPr id="8" name="Bildplatzhalter 16">
            <a:extLst>
              <a:ext uri="{FF2B5EF4-FFF2-40B4-BE49-F238E27FC236}">
                <a16:creationId xmlns:a16="http://schemas.microsoft.com/office/drawing/2014/main" id="{0237D5D3-1014-9794-31DD-AF2BF77DB25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731181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endParaRPr lang="de-DE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AB3A2AA8-3ED8-4CFA-3C10-F5A175AE5F4A}"/>
              </a:ext>
            </a:extLst>
          </p:cNvPr>
          <p:cNvGrpSpPr/>
          <p:nvPr userDrawn="1"/>
        </p:nvGrpSpPr>
        <p:grpSpPr>
          <a:xfrm>
            <a:off x="6048375" y="1458000"/>
            <a:ext cx="2311134" cy="4894165"/>
            <a:chOff x="6048375" y="1458000"/>
            <a:chExt cx="2311134" cy="489416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567C1BED-D2D7-1100-F922-3B40F016062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48375" y="1458000"/>
              <a:ext cx="2311134" cy="4894165"/>
            </a:xfrm>
            <a:custGeom>
              <a:avLst/>
              <a:gdLst>
                <a:gd name="T0" fmla="*/ 1381 w 1617"/>
                <a:gd name="T1" fmla="*/ 0 h 3426"/>
                <a:gd name="T2" fmla="*/ 237 w 1617"/>
                <a:gd name="T3" fmla="*/ 0 h 3426"/>
                <a:gd name="T4" fmla="*/ 0 w 1617"/>
                <a:gd name="T5" fmla="*/ 239 h 3426"/>
                <a:gd name="T6" fmla="*/ 0 w 1617"/>
                <a:gd name="T7" fmla="*/ 3187 h 3426"/>
                <a:gd name="T8" fmla="*/ 237 w 1617"/>
                <a:gd name="T9" fmla="*/ 3426 h 3426"/>
                <a:gd name="T10" fmla="*/ 1381 w 1617"/>
                <a:gd name="T11" fmla="*/ 3426 h 3426"/>
                <a:gd name="T12" fmla="*/ 1617 w 1617"/>
                <a:gd name="T13" fmla="*/ 3187 h 3426"/>
                <a:gd name="T14" fmla="*/ 1617 w 1617"/>
                <a:gd name="T15" fmla="*/ 239 h 3426"/>
                <a:gd name="T16" fmla="*/ 1381 w 1617"/>
                <a:gd name="T17" fmla="*/ 0 h 3426"/>
                <a:gd name="T18" fmla="*/ 1575 w 1617"/>
                <a:gd name="T19" fmla="*/ 3193 h 3426"/>
                <a:gd name="T20" fmla="*/ 1385 w 1617"/>
                <a:gd name="T21" fmla="*/ 3383 h 3426"/>
                <a:gd name="T22" fmla="*/ 233 w 1617"/>
                <a:gd name="T23" fmla="*/ 3383 h 3426"/>
                <a:gd name="T24" fmla="*/ 43 w 1617"/>
                <a:gd name="T25" fmla="*/ 3193 h 3426"/>
                <a:gd name="T26" fmla="*/ 43 w 1617"/>
                <a:gd name="T27" fmla="*/ 233 h 3426"/>
                <a:gd name="T28" fmla="*/ 233 w 1617"/>
                <a:gd name="T29" fmla="*/ 43 h 3426"/>
                <a:gd name="T30" fmla="*/ 417 w 1617"/>
                <a:gd name="T31" fmla="*/ 43 h 3426"/>
                <a:gd name="T32" fmla="*/ 417 w 1617"/>
                <a:gd name="T33" fmla="*/ 77 h 3426"/>
                <a:gd name="T34" fmla="*/ 487 w 1617"/>
                <a:gd name="T35" fmla="*/ 153 h 3426"/>
                <a:gd name="T36" fmla="*/ 1130 w 1617"/>
                <a:gd name="T37" fmla="*/ 153 h 3426"/>
                <a:gd name="T38" fmla="*/ 1201 w 1617"/>
                <a:gd name="T39" fmla="*/ 77 h 3426"/>
                <a:gd name="T40" fmla="*/ 1201 w 1617"/>
                <a:gd name="T41" fmla="*/ 43 h 3426"/>
                <a:gd name="T42" fmla="*/ 1385 w 1617"/>
                <a:gd name="T43" fmla="*/ 43 h 3426"/>
                <a:gd name="T44" fmla="*/ 1575 w 1617"/>
                <a:gd name="T45" fmla="*/ 233 h 3426"/>
                <a:gd name="T46" fmla="*/ 1575 w 1617"/>
                <a:gd name="T47" fmla="*/ 3193 h 3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17" h="3426">
                  <a:moveTo>
                    <a:pt x="1381" y="0"/>
                  </a:moveTo>
                  <a:cubicBezTo>
                    <a:pt x="237" y="0"/>
                    <a:pt x="237" y="0"/>
                    <a:pt x="237" y="0"/>
                  </a:cubicBezTo>
                  <a:cubicBezTo>
                    <a:pt x="98" y="0"/>
                    <a:pt x="0" y="99"/>
                    <a:pt x="0" y="239"/>
                  </a:cubicBezTo>
                  <a:cubicBezTo>
                    <a:pt x="0" y="3187"/>
                    <a:pt x="0" y="3187"/>
                    <a:pt x="0" y="3187"/>
                  </a:cubicBezTo>
                  <a:cubicBezTo>
                    <a:pt x="0" y="3328"/>
                    <a:pt x="98" y="3426"/>
                    <a:pt x="237" y="3426"/>
                  </a:cubicBezTo>
                  <a:cubicBezTo>
                    <a:pt x="1381" y="3426"/>
                    <a:pt x="1381" y="3426"/>
                    <a:pt x="1381" y="3426"/>
                  </a:cubicBezTo>
                  <a:cubicBezTo>
                    <a:pt x="1520" y="3426"/>
                    <a:pt x="1617" y="3328"/>
                    <a:pt x="1617" y="3187"/>
                  </a:cubicBezTo>
                  <a:cubicBezTo>
                    <a:pt x="1617" y="239"/>
                    <a:pt x="1617" y="239"/>
                    <a:pt x="1617" y="239"/>
                  </a:cubicBezTo>
                  <a:cubicBezTo>
                    <a:pt x="1617" y="99"/>
                    <a:pt x="1520" y="0"/>
                    <a:pt x="1381" y="0"/>
                  </a:cubicBezTo>
                  <a:moveTo>
                    <a:pt x="1575" y="3193"/>
                  </a:moveTo>
                  <a:cubicBezTo>
                    <a:pt x="1575" y="3298"/>
                    <a:pt x="1490" y="3383"/>
                    <a:pt x="1385" y="3383"/>
                  </a:cubicBezTo>
                  <a:cubicBezTo>
                    <a:pt x="233" y="3383"/>
                    <a:pt x="233" y="3383"/>
                    <a:pt x="233" y="3383"/>
                  </a:cubicBezTo>
                  <a:cubicBezTo>
                    <a:pt x="128" y="3383"/>
                    <a:pt x="43" y="3298"/>
                    <a:pt x="43" y="3193"/>
                  </a:cubicBezTo>
                  <a:cubicBezTo>
                    <a:pt x="43" y="233"/>
                    <a:pt x="43" y="233"/>
                    <a:pt x="43" y="233"/>
                  </a:cubicBezTo>
                  <a:cubicBezTo>
                    <a:pt x="43" y="128"/>
                    <a:pt x="128" y="43"/>
                    <a:pt x="233" y="43"/>
                  </a:cubicBezTo>
                  <a:cubicBezTo>
                    <a:pt x="417" y="43"/>
                    <a:pt x="417" y="43"/>
                    <a:pt x="417" y="43"/>
                  </a:cubicBezTo>
                  <a:cubicBezTo>
                    <a:pt x="417" y="77"/>
                    <a:pt x="417" y="77"/>
                    <a:pt x="417" y="77"/>
                  </a:cubicBezTo>
                  <a:cubicBezTo>
                    <a:pt x="417" y="108"/>
                    <a:pt x="436" y="153"/>
                    <a:pt x="487" y="153"/>
                  </a:cubicBezTo>
                  <a:cubicBezTo>
                    <a:pt x="1130" y="153"/>
                    <a:pt x="1130" y="153"/>
                    <a:pt x="1130" y="153"/>
                  </a:cubicBezTo>
                  <a:cubicBezTo>
                    <a:pt x="1181" y="153"/>
                    <a:pt x="1201" y="108"/>
                    <a:pt x="1201" y="77"/>
                  </a:cubicBezTo>
                  <a:cubicBezTo>
                    <a:pt x="1201" y="43"/>
                    <a:pt x="1201" y="43"/>
                    <a:pt x="1201" y="43"/>
                  </a:cubicBezTo>
                  <a:cubicBezTo>
                    <a:pt x="1385" y="43"/>
                    <a:pt x="1385" y="43"/>
                    <a:pt x="1385" y="43"/>
                  </a:cubicBezTo>
                  <a:cubicBezTo>
                    <a:pt x="1490" y="43"/>
                    <a:pt x="1575" y="128"/>
                    <a:pt x="1575" y="233"/>
                  </a:cubicBezTo>
                  <a:lnTo>
                    <a:pt x="1575" y="3193"/>
                  </a:lnTo>
                  <a:close/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B2428BB6-A7A3-DA91-1276-D80FEDED500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27513" y="1530506"/>
              <a:ext cx="552859" cy="60044"/>
            </a:xfrm>
            <a:custGeom>
              <a:avLst/>
              <a:gdLst>
                <a:gd name="T0" fmla="*/ 22 w 387"/>
                <a:gd name="T1" fmla="*/ 0 h 42"/>
                <a:gd name="T2" fmla="*/ 0 w 387"/>
                <a:gd name="T3" fmla="*/ 21 h 42"/>
                <a:gd name="T4" fmla="*/ 22 w 387"/>
                <a:gd name="T5" fmla="*/ 42 h 42"/>
                <a:gd name="T6" fmla="*/ 43 w 387"/>
                <a:gd name="T7" fmla="*/ 21 h 42"/>
                <a:gd name="T8" fmla="*/ 22 w 387"/>
                <a:gd name="T9" fmla="*/ 0 h 42"/>
                <a:gd name="T10" fmla="*/ 376 w 387"/>
                <a:gd name="T11" fmla="*/ 9 h 42"/>
                <a:gd name="T12" fmla="*/ 99 w 387"/>
                <a:gd name="T13" fmla="*/ 9 h 42"/>
                <a:gd name="T14" fmla="*/ 88 w 387"/>
                <a:gd name="T15" fmla="*/ 21 h 42"/>
                <a:gd name="T16" fmla="*/ 88 w 387"/>
                <a:gd name="T17" fmla="*/ 22 h 42"/>
                <a:gd name="T18" fmla="*/ 99 w 387"/>
                <a:gd name="T19" fmla="*/ 33 h 42"/>
                <a:gd name="T20" fmla="*/ 376 w 387"/>
                <a:gd name="T21" fmla="*/ 33 h 42"/>
                <a:gd name="T22" fmla="*/ 387 w 387"/>
                <a:gd name="T23" fmla="*/ 22 h 42"/>
                <a:gd name="T24" fmla="*/ 387 w 387"/>
                <a:gd name="T25" fmla="*/ 21 h 42"/>
                <a:gd name="T26" fmla="*/ 376 w 387"/>
                <a:gd name="T27" fmla="*/ 9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87" h="42">
                  <a:moveTo>
                    <a:pt x="22" y="0"/>
                  </a:moveTo>
                  <a:cubicBezTo>
                    <a:pt x="10" y="0"/>
                    <a:pt x="0" y="9"/>
                    <a:pt x="0" y="21"/>
                  </a:cubicBezTo>
                  <a:cubicBezTo>
                    <a:pt x="0" y="33"/>
                    <a:pt x="10" y="42"/>
                    <a:pt x="22" y="42"/>
                  </a:cubicBezTo>
                  <a:cubicBezTo>
                    <a:pt x="33" y="42"/>
                    <a:pt x="43" y="33"/>
                    <a:pt x="43" y="21"/>
                  </a:cubicBezTo>
                  <a:cubicBezTo>
                    <a:pt x="43" y="9"/>
                    <a:pt x="33" y="0"/>
                    <a:pt x="22" y="0"/>
                  </a:cubicBezTo>
                  <a:moveTo>
                    <a:pt x="376" y="9"/>
                  </a:moveTo>
                  <a:cubicBezTo>
                    <a:pt x="99" y="9"/>
                    <a:pt x="99" y="9"/>
                    <a:pt x="99" y="9"/>
                  </a:cubicBezTo>
                  <a:cubicBezTo>
                    <a:pt x="93" y="9"/>
                    <a:pt x="88" y="14"/>
                    <a:pt x="88" y="21"/>
                  </a:cubicBezTo>
                  <a:cubicBezTo>
                    <a:pt x="88" y="22"/>
                    <a:pt x="88" y="22"/>
                    <a:pt x="88" y="22"/>
                  </a:cubicBezTo>
                  <a:cubicBezTo>
                    <a:pt x="88" y="28"/>
                    <a:pt x="93" y="33"/>
                    <a:pt x="99" y="33"/>
                  </a:cubicBezTo>
                  <a:cubicBezTo>
                    <a:pt x="376" y="33"/>
                    <a:pt x="376" y="33"/>
                    <a:pt x="376" y="33"/>
                  </a:cubicBezTo>
                  <a:cubicBezTo>
                    <a:pt x="382" y="33"/>
                    <a:pt x="387" y="28"/>
                    <a:pt x="387" y="22"/>
                  </a:cubicBezTo>
                  <a:cubicBezTo>
                    <a:pt x="387" y="21"/>
                    <a:pt x="387" y="21"/>
                    <a:pt x="387" y="21"/>
                  </a:cubicBezTo>
                  <a:cubicBezTo>
                    <a:pt x="387" y="14"/>
                    <a:pt x="382" y="9"/>
                    <a:pt x="376" y="9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C1BF695E-C4B8-09C2-ABF6-BB4116698FDE}"/>
              </a:ext>
            </a:extLst>
          </p:cNvPr>
          <p:cNvGrpSpPr/>
          <p:nvPr userDrawn="1"/>
        </p:nvGrpSpPr>
        <p:grpSpPr>
          <a:xfrm>
            <a:off x="8682614" y="1455063"/>
            <a:ext cx="2311134" cy="4894165"/>
            <a:chOff x="6048375" y="1458000"/>
            <a:chExt cx="2311134" cy="489416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5C06E1B0-D682-D329-A5A5-01341311FE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48375" y="1458000"/>
              <a:ext cx="2311134" cy="4894165"/>
            </a:xfrm>
            <a:custGeom>
              <a:avLst/>
              <a:gdLst>
                <a:gd name="T0" fmla="*/ 1381 w 1617"/>
                <a:gd name="T1" fmla="*/ 0 h 3426"/>
                <a:gd name="T2" fmla="*/ 237 w 1617"/>
                <a:gd name="T3" fmla="*/ 0 h 3426"/>
                <a:gd name="T4" fmla="*/ 0 w 1617"/>
                <a:gd name="T5" fmla="*/ 239 h 3426"/>
                <a:gd name="T6" fmla="*/ 0 w 1617"/>
                <a:gd name="T7" fmla="*/ 3187 h 3426"/>
                <a:gd name="T8" fmla="*/ 237 w 1617"/>
                <a:gd name="T9" fmla="*/ 3426 h 3426"/>
                <a:gd name="T10" fmla="*/ 1381 w 1617"/>
                <a:gd name="T11" fmla="*/ 3426 h 3426"/>
                <a:gd name="T12" fmla="*/ 1617 w 1617"/>
                <a:gd name="T13" fmla="*/ 3187 h 3426"/>
                <a:gd name="T14" fmla="*/ 1617 w 1617"/>
                <a:gd name="T15" fmla="*/ 239 h 3426"/>
                <a:gd name="T16" fmla="*/ 1381 w 1617"/>
                <a:gd name="T17" fmla="*/ 0 h 3426"/>
                <a:gd name="T18" fmla="*/ 1575 w 1617"/>
                <a:gd name="T19" fmla="*/ 3193 h 3426"/>
                <a:gd name="T20" fmla="*/ 1385 w 1617"/>
                <a:gd name="T21" fmla="*/ 3383 h 3426"/>
                <a:gd name="T22" fmla="*/ 233 w 1617"/>
                <a:gd name="T23" fmla="*/ 3383 h 3426"/>
                <a:gd name="T24" fmla="*/ 43 w 1617"/>
                <a:gd name="T25" fmla="*/ 3193 h 3426"/>
                <a:gd name="T26" fmla="*/ 43 w 1617"/>
                <a:gd name="T27" fmla="*/ 233 h 3426"/>
                <a:gd name="T28" fmla="*/ 233 w 1617"/>
                <a:gd name="T29" fmla="*/ 43 h 3426"/>
                <a:gd name="T30" fmla="*/ 417 w 1617"/>
                <a:gd name="T31" fmla="*/ 43 h 3426"/>
                <a:gd name="T32" fmla="*/ 417 w 1617"/>
                <a:gd name="T33" fmla="*/ 77 h 3426"/>
                <a:gd name="T34" fmla="*/ 487 w 1617"/>
                <a:gd name="T35" fmla="*/ 153 h 3426"/>
                <a:gd name="T36" fmla="*/ 1130 w 1617"/>
                <a:gd name="T37" fmla="*/ 153 h 3426"/>
                <a:gd name="T38" fmla="*/ 1201 w 1617"/>
                <a:gd name="T39" fmla="*/ 77 h 3426"/>
                <a:gd name="T40" fmla="*/ 1201 w 1617"/>
                <a:gd name="T41" fmla="*/ 43 h 3426"/>
                <a:gd name="T42" fmla="*/ 1385 w 1617"/>
                <a:gd name="T43" fmla="*/ 43 h 3426"/>
                <a:gd name="T44" fmla="*/ 1575 w 1617"/>
                <a:gd name="T45" fmla="*/ 233 h 3426"/>
                <a:gd name="T46" fmla="*/ 1575 w 1617"/>
                <a:gd name="T47" fmla="*/ 3193 h 3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17" h="3426">
                  <a:moveTo>
                    <a:pt x="1381" y="0"/>
                  </a:moveTo>
                  <a:cubicBezTo>
                    <a:pt x="237" y="0"/>
                    <a:pt x="237" y="0"/>
                    <a:pt x="237" y="0"/>
                  </a:cubicBezTo>
                  <a:cubicBezTo>
                    <a:pt x="98" y="0"/>
                    <a:pt x="0" y="99"/>
                    <a:pt x="0" y="239"/>
                  </a:cubicBezTo>
                  <a:cubicBezTo>
                    <a:pt x="0" y="3187"/>
                    <a:pt x="0" y="3187"/>
                    <a:pt x="0" y="3187"/>
                  </a:cubicBezTo>
                  <a:cubicBezTo>
                    <a:pt x="0" y="3328"/>
                    <a:pt x="98" y="3426"/>
                    <a:pt x="237" y="3426"/>
                  </a:cubicBezTo>
                  <a:cubicBezTo>
                    <a:pt x="1381" y="3426"/>
                    <a:pt x="1381" y="3426"/>
                    <a:pt x="1381" y="3426"/>
                  </a:cubicBezTo>
                  <a:cubicBezTo>
                    <a:pt x="1520" y="3426"/>
                    <a:pt x="1617" y="3328"/>
                    <a:pt x="1617" y="3187"/>
                  </a:cubicBezTo>
                  <a:cubicBezTo>
                    <a:pt x="1617" y="239"/>
                    <a:pt x="1617" y="239"/>
                    <a:pt x="1617" y="239"/>
                  </a:cubicBezTo>
                  <a:cubicBezTo>
                    <a:pt x="1617" y="99"/>
                    <a:pt x="1520" y="0"/>
                    <a:pt x="1381" y="0"/>
                  </a:cubicBezTo>
                  <a:moveTo>
                    <a:pt x="1575" y="3193"/>
                  </a:moveTo>
                  <a:cubicBezTo>
                    <a:pt x="1575" y="3298"/>
                    <a:pt x="1490" y="3383"/>
                    <a:pt x="1385" y="3383"/>
                  </a:cubicBezTo>
                  <a:cubicBezTo>
                    <a:pt x="233" y="3383"/>
                    <a:pt x="233" y="3383"/>
                    <a:pt x="233" y="3383"/>
                  </a:cubicBezTo>
                  <a:cubicBezTo>
                    <a:pt x="128" y="3383"/>
                    <a:pt x="43" y="3298"/>
                    <a:pt x="43" y="3193"/>
                  </a:cubicBezTo>
                  <a:cubicBezTo>
                    <a:pt x="43" y="233"/>
                    <a:pt x="43" y="233"/>
                    <a:pt x="43" y="233"/>
                  </a:cubicBezTo>
                  <a:cubicBezTo>
                    <a:pt x="43" y="128"/>
                    <a:pt x="128" y="43"/>
                    <a:pt x="233" y="43"/>
                  </a:cubicBezTo>
                  <a:cubicBezTo>
                    <a:pt x="417" y="43"/>
                    <a:pt x="417" y="43"/>
                    <a:pt x="417" y="43"/>
                  </a:cubicBezTo>
                  <a:cubicBezTo>
                    <a:pt x="417" y="77"/>
                    <a:pt x="417" y="77"/>
                    <a:pt x="417" y="77"/>
                  </a:cubicBezTo>
                  <a:cubicBezTo>
                    <a:pt x="417" y="108"/>
                    <a:pt x="436" y="153"/>
                    <a:pt x="487" y="153"/>
                  </a:cubicBezTo>
                  <a:cubicBezTo>
                    <a:pt x="1130" y="153"/>
                    <a:pt x="1130" y="153"/>
                    <a:pt x="1130" y="153"/>
                  </a:cubicBezTo>
                  <a:cubicBezTo>
                    <a:pt x="1181" y="153"/>
                    <a:pt x="1201" y="108"/>
                    <a:pt x="1201" y="77"/>
                  </a:cubicBezTo>
                  <a:cubicBezTo>
                    <a:pt x="1201" y="43"/>
                    <a:pt x="1201" y="43"/>
                    <a:pt x="1201" y="43"/>
                  </a:cubicBezTo>
                  <a:cubicBezTo>
                    <a:pt x="1385" y="43"/>
                    <a:pt x="1385" y="43"/>
                    <a:pt x="1385" y="43"/>
                  </a:cubicBezTo>
                  <a:cubicBezTo>
                    <a:pt x="1490" y="43"/>
                    <a:pt x="1575" y="128"/>
                    <a:pt x="1575" y="233"/>
                  </a:cubicBezTo>
                  <a:lnTo>
                    <a:pt x="1575" y="3193"/>
                  </a:lnTo>
                  <a:close/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F5270D50-B693-5507-52E5-9E54682C5C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27513" y="1530506"/>
              <a:ext cx="552859" cy="60044"/>
            </a:xfrm>
            <a:custGeom>
              <a:avLst/>
              <a:gdLst>
                <a:gd name="T0" fmla="*/ 22 w 387"/>
                <a:gd name="T1" fmla="*/ 0 h 42"/>
                <a:gd name="T2" fmla="*/ 0 w 387"/>
                <a:gd name="T3" fmla="*/ 21 h 42"/>
                <a:gd name="T4" fmla="*/ 22 w 387"/>
                <a:gd name="T5" fmla="*/ 42 h 42"/>
                <a:gd name="T6" fmla="*/ 43 w 387"/>
                <a:gd name="T7" fmla="*/ 21 h 42"/>
                <a:gd name="T8" fmla="*/ 22 w 387"/>
                <a:gd name="T9" fmla="*/ 0 h 42"/>
                <a:gd name="T10" fmla="*/ 376 w 387"/>
                <a:gd name="T11" fmla="*/ 9 h 42"/>
                <a:gd name="T12" fmla="*/ 99 w 387"/>
                <a:gd name="T13" fmla="*/ 9 h 42"/>
                <a:gd name="T14" fmla="*/ 88 w 387"/>
                <a:gd name="T15" fmla="*/ 21 h 42"/>
                <a:gd name="T16" fmla="*/ 88 w 387"/>
                <a:gd name="T17" fmla="*/ 22 h 42"/>
                <a:gd name="T18" fmla="*/ 99 w 387"/>
                <a:gd name="T19" fmla="*/ 33 h 42"/>
                <a:gd name="T20" fmla="*/ 376 w 387"/>
                <a:gd name="T21" fmla="*/ 33 h 42"/>
                <a:gd name="T22" fmla="*/ 387 w 387"/>
                <a:gd name="T23" fmla="*/ 22 h 42"/>
                <a:gd name="T24" fmla="*/ 387 w 387"/>
                <a:gd name="T25" fmla="*/ 21 h 42"/>
                <a:gd name="T26" fmla="*/ 376 w 387"/>
                <a:gd name="T27" fmla="*/ 9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87" h="42">
                  <a:moveTo>
                    <a:pt x="22" y="0"/>
                  </a:moveTo>
                  <a:cubicBezTo>
                    <a:pt x="10" y="0"/>
                    <a:pt x="0" y="9"/>
                    <a:pt x="0" y="21"/>
                  </a:cubicBezTo>
                  <a:cubicBezTo>
                    <a:pt x="0" y="33"/>
                    <a:pt x="10" y="42"/>
                    <a:pt x="22" y="42"/>
                  </a:cubicBezTo>
                  <a:cubicBezTo>
                    <a:pt x="33" y="42"/>
                    <a:pt x="43" y="33"/>
                    <a:pt x="43" y="21"/>
                  </a:cubicBezTo>
                  <a:cubicBezTo>
                    <a:pt x="43" y="9"/>
                    <a:pt x="33" y="0"/>
                    <a:pt x="22" y="0"/>
                  </a:cubicBezTo>
                  <a:moveTo>
                    <a:pt x="376" y="9"/>
                  </a:moveTo>
                  <a:cubicBezTo>
                    <a:pt x="99" y="9"/>
                    <a:pt x="99" y="9"/>
                    <a:pt x="99" y="9"/>
                  </a:cubicBezTo>
                  <a:cubicBezTo>
                    <a:pt x="93" y="9"/>
                    <a:pt x="88" y="14"/>
                    <a:pt x="88" y="21"/>
                  </a:cubicBezTo>
                  <a:cubicBezTo>
                    <a:pt x="88" y="22"/>
                    <a:pt x="88" y="22"/>
                    <a:pt x="88" y="22"/>
                  </a:cubicBezTo>
                  <a:cubicBezTo>
                    <a:pt x="88" y="28"/>
                    <a:pt x="93" y="33"/>
                    <a:pt x="99" y="33"/>
                  </a:cubicBezTo>
                  <a:cubicBezTo>
                    <a:pt x="376" y="33"/>
                    <a:pt x="376" y="33"/>
                    <a:pt x="376" y="33"/>
                  </a:cubicBezTo>
                  <a:cubicBezTo>
                    <a:pt x="382" y="33"/>
                    <a:pt x="387" y="28"/>
                    <a:pt x="387" y="22"/>
                  </a:cubicBezTo>
                  <a:cubicBezTo>
                    <a:pt x="387" y="21"/>
                    <a:pt x="387" y="21"/>
                    <a:pt x="387" y="21"/>
                  </a:cubicBezTo>
                  <a:cubicBezTo>
                    <a:pt x="387" y="14"/>
                    <a:pt x="382" y="9"/>
                    <a:pt x="376" y="9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7416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D2C738C5-CE17-8F75-ADAC-39B90FA84D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64121" y="1295861"/>
            <a:ext cx="2110924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781407F7-B6AC-4E72-B6AC-77BC56A3AE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93435" y="1808163"/>
            <a:ext cx="2039475" cy="44631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26" name="Textplatzhalter 17">
            <a:extLst>
              <a:ext uri="{FF2B5EF4-FFF2-40B4-BE49-F238E27FC236}">
                <a16:creationId xmlns:a16="http://schemas.microsoft.com/office/drawing/2014/main" id="{A091C3CC-3F3F-23FE-602C-3411500BF0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7190" y="2617150"/>
            <a:ext cx="1422872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29" name="Textplatzhalter 24">
            <a:extLst>
              <a:ext uri="{FF2B5EF4-FFF2-40B4-BE49-F238E27FC236}">
                <a16:creationId xmlns:a16="http://schemas.microsoft.com/office/drawing/2014/main" id="{E1B4253D-A3DF-0CF2-D8A6-BD53847BB4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716839" y="3079886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30" name="Textplatzhalter 17">
            <a:extLst>
              <a:ext uri="{FF2B5EF4-FFF2-40B4-BE49-F238E27FC236}">
                <a16:creationId xmlns:a16="http://schemas.microsoft.com/office/drawing/2014/main" id="{96B47188-9DE9-83A5-4351-EF7BE32A85C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08364" y="3942865"/>
            <a:ext cx="2651320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00%</a:t>
            </a:r>
          </a:p>
        </p:txBody>
      </p:sp>
      <p:sp>
        <p:nvSpPr>
          <p:cNvPr id="31" name="Textplatzhalter 24">
            <a:extLst>
              <a:ext uri="{FF2B5EF4-FFF2-40B4-BE49-F238E27FC236}">
                <a16:creationId xmlns:a16="http://schemas.microsoft.com/office/drawing/2014/main" id="{52FB245C-0815-D83A-0EAA-EA17BEF16B1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66461" y="4405601"/>
            <a:ext cx="1656998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32" name="Textplatzhalter 17">
            <a:extLst>
              <a:ext uri="{FF2B5EF4-FFF2-40B4-BE49-F238E27FC236}">
                <a16:creationId xmlns:a16="http://schemas.microsoft.com/office/drawing/2014/main" id="{007CD200-62FF-17FA-0BA7-16E6A6F1EB2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6323" y="5268287"/>
            <a:ext cx="2110924" cy="106966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&gt;00</a:t>
            </a:r>
          </a:p>
        </p:txBody>
      </p:sp>
      <p:sp>
        <p:nvSpPr>
          <p:cNvPr id="33" name="Textplatzhalter 24">
            <a:extLst>
              <a:ext uri="{FF2B5EF4-FFF2-40B4-BE49-F238E27FC236}">
                <a16:creationId xmlns:a16="http://schemas.microsoft.com/office/drawing/2014/main" id="{CC6694AC-DF0F-CE8B-5A82-C6C614FF44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34024" y="5731023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33906E0-6D46-195B-33C1-D09180C9E89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8E9054D-2B23-A000-5E11-8D12948E29A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5F0F97F8-B6AF-0A50-6FE0-FEC64B2BB12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58812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91B6F4A6-7DAB-DCBD-BD5F-6E396AA8663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1B329209-7D2D-E1CC-AC68-B3D35C7A894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3C287D80-AE8A-7E22-9EBA-E32FAB71D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13520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Number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8E9054D-2B23-A000-5E11-8D12948E29A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platzhalter 17">
            <a:extLst>
              <a:ext uri="{FF2B5EF4-FFF2-40B4-BE49-F238E27FC236}">
                <a16:creationId xmlns:a16="http://schemas.microsoft.com/office/drawing/2014/main" id="{464BD83E-8778-CC97-4712-99AFB58E50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64121" y="1295861"/>
            <a:ext cx="2110924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16" name="Textplatzhalter 24">
            <a:extLst>
              <a:ext uri="{FF2B5EF4-FFF2-40B4-BE49-F238E27FC236}">
                <a16:creationId xmlns:a16="http://schemas.microsoft.com/office/drawing/2014/main" id="{FBCB321B-95A1-BEB1-0D24-83F6BEE520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93435" y="1808163"/>
            <a:ext cx="2039475" cy="44631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0ED7772D-CD08-A72F-BA2F-2DBE2B6D554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34007" y="3083836"/>
            <a:ext cx="1422872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</a:t>
            </a:r>
          </a:p>
        </p:txBody>
      </p:sp>
      <p:sp>
        <p:nvSpPr>
          <p:cNvPr id="19" name="Textplatzhalter 24">
            <a:extLst>
              <a:ext uri="{FF2B5EF4-FFF2-40B4-BE49-F238E27FC236}">
                <a16:creationId xmlns:a16="http://schemas.microsoft.com/office/drawing/2014/main" id="{8A4C226E-A367-B142-EA1F-8C4338098F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3656" y="3546572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8AF69B83-0099-07DC-2AF2-62DA1EF8864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08364" y="4594080"/>
            <a:ext cx="2651320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00%</a:t>
            </a:r>
          </a:p>
        </p:txBody>
      </p:sp>
      <p:sp>
        <p:nvSpPr>
          <p:cNvPr id="21" name="Textplatzhalter 24">
            <a:extLst>
              <a:ext uri="{FF2B5EF4-FFF2-40B4-BE49-F238E27FC236}">
                <a16:creationId xmlns:a16="http://schemas.microsoft.com/office/drawing/2014/main" id="{24212708-A85E-62D4-39B6-FC62619C21D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66461" y="5056816"/>
            <a:ext cx="1656998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22" name="Textplatzhalter 17">
            <a:extLst>
              <a:ext uri="{FF2B5EF4-FFF2-40B4-BE49-F238E27FC236}">
                <a16:creationId xmlns:a16="http://schemas.microsoft.com/office/drawing/2014/main" id="{91901F5D-7B87-BE07-0D0B-9793ED04A80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11478" y="5268287"/>
            <a:ext cx="2110924" cy="106966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&gt;00</a:t>
            </a:r>
          </a:p>
        </p:txBody>
      </p:sp>
      <p:sp>
        <p:nvSpPr>
          <p:cNvPr id="23" name="Textplatzhalter 24">
            <a:extLst>
              <a:ext uri="{FF2B5EF4-FFF2-40B4-BE49-F238E27FC236}">
                <a16:creationId xmlns:a16="http://schemas.microsoft.com/office/drawing/2014/main" id="{01264C22-8F84-ACBF-EFF8-2FBCA5FE86E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29179" y="5731023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24" name="Textplatzhalter 17">
            <a:extLst>
              <a:ext uri="{FF2B5EF4-FFF2-40B4-BE49-F238E27FC236}">
                <a16:creationId xmlns:a16="http://schemas.microsoft.com/office/drawing/2014/main" id="{F252CA67-FFA3-A81F-D76A-858E367B66C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58542" y="1638679"/>
            <a:ext cx="2110924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34" name="Textplatzhalter 24">
            <a:extLst>
              <a:ext uri="{FF2B5EF4-FFF2-40B4-BE49-F238E27FC236}">
                <a16:creationId xmlns:a16="http://schemas.microsoft.com/office/drawing/2014/main" id="{90349DD5-DB65-C386-0CB6-8DFE86A1E0A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87856" y="2150981"/>
            <a:ext cx="2039475" cy="44631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35" name="Textplatzhalter 17">
            <a:extLst>
              <a:ext uri="{FF2B5EF4-FFF2-40B4-BE49-F238E27FC236}">
                <a16:creationId xmlns:a16="http://schemas.microsoft.com/office/drawing/2014/main" id="{B5E01315-A857-14B2-E06B-ED59F947E98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1611" y="3511934"/>
            <a:ext cx="1422872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36" name="Textplatzhalter 24">
            <a:extLst>
              <a:ext uri="{FF2B5EF4-FFF2-40B4-BE49-F238E27FC236}">
                <a16:creationId xmlns:a16="http://schemas.microsoft.com/office/drawing/2014/main" id="{125F58F5-82E2-C17F-6D38-86D242329C3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11260" y="3974670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18" name="Fußzeilenplatzhalter 17">
            <a:extLst>
              <a:ext uri="{FF2B5EF4-FFF2-40B4-BE49-F238E27FC236}">
                <a16:creationId xmlns:a16="http://schemas.microsoft.com/office/drawing/2014/main" id="{3F540321-2A22-AD78-7A4F-44140B73FF2E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5" name="Textplatzhalter 17">
            <a:extLst>
              <a:ext uri="{FF2B5EF4-FFF2-40B4-BE49-F238E27FC236}">
                <a16:creationId xmlns:a16="http://schemas.microsoft.com/office/drawing/2014/main" id="{E5A0ABD8-67E6-183C-CE8C-F8A339A8225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itel 25">
            <a:extLst>
              <a:ext uri="{FF2B5EF4-FFF2-40B4-BE49-F238E27FC236}">
                <a16:creationId xmlns:a16="http://schemas.microsoft.com/office/drawing/2014/main" id="{477D87D7-857F-8715-47C5-A2D6A3915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2705053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Number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A7BA29A0-0475-CB59-42A6-F43F0CE81F2A}"/>
              </a:ext>
            </a:extLst>
          </p:cNvPr>
          <p:cNvGrpSpPr/>
          <p:nvPr userDrawn="1"/>
        </p:nvGrpSpPr>
        <p:grpSpPr>
          <a:xfrm>
            <a:off x="4239231" y="4062465"/>
            <a:ext cx="3713538" cy="1296000"/>
            <a:chOff x="4245504" y="4062465"/>
            <a:chExt cx="3713538" cy="1296000"/>
          </a:xfrm>
        </p:grpSpPr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FBD1D0BB-D5D1-451E-362D-0850AB2250B4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245504" y="4062465"/>
              <a:ext cx="0" cy="1296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Gerader Verbinder 7">
              <a:extLst>
                <a:ext uri="{FF2B5EF4-FFF2-40B4-BE49-F238E27FC236}">
                  <a16:creationId xmlns:a16="http://schemas.microsoft.com/office/drawing/2014/main" id="{F3ED77D0-18D5-6B3B-87CB-672BC1E5AB3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7959042" y="4062465"/>
              <a:ext cx="0" cy="1296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platzhalter 17">
            <a:extLst>
              <a:ext uri="{FF2B5EF4-FFF2-40B4-BE49-F238E27FC236}">
                <a16:creationId xmlns:a16="http://schemas.microsoft.com/office/drawing/2014/main" id="{E7B6069A-40C8-94D1-CEED-4528869F144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77538" y="4132505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300</a:t>
            </a:r>
          </a:p>
        </p:txBody>
      </p:sp>
      <p:sp>
        <p:nvSpPr>
          <p:cNvPr id="24" name="Textplatzhalter 24">
            <a:extLst>
              <a:ext uri="{FF2B5EF4-FFF2-40B4-BE49-F238E27FC236}">
                <a16:creationId xmlns:a16="http://schemas.microsoft.com/office/drawing/2014/main" id="{AEA58E8D-4488-9CB9-F626-5C7FA38C9E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77540" y="4898172"/>
            <a:ext cx="1685652" cy="26988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endParaRPr lang="de-DE"/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81F0644D-B565-F04C-F55D-0061E019FFB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77538" y="5212659"/>
            <a:ext cx="1685656" cy="65105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26" name="Textplatzhalter 17">
            <a:extLst>
              <a:ext uri="{FF2B5EF4-FFF2-40B4-BE49-F238E27FC236}">
                <a16:creationId xmlns:a16="http://schemas.microsoft.com/office/drawing/2014/main" id="{CA83C053-EC74-8221-0420-66FC3ABE8C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53172" y="4132505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29" name="Textplatzhalter 24">
            <a:extLst>
              <a:ext uri="{FF2B5EF4-FFF2-40B4-BE49-F238E27FC236}">
                <a16:creationId xmlns:a16="http://schemas.microsoft.com/office/drawing/2014/main" id="{0E2E8157-2D1A-CC25-EF26-EE00ED45533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53174" y="4898172"/>
            <a:ext cx="1685652" cy="26988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endParaRPr lang="de-DE"/>
          </a:p>
        </p:txBody>
      </p:sp>
      <p:sp>
        <p:nvSpPr>
          <p:cNvPr id="30" name="Textplatzhalter 24">
            <a:extLst>
              <a:ext uri="{FF2B5EF4-FFF2-40B4-BE49-F238E27FC236}">
                <a16:creationId xmlns:a16="http://schemas.microsoft.com/office/drawing/2014/main" id="{493D4D73-AAB1-516F-EFB3-C35E3D4944E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53172" y="5212659"/>
            <a:ext cx="1685656" cy="65105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31" name="Textplatzhalter 17">
            <a:extLst>
              <a:ext uri="{FF2B5EF4-FFF2-40B4-BE49-F238E27FC236}">
                <a16:creationId xmlns:a16="http://schemas.microsoft.com/office/drawing/2014/main" id="{A5CC053B-77E9-3D89-5EA6-578756D7BA6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66710" y="4132505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32" name="Textplatzhalter 24">
            <a:extLst>
              <a:ext uri="{FF2B5EF4-FFF2-40B4-BE49-F238E27FC236}">
                <a16:creationId xmlns:a16="http://schemas.microsoft.com/office/drawing/2014/main" id="{ACE9A6AB-AB41-F08B-0FCF-609545138CE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66712" y="4898172"/>
            <a:ext cx="1685652" cy="26988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endParaRPr lang="de-DE"/>
          </a:p>
        </p:txBody>
      </p:sp>
      <p:sp>
        <p:nvSpPr>
          <p:cNvPr id="33" name="Textplatzhalter 24">
            <a:extLst>
              <a:ext uri="{FF2B5EF4-FFF2-40B4-BE49-F238E27FC236}">
                <a16:creationId xmlns:a16="http://schemas.microsoft.com/office/drawing/2014/main" id="{610A1C2C-95D4-5095-F370-2EFD0D93BB3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966710" y="5212659"/>
            <a:ext cx="1685656" cy="65105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34" name="Textplatzhalter 33">
            <a:extLst>
              <a:ext uri="{FF2B5EF4-FFF2-40B4-BE49-F238E27FC236}">
                <a16:creationId xmlns:a16="http://schemas.microsoft.com/office/drawing/2014/main" id="{48D5DE7D-B7B0-B4AE-DACB-4ABEF6F8D7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58811" y="1808163"/>
            <a:ext cx="3580419" cy="70646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>
                <a:solidFill>
                  <a:schemeClr val="tx1"/>
                </a:solidFill>
                <a:latin typeface="+mn-lt"/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</a:t>
            </a:r>
            <a:endParaRPr lang="de-DE"/>
          </a:p>
        </p:txBody>
      </p:sp>
      <p:sp>
        <p:nvSpPr>
          <p:cNvPr id="35" name="Textplatzhalter 24">
            <a:extLst>
              <a:ext uri="{FF2B5EF4-FFF2-40B4-BE49-F238E27FC236}">
                <a16:creationId xmlns:a16="http://schemas.microsoft.com/office/drawing/2014/main" id="{C02373F9-D0E0-094A-737A-AB20359CE99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677538" y="3920770"/>
            <a:ext cx="1685656" cy="18298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000" b="0" spc="3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sz="1200" b="0">
                <a:effectLst/>
                <a:latin typeface="+mj-lt"/>
                <a:ea typeface="Open Sans" pitchFamily="2" charset="0"/>
                <a:cs typeface="Sora" pitchFamily="2" charset="0"/>
              </a:rPr>
              <a:t>Projekte</a:t>
            </a:r>
            <a:endParaRPr lang="de-DE"/>
          </a:p>
        </p:txBody>
      </p:sp>
      <p:sp>
        <p:nvSpPr>
          <p:cNvPr id="36" name="Textplatzhalter 24">
            <a:extLst>
              <a:ext uri="{FF2B5EF4-FFF2-40B4-BE49-F238E27FC236}">
                <a16:creationId xmlns:a16="http://schemas.microsoft.com/office/drawing/2014/main" id="{5DFC2D4C-660D-4062-0F81-9BE7729BEEF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53172" y="3917170"/>
            <a:ext cx="1685656" cy="18298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000" b="0" spc="3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sz="1200" b="0">
                <a:effectLst/>
                <a:latin typeface="+mj-lt"/>
                <a:ea typeface="Open Sans" pitchFamily="2" charset="0"/>
                <a:cs typeface="Sora" pitchFamily="2" charset="0"/>
              </a:rPr>
              <a:t>Projekte</a:t>
            </a:r>
            <a:endParaRPr lang="de-DE"/>
          </a:p>
        </p:txBody>
      </p:sp>
      <p:sp>
        <p:nvSpPr>
          <p:cNvPr id="37" name="Textplatzhalter 24">
            <a:extLst>
              <a:ext uri="{FF2B5EF4-FFF2-40B4-BE49-F238E27FC236}">
                <a16:creationId xmlns:a16="http://schemas.microsoft.com/office/drawing/2014/main" id="{F817B4CC-A1CF-4A82-CCEC-9CA1D438A5C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966710" y="3924678"/>
            <a:ext cx="1685656" cy="18298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000" b="0" spc="3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sz="1200" b="0">
                <a:effectLst/>
                <a:latin typeface="+mj-lt"/>
                <a:ea typeface="Open Sans" pitchFamily="2" charset="0"/>
                <a:cs typeface="Sora" pitchFamily="2" charset="0"/>
              </a:rPr>
              <a:t>Projekte</a:t>
            </a:r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38CCA27-A28D-4F94-2D7A-F51807EF2577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C1C88693-ED94-4510-BF50-3DE7B29C01B7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0F453C3C-2117-9D5E-31FE-59BCE7938945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AF0DE7D4-C1D7-F785-AADD-53970D2E1DFA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itel 20">
            <a:extLst>
              <a:ext uri="{FF2B5EF4-FFF2-40B4-BE49-F238E27FC236}">
                <a16:creationId xmlns:a16="http://schemas.microsoft.com/office/drawing/2014/main" id="{C9589A59-D16B-D97B-413D-A79FFA51B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2183425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Number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A7BA29A0-0475-CB59-42A6-F43F0CE81F2A}"/>
              </a:ext>
            </a:extLst>
          </p:cNvPr>
          <p:cNvGrpSpPr/>
          <p:nvPr userDrawn="1"/>
        </p:nvGrpSpPr>
        <p:grpSpPr>
          <a:xfrm>
            <a:off x="4239231" y="4525761"/>
            <a:ext cx="3713538" cy="1296000"/>
            <a:chOff x="4245504" y="4062465"/>
            <a:chExt cx="3713538" cy="1296000"/>
          </a:xfrm>
        </p:grpSpPr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FBD1D0BB-D5D1-451E-362D-0850AB2250B4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245504" y="4062465"/>
              <a:ext cx="0" cy="1296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Gerader Verbinder 7">
              <a:extLst>
                <a:ext uri="{FF2B5EF4-FFF2-40B4-BE49-F238E27FC236}">
                  <a16:creationId xmlns:a16="http://schemas.microsoft.com/office/drawing/2014/main" id="{F3ED77D0-18D5-6B3B-87CB-672BC1E5AB3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7959042" y="4062465"/>
              <a:ext cx="0" cy="1296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platzhalter 17">
            <a:extLst>
              <a:ext uri="{FF2B5EF4-FFF2-40B4-BE49-F238E27FC236}">
                <a16:creationId xmlns:a16="http://schemas.microsoft.com/office/drawing/2014/main" id="{E7B6069A-40C8-94D1-CEED-4528869F144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77538" y="4595801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1000</a:t>
            </a:r>
          </a:p>
        </p:txBody>
      </p:sp>
      <p:sp>
        <p:nvSpPr>
          <p:cNvPr id="24" name="Textplatzhalter 24">
            <a:extLst>
              <a:ext uri="{FF2B5EF4-FFF2-40B4-BE49-F238E27FC236}">
                <a16:creationId xmlns:a16="http://schemas.microsoft.com/office/drawing/2014/main" id="{AEA58E8D-4488-9CB9-F626-5C7FA38C9E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77540" y="5361468"/>
            <a:ext cx="1685652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26" name="Textplatzhalter 17">
            <a:extLst>
              <a:ext uri="{FF2B5EF4-FFF2-40B4-BE49-F238E27FC236}">
                <a16:creationId xmlns:a16="http://schemas.microsoft.com/office/drawing/2014/main" id="{CA83C053-EC74-8221-0420-66FC3ABE8C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53172" y="4595801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1.1</a:t>
            </a:r>
          </a:p>
        </p:txBody>
      </p:sp>
      <p:sp>
        <p:nvSpPr>
          <p:cNvPr id="29" name="Textplatzhalter 24">
            <a:extLst>
              <a:ext uri="{FF2B5EF4-FFF2-40B4-BE49-F238E27FC236}">
                <a16:creationId xmlns:a16="http://schemas.microsoft.com/office/drawing/2014/main" id="{0E2E8157-2D1A-CC25-EF26-EE00ED45533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53174" y="5361468"/>
            <a:ext cx="1685652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31" name="Textplatzhalter 17">
            <a:extLst>
              <a:ext uri="{FF2B5EF4-FFF2-40B4-BE49-F238E27FC236}">
                <a16:creationId xmlns:a16="http://schemas.microsoft.com/office/drawing/2014/main" id="{A5CC053B-77E9-3D89-5EA6-578756D7BA6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66710" y="4595801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32" name="Textplatzhalter 24">
            <a:extLst>
              <a:ext uri="{FF2B5EF4-FFF2-40B4-BE49-F238E27FC236}">
                <a16:creationId xmlns:a16="http://schemas.microsoft.com/office/drawing/2014/main" id="{ACE9A6AB-AB41-F08B-0FCF-609545138CE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66712" y="5361468"/>
            <a:ext cx="1685652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C1C88693-ED94-4510-BF50-3DE7B29C01B7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B7C1FF4C-BB20-F196-8766-DBFD7C251171}"/>
              </a:ext>
            </a:extLst>
          </p:cNvPr>
          <p:cNvGrpSpPr/>
          <p:nvPr userDrawn="1"/>
        </p:nvGrpSpPr>
        <p:grpSpPr>
          <a:xfrm>
            <a:off x="4239231" y="2378900"/>
            <a:ext cx="3713538" cy="1296000"/>
            <a:chOff x="4245504" y="4062465"/>
            <a:chExt cx="3713538" cy="1296000"/>
          </a:xfrm>
        </p:grpSpPr>
        <p:cxnSp>
          <p:nvCxnSpPr>
            <p:cNvPr id="17" name="Gerader Verbinder 16">
              <a:extLst>
                <a:ext uri="{FF2B5EF4-FFF2-40B4-BE49-F238E27FC236}">
                  <a16:creationId xmlns:a16="http://schemas.microsoft.com/office/drawing/2014/main" id="{58DEA858-43FF-4415-DE89-277020C5EAF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245504" y="4062465"/>
              <a:ext cx="0" cy="1296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94AEF92F-434C-2FFD-CF05-7C8B68850385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7959042" y="4062465"/>
              <a:ext cx="0" cy="1296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0ECD0387-F61D-490D-FE26-5366E11DC75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677538" y="2448940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21" name="Textplatzhalter 24">
            <a:extLst>
              <a:ext uri="{FF2B5EF4-FFF2-40B4-BE49-F238E27FC236}">
                <a16:creationId xmlns:a16="http://schemas.microsoft.com/office/drawing/2014/main" id="{E166CB07-9F81-7EAD-7135-BBEA879EC29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677540" y="3214607"/>
            <a:ext cx="1685652" cy="595829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22" name="Textplatzhalter 17">
            <a:extLst>
              <a:ext uri="{FF2B5EF4-FFF2-40B4-BE49-F238E27FC236}">
                <a16:creationId xmlns:a16="http://schemas.microsoft.com/office/drawing/2014/main" id="{B26F895C-2B40-786C-429E-81F4483FE46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253172" y="2448940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</a:t>
            </a:r>
          </a:p>
        </p:txBody>
      </p:sp>
      <p:sp>
        <p:nvSpPr>
          <p:cNvPr id="38" name="Textplatzhalter 24">
            <a:extLst>
              <a:ext uri="{FF2B5EF4-FFF2-40B4-BE49-F238E27FC236}">
                <a16:creationId xmlns:a16="http://schemas.microsoft.com/office/drawing/2014/main" id="{5ADD81B7-6B3B-7274-726E-357BB9C52F9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253174" y="3214607"/>
            <a:ext cx="1685652" cy="595829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39" name="Textplatzhalter 17">
            <a:extLst>
              <a:ext uri="{FF2B5EF4-FFF2-40B4-BE49-F238E27FC236}">
                <a16:creationId xmlns:a16="http://schemas.microsoft.com/office/drawing/2014/main" id="{E3D7BC02-47FA-22EB-FE72-4D8D52E04A6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966710" y="2448940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</a:t>
            </a:r>
          </a:p>
        </p:txBody>
      </p:sp>
      <p:sp>
        <p:nvSpPr>
          <p:cNvPr id="40" name="Textplatzhalter 24">
            <a:extLst>
              <a:ext uri="{FF2B5EF4-FFF2-40B4-BE49-F238E27FC236}">
                <a16:creationId xmlns:a16="http://schemas.microsoft.com/office/drawing/2014/main" id="{0F3E8A97-495E-6B17-D01C-EEB4FB8912D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966712" y="3214607"/>
            <a:ext cx="1685652" cy="595829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27" name="Fußzeilenplatzhalter 26">
            <a:extLst>
              <a:ext uri="{FF2B5EF4-FFF2-40B4-BE49-F238E27FC236}">
                <a16:creationId xmlns:a16="http://schemas.microsoft.com/office/drawing/2014/main" id="{0040AF57-B67C-460E-D7E6-48C94E6EC6D2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8" name="Textplatzhalter 17">
            <a:extLst>
              <a:ext uri="{FF2B5EF4-FFF2-40B4-BE49-F238E27FC236}">
                <a16:creationId xmlns:a16="http://schemas.microsoft.com/office/drawing/2014/main" id="{DEE89C9F-E119-531D-CA52-7FCE69F811A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Titel 29">
            <a:extLst>
              <a:ext uri="{FF2B5EF4-FFF2-40B4-BE49-F238E27FC236}">
                <a16:creationId xmlns:a16="http://schemas.microsoft.com/office/drawing/2014/main" id="{89FFF096-1A78-86E2-75CB-E2CC18DFA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3566887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C1C88693-ED94-4510-BF50-3DE7B29C01B7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0F453C3C-2117-9D5E-31FE-59BCE7938945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8B8F7556-96EA-B1E2-BFA8-9863648E4C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799" y="3827849"/>
            <a:ext cx="10875600" cy="234911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1600" b="1">
                <a:solidFill>
                  <a:schemeClr val="bg1"/>
                </a:solidFill>
              </a:defRPr>
            </a:lvl2pPr>
            <a:lvl3pPr marL="914400" indent="0">
              <a:buNone/>
              <a:defRPr sz="1600" b="1">
                <a:solidFill>
                  <a:schemeClr val="bg1"/>
                </a:solidFill>
              </a:defRPr>
            </a:lvl3pPr>
            <a:lvl4pPr marL="1371600" indent="0">
              <a:buNone/>
              <a:defRPr sz="1600" b="1">
                <a:solidFill>
                  <a:schemeClr val="bg1"/>
                </a:solidFill>
              </a:defRPr>
            </a:lvl4pPr>
            <a:lvl5pPr marL="1828800" indent="0">
              <a:buNone/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BAF04C67-7332-6B98-4844-19C25B7A7A76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9008"/>
          <a:stretch/>
        </p:blipFill>
        <p:spPr>
          <a:xfrm>
            <a:off x="8780393" y="2797200"/>
            <a:ext cx="3411607" cy="2687150"/>
          </a:xfrm>
          <a:prstGeom prst="rect">
            <a:avLst/>
          </a:prstGeom>
        </p:spPr>
      </p:pic>
      <p:sp>
        <p:nvSpPr>
          <p:cNvPr id="22" name="Textplatzhalter 33">
            <a:extLst>
              <a:ext uri="{FF2B5EF4-FFF2-40B4-BE49-F238E27FC236}">
                <a16:creationId xmlns:a16="http://schemas.microsoft.com/office/drawing/2014/main" id="{CEDB01B6-C458-FBA1-6803-6CCC559D95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61660" y="2349140"/>
            <a:ext cx="6371528" cy="11413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6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9600"/>
            </a:lvl2pPr>
            <a:lvl3pPr marL="914400" indent="0">
              <a:buNone/>
              <a:defRPr sz="9600"/>
            </a:lvl3pPr>
            <a:lvl4pPr marL="1371600" indent="0">
              <a:buNone/>
              <a:defRPr sz="9600"/>
            </a:lvl4pPr>
            <a:lvl5pPr marL="1828800" indent="0">
              <a:buNone/>
              <a:defRPr sz="9600"/>
            </a:lvl5pPr>
          </a:lstStyle>
          <a:p>
            <a:pPr lvl="0"/>
            <a:r>
              <a:rPr lang="de-DE"/>
              <a:t>KEYWORD</a:t>
            </a:r>
          </a:p>
        </p:txBody>
      </p:sp>
      <p:pic>
        <p:nvPicPr>
          <p:cNvPr id="27" name="Grafik 26">
            <a:extLst>
              <a:ext uri="{FF2B5EF4-FFF2-40B4-BE49-F238E27FC236}">
                <a16:creationId xmlns:a16="http://schemas.microsoft.com/office/drawing/2014/main" id="{407E59A1-58AD-2329-54E2-FDB78F525BC4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0" y="3552483"/>
            <a:ext cx="658814" cy="137683"/>
          </a:xfrm>
          <a:prstGeom prst="rect">
            <a:avLst/>
          </a:prstGeom>
        </p:spPr>
      </p:pic>
      <p:sp>
        <p:nvSpPr>
          <p:cNvPr id="28" name="Titel 27">
            <a:extLst>
              <a:ext uri="{FF2B5EF4-FFF2-40B4-BE49-F238E27FC236}">
                <a16:creationId xmlns:a16="http://schemas.microsoft.com/office/drawing/2014/main" id="{8AFB02A5-C8B5-E132-F5EB-2E95076CD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8" name="Textplatzhalter 17">
            <a:extLst>
              <a:ext uri="{FF2B5EF4-FFF2-40B4-BE49-F238E27FC236}">
                <a16:creationId xmlns:a16="http://schemas.microsoft.com/office/drawing/2014/main" id="{FD5FE47A-1FCA-8C90-9768-1A6A0D2F875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19975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C1C88693-ED94-4510-BF50-3DE7B29C01B7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0F453C3C-2117-9D5E-31FE-59BCE7938945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BAF04C67-7332-6B98-4844-19C25B7A7A76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9008"/>
          <a:stretch/>
        </p:blipFill>
        <p:spPr>
          <a:xfrm>
            <a:off x="8780393" y="2797200"/>
            <a:ext cx="3411607" cy="2687150"/>
          </a:xfrm>
          <a:prstGeom prst="rect">
            <a:avLst/>
          </a:pr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A9DDEED-32A8-AE13-038D-DE565225012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8800" y="1807200"/>
            <a:ext cx="10875600" cy="453618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96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1600" b="1">
                <a:solidFill>
                  <a:schemeClr val="bg1"/>
                </a:solidFill>
              </a:defRPr>
            </a:lvl2pPr>
            <a:lvl3pPr marL="914400" indent="0">
              <a:buNone/>
              <a:defRPr sz="1600" b="1">
                <a:solidFill>
                  <a:schemeClr val="bg1"/>
                </a:solidFill>
              </a:defRPr>
            </a:lvl3pPr>
            <a:lvl4pPr marL="1371600" indent="0">
              <a:buNone/>
              <a:defRPr sz="1600" b="1">
                <a:solidFill>
                  <a:schemeClr val="bg1"/>
                </a:solidFill>
              </a:defRPr>
            </a:lvl4pPr>
            <a:lvl5pPr marL="1828800" indent="0">
              <a:buNone/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„Platz für Statements &amp; mehr“</a:t>
            </a:r>
          </a:p>
        </p:txBody>
      </p:sp>
    </p:spTree>
    <p:extLst>
      <p:ext uri="{BB962C8B-B14F-4D97-AF65-F5344CB8AC3E}">
        <p14:creationId xmlns:p14="http://schemas.microsoft.com/office/powerpoint/2010/main" val="1597382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C1C88693-ED94-4510-BF50-3DE7B29C01B7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0F453C3C-2117-9D5E-31FE-59BCE7938945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BAF04C67-7332-6B98-4844-19C25B7A7A76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9008"/>
          <a:stretch/>
        </p:blipFill>
        <p:spPr>
          <a:xfrm>
            <a:off x="8780393" y="2797200"/>
            <a:ext cx="3411607" cy="2687150"/>
          </a:xfrm>
          <a:prstGeom prst="rect">
            <a:avLst/>
          </a:prstGeom>
        </p:spPr>
      </p:pic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755AED7B-6636-40C8-D589-F19F8981C89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8800" y="1807200"/>
            <a:ext cx="10875600" cy="398843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60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1600" b="1">
                <a:solidFill>
                  <a:schemeClr val="bg1"/>
                </a:solidFill>
              </a:defRPr>
            </a:lvl2pPr>
            <a:lvl3pPr marL="914400" indent="0">
              <a:buNone/>
              <a:defRPr sz="1600" b="1">
                <a:solidFill>
                  <a:schemeClr val="bg1"/>
                </a:solidFill>
              </a:defRPr>
            </a:lvl3pPr>
            <a:lvl4pPr marL="1371600" indent="0">
              <a:buNone/>
              <a:defRPr sz="1600" b="1">
                <a:solidFill>
                  <a:schemeClr val="bg1"/>
                </a:solidFill>
              </a:defRPr>
            </a:lvl4pPr>
            <a:lvl5pPr marL="1828800" indent="0">
              <a:buNone/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„Platz für lange Statements, Sprüche, Zitate &amp; Co.</a:t>
            </a:r>
            <a:br>
              <a:rPr lang="de-DE"/>
            </a:br>
            <a:r>
              <a:rPr lang="de-DE"/>
              <a:t> Mit Quellenangabe </a:t>
            </a:r>
            <a:br>
              <a:rPr lang="de-DE"/>
            </a:br>
            <a:r>
              <a:rPr lang="de-DE"/>
              <a:t>oder Autor“</a:t>
            </a:r>
          </a:p>
        </p:txBody>
      </p:sp>
      <p:sp>
        <p:nvSpPr>
          <p:cNvPr id="7" name="Textplatzhalter 4">
            <a:extLst>
              <a:ext uri="{FF2B5EF4-FFF2-40B4-BE49-F238E27FC236}">
                <a16:creationId xmlns:a16="http://schemas.microsoft.com/office/drawing/2014/main" id="{5E3CF552-AADC-0DD4-FE7B-2754250449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814" y="5957739"/>
            <a:ext cx="10874374" cy="3208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b="0"/>
            </a:lvl2pPr>
            <a:lvl3pPr marL="914400" indent="0" algn="ctr">
              <a:buNone/>
              <a:defRPr b="0"/>
            </a:lvl3pPr>
            <a:lvl4pPr marL="1371600" indent="0" algn="ctr">
              <a:buNone/>
              <a:defRPr b="0"/>
            </a:lvl4pPr>
            <a:lvl5pPr marL="1828800" indent="0" algn="ctr">
              <a:buNone/>
              <a:defRPr b="0"/>
            </a:lvl5pPr>
          </a:lstStyle>
          <a:p>
            <a:pPr lvl="0"/>
            <a:r>
              <a:rPr lang="de-DE"/>
              <a:t>Autor / Quellenangabe</a:t>
            </a:r>
          </a:p>
        </p:txBody>
      </p:sp>
    </p:spTree>
    <p:extLst>
      <p:ext uri="{BB962C8B-B14F-4D97-AF65-F5344CB8AC3E}">
        <p14:creationId xmlns:p14="http://schemas.microsoft.com/office/powerpoint/2010/main" val="761781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Break 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37976C26-78A6-624E-DAD4-0DE213156E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8541" y="1808163"/>
            <a:ext cx="10885465" cy="13383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600" b="1" cap="all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LUNCH BREAK</a:t>
            </a:r>
          </a:p>
        </p:txBody>
      </p:sp>
      <p:sp>
        <p:nvSpPr>
          <p:cNvPr id="7" name="Textplatzhalter 47">
            <a:extLst>
              <a:ext uri="{FF2B5EF4-FFF2-40B4-BE49-F238E27FC236}">
                <a16:creationId xmlns:a16="http://schemas.microsoft.com/office/drawing/2014/main" id="{76E72628-9A9C-9C8E-A85B-3BCDC0B1AF4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8813" y="3339268"/>
            <a:ext cx="2338828" cy="27874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2200" b="1" spc="0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4000"/>
            </a:lvl2pPr>
            <a:lvl3pPr marL="914400" indent="0">
              <a:buFontTx/>
              <a:buNone/>
              <a:defRPr sz="4000"/>
            </a:lvl3pPr>
            <a:lvl4pPr marL="1371600" indent="0">
              <a:buFontTx/>
              <a:buNone/>
              <a:defRPr sz="4000"/>
            </a:lvl4pPr>
            <a:lvl5pPr marL="1828800" indent="0">
              <a:buFontTx/>
              <a:buNone/>
              <a:defRPr sz="4000"/>
            </a:lvl5pPr>
          </a:lstStyle>
          <a:p>
            <a:pPr lvl="0"/>
            <a:r>
              <a:rPr lang="de-DE"/>
              <a:t>00:00 – 00:00 Uhr</a:t>
            </a:r>
          </a:p>
        </p:txBody>
      </p:sp>
      <p:sp>
        <p:nvSpPr>
          <p:cNvPr id="8" name="Foliennummernplatzhalter 21">
            <a:extLst>
              <a:ext uri="{FF2B5EF4-FFF2-40B4-BE49-F238E27FC236}">
                <a16:creationId xmlns:a16="http://schemas.microsoft.com/office/drawing/2014/main" id="{0F89045D-698C-C921-C774-A0192223B5C6}"/>
              </a:ext>
            </a:extLst>
          </p:cNvPr>
          <p:cNvSpPr txBox="1">
            <a:spLocks/>
          </p:cNvSpPr>
          <p:nvPr userDrawn="1"/>
        </p:nvSpPr>
        <p:spPr>
          <a:xfrm>
            <a:off x="11318005" y="6538125"/>
            <a:ext cx="215183" cy="122917"/>
          </a:xfrm>
          <a:prstGeom prst="rect">
            <a:avLst/>
          </a:prstGeom>
        </p:spPr>
        <p:txBody>
          <a:bodyPr/>
          <a:lstStyle>
            <a:defPPr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>
              <a:solidFill>
                <a:schemeClr val="bg2"/>
              </a:solidFill>
            </a:endParaRP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93F320E8-BC7A-4AFB-91F1-F357DC912366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4" name="Foliennummernplatzhalter 23">
            <a:extLst>
              <a:ext uri="{FF2B5EF4-FFF2-40B4-BE49-F238E27FC236}">
                <a16:creationId xmlns:a16="http://schemas.microsoft.com/office/drawing/2014/main" id="{D17C45FD-4A8C-72AD-38C2-187BFD8EB25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Grafik 2" descr="Ein Bild, das Grafiken, Kreis, Design, Typografie enthält.&#10;&#10;Automatisch generierte Beschreibung">
            <a:extLst>
              <a:ext uri="{FF2B5EF4-FFF2-40B4-BE49-F238E27FC236}">
                <a16:creationId xmlns:a16="http://schemas.microsoft.com/office/drawing/2014/main" id="{75CE4DA9-E39F-FFF3-0F3C-E41A7A9C84B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8540" y="549346"/>
            <a:ext cx="1041663" cy="589362"/>
          </a:xfrm>
          <a:prstGeom prst="rect">
            <a:avLst/>
          </a:prstGeom>
        </p:spPr>
      </p:pic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A6FA596-4020-E10B-5CEC-4835159EACE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7408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Break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37976C26-78A6-624E-DAD4-0DE213156E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8541" y="1808163"/>
            <a:ext cx="10885465" cy="13383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600" b="1" cap="all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KAFFEEPAUSE</a:t>
            </a:r>
          </a:p>
        </p:txBody>
      </p:sp>
      <p:sp>
        <p:nvSpPr>
          <p:cNvPr id="7" name="Textplatzhalter 47">
            <a:extLst>
              <a:ext uri="{FF2B5EF4-FFF2-40B4-BE49-F238E27FC236}">
                <a16:creationId xmlns:a16="http://schemas.microsoft.com/office/drawing/2014/main" id="{76E72628-9A9C-9C8E-A85B-3BCDC0B1AF4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8813" y="3339268"/>
            <a:ext cx="2338828" cy="27874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2200" b="1" spc="0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4000"/>
            </a:lvl2pPr>
            <a:lvl3pPr marL="914400" indent="0">
              <a:buFontTx/>
              <a:buNone/>
              <a:defRPr sz="4000"/>
            </a:lvl3pPr>
            <a:lvl4pPr marL="1371600" indent="0">
              <a:buFontTx/>
              <a:buNone/>
              <a:defRPr sz="4000"/>
            </a:lvl4pPr>
            <a:lvl5pPr marL="1828800" indent="0">
              <a:buFontTx/>
              <a:buNone/>
              <a:defRPr sz="4000"/>
            </a:lvl5pPr>
          </a:lstStyle>
          <a:p>
            <a:pPr lvl="0"/>
            <a:r>
              <a:rPr lang="de-DE"/>
              <a:t>00:00 – 00:00 Uhr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FEB5CC8-23B5-DE3B-0F55-C279A646017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8659E214-4056-E6B0-FFDA-BDF765F2751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4" descr="Ein Bild, das Screenshot, Design, Grafiken, Schrift enthält.&#10;&#10;Automatisch generierte Beschreibung">
            <a:extLst>
              <a:ext uri="{FF2B5EF4-FFF2-40B4-BE49-F238E27FC236}">
                <a16:creationId xmlns:a16="http://schemas.microsoft.com/office/drawing/2014/main" id="{AD806B6A-D752-FDA9-04A7-CABCFF036AF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8813" y="561471"/>
            <a:ext cx="818824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4842376B-F0EA-616B-F39C-745F4BB0A45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39675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Thank Yo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37976C26-78A6-624E-DAD4-0DE213156E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8541" y="1808163"/>
            <a:ext cx="10885465" cy="133837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9600" b="1" cap="all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THANK YOU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6722D19C-5DE4-5CA1-7053-363A776252C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2E04811-2901-B3EA-7C35-4129D15D4E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A1CAB64D-67B4-D739-C1CA-6079AC635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12106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Color/Gray Statement 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2E04811-2901-B3EA-7C35-4129D15D4E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C0F428AF-C2EE-CAAD-77D1-46DCFAE8C3E6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008"/>
          <a:stretch/>
        </p:blipFill>
        <p:spPr>
          <a:xfrm>
            <a:off x="8780393" y="2797200"/>
            <a:ext cx="3411607" cy="2687150"/>
          </a:xfrm>
          <a:prstGeom prst="rect">
            <a:avLst/>
          </a:prstGeom>
        </p:spPr>
      </p:pic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7C5F6B72-B52A-A2C8-717A-EBDD4173E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AFCFE5B9-47D9-4BCA-B69F-B9C4D19FB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799" y="3827849"/>
            <a:ext cx="10875600" cy="234911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1600" b="1">
                <a:solidFill>
                  <a:schemeClr val="bg1"/>
                </a:solidFill>
              </a:defRPr>
            </a:lvl2pPr>
            <a:lvl3pPr marL="914400" indent="0">
              <a:buNone/>
              <a:defRPr sz="1600" b="1">
                <a:solidFill>
                  <a:schemeClr val="bg1"/>
                </a:solidFill>
              </a:defRPr>
            </a:lvl3pPr>
            <a:lvl4pPr marL="1371600" indent="0">
              <a:buNone/>
              <a:defRPr sz="1600" b="1">
                <a:solidFill>
                  <a:schemeClr val="bg1"/>
                </a:solidFill>
              </a:defRPr>
            </a:lvl4pPr>
            <a:lvl5pPr marL="1828800" indent="0">
              <a:buNone/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extplatzhalter 33">
            <a:extLst>
              <a:ext uri="{FF2B5EF4-FFF2-40B4-BE49-F238E27FC236}">
                <a16:creationId xmlns:a16="http://schemas.microsoft.com/office/drawing/2014/main" id="{159E1DE8-5EA5-C2CC-4BA1-5C303EEDBF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61660" y="2349140"/>
            <a:ext cx="6371528" cy="11413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9600"/>
            </a:lvl2pPr>
            <a:lvl3pPr marL="914400" indent="0">
              <a:buNone/>
              <a:defRPr sz="9600"/>
            </a:lvl3pPr>
            <a:lvl4pPr marL="1371600" indent="0">
              <a:buNone/>
              <a:defRPr sz="9600"/>
            </a:lvl4pPr>
            <a:lvl5pPr marL="1828800" indent="0">
              <a:buNone/>
              <a:defRPr sz="9600"/>
            </a:lvl5pPr>
          </a:lstStyle>
          <a:p>
            <a:pPr lvl="0"/>
            <a:r>
              <a:rPr lang="de-DE"/>
              <a:t>KEYWORD</a:t>
            </a:r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719F2F90-3577-C62F-C009-A54407D6C3E8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60" t="1" r="-1" b="-1"/>
          <a:stretch/>
        </p:blipFill>
        <p:spPr>
          <a:xfrm>
            <a:off x="0" y="3552483"/>
            <a:ext cx="658814" cy="137683"/>
          </a:xfrm>
          <a:prstGeom prst="rect">
            <a:avLst/>
          </a:prstGeom>
        </p:spPr>
      </p:pic>
      <p:sp>
        <p:nvSpPr>
          <p:cNvPr id="19" name="Titel 27">
            <a:extLst>
              <a:ext uri="{FF2B5EF4-FFF2-40B4-BE49-F238E27FC236}">
                <a16:creationId xmlns:a16="http://schemas.microsoft.com/office/drawing/2014/main" id="{B35DE547-C440-A56A-68B8-2ED98976A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522000"/>
            <a:ext cx="6840000" cy="25200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E6866E85-AD94-34F8-6A73-9BEBA000E50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/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5220393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Color/Gray Statemen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2E04811-2901-B3EA-7C35-4129D15D4E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C0F428AF-C2EE-CAAD-77D1-46DCFAE8C3E6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008"/>
          <a:stretch/>
        </p:blipFill>
        <p:spPr>
          <a:xfrm>
            <a:off x="8780393" y="2797200"/>
            <a:ext cx="3411607" cy="2687150"/>
          </a:xfrm>
          <a:prstGeom prst="rect">
            <a:avLst/>
          </a:prstGeom>
        </p:spPr>
      </p:pic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CC01564C-B6D9-CDCC-313C-DCC68D6323C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8541" y="1807200"/>
            <a:ext cx="10864647" cy="453618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9600" b="1">
                <a:solidFill>
                  <a:schemeClr val="tx1"/>
                </a:solidFill>
              </a:defRPr>
            </a:lvl1pPr>
            <a:lvl2pPr marL="457200" indent="0">
              <a:buNone/>
              <a:defRPr sz="1600" b="1">
                <a:solidFill>
                  <a:schemeClr val="bg1"/>
                </a:solidFill>
              </a:defRPr>
            </a:lvl2pPr>
            <a:lvl3pPr marL="914400" indent="0">
              <a:buNone/>
              <a:defRPr sz="1600" b="1">
                <a:solidFill>
                  <a:schemeClr val="bg1"/>
                </a:solidFill>
              </a:defRPr>
            </a:lvl3pPr>
            <a:lvl4pPr marL="1371600" indent="0">
              <a:buNone/>
              <a:defRPr sz="1600" b="1">
                <a:solidFill>
                  <a:schemeClr val="bg1"/>
                </a:solidFill>
              </a:defRPr>
            </a:lvl4pPr>
            <a:lvl5pPr marL="1828800" indent="0">
              <a:buNone/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„Platz für Statements &amp; mehr“</a:t>
            </a:r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7C5F6B72-B52A-A2C8-717A-EBDD4173E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52742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Color/Gray Statement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2E04811-2901-B3EA-7C35-4129D15D4E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C0F428AF-C2EE-CAAD-77D1-46DCFAE8C3E6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008"/>
          <a:stretch/>
        </p:blipFill>
        <p:spPr>
          <a:xfrm>
            <a:off x="8780393" y="2797200"/>
            <a:ext cx="3411607" cy="2687150"/>
          </a:xfrm>
          <a:prstGeom prst="rect">
            <a:avLst/>
          </a:prstGeom>
        </p:spPr>
      </p:pic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12D0E927-A9FD-1FB9-97A1-A56EFEEEBAA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8541" y="1807200"/>
            <a:ext cx="10864647" cy="398843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6000" b="1">
                <a:solidFill>
                  <a:schemeClr val="tx1"/>
                </a:solidFill>
              </a:defRPr>
            </a:lvl1pPr>
            <a:lvl2pPr marL="457200" indent="0">
              <a:buNone/>
              <a:defRPr sz="1600" b="1">
                <a:solidFill>
                  <a:schemeClr val="bg1"/>
                </a:solidFill>
              </a:defRPr>
            </a:lvl2pPr>
            <a:lvl3pPr marL="914400" indent="0">
              <a:buNone/>
              <a:defRPr sz="1600" b="1">
                <a:solidFill>
                  <a:schemeClr val="bg1"/>
                </a:solidFill>
              </a:defRPr>
            </a:lvl3pPr>
            <a:lvl4pPr marL="1371600" indent="0">
              <a:buNone/>
              <a:defRPr sz="1600" b="1">
                <a:solidFill>
                  <a:schemeClr val="bg1"/>
                </a:solidFill>
              </a:defRPr>
            </a:lvl4pPr>
            <a:lvl5pPr marL="1828800" indent="0">
              <a:buNone/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„Platz für lange Statements, Sprüche, Zitate &amp; Co.</a:t>
            </a:r>
            <a:br>
              <a:rPr lang="de-DE"/>
            </a:br>
            <a:r>
              <a:rPr lang="de-DE"/>
              <a:t> Mit Quellenangabe </a:t>
            </a:r>
            <a:br>
              <a:rPr lang="de-DE"/>
            </a:br>
            <a:r>
              <a:rPr lang="de-DE"/>
              <a:t>oder Autor“</a:t>
            </a:r>
          </a:p>
        </p:txBody>
      </p:sp>
      <p:sp>
        <p:nvSpPr>
          <p:cNvPr id="6" name="Textplatzhalter 4">
            <a:extLst>
              <a:ext uri="{FF2B5EF4-FFF2-40B4-BE49-F238E27FC236}">
                <a16:creationId xmlns:a16="http://schemas.microsoft.com/office/drawing/2014/main" id="{2CA4C682-9DB8-B78B-353A-8BD5C4A3354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814" y="5957739"/>
            <a:ext cx="10874374" cy="3208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baseline="0"/>
            </a:lvl1pPr>
            <a:lvl2pPr marL="457200" indent="0" algn="ctr">
              <a:buNone/>
              <a:defRPr b="0"/>
            </a:lvl2pPr>
            <a:lvl3pPr marL="914400" indent="0" algn="ctr">
              <a:buNone/>
              <a:defRPr b="0"/>
            </a:lvl3pPr>
            <a:lvl4pPr marL="1371600" indent="0" algn="ctr">
              <a:buNone/>
              <a:defRPr b="0"/>
            </a:lvl4pPr>
            <a:lvl5pPr marL="1828800" indent="0" algn="ctr">
              <a:buNone/>
              <a:defRPr b="0"/>
            </a:lvl5pPr>
          </a:lstStyle>
          <a:p>
            <a:pPr lvl="0"/>
            <a:r>
              <a:rPr lang="de-DE"/>
              <a:t>Autor / Quellenangabe</a:t>
            </a:r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CC74B447-1E5F-B538-6E0A-33984FB904F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52465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18">
            <a:extLst>
              <a:ext uri="{FF2B5EF4-FFF2-40B4-BE49-F238E27FC236}">
                <a16:creationId xmlns:a16="http://schemas.microsoft.com/office/drawing/2014/main" id="{3F56C7C4-697E-B228-69A0-A9322722723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7F09C3FC-8512-48B6-D7C9-C340604A4B9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9B6711F1-AEF6-F3AF-C2A6-F43E32139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C7AA3C1F-1278-0294-79D0-0066365D226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726173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  <p15:guide id="3" orient="horz" pos="1139" userDrawn="1">
          <p15:clr>
            <a:srgbClr val="FBAE40"/>
          </p15:clr>
        </p15:guide>
      </p15:sldGuideLst>
    </p:ext>
  </p:extLst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Empt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11F28744-F3E2-E92C-82E6-48AEAA12EFF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9" name="Foliennummernplatzhalter 18">
            <a:extLst>
              <a:ext uri="{FF2B5EF4-FFF2-40B4-BE49-F238E27FC236}">
                <a16:creationId xmlns:a16="http://schemas.microsoft.com/office/drawing/2014/main" id="{EDDF4054-F96A-B12C-7738-A469A13E87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9AED8F97-3298-EA51-B1D2-BC39055C729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939DF9E1-BA64-F999-0D30-3D78F2420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C66650B4-455B-6DF5-8E4A-31F746CE8C1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342206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997" userDrawn="1">
          <p15:clr>
            <a:srgbClr val="FBAE40"/>
          </p15:clr>
        </p15:guide>
        <p15:guide id="3" orient="horz" pos="1139" userDrawn="1">
          <p15:clr>
            <a:srgbClr val="FBAE40"/>
          </p15:clr>
        </p15:guide>
      </p15:sldGuideLst>
    </p:ext>
  </p:extLst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18">
            <a:extLst>
              <a:ext uri="{FF2B5EF4-FFF2-40B4-BE49-F238E27FC236}">
                <a16:creationId xmlns:a16="http://schemas.microsoft.com/office/drawing/2014/main" id="{7097C519-8FF8-D3AD-264C-FD167052FB1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A5435FC5-ED45-DE8A-404D-15F749E2785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7" name="Inhaltsplatzhalter 2">
            <a:extLst>
              <a:ext uri="{FF2B5EF4-FFF2-40B4-BE49-F238E27FC236}">
                <a16:creationId xmlns:a16="http://schemas.microsoft.com/office/drawing/2014/main" id="{3C8E6A85-72D5-522B-0893-FD2E44AFE2B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10874098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81B5E584-200A-D585-E985-A464C3F7111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A5442BA0-630B-8E4D-E7FB-FB7AE43A0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BBD72F61-927C-DE69-FCBD-86030AA4D72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864419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8728EB9F-DE6F-A6C2-E478-993ACDCB31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79728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C94A513C-3E6D-678A-E521-EE0F8DBC316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5D70DCA7-6E2D-FB1B-0DF5-8F58F8263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79998472-1711-A5FD-89AA-CC968A3FE70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702201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F4FE8932-A6BE-5FB5-3425-21D79A92DA5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83610942-50A8-E78C-C3BF-FB5D8ED7670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D37B1D9E-FB9A-4953-2A9E-0CF30F223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baseline="0"/>
            </a:lvl1pPr>
          </a:lstStyle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971809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8163"/>
            <a:ext cx="35136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C3A80510-A6A3-D9AE-4F52-08D4117A463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39200" y="1808163"/>
            <a:ext cx="719371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1FE6FC93-82E5-818B-8CC1-DAE1F2B676AD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5CF9B05A-F8D0-0515-E964-FC3567912F2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2F3B5157-937B-FAE5-144C-2F80500EE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09627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7CC98CD7-F997-EEDA-026F-8CD073900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800" y="3788228"/>
            <a:ext cx="10864647" cy="25559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tx1"/>
                </a:solidFill>
              </a:defRPr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A627E51-4864-561C-19D8-0C45B04198C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03F3F578-065E-EE79-686F-36C9B6D9F78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91287C8F-31C6-34B7-ED8F-D2186FFD93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F003CA5C-6C68-F260-879D-3BC9EC004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046161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F295AE0C-F0A0-991B-B140-989EB9CAD4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8813" y="1808162"/>
            <a:ext cx="10874375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Picture</a:t>
            </a:r>
          </a:p>
        </p:txBody>
      </p:sp>
      <p:sp>
        <p:nvSpPr>
          <p:cNvPr id="8" name="Foliennummernplatzhalter 18">
            <a:extLst>
              <a:ext uri="{FF2B5EF4-FFF2-40B4-BE49-F238E27FC236}">
                <a16:creationId xmlns:a16="http://schemas.microsoft.com/office/drawing/2014/main" id="{7097C519-8FF8-D3AD-264C-FD167052FB1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98C40852-4AB9-F11F-FB16-79A5895D816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31074367-5907-55F1-8929-5D74B8E6BB0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7EF7C0C8-BE09-FFB8-D362-CE357BE09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83597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F295AE0C-F0A0-991B-B140-989EB9CAD4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600" y="1808162"/>
            <a:ext cx="12193200" cy="4536000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Picture</a:t>
            </a:r>
          </a:p>
        </p:txBody>
      </p:sp>
      <p:sp>
        <p:nvSpPr>
          <p:cNvPr id="8" name="Foliennummernplatzhalter 18">
            <a:extLst>
              <a:ext uri="{FF2B5EF4-FFF2-40B4-BE49-F238E27FC236}">
                <a16:creationId xmlns:a16="http://schemas.microsoft.com/office/drawing/2014/main" id="{7097C519-8FF8-D3AD-264C-FD167052FB1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74EFCADA-0A87-541C-3C1F-6F193D67499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C83EF582-B99C-F82E-7B26-3B155BB3891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82D62C2D-6A9D-40D5-569E-016F32452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5482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54F2A18A-A771-DE68-87E8-7B42541331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8813" y="1807200"/>
            <a:ext cx="5353460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Picture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FD9FAA7E-D7BF-455D-6F89-7675F141A29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73093" y="1807200"/>
            <a:ext cx="5353460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Picture</a:t>
            </a:r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9205598F-47D4-4FD9-0433-DCB70419884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C3A6BC75-3212-0B0A-CB7D-4D910DC8CC8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9D296CA3-41B7-15BE-6513-69472B180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670247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0091DD53-8E82-014E-BE05-8571C5FDFBE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019590" y="1807200"/>
            <a:ext cx="3513599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D830462E-8272-89E7-7AE1-49D09586028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39201" y="1807200"/>
            <a:ext cx="3513599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D1C53CAA-4DD4-AA7C-27F7-3F0D08A169B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8813" y="1807200"/>
            <a:ext cx="3513599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480365CF-1F28-33DF-0EDB-9DFBB998476C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4D3A061A-7D37-739C-A264-2BB0DEF4B9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B8F3E3F8-88E8-BD38-70DD-09E9900A6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2589637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D1C53CAA-4DD4-AA7C-27F7-3F0D08A169B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58813" y="1801954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0091DD53-8E82-014E-BE05-8571C5FDFBE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019590" y="1801954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D830462E-8272-89E7-7AE1-49D09586028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39201" y="1801954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A6B536E5-2CFC-80FB-79EE-5747749E5CC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58813" y="4060319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68BAED4C-07C7-DDED-FBC2-1AC7DCE182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019590" y="4060319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B2E59335-9009-FACC-7E82-F867E4950284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339201" y="4060319"/>
            <a:ext cx="3513599" cy="211082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0FE34400-6178-62D7-73EE-B90FA53675D1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636C17BD-0834-E94A-286E-92A882F2653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Titel 22">
            <a:extLst>
              <a:ext uri="{FF2B5EF4-FFF2-40B4-BE49-F238E27FC236}">
                <a16:creationId xmlns:a16="http://schemas.microsoft.com/office/drawing/2014/main" id="{093D6516-E180-0F93-83A3-5CEFB277D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77784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0D97E437-107A-FF06-85EB-2DF58253C39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53406" y="1808163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8BA064-8075-E801-0D81-DD656C63E0E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87869FBE-9C86-7817-BEA6-3DCDD2A658C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448000" y="1808163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1147468C-8EC9-9468-CE31-40123E99DD2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58812" y="1808163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9F1E4947-89E7-40B1-8FCF-0F19D7E4ED2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F0578141-BA08-2449-3A27-4C5B9A42A99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09EC0708-D4CB-A74F-16F6-F741EE8A4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491081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A627E51-4864-561C-19D8-0C45B04198C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4825B1BD-6F5C-73F6-5730-50C5E37F8BF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415834" y="1808162"/>
            <a:ext cx="6117353" cy="4537076"/>
          </a:xfrm>
          <a:custGeom>
            <a:avLst/>
            <a:gdLst>
              <a:gd name="connsiteX0" fmla="*/ 0 w 4494831"/>
              <a:gd name="connsiteY0" fmla="*/ 0 h 3239614"/>
              <a:gd name="connsiteX1" fmla="*/ 4494831 w 4494831"/>
              <a:gd name="connsiteY1" fmla="*/ 0 h 3239614"/>
              <a:gd name="connsiteX2" fmla="*/ 4494831 w 4494831"/>
              <a:gd name="connsiteY2" fmla="*/ 3239614 h 3239614"/>
              <a:gd name="connsiteX3" fmla="*/ 0 w 4494831"/>
              <a:gd name="connsiteY3" fmla="*/ 3239614 h 3239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4831" h="3239614">
                <a:moveTo>
                  <a:pt x="0" y="0"/>
                </a:moveTo>
                <a:lnTo>
                  <a:pt x="4494831" y="0"/>
                </a:lnTo>
                <a:lnTo>
                  <a:pt x="4494831" y="3239614"/>
                </a:lnTo>
                <a:lnTo>
                  <a:pt x="0" y="323961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EA26E8C4-BD4C-AB31-E71C-DAD77784689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58800" y="1808163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8FA4F822-5D40-51E9-8311-31F89ADC8D6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58800" y="3392700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FF657CE7-7058-2F14-F219-936C8D49601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58800" y="4977238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Picture Placeholder 10">
            <a:extLst>
              <a:ext uri="{FF2B5EF4-FFF2-40B4-BE49-F238E27FC236}">
                <a16:creationId xmlns:a16="http://schemas.microsoft.com/office/drawing/2014/main" id="{51F0A19C-2C72-A5E3-D811-ED56A8011DE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038607" y="1808163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3A13C34A-2A70-9358-9EC4-486760C21D1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038607" y="3392701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4" name="Picture Placeholder 14">
            <a:extLst>
              <a:ext uri="{FF2B5EF4-FFF2-40B4-BE49-F238E27FC236}">
                <a16:creationId xmlns:a16="http://schemas.microsoft.com/office/drawing/2014/main" id="{B99003E6-91ED-853C-06C0-C3263E8D38C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038607" y="4977238"/>
            <a:ext cx="2160000" cy="1368000"/>
          </a:xfrm>
          <a:custGeom>
            <a:avLst/>
            <a:gdLst>
              <a:gd name="connsiteX0" fmla="*/ 0 w 2164676"/>
              <a:gd name="connsiteY0" fmla="*/ 0 h 1533704"/>
              <a:gd name="connsiteX1" fmla="*/ 2164676 w 2164676"/>
              <a:gd name="connsiteY1" fmla="*/ 0 h 1533704"/>
              <a:gd name="connsiteX2" fmla="*/ 2164676 w 2164676"/>
              <a:gd name="connsiteY2" fmla="*/ 1533704 h 1533704"/>
              <a:gd name="connsiteX3" fmla="*/ 0 w 2164676"/>
              <a:gd name="connsiteY3" fmla="*/ 1533704 h 1533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4676" h="1533704">
                <a:moveTo>
                  <a:pt x="0" y="0"/>
                </a:moveTo>
                <a:lnTo>
                  <a:pt x="2164676" y="0"/>
                </a:lnTo>
                <a:lnTo>
                  <a:pt x="2164676" y="1533704"/>
                </a:lnTo>
                <a:lnTo>
                  <a:pt x="0" y="1533704"/>
                </a:lnTo>
                <a:close/>
              </a:path>
            </a:pathLst>
          </a:custGeom>
          <a:pattFill prst="pct5">
            <a:fgClr>
              <a:schemeClr val="tx2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803E2380-5025-64D3-7796-D427243CE44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8BDF3E8D-018E-406B-C77A-F863C88894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7EB89D15-444B-D1F0-D453-C3D2E3B11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567621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A59E2A6E-0894-646C-B9EC-689D1F5A1C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953837" y="1808162"/>
            <a:ext cx="7238163" cy="4535997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BBA0EDFE-4B65-A9A5-7816-292CE8E105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3BC147AA-4F02-C7C4-11DC-3147B61D151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DB200F90-7752-78AB-8C03-DFC93D1C7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3655619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ildplatzhalter 2">
            <a:extLst>
              <a:ext uri="{FF2B5EF4-FFF2-40B4-BE49-F238E27FC236}">
                <a16:creationId xmlns:a16="http://schemas.microsoft.com/office/drawing/2014/main" id="{04218D4A-199F-C473-96CD-22B714A2D46F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58813" y="2384599"/>
            <a:ext cx="2160001" cy="2340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7AC62B63-66AE-E663-5544-E8A01388E28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96C79B59-0E3B-A8D8-31C4-7830AF4171E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CC6D1AAE-8254-44A4-B5FC-CBC29A15F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2712100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EE4E5649-6C61-DE6F-5A32-7A00842D8C1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" y="0"/>
            <a:ext cx="12192000" cy="6344159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B7FE752B-C990-C511-A418-99B3AAFCAE9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959738D4-E7C5-04A7-F232-2E02017418E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8015160E-A62A-761C-1601-AD3CAD175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129354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B0AF4C59-07E8-1B75-3F6F-3E36FC7A980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>
          <a:xfrm>
            <a:off x="658800" y="1808165"/>
            <a:ext cx="2449512" cy="3847416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tIns="720000" anchor="ctr"/>
          <a:lstStyle>
            <a:lvl1pPr marL="0" indent="0" algn="ctr">
              <a:buNone/>
              <a:defRPr sz="800"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84867A90-3126-7D21-1081-472CEF20DD2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>
          <a:xfrm>
            <a:off x="3173116" y="3341077"/>
            <a:ext cx="3671721" cy="2314501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tIns="720000" anchor="ctr"/>
          <a:lstStyle>
            <a:lvl1pPr marL="0" indent="0" algn="ctr">
              <a:buNone/>
              <a:defRPr sz="800"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1AF8651F-50C2-89F5-FBAF-FAA255F9D11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 bwMode="gray">
          <a:xfrm>
            <a:off x="3173116" y="1808163"/>
            <a:ext cx="1800000" cy="145892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tIns="720000" anchor="ctr"/>
          <a:lstStyle>
            <a:lvl1pPr marL="0" indent="0" algn="ctr">
              <a:buNone/>
              <a:defRPr sz="800"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F5E2DEB6-8060-0A3D-C4AE-FF9FAC78FCA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gray">
          <a:xfrm>
            <a:off x="5044838" y="1808163"/>
            <a:ext cx="1800000" cy="1458928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tIns="720000" anchor="ctr"/>
          <a:lstStyle>
            <a:lvl1pPr marL="0" indent="0" algn="ctr">
              <a:buNone/>
              <a:defRPr sz="800"/>
            </a:lvl1pPr>
          </a:lstStyle>
          <a:p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99F92596-EE9C-6927-2CD3-D88BB7B1875B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B8F6F5FD-F415-E1ED-1AE4-BFD954C4B1E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itel 20">
            <a:extLst>
              <a:ext uri="{FF2B5EF4-FFF2-40B4-BE49-F238E27FC236}">
                <a16:creationId xmlns:a16="http://schemas.microsoft.com/office/drawing/2014/main" id="{ED5B861A-B184-2F35-8956-4E1147637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3052162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/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5AB30D0C-63C7-CEA9-B66D-8F025FC1DB8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8814" y="2650188"/>
            <a:ext cx="2612123" cy="3687763"/>
          </a:xfrm>
          <a:custGeom>
            <a:avLst/>
            <a:gdLst>
              <a:gd name="connsiteX0" fmla="*/ 0 w 2485705"/>
              <a:gd name="connsiteY0" fmla="*/ 0 h 3509288"/>
              <a:gd name="connsiteX1" fmla="*/ 2485705 w 2485705"/>
              <a:gd name="connsiteY1" fmla="*/ 0 h 3509288"/>
              <a:gd name="connsiteX2" fmla="*/ 2485705 w 2485705"/>
              <a:gd name="connsiteY2" fmla="*/ 3509288 h 3509288"/>
              <a:gd name="connsiteX3" fmla="*/ 0 w 2485705"/>
              <a:gd name="connsiteY3" fmla="*/ 3509288 h 3509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8">
                <a:moveTo>
                  <a:pt x="0" y="0"/>
                </a:moveTo>
                <a:lnTo>
                  <a:pt x="2485705" y="0"/>
                </a:lnTo>
                <a:lnTo>
                  <a:pt x="2485705" y="3509288"/>
                </a:lnTo>
                <a:lnTo>
                  <a:pt x="0" y="3509288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05212AB6-D77D-3421-18B6-A996E6DFAB0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19271" y="1808163"/>
            <a:ext cx="2612123" cy="3687762"/>
          </a:xfrm>
          <a:custGeom>
            <a:avLst/>
            <a:gdLst>
              <a:gd name="connsiteX0" fmla="*/ 0 w 2485705"/>
              <a:gd name="connsiteY0" fmla="*/ 0 h 3509287"/>
              <a:gd name="connsiteX1" fmla="*/ 2485705 w 2485705"/>
              <a:gd name="connsiteY1" fmla="*/ 0 h 3509287"/>
              <a:gd name="connsiteX2" fmla="*/ 2485705 w 2485705"/>
              <a:gd name="connsiteY2" fmla="*/ 3509287 h 3509287"/>
              <a:gd name="connsiteX3" fmla="*/ 0 w 2485705"/>
              <a:gd name="connsiteY3" fmla="*/ 3509287 h 3509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5705" h="3509287">
                <a:moveTo>
                  <a:pt x="0" y="0"/>
                </a:moveTo>
                <a:lnTo>
                  <a:pt x="2485705" y="0"/>
                </a:lnTo>
                <a:lnTo>
                  <a:pt x="2485705" y="3509287"/>
                </a:lnTo>
                <a:lnTo>
                  <a:pt x="0" y="350928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wrap="square" lIns="0" tIns="0" rIns="0" bIns="0">
            <a:noAutofit/>
          </a:bodyPr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  <a:p>
            <a:endParaRPr lang="en-US"/>
          </a:p>
          <a:p>
            <a:endParaRPr lang="en-US"/>
          </a:p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AF27F708-63A1-8A33-7580-C6944AD0FC3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905624" y="5185887"/>
            <a:ext cx="4620103" cy="11593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5AC99773-03C0-51B3-A37A-0E2CBB5EC5D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905624" y="1800876"/>
            <a:ext cx="4620104" cy="17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 sz="2000" b="1"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Rectangle 19">
            <a:extLst>
              <a:ext uri="{FF2B5EF4-FFF2-40B4-BE49-F238E27FC236}">
                <a16:creationId xmlns:a16="http://schemas.microsoft.com/office/drawing/2014/main" id="{E84E3282-A06E-A8C5-4340-FF2AAFC9050E}"/>
              </a:ext>
            </a:extLst>
          </p:cNvPr>
          <p:cNvSpPr/>
          <p:nvPr userDrawn="1"/>
        </p:nvSpPr>
        <p:spPr>
          <a:xfrm>
            <a:off x="3419271" y="1800876"/>
            <a:ext cx="438150" cy="438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18" name="Rectangle 26">
            <a:extLst>
              <a:ext uri="{FF2B5EF4-FFF2-40B4-BE49-F238E27FC236}">
                <a16:creationId xmlns:a16="http://schemas.microsoft.com/office/drawing/2014/main" id="{E990190D-4E97-F2BC-3E90-4759B1DE023A}"/>
              </a:ext>
            </a:extLst>
          </p:cNvPr>
          <p:cNvSpPr/>
          <p:nvPr userDrawn="1"/>
        </p:nvSpPr>
        <p:spPr>
          <a:xfrm>
            <a:off x="666272" y="2650188"/>
            <a:ext cx="438150" cy="438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/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39AF8783-BEC8-7C6C-BF59-E9B75167832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05624" y="3914393"/>
            <a:ext cx="4620103" cy="11593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2459BC92-787C-D266-9636-A5E2A274E46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0A5858E2-DCA0-577B-990C-3CEC5C1EA45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Titel 22">
            <a:extLst>
              <a:ext uri="{FF2B5EF4-FFF2-40B4-BE49-F238E27FC236}">
                <a16:creationId xmlns:a16="http://schemas.microsoft.com/office/drawing/2014/main" id="{8F6114D9-63B3-AA68-7F04-499D12D14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0851167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/Tex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692AD83D-68AA-EFB3-61EC-F41A80E953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58813" y="1808163"/>
            <a:ext cx="3744000" cy="45370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57839775-A056-A661-1D36-E3FCFE1426D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57863" y="1808163"/>
            <a:ext cx="3744000" cy="45370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" name="Inhaltsplatzhalter 2">
            <a:extLst>
              <a:ext uri="{FF2B5EF4-FFF2-40B4-BE49-F238E27FC236}">
                <a16:creationId xmlns:a16="http://schemas.microsoft.com/office/drawing/2014/main" id="{AB35FE18-F01D-5E96-8397-98293418E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2678" y="3248096"/>
            <a:ext cx="3134096" cy="25942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7" name="Inhaltsplatzhalter 2">
            <a:extLst>
              <a:ext uri="{FF2B5EF4-FFF2-40B4-BE49-F238E27FC236}">
                <a16:creationId xmlns:a16="http://schemas.microsoft.com/office/drawing/2014/main" id="{3D370077-F2C5-9C6F-0A3C-BCEA6E3369B3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72678" y="2182979"/>
            <a:ext cx="3134096" cy="8596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8" name="Inhaltsplatzhalter 2">
            <a:extLst>
              <a:ext uri="{FF2B5EF4-FFF2-40B4-BE49-F238E27FC236}">
                <a16:creationId xmlns:a16="http://schemas.microsoft.com/office/drawing/2014/main" id="{E782331D-27AA-F1E9-BB04-E35F84498B81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862815" y="3248096"/>
            <a:ext cx="3134096" cy="25942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9" name="Inhaltsplatzhalter 2">
            <a:extLst>
              <a:ext uri="{FF2B5EF4-FFF2-40B4-BE49-F238E27FC236}">
                <a16:creationId xmlns:a16="http://schemas.microsoft.com/office/drawing/2014/main" id="{7200E6A2-DFC2-8AA5-F92A-FF5C7091B1B2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862815" y="2182979"/>
            <a:ext cx="3134096" cy="8596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07FA46B-3B3F-3F32-490E-C4257186284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BF013105-6899-A90D-429D-16D40826CA2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448000" y="1808162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8561C170-8D4A-F865-24B9-6FDC13665C8B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C5E3F041-03DB-2E67-777E-A111FD4D87A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10E597D6-7F10-C324-2698-A25BEFBD2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53215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/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">
            <a:extLst>
              <a:ext uri="{FF2B5EF4-FFF2-40B4-BE49-F238E27FC236}">
                <a16:creationId xmlns:a16="http://schemas.microsoft.com/office/drawing/2014/main" id="{BE398209-46F9-AEB2-0368-F7B53762EC5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58813" y="1808162"/>
            <a:ext cx="3744000" cy="45370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A604AC7F-624A-1143-FBB4-6E392986B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2678" y="3248096"/>
            <a:ext cx="3134096" cy="25942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71614C9C-D27A-26BF-9759-EB7FA6A0CD20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72678" y="2182979"/>
            <a:ext cx="3134096" cy="8596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0D97E437-107A-FF06-85EB-2DF58253C39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53406" y="1808162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8BA064-8075-E801-0D81-DD656C63E0E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87869FBE-9C86-7817-BEA6-3DCDD2A658C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448000" y="1808162"/>
            <a:ext cx="3744000" cy="4537075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465CF2A-C22E-F821-B8A7-E87501CB8D7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2837C49F-FFEE-E090-3043-485BE51D518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itel 20">
            <a:extLst>
              <a:ext uri="{FF2B5EF4-FFF2-40B4-BE49-F238E27FC236}">
                <a16:creationId xmlns:a16="http://schemas.microsoft.com/office/drawing/2014/main" id="{DD7C0BFC-7A60-6BB2-E3DA-4F15A24E1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946048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/Tex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DE56C3CE-9937-575A-4799-87156AAEEF95}"/>
              </a:ext>
            </a:extLst>
          </p:cNvPr>
          <p:cNvSpPr/>
          <p:nvPr userDrawn="1"/>
        </p:nvSpPr>
        <p:spPr>
          <a:xfrm>
            <a:off x="0" y="0"/>
            <a:ext cx="6098400" cy="6346032"/>
          </a:xfrm>
          <a:prstGeom prst="rect">
            <a:avLst/>
          </a:prstGeom>
          <a:gradFill>
            <a:gsLst>
              <a:gs pos="0">
                <a:schemeClr val="bg1"/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de-DE">
              <a:solidFill>
                <a:schemeClr val="bg1"/>
              </a:solidFill>
            </a:endParaRP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7200"/>
            <a:ext cx="3068061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A7FCAAF-ABC3-F4E5-C922-CDECE717B9A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3CE01C8-95AF-7AD2-A082-F5F14A3CCD9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464849" y="1807200"/>
            <a:ext cx="3068061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AD2A60CA-F61B-4612-7D28-449D1492AC1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052094" y="1807200"/>
            <a:ext cx="4087813" cy="453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/>
            </a:lvl1pPr>
          </a:lstStyle>
          <a:p>
            <a:endParaRPr lang="de-DE"/>
          </a:p>
        </p:txBody>
      </p:sp>
      <p:sp>
        <p:nvSpPr>
          <p:cNvPr id="20" name="Titel 1">
            <a:extLst>
              <a:ext uri="{FF2B5EF4-FFF2-40B4-BE49-F238E27FC236}">
                <a16:creationId xmlns:a16="http://schemas.microsoft.com/office/drawing/2014/main" id="{1DC72D7D-BB20-B6EF-DBBD-2457CE2EF3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812" y="824416"/>
            <a:ext cx="5400000" cy="3129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cap="all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21" name="Textplatzhalter 42">
            <a:extLst>
              <a:ext uri="{FF2B5EF4-FFF2-40B4-BE49-F238E27FC236}">
                <a16:creationId xmlns:a16="http://schemas.microsoft.com/office/drawing/2014/main" id="{66FACB70-323C-3380-A5F0-00C10C6471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13" y="520049"/>
            <a:ext cx="5400000" cy="255763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>
            <a:lvl1pPr marL="0" indent="0">
              <a:buNone/>
              <a:defRPr sz="22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Fußzeilenplatzhalter 17">
            <a:extLst>
              <a:ext uri="{FF2B5EF4-FFF2-40B4-BE49-F238E27FC236}">
                <a16:creationId xmlns:a16="http://schemas.microsoft.com/office/drawing/2014/main" id="{04530240-F975-45AC-E381-3AE44B029DAC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85823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/Tex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8BA064-8075-E801-0D81-DD656C63E0E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1147468C-8EC9-9468-CE31-40123E99DD2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63801" y="1808163"/>
            <a:ext cx="4064400" cy="2675339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9A6466A6-0FAF-870B-6200-A61302FEC87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0" y="1808163"/>
            <a:ext cx="4064400" cy="2675339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7C601233-5814-87DC-2733-C2D3C033C89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127602" y="1808163"/>
            <a:ext cx="4064400" cy="2675339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D7737B59-4A39-0E2F-CA06-37DAB55A726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58812" y="5149184"/>
            <a:ext cx="10874376" cy="36666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Textplatzhalter 13">
            <a:extLst>
              <a:ext uri="{FF2B5EF4-FFF2-40B4-BE49-F238E27FC236}">
                <a16:creationId xmlns:a16="http://schemas.microsoft.com/office/drawing/2014/main" id="{A5C10635-5DA8-9B73-1F7D-90BF2712978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8812" y="5523520"/>
            <a:ext cx="10874376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>
              <a:lnSpc>
                <a:spcPct val="100000"/>
              </a:lnSpc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22AEBCD9-D962-FA29-7091-5F93345A68C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3" y="4873818"/>
            <a:ext cx="658814" cy="137683"/>
          </a:xfrm>
          <a:prstGeom prst="rect">
            <a:avLst/>
          </a:prstGeom>
        </p:spPr>
      </p:pic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FEDEC182-8B4C-9DBF-069C-8FF5499422C8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7F010EE1-4C6E-0E53-5AA8-3D019AD5D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67AF6A83-4F4D-C06C-97E7-839E31340B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4867932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/Tex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8BA064-8075-E801-0D81-DD656C63E0E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D7737B59-4A39-0E2F-CA06-37DAB55A726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58812" y="5149184"/>
            <a:ext cx="10874376" cy="36666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Textplatzhalter 13">
            <a:extLst>
              <a:ext uri="{FF2B5EF4-FFF2-40B4-BE49-F238E27FC236}">
                <a16:creationId xmlns:a16="http://schemas.microsoft.com/office/drawing/2014/main" id="{A5C10635-5DA8-9B73-1F7D-90BF2712978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8812" y="5523520"/>
            <a:ext cx="10874376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>
              <a:lnSpc>
                <a:spcPct val="100000"/>
              </a:lnSpc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22AEBCD9-D962-FA29-7091-5F93345A68C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3" y="4873818"/>
            <a:ext cx="658814" cy="137683"/>
          </a:xfrm>
          <a:prstGeom prst="rect">
            <a:avLst/>
          </a:prstGeom>
        </p:spPr>
      </p:pic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FEDEC182-8B4C-9DBF-069C-8FF5499422C8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7F010EE1-4C6E-0E53-5AA8-3D019AD5D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67AF6A83-4F4D-C06C-97E7-839E31340B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19062C3D-B74B-2E2C-5200-46B1275C20A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58812" y="1808163"/>
            <a:ext cx="11533187" cy="2675339"/>
          </a:xfrm>
          <a:custGeom>
            <a:avLst/>
            <a:gdLst>
              <a:gd name="connsiteX0" fmla="*/ 0 w 3671888"/>
              <a:gd name="connsiteY0" fmla="*/ 0 h 4216400"/>
              <a:gd name="connsiteX1" fmla="*/ 3671888 w 3671888"/>
              <a:gd name="connsiteY1" fmla="*/ 0 h 4216400"/>
              <a:gd name="connsiteX2" fmla="*/ 3671888 w 3671888"/>
              <a:gd name="connsiteY2" fmla="*/ 4216400 h 4216400"/>
              <a:gd name="connsiteX3" fmla="*/ 0 w 3671888"/>
              <a:gd name="connsiteY3" fmla="*/ 4216400 h 421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1888" h="4216400">
                <a:moveTo>
                  <a:pt x="0" y="0"/>
                </a:moveTo>
                <a:lnTo>
                  <a:pt x="3671888" y="0"/>
                </a:lnTo>
                <a:lnTo>
                  <a:pt x="3671888" y="4216400"/>
                </a:lnTo>
                <a:lnTo>
                  <a:pt x="0" y="4216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1616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/Tex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4">
            <a:extLst>
              <a:ext uri="{FF2B5EF4-FFF2-40B4-BE49-F238E27FC236}">
                <a16:creationId xmlns:a16="http://schemas.microsoft.com/office/drawing/2014/main" id="{1736C734-67A4-52D3-880C-D3399FB45A7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35919" y="1808162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3" name="Picture Placeholder 12">
            <a:extLst>
              <a:ext uri="{FF2B5EF4-FFF2-40B4-BE49-F238E27FC236}">
                <a16:creationId xmlns:a16="http://schemas.microsoft.com/office/drawing/2014/main" id="{D7B423B2-62D0-4D8F-3919-8FA2F9F27E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003704" y="1808162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4" name="Picture Placeholder 16">
            <a:extLst>
              <a:ext uri="{FF2B5EF4-FFF2-40B4-BE49-F238E27FC236}">
                <a16:creationId xmlns:a16="http://schemas.microsoft.com/office/drawing/2014/main" id="{BA7CF8FB-1BBA-4FD6-39B1-54748E2A701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371489" y="1808162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5" name="Picture Placeholder 21">
            <a:extLst>
              <a:ext uri="{FF2B5EF4-FFF2-40B4-BE49-F238E27FC236}">
                <a16:creationId xmlns:a16="http://schemas.microsoft.com/office/drawing/2014/main" id="{252B1A05-2DCC-1B1F-0A7D-BFB47B5D787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71489" y="4177951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6" name="Picture Placeholder 28">
            <a:extLst>
              <a:ext uri="{FF2B5EF4-FFF2-40B4-BE49-F238E27FC236}">
                <a16:creationId xmlns:a16="http://schemas.microsoft.com/office/drawing/2014/main" id="{0DCEBE79-3FCC-4FE4-CFBA-BFCBB87B7B6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003704" y="4177951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E8C401FD-1879-55DB-BD55-9FF542133F0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635919" y="4177951"/>
            <a:ext cx="2160000" cy="2160000"/>
          </a:xfrm>
          <a:custGeom>
            <a:avLst/>
            <a:gdLst>
              <a:gd name="connsiteX0" fmla="*/ 0 w 2445417"/>
              <a:gd name="connsiteY0" fmla="*/ 0 h 2445417"/>
              <a:gd name="connsiteX1" fmla="*/ 2445417 w 2445417"/>
              <a:gd name="connsiteY1" fmla="*/ 0 h 2445417"/>
              <a:gd name="connsiteX2" fmla="*/ 2445417 w 2445417"/>
              <a:gd name="connsiteY2" fmla="*/ 2445417 h 2445417"/>
              <a:gd name="connsiteX3" fmla="*/ 0 w 2445417"/>
              <a:gd name="connsiteY3" fmla="*/ 2445417 h 2445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45417" h="2445417">
                <a:moveTo>
                  <a:pt x="0" y="0"/>
                </a:moveTo>
                <a:lnTo>
                  <a:pt x="2445417" y="0"/>
                </a:lnTo>
                <a:lnTo>
                  <a:pt x="2445417" y="2445417"/>
                </a:lnTo>
                <a:lnTo>
                  <a:pt x="0" y="244541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8" name="Inhaltsplatzhalter 2">
            <a:extLst>
              <a:ext uri="{FF2B5EF4-FFF2-40B4-BE49-F238E27FC236}">
                <a16:creationId xmlns:a16="http://schemas.microsoft.com/office/drawing/2014/main" id="{3058D995-C3C8-CBF5-4186-BC7D565D55C0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58813" y="4177951"/>
            <a:ext cx="3661974" cy="5058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9" name="Textplatzhalter 13">
            <a:extLst>
              <a:ext uri="{FF2B5EF4-FFF2-40B4-BE49-F238E27FC236}">
                <a16:creationId xmlns:a16="http://schemas.microsoft.com/office/drawing/2014/main" id="{E4A96ABA-AC1E-A8F1-8BFB-66E52282276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8813" y="4776168"/>
            <a:ext cx="3661974" cy="59055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>
              <a:lnSpc>
                <a:spcPct val="100000"/>
              </a:lnSpc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pic>
        <p:nvPicPr>
          <p:cNvPr id="40" name="Grafik 39">
            <a:extLst>
              <a:ext uri="{FF2B5EF4-FFF2-40B4-BE49-F238E27FC236}">
                <a16:creationId xmlns:a16="http://schemas.microsoft.com/office/drawing/2014/main" id="{072179F4-998D-3732-42A9-758E6F4D285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3" y="3902585"/>
            <a:ext cx="658814" cy="137683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A4B3DA3-C296-4543-F374-9CBA170764FB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ABA45368-0993-B91C-294F-4CAFE9E2B223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CE4E727E-D259-0FD4-A8E2-D7F4F23DB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F6B05C7A-7B46-1781-F021-16AB78EBAF3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2385425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/Tex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E82075BD-ED81-6B21-E55D-9AC8EF491E8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58813" y="2236335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600" b="1" cap="all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extplatzhalter 13">
            <a:extLst>
              <a:ext uri="{FF2B5EF4-FFF2-40B4-BE49-F238E27FC236}">
                <a16:creationId xmlns:a16="http://schemas.microsoft.com/office/drawing/2014/main" id="{848989BD-0D24-29B2-012F-6F665E0695B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58813" y="2521047"/>
            <a:ext cx="3978275" cy="590550"/>
          </a:xfrm>
          <a:prstGeom prst="rect">
            <a:avLst/>
          </a:prstGeo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Inhaltsplatzhalter 2">
            <a:extLst>
              <a:ext uri="{FF2B5EF4-FFF2-40B4-BE49-F238E27FC236}">
                <a16:creationId xmlns:a16="http://schemas.microsoft.com/office/drawing/2014/main" id="{54D7AE45-584B-9B45-4A1A-1016A264FF7E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658394" y="3848602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600" b="1" cap="all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Textplatzhalter 13">
            <a:extLst>
              <a:ext uri="{FF2B5EF4-FFF2-40B4-BE49-F238E27FC236}">
                <a16:creationId xmlns:a16="http://schemas.microsoft.com/office/drawing/2014/main" id="{11DB5597-71E7-EA0C-ED5B-8A11F67856B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8394" y="4133314"/>
            <a:ext cx="3978275" cy="590550"/>
          </a:xfrm>
          <a:prstGeom prst="rect">
            <a:avLst/>
          </a:prstGeo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Inhaltsplatzhalter 2">
            <a:extLst>
              <a:ext uri="{FF2B5EF4-FFF2-40B4-BE49-F238E27FC236}">
                <a16:creationId xmlns:a16="http://schemas.microsoft.com/office/drawing/2014/main" id="{3DFC8755-C4A6-5576-3793-F9CD5BBAD3FE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57975" y="5458146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600" b="1" cap="all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2" name="Textplatzhalter 13">
            <a:extLst>
              <a:ext uri="{FF2B5EF4-FFF2-40B4-BE49-F238E27FC236}">
                <a16:creationId xmlns:a16="http://schemas.microsoft.com/office/drawing/2014/main" id="{74B7EF65-04B5-6B3B-11DF-5BC3A4C7794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7975" y="5742858"/>
            <a:ext cx="3978275" cy="590550"/>
          </a:xfrm>
          <a:prstGeom prst="rect">
            <a:avLst/>
          </a:prstGeo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1BBF4DA1-0BA6-55F2-475E-458F8A59D245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7554912" y="2236335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 cap="all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4" name="Textplatzhalter 13">
            <a:extLst>
              <a:ext uri="{FF2B5EF4-FFF2-40B4-BE49-F238E27FC236}">
                <a16:creationId xmlns:a16="http://schemas.microsoft.com/office/drawing/2014/main" id="{C7EE6736-1822-EB18-CF56-CF3D2AC4BD7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54912" y="2521047"/>
            <a:ext cx="3978275" cy="590550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5" name="Inhaltsplatzhalter 2">
            <a:extLst>
              <a:ext uri="{FF2B5EF4-FFF2-40B4-BE49-F238E27FC236}">
                <a16:creationId xmlns:a16="http://schemas.microsoft.com/office/drawing/2014/main" id="{80C4A621-6B42-9A39-5A57-7EE05C20F64B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7554493" y="3848602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 cap="all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6" name="Textplatzhalter 13">
            <a:extLst>
              <a:ext uri="{FF2B5EF4-FFF2-40B4-BE49-F238E27FC236}">
                <a16:creationId xmlns:a16="http://schemas.microsoft.com/office/drawing/2014/main" id="{2594C389-A931-CDA3-6684-744F90F82F5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554493" y="4133314"/>
            <a:ext cx="3978275" cy="590550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7" name="Inhaltsplatzhalter 2">
            <a:extLst>
              <a:ext uri="{FF2B5EF4-FFF2-40B4-BE49-F238E27FC236}">
                <a16:creationId xmlns:a16="http://schemas.microsoft.com/office/drawing/2014/main" id="{C3873F2B-4173-ABA9-9283-CD4729A93DAF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7554074" y="5458146"/>
            <a:ext cx="3977856" cy="25576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1" cap="all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8" name="Textplatzhalter 13">
            <a:extLst>
              <a:ext uri="{FF2B5EF4-FFF2-40B4-BE49-F238E27FC236}">
                <a16:creationId xmlns:a16="http://schemas.microsoft.com/office/drawing/2014/main" id="{A71CBFDB-73CA-6C60-E900-9EBBA8347E9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554074" y="5742858"/>
            <a:ext cx="3978275" cy="590550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9" name="Bildplatzhalter 17">
            <a:extLst>
              <a:ext uri="{FF2B5EF4-FFF2-40B4-BE49-F238E27FC236}">
                <a16:creationId xmlns:a16="http://schemas.microsoft.com/office/drawing/2014/main" id="{78480E12-58D3-B112-4890-1B178B237BC5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766210" y="1803127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0" name="Bildplatzhalter 17">
            <a:extLst>
              <a:ext uri="{FF2B5EF4-FFF2-40B4-BE49-F238E27FC236}">
                <a16:creationId xmlns:a16="http://schemas.microsoft.com/office/drawing/2014/main" id="{0A23C58F-2173-CDF1-75C4-8E73E3F7D084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433275" y="1805886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1" name="Bildplatzhalter 17">
            <a:extLst>
              <a:ext uri="{FF2B5EF4-FFF2-40B4-BE49-F238E27FC236}">
                <a16:creationId xmlns:a16="http://schemas.microsoft.com/office/drawing/2014/main" id="{B606F3C9-0F89-28E2-4897-42EEA9095424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767969" y="3340830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2" name="Bildplatzhalter 17">
            <a:extLst>
              <a:ext uri="{FF2B5EF4-FFF2-40B4-BE49-F238E27FC236}">
                <a16:creationId xmlns:a16="http://schemas.microsoft.com/office/drawing/2014/main" id="{3F627BC9-C0C9-5B9B-853C-7AF06312A115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433275" y="3341450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3" name="Bildplatzhalter 17">
            <a:extLst>
              <a:ext uri="{FF2B5EF4-FFF2-40B4-BE49-F238E27FC236}">
                <a16:creationId xmlns:a16="http://schemas.microsoft.com/office/drawing/2014/main" id="{83C28757-846D-C1EF-A38E-E5A5DD73A6C1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767589" y="5001061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4" name="Bildplatzhalter 17">
            <a:extLst>
              <a:ext uri="{FF2B5EF4-FFF2-40B4-BE49-F238E27FC236}">
                <a16:creationId xmlns:a16="http://schemas.microsoft.com/office/drawing/2014/main" id="{082E85B8-1757-B107-E8ED-E7FB2417E63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433275" y="5001682"/>
            <a:ext cx="990000" cy="990000"/>
          </a:xfrm>
          <a:prstGeom prst="ellipse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9057E4-7A31-EAB6-C210-61ECE3606C40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ußzeilenplatzhalter 13">
            <a:extLst>
              <a:ext uri="{FF2B5EF4-FFF2-40B4-BE49-F238E27FC236}">
                <a16:creationId xmlns:a16="http://schemas.microsoft.com/office/drawing/2014/main" id="{8DF0C3E1-6940-A27A-DB4C-07121CE466D3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51E9FAD2-8381-5928-4874-68C9AF9BF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05120CB4-476E-A7ED-CADA-C0C1AB0651D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3595756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Refe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4F400619-0B10-B07E-9BB8-9AA4A95667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86910" y="2274512"/>
            <a:ext cx="5346000" cy="40707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2D9481-BA26-0289-57A6-D5E70B41B6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8E876408-258B-8945-376A-E1F3A9366761}"/>
              </a:ext>
            </a:extLst>
          </p:cNvPr>
          <p:cNvSpPr/>
          <p:nvPr userDrawn="1"/>
        </p:nvSpPr>
        <p:spPr>
          <a:xfrm>
            <a:off x="658813" y="1808076"/>
            <a:ext cx="5346000" cy="4536000"/>
          </a:xfrm>
          <a:prstGeom prst="rect">
            <a:avLst/>
          </a:prstGeom>
          <a:noFill/>
          <a:ln w="952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Textplatzhalter 12">
            <a:extLst>
              <a:ext uri="{FF2B5EF4-FFF2-40B4-BE49-F238E27FC236}">
                <a16:creationId xmlns:a16="http://schemas.microsoft.com/office/drawing/2014/main" id="{8AF6A13F-C6F6-FDEA-A043-E8F2F4C4414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6909" y="1941977"/>
            <a:ext cx="5345999" cy="2408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tx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ÜBERSCHRIFT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3" name="Bildplatzhalter 2">
            <a:extLst>
              <a:ext uri="{FF2B5EF4-FFF2-40B4-BE49-F238E27FC236}">
                <a16:creationId xmlns:a16="http://schemas.microsoft.com/office/drawing/2014/main" id="{9C808EB5-F9BE-8232-0148-2038C5EC520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89607" y="1961027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4" name="Bildplatzhalter 2">
            <a:extLst>
              <a:ext uri="{FF2B5EF4-FFF2-40B4-BE49-F238E27FC236}">
                <a16:creationId xmlns:a16="http://schemas.microsoft.com/office/drawing/2014/main" id="{375F304C-FD2F-1493-F543-3261806FB1C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89607" y="2829330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6" name="Bildplatzhalter 2">
            <a:extLst>
              <a:ext uri="{FF2B5EF4-FFF2-40B4-BE49-F238E27FC236}">
                <a16:creationId xmlns:a16="http://schemas.microsoft.com/office/drawing/2014/main" id="{4D431A6B-B28C-20CE-F539-0E7CF4198C10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89607" y="3697633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7" name="Bildplatzhalter 2">
            <a:extLst>
              <a:ext uri="{FF2B5EF4-FFF2-40B4-BE49-F238E27FC236}">
                <a16:creationId xmlns:a16="http://schemas.microsoft.com/office/drawing/2014/main" id="{7F86D901-2D0E-12A1-987A-6135CB72B355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89607" y="4565936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8" name="Bildplatzhalter 2">
            <a:extLst>
              <a:ext uri="{FF2B5EF4-FFF2-40B4-BE49-F238E27FC236}">
                <a16:creationId xmlns:a16="http://schemas.microsoft.com/office/drawing/2014/main" id="{41DB8CC7-1DB9-A597-3324-9766909CB42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89607" y="5434239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5" name="Bildplatzhalter 2">
            <a:extLst>
              <a:ext uri="{FF2B5EF4-FFF2-40B4-BE49-F238E27FC236}">
                <a16:creationId xmlns:a16="http://schemas.microsoft.com/office/drawing/2014/main" id="{89863CFE-4AE1-AB52-938E-5E498888F2E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378160" y="1961027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6" name="Bildplatzhalter 2">
            <a:extLst>
              <a:ext uri="{FF2B5EF4-FFF2-40B4-BE49-F238E27FC236}">
                <a16:creationId xmlns:a16="http://schemas.microsoft.com/office/drawing/2014/main" id="{2B5EDB63-1A90-2FCC-7433-6435914658A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378160" y="2829330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7" name="Bildplatzhalter 2">
            <a:extLst>
              <a:ext uri="{FF2B5EF4-FFF2-40B4-BE49-F238E27FC236}">
                <a16:creationId xmlns:a16="http://schemas.microsoft.com/office/drawing/2014/main" id="{3C98FE92-695B-FF0D-5E46-3943CC29A091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3378160" y="3697633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8" name="Bildplatzhalter 2">
            <a:extLst>
              <a:ext uri="{FF2B5EF4-FFF2-40B4-BE49-F238E27FC236}">
                <a16:creationId xmlns:a16="http://schemas.microsoft.com/office/drawing/2014/main" id="{5D357F6F-FDEF-4DE2-1A64-A83CF716B2F0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3378160" y="4565936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9" name="Bildplatzhalter 2">
            <a:extLst>
              <a:ext uri="{FF2B5EF4-FFF2-40B4-BE49-F238E27FC236}">
                <a16:creationId xmlns:a16="http://schemas.microsoft.com/office/drawing/2014/main" id="{4CBDAC7D-B2DB-0A37-CA5F-E767D274A3E1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378160" y="5434239"/>
            <a:ext cx="2485905" cy="76842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8BF9794-6C52-5CAD-5B97-924DCC046DC5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B5E28C46-7384-AD57-AAC5-83F90616A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Textplatzhalter 17">
            <a:extLst>
              <a:ext uri="{FF2B5EF4-FFF2-40B4-BE49-F238E27FC236}">
                <a16:creationId xmlns:a16="http://schemas.microsoft.com/office/drawing/2014/main" id="{0F063B18-56C2-8285-2EEA-16DC2F3381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9735970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Referenc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B964F32-72AB-F1BA-4B4F-75EB1583FD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58813" y="1808163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9" name="Bildplatzhalter 2">
            <a:extLst>
              <a:ext uri="{FF2B5EF4-FFF2-40B4-BE49-F238E27FC236}">
                <a16:creationId xmlns:a16="http://schemas.microsoft.com/office/drawing/2014/main" id="{59A80FB0-FB51-83CC-B146-806E2C55F2B9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3452758" y="1808163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0" name="Bildplatzhalter 2">
            <a:extLst>
              <a:ext uri="{FF2B5EF4-FFF2-40B4-BE49-F238E27FC236}">
                <a16:creationId xmlns:a16="http://schemas.microsoft.com/office/drawing/2014/main" id="{CCB8675E-0CD1-0C97-8A9A-D3026E6411ED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246703" y="1808163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7" name="Bildplatzhalter 2">
            <a:extLst>
              <a:ext uri="{FF2B5EF4-FFF2-40B4-BE49-F238E27FC236}">
                <a16:creationId xmlns:a16="http://schemas.microsoft.com/office/drawing/2014/main" id="{B2603B96-DF65-E976-FA83-02C6EFD0A0DA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9040648" y="1808163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8" name="Bildplatzhalter 2">
            <a:extLst>
              <a:ext uri="{FF2B5EF4-FFF2-40B4-BE49-F238E27FC236}">
                <a16:creationId xmlns:a16="http://schemas.microsoft.com/office/drawing/2014/main" id="{8754B366-AA2D-9354-420D-5F534E3E7A9F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665448" y="290993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39" name="Bildplatzhalter 2">
            <a:extLst>
              <a:ext uri="{FF2B5EF4-FFF2-40B4-BE49-F238E27FC236}">
                <a16:creationId xmlns:a16="http://schemas.microsoft.com/office/drawing/2014/main" id="{3D6C926A-DDCB-8A29-D174-8BC8653E32AD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459393" y="290993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0" name="Bildplatzhalter 2">
            <a:extLst>
              <a:ext uri="{FF2B5EF4-FFF2-40B4-BE49-F238E27FC236}">
                <a16:creationId xmlns:a16="http://schemas.microsoft.com/office/drawing/2014/main" id="{A4173441-12EE-66D5-768A-04EB3E1A564F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253338" y="290993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1" name="Bildplatzhalter 2">
            <a:extLst>
              <a:ext uri="{FF2B5EF4-FFF2-40B4-BE49-F238E27FC236}">
                <a16:creationId xmlns:a16="http://schemas.microsoft.com/office/drawing/2014/main" id="{CF13A422-3C24-4EB9-ADF6-500B60F18FFC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9047283" y="290993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2" name="Bildplatzhalter 2">
            <a:extLst>
              <a:ext uri="{FF2B5EF4-FFF2-40B4-BE49-F238E27FC236}">
                <a16:creationId xmlns:a16="http://schemas.microsoft.com/office/drawing/2014/main" id="{A0A0CA56-BA82-030D-F0E0-C5E84E569C3D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658812" y="4011715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3" name="Bildplatzhalter 2">
            <a:extLst>
              <a:ext uri="{FF2B5EF4-FFF2-40B4-BE49-F238E27FC236}">
                <a16:creationId xmlns:a16="http://schemas.microsoft.com/office/drawing/2014/main" id="{5EB07990-A9C3-3F42-07AE-2EE450E302DC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3452757" y="4011715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4" name="Bildplatzhalter 2">
            <a:extLst>
              <a:ext uri="{FF2B5EF4-FFF2-40B4-BE49-F238E27FC236}">
                <a16:creationId xmlns:a16="http://schemas.microsoft.com/office/drawing/2014/main" id="{D1A9E494-7C7C-A3CA-2B6A-9348E6C27BAB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6246702" y="4011715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5" name="Bildplatzhalter 2">
            <a:extLst>
              <a:ext uri="{FF2B5EF4-FFF2-40B4-BE49-F238E27FC236}">
                <a16:creationId xmlns:a16="http://schemas.microsoft.com/office/drawing/2014/main" id="{68E3CEDB-B4E5-F793-8CFF-105AD13F9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9040647" y="4011715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6" name="Bildplatzhalter 2">
            <a:extLst>
              <a:ext uri="{FF2B5EF4-FFF2-40B4-BE49-F238E27FC236}">
                <a16:creationId xmlns:a16="http://schemas.microsoft.com/office/drawing/2014/main" id="{70B7CB09-852E-3508-0D65-6E79559028B7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665448" y="511006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7" name="Bildplatzhalter 2">
            <a:extLst>
              <a:ext uri="{FF2B5EF4-FFF2-40B4-BE49-F238E27FC236}">
                <a16:creationId xmlns:a16="http://schemas.microsoft.com/office/drawing/2014/main" id="{65E447E8-464E-A5AD-5978-4E0AF5950A68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3459393" y="511006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8" name="Bildplatzhalter 2">
            <a:extLst>
              <a:ext uri="{FF2B5EF4-FFF2-40B4-BE49-F238E27FC236}">
                <a16:creationId xmlns:a16="http://schemas.microsoft.com/office/drawing/2014/main" id="{3384F8CF-9CEC-AC2F-1654-FA280A43CC60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253338" y="511006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9" name="Bildplatzhalter 2">
            <a:extLst>
              <a:ext uri="{FF2B5EF4-FFF2-40B4-BE49-F238E27FC236}">
                <a16:creationId xmlns:a16="http://schemas.microsoft.com/office/drawing/2014/main" id="{2A0B8796-A130-B7AF-9357-DD89770ED625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9047283" y="5110069"/>
            <a:ext cx="2485905" cy="861885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45454C5-9A43-218F-1577-0DCDE0469390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4BB6A518-46EE-F289-85EE-1983C7B28E0F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740FCA66-6E32-5DB1-2E96-BFEB1BAC3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1451F86D-C03B-70BD-72BB-63F3119E86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04929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Reference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7E5C5D-D168-6106-CFAC-A7D26E8A5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467E333-4ECF-34A9-5DA3-B8116008A5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F8D90E2-C4DB-F868-0DF6-3E4491E3E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6" name="Textplatzhalter 17">
            <a:extLst>
              <a:ext uri="{FF2B5EF4-FFF2-40B4-BE49-F238E27FC236}">
                <a16:creationId xmlns:a16="http://schemas.microsoft.com/office/drawing/2014/main" id="{BD8758DB-9932-98A9-4376-3B54315AD8C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58800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200" b="1" i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b="1" i="0" cap="all" baseline="0">
                <a:solidFill>
                  <a:schemeClr val="bg1"/>
                </a:solidFill>
              </a:defRPr>
            </a:lvl2pPr>
            <a:lvl3pPr marL="914400" indent="0">
              <a:buNone/>
              <a:defRPr b="1" i="0" cap="all" baseline="0">
                <a:solidFill>
                  <a:schemeClr val="bg1"/>
                </a:solidFill>
              </a:defRPr>
            </a:lvl3pPr>
            <a:lvl4pPr marL="1371600" indent="0">
              <a:buNone/>
              <a:defRPr b="1" i="0" cap="all" baseline="0">
                <a:solidFill>
                  <a:schemeClr val="bg1"/>
                </a:solidFill>
              </a:defRPr>
            </a:lvl4pPr>
            <a:lvl5pPr marL="1828800" indent="0">
              <a:buNone/>
              <a:defRPr b="1" i="0" cap="all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Bildplatzhalter 2">
            <a:extLst>
              <a:ext uri="{FF2B5EF4-FFF2-40B4-BE49-F238E27FC236}">
                <a16:creationId xmlns:a16="http://schemas.microsoft.com/office/drawing/2014/main" id="{C5721F21-1CAB-5707-E0F3-1E4F9DCF3DF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58813" y="1428241"/>
            <a:ext cx="2959768" cy="137232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Logo / Reference </a:t>
            </a:r>
            <a:r>
              <a:rPr lang="de-DE" err="1"/>
              <a:t>project</a:t>
            </a:r>
            <a:endParaRPr lang="de-DE"/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125F3478-62A5-6572-17CD-EBE0266C0C1B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187188" y="3032701"/>
            <a:ext cx="5346000" cy="202516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extplatzhalter 19">
            <a:extLst>
              <a:ext uri="{FF2B5EF4-FFF2-40B4-BE49-F238E27FC236}">
                <a16:creationId xmlns:a16="http://schemas.microsoft.com/office/drawing/2014/main" id="{D20DC85B-A08F-2860-CAA4-C5492DBB5AA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87188" y="2697599"/>
            <a:ext cx="5346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baseline="0"/>
            </a:lvl1pPr>
          </a:lstStyle>
          <a:p>
            <a:pPr lvl="0"/>
            <a:r>
              <a:rPr lang="de-DE" err="1"/>
              <a:t>contents</a:t>
            </a:r>
            <a:endParaRPr lang="de-DE"/>
          </a:p>
        </p:txBody>
      </p:sp>
      <p:sp>
        <p:nvSpPr>
          <p:cNvPr id="23" name="Textplatzhalter 19">
            <a:extLst>
              <a:ext uri="{FF2B5EF4-FFF2-40B4-BE49-F238E27FC236}">
                <a16:creationId xmlns:a16="http://schemas.microsoft.com/office/drawing/2014/main" id="{8A8576D8-2DB5-1A32-9D81-0F5ADF4C6E1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187188" y="5620799"/>
            <a:ext cx="5346000" cy="72000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Textplatzhalter 19">
            <a:extLst>
              <a:ext uri="{FF2B5EF4-FFF2-40B4-BE49-F238E27FC236}">
                <a16:creationId xmlns:a16="http://schemas.microsoft.com/office/drawing/2014/main" id="{D6F86D6E-C7F6-547C-06AD-6375537EF7D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187188" y="5275199"/>
            <a:ext cx="5346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baseline="0"/>
            </a:lvl1pPr>
          </a:lstStyle>
          <a:p>
            <a:pPr lvl="0"/>
            <a:r>
              <a:rPr lang="de-DE" err="1"/>
              <a:t>tools</a:t>
            </a:r>
            <a:endParaRPr lang="de-DE"/>
          </a:p>
        </p:txBody>
      </p:sp>
      <p:sp>
        <p:nvSpPr>
          <p:cNvPr id="25" name="Textplatzhalter 19">
            <a:extLst>
              <a:ext uri="{FF2B5EF4-FFF2-40B4-BE49-F238E27FC236}">
                <a16:creationId xmlns:a16="http://schemas.microsoft.com/office/drawing/2014/main" id="{43E246A5-CEA2-3E5A-C1A2-98BE28128D4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187188" y="1808162"/>
            <a:ext cx="5346000" cy="7219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none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Reference title</a:t>
            </a:r>
          </a:p>
        </p:txBody>
      </p:sp>
      <p:sp>
        <p:nvSpPr>
          <p:cNvPr id="26" name="Textplatzhalter 19">
            <a:extLst>
              <a:ext uri="{FF2B5EF4-FFF2-40B4-BE49-F238E27FC236}">
                <a16:creationId xmlns:a16="http://schemas.microsoft.com/office/drawing/2014/main" id="{233D4FE0-3960-65C8-EEA9-A9814B61655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58813" y="5276689"/>
            <a:ext cx="4140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baseline="0"/>
            </a:lvl1pPr>
          </a:lstStyle>
          <a:p>
            <a:pPr lvl="0"/>
            <a:r>
              <a:rPr lang="de-DE"/>
              <a:t>Project </a:t>
            </a:r>
            <a:r>
              <a:rPr lang="de-DE" err="1"/>
              <a:t>goals</a:t>
            </a:r>
            <a:endParaRPr lang="de-DE"/>
          </a:p>
        </p:txBody>
      </p:sp>
      <p:sp>
        <p:nvSpPr>
          <p:cNvPr id="27" name="Textplatzhalter 19">
            <a:extLst>
              <a:ext uri="{FF2B5EF4-FFF2-40B4-BE49-F238E27FC236}">
                <a16:creationId xmlns:a16="http://schemas.microsoft.com/office/drawing/2014/main" id="{3467C904-3325-B8AD-ED40-A0D69E47E325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58813" y="5620471"/>
            <a:ext cx="5346000" cy="72000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platzhalter 19">
            <a:extLst>
              <a:ext uri="{FF2B5EF4-FFF2-40B4-BE49-F238E27FC236}">
                <a16:creationId xmlns:a16="http://schemas.microsoft.com/office/drawing/2014/main" id="{3D63D933-A837-F1BB-4708-7B0E5F7970CF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617785" y="3034006"/>
            <a:ext cx="4384800" cy="61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Textplatzhalter 19">
            <a:extLst>
              <a:ext uri="{FF2B5EF4-FFF2-40B4-BE49-F238E27FC236}">
                <a16:creationId xmlns:a16="http://schemas.microsoft.com/office/drawing/2014/main" id="{696CA6F9-A5E0-22D0-0E64-5AE1422F545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8813" y="3034006"/>
            <a:ext cx="828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baseline="0"/>
            </a:lvl1pPr>
          </a:lstStyle>
          <a:p>
            <a:pPr lvl="0"/>
            <a:r>
              <a:rPr lang="de-DE" err="1"/>
              <a:t>customer</a:t>
            </a:r>
            <a:endParaRPr lang="de-DE"/>
          </a:p>
        </p:txBody>
      </p:sp>
      <p:sp>
        <p:nvSpPr>
          <p:cNvPr id="30" name="Textplatzhalter 19">
            <a:extLst>
              <a:ext uri="{FF2B5EF4-FFF2-40B4-BE49-F238E27FC236}">
                <a16:creationId xmlns:a16="http://schemas.microsoft.com/office/drawing/2014/main" id="{E86545CF-9F9C-845B-E3EA-B4AFBA34C0F9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617785" y="3854622"/>
            <a:ext cx="4385631" cy="61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Textplatzhalter 19">
            <a:extLst>
              <a:ext uri="{FF2B5EF4-FFF2-40B4-BE49-F238E27FC236}">
                <a16:creationId xmlns:a16="http://schemas.microsoft.com/office/drawing/2014/main" id="{CCD37D4A-5ADE-63A4-7FFF-55C67E150E6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58813" y="3854622"/>
            <a:ext cx="828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i="1" cap="none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err="1"/>
              <a:t>Scope</a:t>
            </a:r>
            <a:endParaRPr lang="de-DE"/>
          </a:p>
        </p:txBody>
      </p:sp>
      <p:sp>
        <p:nvSpPr>
          <p:cNvPr id="32" name="Textplatzhalter 19">
            <a:extLst>
              <a:ext uri="{FF2B5EF4-FFF2-40B4-BE49-F238E27FC236}">
                <a16:creationId xmlns:a16="http://schemas.microsoft.com/office/drawing/2014/main" id="{00D4EC64-C64F-9DE5-7CCE-916249E0BD1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617785" y="4663515"/>
            <a:ext cx="3168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3" name="Textplatzhalter 19">
            <a:extLst>
              <a:ext uri="{FF2B5EF4-FFF2-40B4-BE49-F238E27FC236}">
                <a16:creationId xmlns:a16="http://schemas.microsoft.com/office/drawing/2014/main" id="{4E02325E-0C3E-5B11-59A4-80959B3AC34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8813" y="4663515"/>
            <a:ext cx="828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i="1" cap="none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err="1"/>
              <a:t>Period</a:t>
            </a:r>
            <a:endParaRPr lang="de-DE"/>
          </a:p>
        </p:txBody>
      </p:sp>
      <p:grpSp>
        <p:nvGrpSpPr>
          <p:cNvPr id="67" name="Group 42">
            <a:extLst>
              <a:ext uri="{FF2B5EF4-FFF2-40B4-BE49-F238E27FC236}">
                <a16:creationId xmlns:a16="http://schemas.microsoft.com/office/drawing/2014/main" id="{9E00147C-019F-3752-8432-91C788FD8223}"/>
              </a:ext>
            </a:extLst>
          </p:cNvPr>
          <p:cNvGrpSpPr/>
          <p:nvPr userDrawn="1"/>
        </p:nvGrpSpPr>
        <p:grpSpPr>
          <a:xfrm>
            <a:off x="4907606" y="4879390"/>
            <a:ext cx="668215" cy="667907"/>
            <a:chOff x="1365101" y="1859505"/>
            <a:chExt cx="4340096" cy="4338095"/>
          </a:xfrm>
        </p:grpSpPr>
        <p:sp>
          <p:nvSpPr>
            <p:cNvPr id="68" name="Shape 8">
              <a:extLst>
                <a:ext uri="{FF2B5EF4-FFF2-40B4-BE49-F238E27FC236}">
                  <a16:creationId xmlns:a16="http://schemas.microsoft.com/office/drawing/2014/main" id="{1A6FB961-5969-88C9-52E7-33FD9026E148}"/>
                </a:ext>
              </a:extLst>
            </p:cNvPr>
            <p:cNvSpPr/>
            <p:nvPr/>
          </p:nvSpPr>
          <p:spPr>
            <a:xfrm>
              <a:off x="1365101" y="2725183"/>
              <a:ext cx="3472576" cy="34724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2"/>
                  </a:moveTo>
                  <a:cubicBezTo>
                    <a:pt x="21600" y="16765"/>
                    <a:pt x="16764" y="21600"/>
                    <a:pt x="10802" y="21600"/>
                  </a:cubicBezTo>
                  <a:cubicBezTo>
                    <a:pt x="4837" y="21600"/>
                    <a:pt x="0" y="16765"/>
                    <a:pt x="0" y="10802"/>
                  </a:cubicBezTo>
                  <a:cubicBezTo>
                    <a:pt x="0" y="4836"/>
                    <a:pt x="4837" y="0"/>
                    <a:pt x="10802" y="0"/>
                  </a:cubicBezTo>
                  <a:cubicBezTo>
                    <a:pt x="16764" y="0"/>
                    <a:pt x="21600" y="4836"/>
                    <a:pt x="21600" y="10802"/>
                  </a:cubicBezTo>
                  <a:close/>
                </a:path>
              </a:pathLst>
            </a:custGeom>
            <a:solidFill>
              <a:schemeClr val="tx1">
                <a:lumMod val="75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69" name="Shape 9">
              <a:extLst>
                <a:ext uri="{FF2B5EF4-FFF2-40B4-BE49-F238E27FC236}">
                  <a16:creationId xmlns:a16="http://schemas.microsoft.com/office/drawing/2014/main" id="{D96E7566-8B50-88A5-6ED0-B499499ACA24}"/>
                </a:ext>
              </a:extLst>
            </p:cNvPr>
            <p:cNvSpPr/>
            <p:nvPr/>
          </p:nvSpPr>
          <p:spPr>
            <a:xfrm>
              <a:off x="1677709" y="3109927"/>
              <a:ext cx="3049888" cy="30497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2"/>
                  </a:moveTo>
                  <a:cubicBezTo>
                    <a:pt x="21600" y="16765"/>
                    <a:pt x="16765" y="21600"/>
                    <a:pt x="10802" y="21600"/>
                  </a:cubicBezTo>
                  <a:cubicBezTo>
                    <a:pt x="4837" y="21600"/>
                    <a:pt x="0" y="16765"/>
                    <a:pt x="0" y="10802"/>
                  </a:cubicBezTo>
                  <a:cubicBezTo>
                    <a:pt x="0" y="4836"/>
                    <a:pt x="4837" y="0"/>
                    <a:pt x="10802" y="0"/>
                  </a:cubicBezTo>
                  <a:cubicBezTo>
                    <a:pt x="16765" y="0"/>
                    <a:pt x="21600" y="4836"/>
                    <a:pt x="21600" y="10802"/>
                  </a:cubicBez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0" name="Shape 10">
              <a:extLst>
                <a:ext uri="{FF2B5EF4-FFF2-40B4-BE49-F238E27FC236}">
                  <a16:creationId xmlns:a16="http://schemas.microsoft.com/office/drawing/2014/main" id="{2D71CD38-7C13-6E4A-271F-93D7F8CA309C}"/>
                </a:ext>
              </a:extLst>
            </p:cNvPr>
            <p:cNvSpPr/>
            <p:nvPr/>
          </p:nvSpPr>
          <p:spPr>
            <a:xfrm>
              <a:off x="1761871" y="3109927"/>
              <a:ext cx="2690325" cy="26901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2"/>
                  </a:moveTo>
                  <a:cubicBezTo>
                    <a:pt x="21600" y="16765"/>
                    <a:pt x="16765" y="21600"/>
                    <a:pt x="10802" y="21600"/>
                  </a:cubicBezTo>
                  <a:cubicBezTo>
                    <a:pt x="4837" y="21600"/>
                    <a:pt x="0" y="16765"/>
                    <a:pt x="0" y="10802"/>
                  </a:cubicBezTo>
                  <a:cubicBezTo>
                    <a:pt x="0" y="4836"/>
                    <a:pt x="4837" y="0"/>
                    <a:pt x="10802" y="0"/>
                  </a:cubicBezTo>
                  <a:cubicBezTo>
                    <a:pt x="16765" y="0"/>
                    <a:pt x="21600" y="4836"/>
                    <a:pt x="21600" y="10802"/>
                  </a:cubicBezTo>
                  <a:close/>
                </a:path>
              </a:pathLst>
            </a:custGeom>
            <a:solidFill>
              <a:schemeClr val="accent4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1" name="Shape 11">
              <a:extLst>
                <a:ext uri="{FF2B5EF4-FFF2-40B4-BE49-F238E27FC236}">
                  <a16:creationId xmlns:a16="http://schemas.microsoft.com/office/drawing/2014/main" id="{159CF461-38D0-3A97-C28F-8465D71430E5}"/>
                </a:ext>
              </a:extLst>
            </p:cNvPr>
            <p:cNvSpPr/>
            <p:nvPr/>
          </p:nvSpPr>
          <p:spPr>
            <a:xfrm>
              <a:off x="2110549" y="3458605"/>
              <a:ext cx="1989312" cy="19892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2"/>
                  </a:moveTo>
                  <a:cubicBezTo>
                    <a:pt x="21600" y="16764"/>
                    <a:pt x="16764" y="21600"/>
                    <a:pt x="10801" y="21600"/>
                  </a:cubicBezTo>
                  <a:cubicBezTo>
                    <a:pt x="4834" y="21600"/>
                    <a:pt x="0" y="16764"/>
                    <a:pt x="0" y="10802"/>
                  </a:cubicBezTo>
                  <a:cubicBezTo>
                    <a:pt x="0" y="4834"/>
                    <a:pt x="4834" y="0"/>
                    <a:pt x="10801" y="0"/>
                  </a:cubicBezTo>
                  <a:cubicBezTo>
                    <a:pt x="16764" y="0"/>
                    <a:pt x="21600" y="4834"/>
                    <a:pt x="21600" y="10802"/>
                  </a:cubicBezTo>
                  <a:close/>
                </a:path>
              </a:pathLst>
            </a:custGeom>
            <a:solidFill>
              <a:schemeClr val="accent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2" name="Shape 12">
              <a:extLst>
                <a:ext uri="{FF2B5EF4-FFF2-40B4-BE49-F238E27FC236}">
                  <a16:creationId xmlns:a16="http://schemas.microsoft.com/office/drawing/2014/main" id="{42ED4F87-2AD0-ECBB-472F-ED959A966D7C}"/>
                </a:ext>
              </a:extLst>
            </p:cNvPr>
            <p:cNvSpPr/>
            <p:nvPr/>
          </p:nvSpPr>
          <p:spPr>
            <a:xfrm>
              <a:off x="2459223" y="3807280"/>
              <a:ext cx="1288234" cy="12881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4"/>
                  </a:moveTo>
                  <a:cubicBezTo>
                    <a:pt x="21600" y="16765"/>
                    <a:pt x="16764" y="21600"/>
                    <a:pt x="10804" y="21600"/>
                  </a:cubicBezTo>
                  <a:cubicBezTo>
                    <a:pt x="4837" y="21600"/>
                    <a:pt x="0" y="16765"/>
                    <a:pt x="0" y="10804"/>
                  </a:cubicBezTo>
                  <a:cubicBezTo>
                    <a:pt x="0" y="4837"/>
                    <a:pt x="4837" y="0"/>
                    <a:pt x="10804" y="0"/>
                  </a:cubicBezTo>
                  <a:cubicBezTo>
                    <a:pt x="16764" y="0"/>
                    <a:pt x="21600" y="4837"/>
                    <a:pt x="21600" y="10804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3" name="Shape 13">
              <a:extLst>
                <a:ext uri="{FF2B5EF4-FFF2-40B4-BE49-F238E27FC236}">
                  <a16:creationId xmlns:a16="http://schemas.microsoft.com/office/drawing/2014/main" id="{93997907-63E0-4118-C65C-504D298661FD}"/>
                </a:ext>
              </a:extLst>
            </p:cNvPr>
            <p:cNvSpPr/>
            <p:nvPr/>
          </p:nvSpPr>
          <p:spPr>
            <a:xfrm>
              <a:off x="2807901" y="4167980"/>
              <a:ext cx="587322" cy="5871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0809"/>
                  </a:moveTo>
                  <a:cubicBezTo>
                    <a:pt x="21600" y="16771"/>
                    <a:pt x="16765" y="21600"/>
                    <a:pt x="10807" y="21600"/>
                  </a:cubicBezTo>
                  <a:cubicBezTo>
                    <a:pt x="4834" y="21600"/>
                    <a:pt x="0" y="16771"/>
                    <a:pt x="0" y="10809"/>
                  </a:cubicBezTo>
                  <a:cubicBezTo>
                    <a:pt x="0" y="4835"/>
                    <a:pt x="4834" y="0"/>
                    <a:pt x="10807" y="0"/>
                  </a:cubicBezTo>
                  <a:cubicBezTo>
                    <a:pt x="16765" y="0"/>
                    <a:pt x="21600" y="4835"/>
                    <a:pt x="21600" y="10809"/>
                  </a:cubicBezTo>
                  <a:close/>
                </a:path>
              </a:pathLst>
            </a:custGeom>
            <a:solidFill>
              <a:schemeClr val="accent3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4" name="Shape 14">
              <a:extLst>
                <a:ext uri="{FF2B5EF4-FFF2-40B4-BE49-F238E27FC236}">
                  <a16:creationId xmlns:a16="http://schemas.microsoft.com/office/drawing/2014/main" id="{4BD7D8B2-E705-240E-08F8-F51173721D5E}"/>
                </a:ext>
              </a:extLst>
            </p:cNvPr>
            <p:cNvSpPr/>
            <p:nvPr/>
          </p:nvSpPr>
          <p:spPr>
            <a:xfrm>
              <a:off x="3097983" y="1859505"/>
              <a:ext cx="2607214" cy="26077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372" y="7845"/>
                  </a:moveTo>
                  <a:lnTo>
                    <a:pt x="21600" y="4612"/>
                  </a:lnTo>
                  <a:lnTo>
                    <a:pt x="17962" y="3640"/>
                  </a:lnTo>
                  <a:lnTo>
                    <a:pt x="16992" y="0"/>
                  </a:lnTo>
                  <a:lnTo>
                    <a:pt x="13760" y="3233"/>
                  </a:lnTo>
                  <a:lnTo>
                    <a:pt x="14548" y="6180"/>
                  </a:lnTo>
                  <a:lnTo>
                    <a:pt x="3582" y="17152"/>
                  </a:lnTo>
                  <a:lnTo>
                    <a:pt x="2027" y="14044"/>
                  </a:lnTo>
                  <a:lnTo>
                    <a:pt x="1014" y="17822"/>
                  </a:lnTo>
                  <a:lnTo>
                    <a:pt x="0" y="21600"/>
                  </a:lnTo>
                  <a:lnTo>
                    <a:pt x="3779" y="20586"/>
                  </a:lnTo>
                  <a:lnTo>
                    <a:pt x="7556" y="19577"/>
                  </a:lnTo>
                  <a:lnTo>
                    <a:pt x="4452" y="18018"/>
                  </a:lnTo>
                  <a:lnTo>
                    <a:pt x="15420" y="7054"/>
                  </a:lnTo>
                  <a:cubicBezTo>
                    <a:pt x="15420" y="7054"/>
                    <a:pt x="18372" y="7845"/>
                    <a:pt x="18372" y="7845"/>
                  </a:cubicBezTo>
                  <a:close/>
                </a:path>
              </a:pathLst>
            </a:custGeom>
            <a:solidFill>
              <a:schemeClr val="tx1">
                <a:lumMod val="75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75" name="Shape 15">
              <a:extLst>
                <a:ext uri="{FF2B5EF4-FFF2-40B4-BE49-F238E27FC236}">
                  <a16:creationId xmlns:a16="http://schemas.microsoft.com/office/drawing/2014/main" id="{5D455C82-F1BC-C6D4-DCDB-00E9C58D16E4}"/>
                </a:ext>
              </a:extLst>
            </p:cNvPr>
            <p:cNvSpPr/>
            <p:nvPr/>
          </p:nvSpPr>
          <p:spPr>
            <a:xfrm>
              <a:off x="3060390" y="1859505"/>
              <a:ext cx="2168095" cy="26077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3640"/>
                  </a:moveTo>
                  <a:lnTo>
                    <a:pt x="20433" y="0"/>
                  </a:lnTo>
                  <a:lnTo>
                    <a:pt x="16546" y="3233"/>
                  </a:lnTo>
                  <a:lnTo>
                    <a:pt x="17500" y="6180"/>
                  </a:lnTo>
                  <a:lnTo>
                    <a:pt x="4302" y="17152"/>
                  </a:lnTo>
                  <a:lnTo>
                    <a:pt x="2438" y="14044"/>
                  </a:lnTo>
                  <a:lnTo>
                    <a:pt x="1219" y="17822"/>
                  </a:lnTo>
                  <a:lnTo>
                    <a:pt x="0" y="21600"/>
                  </a:lnTo>
                  <a:cubicBezTo>
                    <a:pt x="0" y="21600"/>
                    <a:pt x="21600" y="3640"/>
                    <a:pt x="21600" y="364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</p:grpSp>
      <p:cxnSp>
        <p:nvCxnSpPr>
          <p:cNvPr id="79" name="Gerader Verbinder 78">
            <a:extLst>
              <a:ext uri="{FF2B5EF4-FFF2-40B4-BE49-F238E27FC236}">
                <a16:creationId xmlns:a16="http://schemas.microsoft.com/office/drawing/2014/main" id="{D5FB0438-F817-0529-5E5A-1AECD2242983}"/>
              </a:ext>
            </a:extLst>
          </p:cNvPr>
          <p:cNvCxnSpPr>
            <a:cxnSpLocks/>
          </p:cNvCxnSpPr>
          <p:nvPr userDrawn="1"/>
        </p:nvCxnSpPr>
        <p:spPr>
          <a:xfrm>
            <a:off x="0" y="5099326"/>
            <a:ext cx="4824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Bildplatzhalter 2">
            <a:extLst>
              <a:ext uri="{FF2B5EF4-FFF2-40B4-BE49-F238E27FC236}">
                <a16:creationId xmlns:a16="http://schemas.microsoft.com/office/drawing/2014/main" id="{D871A804-10B3-1361-AF68-82C849C10FCB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3791660" y="1428241"/>
            <a:ext cx="1872294" cy="1372329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lIns="0" tIns="0" rIns="0" bIns="0"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Logo / Reference </a:t>
            </a:r>
            <a:r>
              <a:rPr lang="de-DE" err="1"/>
              <a:t>project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0972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9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</p15:sldGuideLst>
    </p:ext>
  </p:extLst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B98F2CD3-980A-30AF-195B-62F2D195E5EE}"/>
              </a:ext>
            </a:extLst>
          </p:cNvPr>
          <p:cNvGrpSpPr/>
          <p:nvPr userDrawn="1"/>
        </p:nvGrpSpPr>
        <p:grpSpPr>
          <a:xfrm>
            <a:off x="0" y="0"/>
            <a:ext cx="5954279" cy="6345237"/>
            <a:chOff x="0" y="0"/>
            <a:chExt cx="5954279" cy="6345237"/>
          </a:xfrm>
          <a:gradFill flip="none" rotWithShape="1">
            <a:gsLst>
              <a:gs pos="0">
                <a:schemeClr val="bg1"/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grpSpPr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DE8F6512-F002-4991-7BDB-84BA59A271AD}"/>
                </a:ext>
              </a:extLst>
            </p:cNvPr>
            <p:cNvSpPr/>
            <p:nvPr userDrawn="1"/>
          </p:nvSpPr>
          <p:spPr bwMode="gray">
            <a:xfrm>
              <a:off x="0" y="0"/>
              <a:ext cx="5615636" cy="634523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marL="0" indent="0" algn="ctr">
                <a:lnSpc>
                  <a:spcPts val="1500"/>
                </a:lnSpc>
                <a:spcAft>
                  <a:spcPts val="600"/>
                </a:spcAft>
              </a:pPr>
              <a:endParaRPr lang="de-DE" sz="120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04A74450-5761-E6DF-9DBB-B52C91CA6E82}"/>
                </a:ext>
              </a:extLst>
            </p:cNvPr>
            <p:cNvSpPr/>
            <p:nvPr userDrawn="1"/>
          </p:nvSpPr>
          <p:spPr bwMode="gray">
            <a:xfrm rot="18900000">
              <a:off x="5269993" y="1466020"/>
              <a:ext cx="684286" cy="68428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marL="0" indent="0" algn="ctr">
                <a:lnSpc>
                  <a:spcPts val="1500"/>
                </a:lnSpc>
                <a:spcAft>
                  <a:spcPts val="600"/>
                </a:spcAft>
              </a:pPr>
              <a:endParaRPr lang="de-DE" sz="1200">
                <a:solidFill>
                  <a:schemeClr val="tx1"/>
                </a:solidFill>
              </a:endParaRPr>
            </a:p>
          </p:txBody>
        </p:sp>
      </p:grpSp>
      <p:sp>
        <p:nvSpPr>
          <p:cNvPr id="47" name="Textplatzhalter 33">
            <a:extLst>
              <a:ext uri="{FF2B5EF4-FFF2-40B4-BE49-F238E27FC236}">
                <a16:creationId xmlns:a16="http://schemas.microsoft.com/office/drawing/2014/main" id="{2FE495BE-7580-5817-D4FF-42F1E0B776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1646243"/>
            <a:ext cx="5437188" cy="138969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9600"/>
            </a:lvl2pPr>
            <a:lvl3pPr marL="914400" indent="0">
              <a:buNone/>
              <a:defRPr sz="9600"/>
            </a:lvl3pPr>
            <a:lvl4pPr marL="1371600" indent="0">
              <a:buNone/>
              <a:defRPr sz="9600"/>
            </a:lvl4pPr>
            <a:lvl5pPr marL="1828800" indent="0">
              <a:buNone/>
              <a:defRPr sz="9600"/>
            </a:lvl5pPr>
          </a:lstStyle>
          <a:p>
            <a:pPr lvl="0"/>
            <a:r>
              <a:rPr lang="de-DE"/>
              <a:t>AGENDA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0A45587-0843-1760-84F8-78B97BC9C1E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5BF0937-2FF1-1BFA-B50C-3A60F339F56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EFB498CA-7F0E-E453-85C7-BC4028E56E2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8813" y="1808163"/>
            <a:ext cx="4680000" cy="42259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de-DE" err="1"/>
              <a:t>welcome</a:t>
            </a:r>
            <a:endParaRPr lang="de-DE"/>
          </a:p>
          <a:p>
            <a:endParaRPr lang="de-DE"/>
          </a:p>
          <a:p>
            <a:r>
              <a:rPr lang="de-DE"/>
              <a:t>DAS PROBLEM</a:t>
            </a:r>
          </a:p>
          <a:p>
            <a:endParaRPr lang="de-DE"/>
          </a:p>
          <a:p>
            <a:r>
              <a:rPr lang="de-DE"/>
              <a:t>DIE LÖSUNG</a:t>
            </a:r>
          </a:p>
          <a:p>
            <a:endParaRPr lang="de-DE"/>
          </a:p>
          <a:p>
            <a:r>
              <a:rPr lang="de-DE"/>
              <a:t>DAS PROJEKT</a:t>
            </a:r>
          </a:p>
          <a:p>
            <a:endParaRPr lang="de-DE"/>
          </a:p>
          <a:p>
            <a:r>
              <a:rPr lang="de-DE"/>
              <a:t>UNSER SERVICE</a:t>
            </a:r>
          </a:p>
          <a:p>
            <a:endParaRPr lang="de-DE"/>
          </a:p>
          <a:p>
            <a:r>
              <a:rPr lang="de-DE"/>
              <a:t>DAS IST EDAG</a:t>
            </a:r>
          </a:p>
          <a:p>
            <a:endParaRPr lang="de-DE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FBD7C58F-1713-FA99-C0E4-50DE85F14A3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1" name="Titel 20">
            <a:extLst>
              <a:ext uri="{FF2B5EF4-FFF2-40B4-BE49-F238E27FC236}">
                <a16:creationId xmlns:a16="http://schemas.microsoft.com/office/drawing/2014/main" id="{288509B4-7F8C-971E-2E0F-559D6E1A8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2" name="Textplatzhalter 17">
            <a:extLst>
              <a:ext uri="{FF2B5EF4-FFF2-40B4-BE49-F238E27FC236}">
                <a16:creationId xmlns:a16="http://schemas.microsoft.com/office/drawing/2014/main" id="{885CBE4C-CB8A-5460-CFAB-1AC81F4946A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197104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  <p15:guide id="3" orient="horz" pos="1139" userDrawn="1">
          <p15:clr>
            <a:srgbClr val="FBAE40"/>
          </p15:clr>
        </p15:guide>
      </p15:sldGuideLst>
    </p:ext>
  </p:extLst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EEAE81CE-B8F9-9DB6-AEC9-BF256A67CCC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" name="Foliennummernplatzhalter 18">
            <a:extLst>
              <a:ext uri="{FF2B5EF4-FFF2-40B4-BE49-F238E27FC236}">
                <a16:creationId xmlns:a16="http://schemas.microsoft.com/office/drawing/2014/main" id="{D2734403-2D1F-E595-57DE-8502C4D4268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9B4BD9E0-9FE9-8C79-471F-43A73A0857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8813" y="1808163"/>
            <a:ext cx="4680000" cy="42259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de-DE" err="1"/>
              <a:t>welcome</a:t>
            </a:r>
            <a:endParaRPr lang="de-DE"/>
          </a:p>
          <a:p>
            <a:endParaRPr lang="de-DE"/>
          </a:p>
          <a:p>
            <a:r>
              <a:rPr lang="de-DE"/>
              <a:t>DAS PROBLEM</a:t>
            </a:r>
          </a:p>
          <a:p>
            <a:endParaRPr lang="de-DE"/>
          </a:p>
          <a:p>
            <a:r>
              <a:rPr lang="de-DE"/>
              <a:t>DIE LÖSUNG</a:t>
            </a:r>
          </a:p>
          <a:p>
            <a:endParaRPr lang="de-DE"/>
          </a:p>
          <a:p>
            <a:r>
              <a:rPr lang="de-DE"/>
              <a:t>DAS PROJEKT</a:t>
            </a:r>
          </a:p>
          <a:p>
            <a:endParaRPr lang="de-DE"/>
          </a:p>
          <a:p>
            <a:r>
              <a:rPr lang="de-DE"/>
              <a:t>UNSER SERVICE</a:t>
            </a:r>
          </a:p>
          <a:p>
            <a:endParaRPr lang="de-DE"/>
          </a:p>
          <a:p>
            <a:r>
              <a:rPr lang="de-DE"/>
              <a:t>DAS IST EDAG</a:t>
            </a:r>
          </a:p>
          <a:p>
            <a:endParaRPr lang="de-DE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4D250436-CFD1-373B-3255-7EEAB4E11D1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008"/>
          <a:stretch/>
        </p:blipFill>
        <p:spPr>
          <a:xfrm>
            <a:off x="8780393" y="2803444"/>
            <a:ext cx="3411607" cy="2687150"/>
          </a:xfrm>
          <a:prstGeom prst="rect">
            <a:avLst/>
          </a:prstGeom>
        </p:spPr>
      </p:pic>
      <p:sp>
        <p:nvSpPr>
          <p:cNvPr id="15" name="Textplatzhalter 33">
            <a:extLst>
              <a:ext uri="{FF2B5EF4-FFF2-40B4-BE49-F238E27FC236}">
                <a16:creationId xmlns:a16="http://schemas.microsoft.com/office/drawing/2014/main" id="{9508F0EC-ECE7-A20F-0A3C-908C9150C9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2356686"/>
            <a:ext cx="5437188" cy="1141341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9600"/>
            </a:lvl2pPr>
            <a:lvl3pPr marL="914400" indent="0">
              <a:buNone/>
              <a:defRPr sz="9600"/>
            </a:lvl3pPr>
            <a:lvl4pPr marL="1371600" indent="0">
              <a:buNone/>
              <a:defRPr sz="9600"/>
            </a:lvl4pPr>
            <a:lvl5pPr marL="1828800" indent="0">
              <a:buNone/>
              <a:defRPr sz="9600"/>
            </a:lvl5pPr>
          </a:lstStyle>
          <a:p>
            <a:pPr lvl="0"/>
            <a:r>
              <a:rPr lang="de-DE"/>
              <a:t>AGENDA</a:t>
            </a:r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A93E9034-BCDB-E389-43E1-D1C3858181C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8D2EBFCD-49C8-5C93-AD66-54CEAB98E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DDB85264-DAE8-BBB0-9B4F-46F5E8B810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538882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  <p15:guide id="3" orient="horz" pos="1139" userDrawn="1">
          <p15:clr>
            <a:srgbClr val="FBAE40"/>
          </p15:clr>
        </p15:guide>
      </p15:sldGuideLst>
    </p:ext>
  </p:extLst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Agenda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42167D8-B7C0-E3C8-A6F6-24EA442DE6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9FDBA44-6CDC-3E0B-930C-EA4DFDDE7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121C0D5C-B6E7-2F69-3E73-3DE8083152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13" y="390735"/>
            <a:ext cx="6046788" cy="1188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600" b="1" i="0" cap="all" baseline="0"/>
            </a:lvl1pPr>
          </a:lstStyle>
          <a:p>
            <a:pPr lvl="0"/>
            <a:r>
              <a:rPr lang="de-DE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54938197"/>
      </p:ext>
    </p:extLst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Strategy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454F6B8C-4F87-2244-4BC5-741A66267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542" y="3951996"/>
            <a:ext cx="2160000" cy="21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02944178-1B33-9C9F-48F1-E8747EB3533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288570" y="3951996"/>
            <a:ext cx="2160000" cy="21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B5E0DDDA-F6D9-C525-8DA4-680FDD3D29F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43073" y="3942471"/>
            <a:ext cx="2160000" cy="21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Inhaltsplatzhalter 2">
            <a:extLst>
              <a:ext uri="{FF2B5EF4-FFF2-40B4-BE49-F238E27FC236}">
                <a16:creationId xmlns:a16="http://schemas.microsoft.com/office/drawing/2014/main" id="{C8433303-D4FE-8765-2A60-F333FB0D2B4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371748" y="3951996"/>
            <a:ext cx="2160000" cy="216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97A1C65C-3BB1-E444-5734-09F75B7FF718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68542" y="2722111"/>
            <a:ext cx="2160000" cy="9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40DB7349-5402-2A18-65CD-A1CA9A53BA6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3288570" y="2722111"/>
            <a:ext cx="2160000" cy="9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4" name="Inhaltsplatzhalter 2">
            <a:extLst>
              <a:ext uri="{FF2B5EF4-FFF2-40B4-BE49-F238E27FC236}">
                <a16:creationId xmlns:a16="http://schemas.microsoft.com/office/drawing/2014/main" id="{2499BD55-C843-3B16-1FB9-9185A8737FE8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6343073" y="2712586"/>
            <a:ext cx="2160000" cy="9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5" name="Inhaltsplatzhalter 2">
            <a:extLst>
              <a:ext uri="{FF2B5EF4-FFF2-40B4-BE49-F238E27FC236}">
                <a16:creationId xmlns:a16="http://schemas.microsoft.com/office/drawing/2014/main" id="{11F7B4F5-6B3B-9C5F-D657-71257F47D990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9371748" y="2722111"/>
            <a:ext cx="2160000" cy="9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1" cap="all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3" name="Foliennummernplatzhalter 21">
            <a:extLst>
              <a:ext uri="{FF2B5EF4-FFF2-40B4-BE49-F238E27FC236}">
                <a16:creationId xmlns:a16="http://schemas.microsoft.com/office/drawing/2014/main" id="{5B92BC77-57EA-5F07-CA17-2DF7C5F43B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318005" y="6538125"/>
            <a:ext cx="215183" cy="122917"/>
          </a:xfrm>
          <a:prstGeom prst="rect">
            <a:avLst/>
          </a:prstGeom>
        </p:spPr>
        <p:txBody>
          <a:bodyPr/>
          <a:lstStyle/>
          <a:p>
            <a:fld id="{5B1A80FD-4203-455A-B5F3-3860984403DC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54" name="Grafik 53">
            <a:extLst>
              <a:ext uri="{FF2B5EF4-FFF2-40B4-BE49-F238E27FC236}">
                <a16:creationId xmlns:a16="http://schemas.microsoft.com/office/drawing/2014/main" id="{838A5005-D52C-297F-35FF-AE2A6E6DB7EF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0" y="2446745"/>
            <a:ext cx="658814" cy="137683"/>
          </a:xfrm>
          <a:prstGeom prst="rect">
            <a:avLst/>
          </a:prstGeom>
        </p:spPr>
      </p:pic>
      <p:sp>
        <p:nvSpPr>
          <p:cNvPr id="14" name="Fußzeilenplatzhalter 13">
            <a:extLst>
              <a:ext uri="{FF2B5EF4-FFF2-40B4-BE49-F238E27FC236}">
                <a16:creationId xmlns:a16="http://schemas.microsoft.com/office/drawing/2014/main" id="{0DCCB05A-46F7-5129-0167-7B76154010F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3D64622C-E665-352D-85AA-E7FBD292A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D02CD38F-B9DC-4D37-2805-CFC07F6B709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7820681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</p15:sldGuideLst>
    </p:ext>
  </p:extLst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platzhalter 12">
            <a:extLst>
              <a:ext uri="{FF2B5EF4-FFF2-40B4-BE49-F238E27FC236}">
                <a16:creationId xmlns:a16="http://schemas.microsoft.com/office/drawing/2014/main" id="{7A6F855B-803A-CF9E-741F-7091F5771F7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1831" y="4360371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tx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37" name="Textplatzhalter 14">
            <a:extLst>
              <a:ext uri="{FF2B5EF4-FFF2-40B4-BE49-F238E27FC236}">
                <a16:creationId xmlns:a16="http://schemas.microsoft.com/office/drawing/2014/main" id="{13FE0606-F04B-424C-E3BE-BAF57B7DDDD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2476" y="4776853"/>
            <a:ext cx="216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38" name="Textplatzhalter 12">
            <a:extLst>
              <a:ext uri="{FF2B5EF4-FFF2-40B4-BE49-F238E27FC236}">
                <a16:creationId xmlns:a16="http://schemas.microsoft.com/office/drawing/2014/main" id="{412A0E97-5A9C-EA83-0D7E-7DD4059B493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63604" y="4360371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tx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39" name="Textplatzhalter 14">
            <a:extLst>
              <a:ext uri="{FF2B5EF4-FFF2-40B4-BE49-F238E27FC236}">
                <a16:creationId xmlns:a16="http://schemas.microsoft.com/office/drawing/2014/main" id="{0AE4B025-9C59-8A19-CDE2-C05C9E84E60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64249" y="4776853"/>
            <a:ext cx="216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0" name="Textplatzhalter 12">
            <a:extLst>
              <a:ext uri="{FF2B5EF4-FFF2-40B4-BE49-F238E27FC236}">
                <a16:creationId xmlns:a16="http://schemas.microsoft.com/office/drawing/2014/main" id="{510C8E16-C601-F89F-8417-1E8C3679CC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68396" y="4360371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tx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41" name="Textplatzhalter 14">
            <a:extLst>
              <a:ext uri="{FF2B5EF4-FFF2-40B4-BE49-F238E27FC236}">
                <a16:creationId xmlns:a16="http://schemas.microsoft.com/office/drawing/2014/main" id="{ABA7555F-CD43-F0F9-DE9C-0BD9AC50674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69041" y="4776853"/>
            <a:ext cx="216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2" name="Textplatzhalter 12">
            <a:extLst>
              <a:ext uri="{FF2B5EF4-FFF2-40B4-BE49-F238E27FC236}">
                <a16:creationId xmlns:a16="http://schemas.microsoft.com/office/drawing/2014/main" id="{352B8020-10C7-5661-FC4A-FBDDBB61735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369524" y="4360371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tx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43" name="Textplatzhalter 14">
            <a:extLst>
              <a:ext uri="{FF2B5EF4-FFF2-40B4-BE49-F238E27FC236}">
                <a16:creationId xmlns:a16="http://schemas.microsoft.com/office/drawing/2014/main" id="{57ECB7D1-70E4-3AF9-7AF0-4812A43FBDC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370169" y="4776853"/>
            <a:ext cx="216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" name="Picture Placeholder 28">
            <a:extLst>
              <a:ext uri="{FF2B5EF4-FFF2-40B4-BE49-F238E27FC236}">
                <a16:creationId xmlns:a16="http://schemas.microsoft.com/office/drawing/2014/main" id="{578DE51F-4F0A-A697-1141-40F0C1E4C8A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1830" y="1807200"/>
            <a:ext cx="2160000" cy="2340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/>
            </a:lvl1pPr>
          </a:lstStyle>
          <a:p>
            <a:endParaRPr lang="de-DE"/>
          </a:p>
        </p:txBody>
      </p:sp>
      <p:sp>
        <p:nvSpPr>
          <p:cNvPr id="5" name="Picture Placeholder 28">
            <a:extLst>
              <a:ext uri="{FF2B5EF4-FFF2-40B4-BE49-F238E27FC236}">
                <a16:creationId xmlns:a16="http://schemas.microsoft.com/office/drawing/2014/main" id="{B4D65023-F505-2566-C97D-0058B83ECED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373188" y="1807200"/>
            <a:ext cx="2160000" cy="2340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/>
            </a:lvl1pPr>
          </a:lstStyle>
          <a:p>
            <a:endParaRPr lang="de-DE"/>
          </a:p>
        </p:txBody>
      </p:sp>
      <p:sp>
        <p:nvSpPr>
          <p:cNvPr id="6" name="Picture Placeholder 28">
            <a:extLst>
              <a:ext uri="{FF2B5EF4-FFF2-40B4-BE49-F238E27FC236}">
                <a16:creationId xmlns:a16="http://schemas.microsoft.com/office/drawing/2014/main" id="{18DB8962-6CCF-F774-C33C-DD6261F2B68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563604" y="1807200"/>
            <a:ext cx="2160000" cy="2340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/>
            </a:lvl1pPr>
          </a:lstStyle>
          <a:p>
            <a:endParaRPr lang="de-DE"/>
          </a:p>
        </p:txBody>
      </p:sp>
      <p:sp>
        <p:nvSpPr>
          <p:cNvPr id="7" name="Picture Placeholder 28">
            <a:extLst>
              <a:ext uri="{FF2B5EF4-FFF2-40B4-BE49-F238E27FC236}">
                <a16:creationId xmlns:a16="http://schemas.microsoft.com/office/drawing/2014/main" id="{0912C249-B344-BEA0-86A4-9D232AFE467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468396" y="1807200"/>
            <a:ext cx="2160000" cy="2340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/>
            </a:lvl1pPr>
          </a:lstStyle>
          <a:p>
            <a:endParaRPr lang="de-DE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9763CCF-297D-4154-E563-F9CF06BCDC4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899D5ABE-C586-5CE1-9D4D-5733BD4C2233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6814288A-2458-5E52-1EB1-EF8FA07C6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9D0BC69E-2F6D-4884-57E6-832D81E0729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280222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Tea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Bildplatzhalter 54">
            <a:extLst>
              <a:ext uri="{FF2B5EF4-FFF2-40B4-BE49-F238E27FC236}">
                <a16:creationId xmlns:a16="http://schemas.microsoft.com/office/drawing/2014/main" id="{06D66280-B296-A5A7-7EE8-6FCC7BE64D1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9055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56" name="Bildplatzhalter 54">
            <a:extLst>
              <a:ext uri="{FF2B5EF4-FFF2-40B4-BE49-F238E27FC236}">
                <a16:creationId xmlns:a16="http://schemas.microsoft.com/office/drawing/2014/main" id="{4C17BC00-A6E9-0373-F99B-F2E150A3436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69031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57" name="Bildplatzhalter 54">
            <a:extLst>
              <a:ext uri="{FF2B5EF4-FFF2-40B4-BE49-F238E27FC236}">
                <a16:creationId xmlns:a16="http://schemas.microsoft.com/office/drawing/2014/main" id="{34CCFF98-6651-2BAC-2E69-9209FC7C72D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079996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58" name="Bildplatzhalter 54">
            <a:extLst>
              <a:ext uri="{FF2B5EF4-FFF2-40B4-BE49-F238E27FC236}">
                <a16:creationId xmlns:a16="http://schemas.microsoft.com/office/drawing/2014/main" id="{258AED45-5EC2-4252-BC29-45525B64595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290593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59" name="Bildplatzhalter 54">
            <a:extLst>
              <a:ext uri="{FF2B5EF4-FFF2-40B4-BE49-F238E27FC236}">
                <a16:creationId xmlns:a16="http://schemas.microsoft.com/office/drawing/2014/main" id="{4EC8B57C-E8BC-D8CD-ED23-CA7F2AA9CBF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500688" y="1807200"/>
            <a:ext cx="2027237" cy="14688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687F2F3B-69F2-EDE6-50DE-7363CFEF30FC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DD034AAC-B883-933A-7586-47CE484F34C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72431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CD07B6C7-BDF7-2DDD-436C-71A9528664A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72431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3" name="Textplatzhalter 14">
            <a:extLst>
              <a:ext uri="{FF2B5EF4-FFF2-40B4-BE49-F238E27FC236}">
                <a16:creationId xmlns:a16="http://schemas.microsoft.com/office/drawing/2014/main" id="{9937520E-2600-0A46-0B1C-2435F0C11FC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982649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24" name="Textplatzhalter 19">
            <a:extLst>
              <a:ext uri="{FF2B5EF4-FFF2-40B4-BE49-F238E27FC236}">
                <a16:creationId xmlns:a16="http://schemas.microsoft.com/office/drawing/2014/main" id="{884E9D5F-6474-19EB-7354-FD4725179EB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982649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5" name="Textplatzhalter 14">
            <a:extLst>
              <a:ext uri="{FF2B5EF4-FFF2-40B4-BE49-F238E27FC236}">
                <a16:creationId xmlns:a16="http://schemas.microsoft.com/office/drawing/2014/main" id="{8E7AEA96-7A70-9950-D28A-8BB7A83A7EC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3614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26" name="Textplatzhalter 19">
            <a:extLst>
              <a:ext uri="{FF2B5EF4-FFF2-40B4-BE49-F238E27FC236}">
                <a16:creationId xmlns:a16="http://schemas.microsoft.com/office/drawing/2014/main" id="{6E8810B9-205D-C13D-A18A-E28DDB1F0F2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193614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7" name="Textplatzhalter 14">
            <a:extLst>
              <a:ext uri="{FF2B5EF4-FFF2-40B4-BE49-F238E27FC236}">
                <a16:creationId xmlns:a16="http://schemas.microsoft.com/office/drawing/2014/main" id="{FA309CBB-3B89-83BC-051B-DAA43249CBE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404211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28" name="Textplatzhalter 19">
            <a:extLst>
              <a:ext uri="{FF2B5EF4-FFF2-40B4-BE49-F238E27FC236}">
                <a16:creationId xmlns:a16="http://schemas.microsoft.com/office/drawing/2014/main" id="{FFCCA22F-6C2D-E189-CD7A-D1B2D2F5294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404211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29" name="Textplatzhalter 14">
            <a:extLst>
              <a:ext uri="{FF2B5EF4-FFF2-40B4-BE49-F238E27FC236}">
                <a16:creationId xmlns:a16="http://schemas.microsoft.com/office/drawing/2014/main" id="{C3A10E6D-4CD7-27BC-1F26-9FFA9F17909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614306" y="3769200"/>
            <a:ext cx="1800000" cy="5683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30" name="Textplatzhalter 19">
            <a:extLst>
              <a:ext uri="{FF2B5EF4-FFF2-40B4-BE49-F238E27FC236}">
                <a16:creationId xmlns:a16="http://schemas.microsoft.com/office/drawing/2014/main" id="{8FF251DB-C36D-16AE-0A01-29968A043C5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614306" y="4611600"/>
            <a:ext cx="1800000" cy="1561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Spezialgebiet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und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Erfahrung</a:t>
            </a:r>
            <a:endParaRPr lang="en-GB" sz="1200" b="0">
              <a:effectLst/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marL="171450" indent="-171450">
              <a:lnSpc>
                <a:spcPct val="100000"/>
              </a:lnSpc>
              <a:buFont typeface="Symbol" panose="05050102010706020507" pitchFamily="18" charset="2"/>
              <a:buChar char="-"/>
            </a:pP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4F003587-2A73-D09B-2E3C-A4C8F9B06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3" name="Textplatzhalter 17">
            <a:extLst>
              <a:ext uri="{FF2B5EF4-FFF2-40B4-BE49-F238E27FC236}">
                <a16:creationId xmlns:a16="http://schemas.microsoft.com/office/drawing/2014/main" id="{F64B84F2-342E-3BFC-066C-E0A5E79F9FA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233815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139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Tea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platzhalter 12">
            <a:extLst>
              <a:ext uri="{FF2B5EF4-FFF2-40B4-BE49-F238E27FC236}">
                <a16:creationId xmlns:a16="http://schemas.microsoft.com/office/drawing/2014/main" id="{7A6F855B-803A-CF9E-741F-7091F5771F7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09838" y="1992933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tx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4" name="Picture Placeholder 28">
            <a:extLst>
              <a:ext uri="{FF2B5EF4-FFF2-40B4-BE49-F238E27FC236}">
                <a16:creationId xmlns:a16="http://schemas.microsoft.com/office/drawing/2014/main" id="{578DE51F-4F0A-A697-1141-40F0C1E4C8A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1830" y="1807200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/>
            </a:lvl1pPr>
          </a:lstStyle>
          <a:p>
            <a:endParaRPr lang="de-DE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9763CCF-297D-4154-E563-F9CF06BCDC4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1F7CB81D-FF0E-72CF-16B8-FBD7927C26B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2309813" y="2681734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A80F4203-0D8D-5C45-B7B1-2D94E84AFD1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309813" y="2299874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46" name="Textplatzhalter 12">
            <a:extLst>
              <a:ext uri="{FF2B5EF4-FFF2-40B4-BE49-F238E27FC236}">
                <a16:creationId xmlns:a16="http://schemas.microsoft.com/office/drawing/2014/main" id="{4559D798-9BBC-306E-4F18-56BE8596DB5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306821" y="3575034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tx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47" name="Picture Placeholder 28">
            <a:extLst>
              <a:ext uri="{FF2B5EF4-FFF2-40B4-BE49-F238E27FC236}">
                <a16:creationId xmlns:a16="http://schemas.microsoft.com/office/drawing/2014/main" id="{F339FA9F-5469-4B74-7C57-7B399649FDEB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58813" y="3393266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/>
            </a:lvl1pPr>
          </a:lstStyle>
          <a:p>
            <a:endParaRPr lang="de-DE"/>
          </a:p>
        </p:txBody>
      </p:sp>
      <p:sp>
        <p:nvSpPr>
          <p:cNvPr id="48" name="Textplatzhalter 17">
            <a:extLst>
              <a:ext uri="{FF2B5EF4-FFF2-40B4-BE49-F238E27FC236}">
                <a16:creationId xmlns:a16="http://schemas.microsoft.com/office/drawing/2014/main" id="{16A5779D-18DC-0E64-6685-C606101F7D1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306796" y="4263835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9" name="Textplatzhalter 17">
            <a:extLst>
              <a:ext uri="{FF2B5EF4-FFF2-40B4-BE49-F238E27FC236}">
                <a16:creationId xmlns:a16="http://schemas.microsoft.com/office/drawing/2014/main" id="{2F4AB24B-6CC4-EBD6-39BE-A19BBBDDE09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306796" y="3881975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50" name="Textplatzhalter 12">
            <a:extLst>
              <a:ext uri="{FF2B5EF4-FFF2-40B4-BE49-F238E27FC236}">
                <a16:creationId xmlns:a16="http://schemas.microsoft.com/office/drawing/2014/main" id="{C43A415F-1672-5D89-ADAF-5599E2BEFB6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306821" y="5157135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tx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51" name="Picture Placeholder 28">
            <a:extLst>
              <a:ext uri="{FF2B5EF4-FFF2-40B4-BE49-F238E27FC236}">
                <a16:creationId xmlns:a16="http://schemas.microsoft.com/office/drawing/2014/main" id="{A51D2DBA-7200-C46E-1814-32F092296AD7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658813" y="4975367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/>
            </a:lvl1pPr>
          </a:lstStyle>
          <a:p>
            <a:endParaRPr lang="de-DE"/>
          </a:p>
        </p:txBody>
      </p:sp>
      <p:sp>
        <p:nvSpPr>
          <p:cNvPr id="52" name="Textplatzhalter 17">
            <a:extLst>
              <a:ext uri="{FF2B5EF4-FFF2-40B4-BE49-F238E27FC236}">
                <a16:creationId xmlns:a16="http://schemas.microsoft.com/office/drawing/2014/main" id="{B992DCFB-0F51-3434-FDA2-DBB3AA12660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2306796" y="5845936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3" name="Textplatzhalter 17">
            <a:extLst>
              <a:ext uri="{FF2B5EF4-FFF2-40B4-BE49-F238E27FC236}">
                <a16:creationId xmlns:a16="http://schemas.microsoft.com/office/drawing/2014/main" id="{2563A2EA-958B-7F62-43D1-7126590687B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306796" y="5464076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64" name="Textplatzhalter 12">
            <a:extLst>
              <a:ext uri="{FF2B5EF4-FFF2-40B4-BE49-F238E27FC236}">
                <a16:creationId xmlns:a16="http://schemas.microsoft.com/office/drawing/2014/main" id="{96CF7D05-17EF-4864-5781-7A5253C3603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919366" y="1992933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tx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65" name="Picture Placeholder 28">
            <a:extLst>
              <a:ext uri="{FF2B5EF4-FFF2-40B4-BE49-F238E27FC236}">
                <a16:creationId xmlns:a16="http://schemas.microsoft.com/office/drawing/2014/main" id="{078DBF17-73E1-5710-5D0B-6ACCC4AD4679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271358" y="1807200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/>
            </a:lvl1pPr>
          </a:lstStyle>
          <a:p>
            <a:endParaRPr lang="de-DE"/>
          </a:p>
        </p:txBody>
      </p:sp>
      <p:sp>
        <p:nvSpPr>
          <p:cNvPr id="66" name="Textplatzhalter 17">
            <a:extLst>
              <a:ext uri="{FF2B5EF4-FFF2-40B4-BE49-F238E27FC236}">
                <a16:creationId xmlns:a16="http://schemas.microsoft.com/office/drawing/2014/main" id="{F4123FBF-2926-D735-A91C-0A39185080D5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919341" y="2681734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7" name="Textplatzhalter 17">
            <a:extLst>
              <a:ext uri="{FF2B5EF4-FFF2-40B4-BE49-F238E27FC236}">
                <a16:creationId xmlns:a16="http://schemas.microsoft.com/office/drawing/2014/main" id="{E0C53560-583C-9E5D-4870-6C44B535B1E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919341" y="2299874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68" name="Textplatzhalter 12">
            <a:extLst>
              <a:ext uri="{FF2B5EF4-FFF2-40B4-BE49-F238E27FC236}">
                <a16:creationId xmlns:a16="http://schemas.microsoft.com/office/drawing/2014/main" id="{DC80F735-5C79-0CBE-C286-586DDEDBA75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916349" y="3575034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tx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69" name="Picture Placeholder 28">
            <a:extLst>
              <a:ext uri="{FF2B5EF4-FFF2-40B4-BE49-F238E27FC236}">
                <a16:creationId xmlns:a16="http://schemas.microsoft.com/office/drawing/2014/main" id="{18920279-0EDB-E75D-F2F8-3BCD36489943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6268341" y="3393266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/>
            </a:lvl1pPr>
          </a:lstStyle>
          <a:p>
            <a:endParaRPr lang="de-DE"/>
          </a:p>
        </p:txBody>
      </p:sp>
      <p:sp>
        <p:nvSpPr>
          <p:cNvPr id="70" name="Textplatzhalter 17">
            <a:extLst>
              <a:ext uri="{FF2B5EF4-FFF2-40B4-BE49-F238E27FC236}">
                <a16:creationId xmlns:a16="http://schemas.microsoft.com/office/drawing/2014/main" id="{DAFCB565-B807-D6FD-5984-65D7B48C3BE1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916324" y="4263835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1" name="Textplatzhalter 17">
            <a:extLst>
              <a:ext uri="{FF2B5EF4-FFF2-40B4-BE49-F238E27FC236}">
                <a16:creationId xmlns:a16="http://schemas.microsoft.com/office/drawing/2014/main" id="{8DAB6162-9762-B1C9-4DA9-F2912BF197C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916324" y="3881975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72" name="Textplatzhalter 12">
            <a:extLst>
              <a:ext uri="{FF2B5EF4-FFF2-40B4-BE49-F238E27FC236}">
                <a16:creationId xmlns:a16="http://schemas.microsoft.com/office/drawing/2014/main" id="{8E12BD1E-03FC-2620-E464-BF143130527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916349" y="5157135"/>
            <a:ext cx="2403449" cy="23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cap="all" baseline="0">
                <a:solidFill>
                  <a:schemeClr val="tx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FIRST &amp; LAST NAMES</a:t>
            </a:r>
          </a:p>
        </p:txBody>
      </p:sp>
      <p:sp>
        <p:nvSpPr>
          <p:cNvPr id="73" name="Picture Placeholder 28">
            <a:extLst>
              <a:ext uri="{FF2B5EF4-FFF2-40B4-BE49-F238E27FC236}">
                <a16:creationId xmlns:a16="http://schemas.microsoft.com/office/drawing/2014/main" id="{6104858C-36C3-8CE8-04EA-CC0AAC3B30F9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6268341" y="4975367"/>
            <a:ext cx="1296000" cy="1296000"/>
          </a:xfrm>
          <a:custGeom>
            <a:avLst/>
            <a:gdLst>
              <a:gd name="connsiteX0" fmla="*/ 0 w 1924051"/>
              <a:gd name="connsiteY0" fmla="*/ 0 h 2421467"/>
              <a:gd name="connsiteX1" fmla="*/ 1924051 w 1924051"/>
              <a:gd name="connsiteY1" fmla="*/ 0 h 2421467"/>
              <a:gd name="connsiteX2" fmla="*/ 1924051 w 1924051"/>
              <a:gd name="connsiteY2" fmla="*/ 2421467 h 2421467"/>
              <a:gd name="connsiteX3" fmla="*/ 0 w 1924051"/>
              <a:gd name="connsiteY3" fmla="*/ 2421467 h 2421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4051" h="2421467">
                <a:moveTo>
                  <a:pt x="0" y="0"/>
                </a:moveTo>
                <a:lnTo>
                  <a:pt x="1924051" y="0"/>
                </a:lnTo>
                <a:lnTo>
                  <a:pt x="1924051" y="2421467"/>
                </a:lnTo>
                <a:lnTo>
                  <a:pt x="0" y="2421467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/>
            </a:lvl1pPr>
          </a:lstStyle>
          <a:p>
            <a:endParaRPr lang="de-DE"/>
          </a:p>
        </p:txBody>
      </p:sp>
      <p:sp>
        <p:nvSpPr>
          <p:cNvPr id="74" name="Textplatzhalter 17">
            <a:extLst>
              <a:ext uri="{FF2B5EF4-FFF2-40B4-BE49-F238E27FC236}">
                <a16:creationId xmlns:a16="http://schemas.microsoft.com/office/drawing/2014/main" id="{0A82F722-0A42-12F9-4063-F08180B1E6CB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916324" y="5845936"/>
            <a:ext cx="2403475" cy="4254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5" name="Textplatzhalter 17">
            <a:extLst>
              <a:ext uri="{FF2B5EF4-FFF2-40B4-BE49-F238E27FC236}">
                <a16:creationId xmlns:a16="http://schemas.microsoft.com/office/drawing/2014/main" id="{AC4EBC51-387B-8F39-BFFC-6C2DDA89679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916324" y="5464076"/>
            <a:ext cx="2403475" cy="1807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000" i="1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Titel, Position</a:t>
            </a:r>
          </a:p>
        </p:txBody>
      </p:sp>
      <p:sp>
        <p:nvSpPr>
          <p:cNvPr id="14" name="Fußzeilenplatzhalter 13">
            <a:extLst>
              <a:ext uri="{FF2B5EF4-FFF2-40B4-BE49-F238E27FC236}">
                <a16:creationId xmlns:a16="http://schemas.microsoft.com/office/drawing/2014/main" id="{B5074977-FA5F-900C-E224-FEBB724895CD}"/>
              </a:ext>
            </a:extLst>
          </p:cNvPr>
          <p:cNvSpPr>
            <a:spLocks noGrp="1"/>
          </p:cNvSpPr>
          <p:nvPr>
            <p:ph type="ftr" sz="quarter" idx="51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E79DAB91-96B4-07A7-B8D0-78DBE3F48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F6D0294E-91D2-B7BD-1FAF-CA475FC224F8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684555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Team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7">
            <a:extLst>
              <a:ext uri="{FF2B5EF4-FFF2-40B4-BE49-F238E27FC236}">
                <a16:creationId xmlns:a16="http://schemas.microsoft.com/office/drawing/2014/main" id="{C4A58166-2BB6-27FD-316C-C8692A283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16762" y="18072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/>
            </a:lvl1pPr>
          </a:lstStyle>
          <a:p>
            <a:endParaRPr lang="de-DE"/>
          </a:p>
        </p:txBody>
      </p:sp>
      <p:sp>
        <p:nvSpPr>
          <p:cNvPr id="18" name="Picture Placeholder 107">
            <a:extLst>
              <a:ext uri="{FF2B5EF4-FFF2-40B4-BE49-F238E27FC236}">
                <a16:creationId xmlns:a16="http://schemas.microsoft.com/office/drawing/2014/main" id="{51FC7CF3-D9D8-E4C8-4725-F5C727539A4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89562" y="18072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/>
            </a:lvl1pPr>
          </a:lstStyle>
          <a:p>
            <a:endParaRPr lang="de-DE"/>
          </a:p>
        </p:txBody>
      </p:sp>
      <p:sp>
        <p:nvSpPr>
          <p:cNvPr id="26" name="Picture Placeholder 107">
            <a:extLst>
              <a:ext uri="{FF2B5EF4-FFF2-40B4-BE49-F238E27FC236}">
                <a16:creationId xmlns:a16="http://schemas.microsoft.com/office/drawing/2014/main" id="{55481AB3-BE05-4BC0-ADF1-177EF5C77B48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263562" y="18072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/>
            </a:lvl1pPr>
          </a:lstStyle>
          <a:p>
            <a:endParaRPr lang="de-DE"/>
          </a:p>
        </p:txBody>
      </p:sp>
      <p:sp>
        <p:nvSpPr>
          <p:cNvPr id="44" name="Picture Placeholder 107">
            <a:extLst>
              <a:ext uri="{FF2B5EF4-FFF2-40B4-BE49-F238E27FC236}">
                <a16:creationId xmlns:a16="http://schemas.microsoft.com/office/drawing/2014/main" id="{6E2A57F9-5D4A-0C3F-7FDC-47118FEE442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024762" y="18072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/>
            </a:lvl1pPr>
          </a:lstStyle>
          <a:p>
            <a:endParaRPr lang="de-DE"/>
          </a:p>
        </p:txBody>
      </p:sp>
      <p:sp>
        <p:nvSpPr>
          <p:cNvPr id="32" name="Foliennummernplatzhalter 31">
            <a:extLst>
              <a:ext uri="{FF2B5EF4-FFF2-40B4-BE49-F238E27FC236}">
                <a16:creationId xmlns:a16="http://schemas.microsoft.com/office/drawing/2014/main" id="{6A843F09-9BDF-BC43-95F6-ADC6B19B0580}"/>
              </a:ext>
            </a:extLst>
          </p:cNvPr>
          <p:cNvSpPr>
            <a:spLocks noGrp="1"/>
          </p:cNvSpPr>
          <p:nvPr>
            <p:ph type="sldNum" sz="quarter" idx="43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EB3CF3E7-BC44-CF4F-F51D-E597E665436D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AAABC539-4651-1E05-937D-77E672744AF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6CD68A12-3C8C-920C-4B97-73F89CCB2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67" name="Textplatzhalter 66">
            <a:extLst>
              <a:ext uri="{FF2B5EF4-FFF2-40B4-BE49-F238E27FC236}">
                <a16:creationId xmlns:a16="http://schemas.microsoft.com/office/drawing/2014/main" id="{5AC74B59-7249-8BEF-A9D4-0CB1581D87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93962" y="29196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69" name="Textplatzhalter 68">
            <a:extLst>
              <a:ext uri="{FF2B5EF4-FFF2-40B4-BE49-F238E27FC236}">
                <a16:creationId xmlns:a16="http://schemas.microsoft.com/office/drawing/2014/main" id="{21C8813B-5B79-7192-D1D2-3454AA3AA18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93962" y="33120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72" name="Textplatzhalter 66">
            <a:extLst>
              <a:ext uri="{FF2B5EF4-FFF2-40B4-BE49-F238E27FC236}">
                <a16:creationId xmlns:a16="http://schemas.microsoft.com/office/drawing/2014/main" id="{2A9CE7BF-8318-706F-507E-6B84EB10B25D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640762" y="29196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73" name="Textplatzhalter 68">
            <a:extLst>
              <a:ext uri="{FF2B5EF4-FFF2-40B4-BE49-F238E27FC236}">
                <a16:creationId xmlns:a16="http://schemas.microsoft.com/office/drawing/2014/main" id="{87D83927-283E-D74D-C90E-D6A639D788A1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640762" y="33120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74" name="Textplatzhalter 66">
            <a:extLst>
              <a:ext uri="{FF2B5EF4-FFF2-40B4-BE49-F238E27FC236}">
                <a16:creationId xmlns:a16="http://schemas.microsoft.com/office/drawing/2014/main" id="{D4E868E4-AC90-F416-CF96-8F72CCDE6DA6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401962" y="29196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75" name="Textplatzhalter 68">
            <a:extLst>
              <a:ext uri="{FF2B5EF4-FFF2-40B4-BE49-F238E27FC236}">
                <a16:creationId xmlns:a16="http://schemas.microsoft.com/office/drawing/2014/main" id="{D3DAF7E9-DAA1-A36E-4767-329CAFD5C14C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401962" y="33120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76" name="Textplatzhalter 66">
            <a:extLst>
              <a:ext uri="{FF2B5EF4-FFF2-40B4-BE49-F238E27FC236}">
                <a16:creationId xmlns:a16="http://schemas.microsoft.com/office/drawing/2014/main" id="{9E4E80E3-9A58-5248-5CE2-4BC4C59E624F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166762" y="29196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77" name="Textplatzhalter 68">
            <a:extLst>
              <a:ext uri="{FF2B5EF4-FFF2-40B4-BE49-F238E27FC236}">
                <a16:creationId xmlns:a16="http://schemas.microsoft.com/office/drawing/2014/main" id="{DAF79AC8-D98A-4503-1C0F-59D2E944CC29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9166762" y="33120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78" name="Picture Placeholder 107">
            <a:extLst>
              <a:ext uri="{FF2B5EF4-FFF2-40B4-BE49-F238E27FC236}">
                <a16:creationId xmlns:a16="http://schemas.microsoft.com/office/drawing/2014/main" id="{36FFCAC2-C2A4-07CA-4553-CE2E599C0B7E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1516762" y="41694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/>
            </a:lvl1pPr>
          </a:lstStyle>
          <a:p>
            <a:endParaRPr lang="de-DE"/>
          </a:p>
        </p:txBody>
      </p:sp>
      <p:sp>
        <p:nvSpPr>
          <p:cNvPr id="79" name="Picture Placeholder 107">
            <a:extLst>
              <a:ext uri="{FF2B5EF4-FFF2-40B4-BE49-F238E27FC236}">
                <a16:creationId xmlns:a16="http://schemas.microsoft.com/office/drawing/2014/main" id="{573E59AC-2449-B8A8-C5F7-68639112DD9C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>
          <a:xfrm>
            <a:off x="9789562" y="41694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/>
            </a:lvl1pPr>
          </a:lstStyle>
          <a:p>
            <a:endParaRPr lang="de-DE"/>
          </a:p>
        </p:txBody>
      </p:sp>
      <p:sp>
        <p:nvSpPr>
          <p:cNvPr id="80" name="Picture Placeholder 107">
            <a:extLst>
              <a:ext uri="{FF2B5EF4-FFF2-40B4-BE49-F238E27FC236}">
                <a16:creationId xmlns:a16="http://schemas.microsoft.com/office/drawing/2014/main" id="{CEB8B42F-55B0-B4F2-89CF-83E3E2A2335D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4263562" y="41694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/>
            </a:lvl1pPr>
          </a:lstStyle>
          <a:p>
            <a:endParaRPr lang="de-DE"/>
          </a:p>
        </p:txBody>
      </p:sp>
      <p:sp>
        <p:nvSpPr>
          <p:cNvPr id="81" name="Picture Placeholder 107">
            <a:extLst>
              <a:ext uri="{FF2B5EF4-FFF2-40B4-BE49-F238E27FC236}">
                <a16:creationId xmlns:a16="http://schemas.microsoft.com/office/drawing/2014/main" id="{FA247FFB-74ED-98B8-6242-6FA39B3785C3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7024762" y="4169400"/>
            <a:ext cx="914400" cy="914400"/>
          </a:xfrm>
          <a:custGeom>
            <a:avLst/>
            <a:gdLst>
              <a:gd name="connsiteX0" fmla="*/ 0 w 914400"/>
              <a:gd name="connsiteY0" fmla="*/ 0 h 914400"/>
              <a:gd name="connsiteX1" fmla="*/ 914400 w 914400"/>
              <a:gd name="connsiteY1" fmla="*/ 0 h 914400"/>
              <a:gd name="connsiteX2" fmla="*/ 914400 w 914400"/>
              <a:gd name="connsiteY2" fmla="*/ 914400 h 914400"/>
              <a:gd name="connsiteX3" fmla="*/ 0 w 914400"/>
              <a:gd name="connsiteY3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FontTx/>
              <a:buNone/>
              <a:defRPr sz="800"/>
            </a:lvl1pPr>
          </a:lstStyle>
          <a:p>
            <a:endParaRPr lang="de-DE"/>
          </a:p>
        </p:txBody>
      </p:sp>
      <p:sp>
        <p:nvSpPr>
          <p:cNvPr id="82" name="Textplatzhalter 66">
            <a:extLst>
              <a:ext uri="{FF2B5EF4-FFF2-40B4-BE49-F238E27FC236}">
                <a16:creationId xmlns:a16="http://schemas.microsoft.com/office/drawing/2014/main" id="{6A4551AB-A241-E417-776D-51C01CE99D0D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893962" y="52818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83" name="Textplatzhalter 68">
            <a:extLst>
              <a:ext uri="{FF2B5EF4-FFF2-40B4-BE49-F238E27FC236}">
                <a16:creationId xmlns:a16="http://schemas.microsoft.com/office/drawing/2014/main" id="{1BD6CAE0-BF39-4E7F-B957-414620EB3F3E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893962" y="56742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84" name="Textplatzhalter 66">
            <a:extLst>
              <a:ext uri="{FF2B5EF4-FFF2-40B4-BE49-F238E27FC236}">
                <a16:creationId xmlns:a16="http://schemas.microsoft.com/office/drawing/2014/main" id="{3F7CFD24-4B1D-BBE7-3407-FB11C0512593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3640762" y="52818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85" name="Textplatzhalter 68">
            <a:extLst>
              <a:ext uri="{FF2B5EF4-FFF2-40B4-BE49-F238E27FC236}">
                <a16:creationId xmlns:a16="http://schemas.microsoft.com/office/drawing/2014/main" id="{DABC0D0F-EF62-4804-A54B-D40B5250758C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3640762" y="56742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86" name="Textplatzhalter 66">
            <a:extLst>
              <a:ext uri="{FF2B5EF4-FFF2-40B4-BE49-F238E27FC236}">
                <a16:creationId xmlns:a16="http://schemas.microsoft.com/office/drawing/2014/main" id="{DB657C53-7A9D-1179-5833-1748B913682C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6401962" y="52818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87" name="Textplatzhalter 68">
            <a:extLst>
              <a:ext uri="{FF2B5EF4-FFF2-40B4-BE49-F238E27FC236}">
                <a16:creationId xmlns:a16="http://schemas.microsoft.com/office/drawing/2014/main" id="{30E4BA81-14D9-FE7C-2B54-D8B2334B7EA5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6401962" y="56742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  <p:sp>
        <p:nvSpPr>
          <p:cNvPr id="88" name="Textplatzhalter 66">
            <a:extLst>
              <a:ext uri="{FF2B5EF4-FFF2-40B4-BE49-F238E27FC236}">
                <a16:creationId xmlns:a16="http://schemas.microsoft.com/office/drawing/2014/main" id="{266507CD-9B5A-2FEB-BE80-3DA5DF0FA39B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9166762" y="52818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1200" b="1" i="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FIRST &amp; LAST NAMES</a:t>
            </a:r>
          </a:p>
        </p:txBody>
      </p:sp>
      <p:sp>
        <p:nvSpPr>
          <p:cNvPr id="89" name="Textplatzhalter 68">
            <a:extLst>
              <a:ext uri="{FF2B5EF4-FFF2-40B4-BE49-F238E27FC236}">
                <a16:creationId xmlns:a16="http://schemas.microsoft.com/office/drawing/2014/main" id="{8A4A0C5B-F81E-924C-92CC-CA7B6CFA33B3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9166762" y="5674200"/>
            <a:ext cx="2160000" cy="3600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b="0" i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Position oder Titel</a:t>
            </a:r>
          </a:p>
        </p:txBody>
      </p:sp>
    </p:spTree>
    <p:extLst>
      <p:ext uri="{BB962C8B-B14F-4D97-AF65-F5344CB8AC3E}">
        <p14:creationId xmlns:p14="http://schemas.microsoft.com/office/powerpoint/2010/main" val="3061820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Team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Bildplatzhalter 17">
            <a:extLst>
              <a:ext uri="{FF2B5EF4-FFF2-40B4-BE49-F238E27FC236}">
                <a16:creationId xmlns:a16="http://schemas.microsoft.com/office/drawing/2014/main" id="{772D037C-EC60-3D87-5A88-33D2C1FFCE76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1207171" y="1807200"/>
            <a:ext cx="1440000" cy="144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69" name="Bildplatzhalter 17">
            <a:extLst>
              <a:ext uri="{FF2B5EF4-FFF2-40B4-BE49-F238E27FC236}">
                <a16:creationId xmlns:a16="http://schemas.microsoft.com/office/drawing/2014/main" id="{A63C3A20-9C90-8D78-D0DD-3D6149F70BC5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771181" y="1807200"/>
            <a:ext cx="1440000" cy="14400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FontTx/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0" name="Textplatzhalter 12">
            <a:extLst>
              <a:ext uri="{FF2B5EF4-FFF2-40B4-BE49-F238E27FC236}">
                <a16:creationId xmlns:a16="http://schemas.microsoft.com/office/drawing/2014/main" id="{0FA721B5-C5F5-D3E4-B507-68EDA5F34F4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7171" y="3485247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600">
                <a:solidFill>
                  <a:schemeClr val="tx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TITEL / NAME / TOPIC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1" name="Textplatzhalter 9">
            <a:extLst>
              <a:ext uri="{FF2B5EF4-FFF2-40B4-BE49-F238E27FC236}">
                <a16:creationId xmlns:a16="http://schemas.microsoft.com/office/drawing/2014/main" id="{E1F6DA27-90BE-F221-4957-D72C1D9764C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7171" y="3878313"/>
            <a:ext cx="2160000" cy="16764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42" name="Textplatzhalter 12">
            <a:extLst>
              <a:ext uri="{FF2B5EF4-FFF2-40B4-BE49-F238E27FC236}">
                <a16:creationId xmlns:a16="http://schemas.microsoft.com/office/drawing/2014/main" id="{B421A404-7614-129A-1395-D5B8D4EB779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29176" y="3485247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600">
                <a:solidFill>
                  <a:schemeClr val="tx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TITEL / NAME / TOPIC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3" name="Textplatzhalter 9">
            <a:extLst>
              <a:ext uri="{FF2B5EF4-FFF2-40B4-BE49-F238E27FC236}">
                <a16:creationId xmlns:a16="http://schemas.microsoft.com/office/drawing/2014/main" id="{CB24C7CA-1C02-E10B-E47D-44C433A92A6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29176" y="3878313"/>
            <a:ext cx="2160000" cy="16764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63" name="Textplatzhalter 12">
            <a:extLst>
              <a:ext uri="{FF2B5EF4-FFF2-40B4-BE49-F238E27FC236}">
                <a16:creationId xmlns:a16="http://schemas.microsoft.com/office/drawing/2014/main" id="{657A52F1-3DA5-C11D-DEC0-68712FC19DB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11181" y="3485247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600">
                <a:solidFill>
                  <a:schemeClr val="tx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TITEL / NAME / TOPIC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64" name="Textplatzhalter 9">
            <a:extLst>
              <a:ext uri="{FF2B5EF4-FFF2-40B4-BE49-F238E27FC236}">
                <a16:creationId xmlns:a16="http://schemas.microsoft.com/office/drawing/2014/main" id="{0297597A-8259-C62E-D09A-EB510E03DE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11181" y="3878313"/>
            <a:ext cx="2160000" cy="16764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65" name="Textplatzhalter 12">
            <a:extLst>
              <a:ext uri="{FF2B5EF4-FFF2-40B4-BE49-F238E27FC236}">
                <a16:creationId xmlns:a16="http://schemas.microsoft.com/office/drawing/2014/main" id="{5DE71ECB-DD93-A5BB-3D87-3374FB8B79F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93187" y="3485247"/>
            <a:ext cx="2160000" cy="33131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600">
                <a:solidFill>
                  <a:schemeClr val="tx1"/>
                </a:solidFill>
              </a:defRPr>
            </a:lvl1pPr>
          </a:lstStyle>
          <a:p>
            <a:pPr>
              <a:lnSpc>
                <a:spcPts val="1800"/>
              </a:lnSpc>
            </a:pPr>
            <a:r>
              <a:rPr lang="en-GB" sz="1200" b="1" spc="0">
                <a:effectLst/>
                <a:latin typeface="+mj-lt"/>
                <a:ea typeface="Open Sans" pitchFamily="2" charset="0"/>
                <a:cs typeface="Sora" pitchFamily="2" charset="0"/>
              </a:rPr>
              <a:t>TITEL / NAME / TOPIC</a:t>
            </a:r>
            <a:endParaRPr lang="en-US" sz="1200" b="1" spc="0"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66" name="Textplatzhalter 9">
            <a:extLst>
              <a:ext uri="{FF2B5EF4-FFF2-40B4-BE49-F238E27FC236}">
                <a16:creationId xmlns:a16="http://schemas.microsoft.com/office/drawing/2014/main" id="{E945E4C6-1522-1937-CA45-8DE78312400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93187" y="3878313"/>
            <a:ext cx="2160000" cy="16764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Bildplatzhalter 17">
            <a:extLst>
              <a:ext uri="{FF2B5EF4-FFF2-40B4-BE49-F238E27FC236}">
                <a16:creationId xmlns:a16="http://schemas.microsoft.com/office/drawing/2014/main" id="{AB95BBF8-A2E9-CCAF-363B-609FBCD52AA2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989176" y="1807200"/>
            <a:ext cx="1440000" cy="144000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14" name="Bildplatzhalter 17">
            <a:extLst>
              <a:ext uri="{FF2B5EF4-FFF2-40B4-BE49-F238E27FC236}">
                <a16:creationId xmlns:a16="http://schemas.microsoft.com/office/drawing/2014/main" id="{83B8CFFB-FF68-9C25-DA36-496767D6BE79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9553187" y="1807200"/>
            <a:ext cx="1440000" cy="144000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7BEB498F-8864-ADCE-02D2-15B1F86B1932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61EFB644-3908-798B-A928-58FEF9D34929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9AF0333E-0CEE-2C92-A8DB-C36FC45B0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18798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Team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Bildplatzhalter 17">
            <a:extLst>
              <a:ext uri="{FF2B5EF4-FFF2-40B4-BE49-F238E27FC236}">
                <a16:creationId xmlns:a16="http://schemas.microsoft.com/office/drawing/2014/main" id="{772D037C-EC60-3D87-5A88-33D2C1FFCE76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59120" y="2141835"/>
            <a:ext cx="1620000" cy="162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3" name="Textplatzhalter 9">
            <a:extLst>
              <a:ext uri="{FF2B5EF4-FFF2-40B4-BE49-F238E27FC236}">
                <a16:creationId xmlns:a16="http://schemas.microsoft.com/office/drawing/2014/main" id="{CB24C7CA-1C02-E10B-E47D-44C433A92A6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533234" y="2790471"/>
            <a:ext cx="324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49899CC0-4887-5398-AC2D-3879832254B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533235" y="2477558"/>
            <a:ext cx="3240000" cy="3129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31" name="Bildplatzhalter 17">
            <a:extLst>
              <a:ext uri="{FF2B5EF4-FFF2-40B4-BE49-F238E27FC236}">
                <a16:creationId xmlns:a16="http://schemas.microsoft.com/office/drawing/2014/main" id="{87B01507-D539-D1D5-84F5-7BB853D625E2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59120" y="4159969"/>
            <a:ext cx="1620000" cy="162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2" name="Textplatzhalter 9">
            <a:extLst>
              <a:ext uri="{FF2B5EF4-FFF2-40B4-BE49-F238E27FC236}">
                <a16:creationId xmlns:a16="http://schemas.microsoft.com/office/drawing/2014/main" id="{E4E34D18-7C92-002E-3062-BC29D200A31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533234" y="4808605"/>
            <a:ext cx="324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33" name="Textplatzhalter 29">
            <a:extLst>
              <a:ext uri="{FF2B5EF4-FFF2-40B4-BE49-F238E27FC236}">
                <a16:creationId xmlns:a16="http://schemas.microsoft.com/office/drawing/2014/main" id="{A9390570-DE34-9C81-EEEA-7F734521000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533235" y="4495692"/>
            <a:ext cx="3240000" cy="3129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34" name="Bildplatzhalter 17">
            <a:extLst>
              <a:ext uri="{FF2B5EF4-FFF2-40B4-BE49-F238E27FC236}">
                <a16:creationId xmlns:a16="http://schemas.microsoft.com/office/drawing/2014/main" id="{98ACEAFE-80F6-186D-B801-C0FAAFAB13E6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6418767" y="2141835"/>
            <a:ext cx="1620000" cy="162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5" name="Textplatzhalter 9">
            <a:extLst>
              <a:ext uri="{FF2B5EF4-FFF2-40B4-BE49-F238E27FC236}">
                <a16:creationId xmlns:a16="http://schemas.microsoft.com/office/drawing/2014/main" id="{634B2B19-BE36-AD4B-9ED9-165B78B7716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292881" y="2790471"/>
            <a:ext cx="324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36" name="Textplatzhalter 29">
            <a:extLst>
              <a:ext uri="{FF2B5EF4-FFF2-40B4-BE49-F238E27FC236}">
                <a16:creationId xmlns:a16="http://schemas.microsoft.com/office/drawing/2014/main" id="{CD729948-1748-4F0F-5455-FE8C91C53E8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292882" y="2477558"/>
            <a:ext cx="3240000" cy="3129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37" name="Bildplatzhalter 17">
            <a:extLst>
              <a:ext uri="{FF2B5EF4-FFF2-40B4-BE49-F238E27FC236}">
                <a16:creationId xmlns:a16="http://schemas.microsoft.com/office/drawing/2014/main" id="{9F59711B-6747-8E5E-11FF-97DC1449F1E8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6418767" y="4159969"/>
            <a:ext cx="1620000" cy="16200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8" name="Textplatzhalter 9">
            <a:extLst>
              <a:ext uri="{FF2B5EF4-FFF2-40B4-BE49-F238E27FC236}">
                <a16:creationId xmlns:a16="http://schemas.microsoft.com/office/drawing/2014/main" id="{61B007DB-67F4-D21A-1F1A-AA2D4E5EBE6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292881" y="4808605"/>
            <a:ext cx="3240000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because.</a:t>
            </a:r>
            <a:endParaRPr lang="en-US" sz="1200">
              <a:latin typeface="+mj-lt"/>
              <a:ea typeface="Open Sans" pitchFamily="2" charset="0"/>
              <a:cs typeface="Sora" pitchFamily="2" charset="0"/>
            </a:endParaRPr>
          </a:p>
          <a:p>
            <a:pPr lvl="0"/>
            <a:endParaRPr lang="de-DE"/>
          </a:p>
        </p:txBody>
      </p:sp>
      <p:sp>
        <p:nvSpPr>
          <p:cNvPr id="39" name="Textplatzhalter 29">
            <a:extLst>
              <a:ext uri="{FF2B5EF4-FFF2-40B4-BE49-F238E27FC236}">
                <a16:creationId xmlns:a16="http://schemas.microsoft.com/office/drawing/2014/main" id="{E2D5A7CD-3472-54C6-6662-44452403506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292882" y="4495692"/>
            <a:ext cx="3240000" cy="3129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5CCF5F9C-2601-CEE3-745B-F0C767AC0482}"/>
              </a:ext>
            </a:extLst>
          </p:cNvPr>
          <p:cNvSpPr>
            <a:spLocks noGrp="1"/>
          </p:cNvSpPr>
          <p:nvPr>
            <p:ph type="ftr" sz="quarter" idx="43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7791699D-13F2-A5F0-B45F-274E4DBD4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5" name="Textplatzhalter 17">
            <a:extLst>
              <a:ext uri="{FF2B5EF4-FFF2-40B4-BE49-F238E27FC236}">
                <a16:creationId xmlns:a16="http://schemas.microsoft.com/office/drawing/2014/main" id="{7F486D70-9604-6625-93BA-1CFAED18360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3206796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956" userDrawn="1">
          <p15:clr>
            <a:srgbClr val="FBAE40"/>
          </p15:clr>
        </p15:guide>
      </p15:sldGuideLst>
    </p:ext>
  </p:extLst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Image 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Bildplatzhalter 17">
            <a:extLst>
              <a:ext uri="{FF2B5EF4-FFF2-40B4-BE49-F238E27FC236}">
                <a16:creationId xmlns:a16="http://schemas.microsoft.com/office/drawing/2014/main" id="{772D037C-EC60-3D87-5A88-33D2C1FFCE76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5603966" y="774642"/>
            <a:ext cx="3803466" cy="3803466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6DA114E6-4628-B270-1877-1AD4AEB6B96B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AABB753C-A2FF-FD84-566C-C1B9C10EB4D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2" y="824400"/>
            <a:ext cx="540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2CE5D45C-9AD5-240B-2461-89466F3E1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522000"/>
            <a:ext cx="5400000" cy="252000"/>
          </a:xfrm>
        </p:spPr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5184403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Graphic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ildplatzhalter 17">
            <a:extLst>
              <a:ext uri="{FF2B5EF4-FFF2-40B4-BE49-F238E27FC236}">
                <a16:creationId xmlns:a16="http://schemas.microsoft.com/office/drawing/2014/main" id="{22C0D2B2-1E2A-A4F9-8F9E-FE9D767FF549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500952" y="2517821"/>
            <a:ext cx="853200" cy="853200"/>
          </a:xfrm>
          <a:prstGeom prst="ellipse">
            <a:avLst/>
          </a:prstGeom>
          <a:pattFill prst="pct5">
            <a:fgClr>
              <a:schemeClr val="tx2"/>
            </a:fgClr>
            <a:bgClr>
              <a:schemeClr val="tx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24" name="Bildplatzhalter 17">
            <a:extLst>
              <a:ext uri="{FF2B5EF4-FFF2-40B4-BE49-F238E27FC236}">
                <a16:creationId xmlns:a16="http://schemas.microsoft.com/office/drawing/2014/main" id="{8A430A93-19D5-EA40-544A-224FA798BCE2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5667183" y="2019699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accent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25" name="Bildplatzhalter 17">
            <a:extLst>
              <a:ext uri="{FF2B5EF4-FFF2-40B4-BE49-F238E27FC236}">
                <a16:creationId xmlns:a16="http://schemas.microsoft.com/office/drawing/2014/main" id="{5BC59A19-4BA7-E66C-BBEC-29C203087D28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815420" y="2517821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rgbClr val="772D5D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26" name="Bildplatzhalter 17">
            <a:extLst>
              <a:ext uri="{FF2B5EF4-FFF2-40B4-BE49-F238E27FC236}">
                <a16:creationId xmlns:a16="http://schemas.microsoft.com/office/drawing/2014/main" id="{6A8575FE-B396-2035-95D8-E8BABF6D8C96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7346165" y="3722421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rgbClr val="64966C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29" name="Bildplatzhalter 17">
            <a:extLst>
              <a:ext uri="{FF2B5EF4-FFF2-40B4-BE49-F238E27FC236}">
                <a16:creationId xmlns:a16="http://schemas.microsoft.com/office/drawing/2014/main" id="{7CEE9865-02A0-F603-DBF2-5D04BC2BDA33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3994325" y="3722421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accent4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0" name="Bildplatzhalter 17">
            <a:extLst>
              <a:ext uri="{FF2B5EF4-FFF2-40B4-BE49-F238E27FC236}">
                <a16:creationId xmlns:a16="http://schemas.microsoft.com/office/drawing/2014/main" id="{470BED20-491D-A0CD-D9B1-1CB33D07F7C7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5667183" y="5305882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rgbClr val="4BACB9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1" name="Bildplatzhalter 17">
            <a:extLst>
              <a:ext uri="{FF2B5EF4-FFF2-40B4-BE49-F238E27FC236}">
                <a16:creationId xmlns:a16="http://schemas.microsoft.com/office/drawing/2014/main" id="{3D9172F5-8A83-20A5-CF10-C518ADD8B040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6831295" y="4914079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rgbClr val="A1D3C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64" name="Bildplatzhalter 17">
            <a:extLst>
              <a:ext uri="{FF2B5EF4-FFF2-40B4-BE49-F238E27FC236}">
                <a16:creationId xmlns:a16="http://schemas.microsoft.com/office/drawing/2014/main" id="{E3D12321-A5E9-4824-4807-006BF811B89D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4477348" y="4885663"/>
            <a:ext cx="853200" cy="853200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accent3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65" name="Bildplatzhalter 17">
            <a:extLst>
              <a:ext uri="{FF2B5EF4-FFF2-40B4-BE49-F238E27FC236}">
                <a16:creationId xmlns:a16="http://schemas.microsoft.com/office/drawing/2014/main" id="{5B7E1FEA-3193-E534-D0FF-A8360D57CA59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440725" y="3429000"/>
            <a:ext cx="1314000" cy="1314000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34EDCD22-EA43-9BA3-6807-443F10F4A871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2336726D-A20E-B2BE-D35E-1EB1B7143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1ABE1DE5-87B7-CA20-764F-E12BAAE9413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621247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Graphic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Inhaltsplatzhalter 21">
            <a:extLst>
              <a:ext uri="{FF2B5EF4-FFF2-40B4-BE49-F238E27FC236}">
                <a16:creationId xmlns:a16="http://schemas.microsoft.com/office/drawing/2014/main" id="{D7BB12CC-7D14-8A3C-4285-AFB78BE3C958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112645" y="3380345"/>
            <a:ext cx="2735595" cy="1845469"/>
          </a:xfrm>
          <a:custGeom>
            <a:avLst/>
            <a:gdLst>
              <a:gd name="connsiteX0" fmla="*/ 0 w 2867025"/>
              <a:gd name="connsiteY0" fmla="*/ 1884362 h 1884362"/>
              <a:gd name="connsiteX1" fmla="*/ 1433513 w 2867025"/>
              <a:gd name="connsiteY1" fmla="*/ 0 h 1884362"/>
              <a:gd name="connsiteX2" fmla="*/ 2867025 w 2867025"/>
              <a:gd name="connsiteY2" fmla="*/ 1884362 h 1884362"/>
              <a:gd name="connsiteX3" fmla="*/ 0 w 2867025"/>
              <a:gd name="connsiteY3" fmla="*/ 1884362 h 1884362"/>
              <a:gd name="connsiteX0" fmla="*/ 0 w 2867025"/>
              <a:gd name="connsiteY0" fmla="*/ 1887380 h 1887380"/>
              <a:gd name="connsiteX1" fmla="*/ 1403335 w 2867025"/>
              <a:gd name="connsiteY1" fmla="*/ 0 h 1887380"/>
              <a:gd name="connsiteX2" fmla="*/ 2867025 w 2867025"/>
              <a:gd name="connsiteY2" fmla="*/ 1887380 h 1887380"/>
              <a:gd name="connsiteX3" fmla="*/ 0 w 2867025"/>
              <a:gd name="connsiteY3" fmla="*/ 1887380 h 1887380"/>
              <a:gd name="connsiteX0" fmla="*/ 0 w 2806669"/>
              <a:gd name="connsiteY0" fmla="*/ 1887380 h 1893416"/>
              <a:gd name="connsiteX1" fmla="*/ 1403335 w 2806669"/>
              <a:gd name="connsiteY1" fmla="*/ 0 h 1893416"/>
              <a:gd name="connsiteX2" fmla="*/ 2806669 w 2806669"/>
              <a:gd name="connsiteY2" fmla="*/ 1893416 h 1893416"/>
              <a:gd name="connsiteX3" fmla="*/ 0 w 2806669"/>
              <a:gd name="connsiteY3" fmla="*/ 1887380 h 1893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6669" h="1893416">
                <a:moveTo>
                  <a:pt x="0" y="1887380"/>
                </a:moveTo>
                <a:lnTo>
                  <a:pt x="1403335" y="0"/>
                </a:lnTo>
                <a:lnTo>
                  <a:pt x="2806669" y="1893416"/>
                </a:lnTo>
                <a:lnTo>
                  <a:pt x="0" y="1887380"/>
                </a:lnTo>
                <a:close/>
              </a:path>
            </a:pathLst>
          </a:custGeom>
          <a:pattFill prst="pct5">
            <a:fgClr>
              <a:schemeClr val="bg2"/>
            </a:fgClr>
            <a:bgClr>
              <a:schemeClr val="tx1"/>
            </a:bgClr>
          </a:pattFill>
        </p:spPr>
        <p:txBody>
          <a:bodyPr anchor="ctr" anchorCtr="0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8" name="Inhaltsplatzhalter 21">
            <a:extLst>
              <a:ext uri="{FF2B5EF4-FFF2-40B4-BE49-F238E27FC236}">
                <a16:creationId xmlns:a16="http://schemas.microsoft.com/office/drawing/2014/main" id="{33A6613D-50B2-BB25-8D72-88FED21374F6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8095195" y="3379935"/>
            <a:ext cx="2735595" cy="1845469"/>
          </a:xfrm>
          <a:custGeom>
            <a:avLst/>
            <a:gdLst>
              <a:gd name="connsiteX0" fmla="*/ 0 w 2867025"/>
              <a:gd name="connsiteY0" fmla="*/ 1884362 h 1884362"/>
              <a:gd name="connsiteX1" fmla="*/ 1433513 w 2867025"/>
              <a:gd name="connsiteY1" fmla="*/ 0 h 1884362"/>
              <a:gd name="connsiteX2" fmla="*/ 2867025 w 2867025"/>
              <a:gd name="connsiteY2" fmla="*/ 1884362 h 1884362"/>
              <a:gd name="connsiteX3" fmla="*/ 0 w 2867025"/>
              <a:gd name="connsiteY3" fmla="*/ 1884362 h 1884362"/>
              <a:gd name="connsiteX0" fmla="*/ 0 w 2867025"/>
              <a:gd name="connsiteY0" fmla="*/ 1887380 h 1887380"/>
              <a:gd name="connsiteX1" fmla="*/ 1403335 w 2867025"/>
              <a:gd name="connsiteY1" fmla="*/ 0 h 1887380"/>
              <a:gd name="connsiteX2" fmla="*/ 2867025 w 2867025"/>
              <a:gd name="connsiteY2" fmla="*/ 1887380 h 1887380"/>
              <a:gd name="connsiteX3" fmla="*/ 0 w 2867025"/>
              <a:gd name="connsiteY3" fmla="*/ 1887380 h 1887380"/>
              <a:gd name="connsiteX0" fmla="*/ 0 w 2806669"/>
              <a:gd name="connsiteY0" fmla="*/ 1887380 h 1893416"/>
              <a:gd name="connsiteX1" fmla="*/ 1403335 w 2806669"/>
              <a:gd name="connsiteY1" fmla="*/ 0 h 1893416"/>
              <a:gd name="connsiteX2" fmla="*/ 2806669 w 2806669"/>
              <a:gd name="connsiteY2" fmla="*/ 1893416 h 1893416"/>
              <a:gd name="connsiteX3" fmla="*/ 0 w 2806669"/>
              <a:gd name="connsiteY3" fmla="*/ 1887380 h 1893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6669" h="1893416">
                <a:moveTo>
                  <a:pt x="0" y="1887380"/>
                </a:moveTo>
                <a:lnTo>
                  <a:pt x="1403335" y="0"/>
                </a:lnTo>
                <a:lnTo>
                  <a:pt x="2806669" y="1893416"/>
                </a:lnTo>
                <a:lnTo>
                  <a:pt x="0" y="1887380"/>
                </a:lnTo>
                <a:close/>
              </a:path>
            </a:pathLst>
          </a:custGeom>
          <a:pattFill prst="pct5">
            <a:fgClr>
              <a:schemeClr val="bg2"/>
            </a:fgClr>
            <a:bgClr>
              <a:schemeClr val="tx1"/>
            </a:bgClr>
          </a:pattFill>
        </p:spPr>
        <p:txBody>
          <a:bodyPr anchor="ctr" anchorCtr="0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Inhaltsplatzhalter 21">
            <a:extLst>
              <a:ext uri="{FF2B5EF4-FFF2-40B4-BE49-F238E27FC236}">
                <a16:creationId xmlns:a16="http://schemas.microsoft.com/office/drawing/2014/main" id="{2BEFC549-E378-FA1A-53D8-D386EC884337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6605493" y="1363281"/>
            <a:ext cx="2735595" cy="1845469"/>
          </a:xfrm>
          <a:custGeom>
            <a:avLst/>
            <a:gdLst>
              <a:gd name="connsiteX0" fmla="*/ 0 w 2867025"/>
              <a:gd name="connsiteY0" fmla="*/ 1884362 h 1884362"/>
              <a:gd name="connsiteX1" fmla="*/ 1433513 w 2867025"/>
              <a:gd name="connsiteY1" fmla="*/ 0 h 1884362"/>
              <a:gd name="connsiteX2" fmla="*/ 2867025 w 2867025"/>
              <a:gd name="connsiteY2" fmla="*/ 1884362 h 1884362"/>
              <a:gd name="connsiteX3" fmla="*/ 0 w 2867025"/>
              <a:gd name="connsiteY3" fmla="*/ 1884362 h 1884362"/>
              <a:gd name="connsiteX0" fmla="*/ 0 w 2867025"/>
              <a:gd name="connsiteY0" fmla="*/ 1887380 h 1887380"/>
              <a:gd name="connsiteX1" fmla="*/ 1403335 w 2867025"/>
              <a:gd name="connsiteY1" fmla="*/ 0 h 1887380"/>
              <a:gd name="connsiteX2" fmla="*/ 2867025 w 2867025"/>
              <a:gd name="connsiteY2" fmla="*/ 1887380 h 1887380"/>
              <a:gd name="connsiteX3" fmla="*/ 0 w 2867025"/>
              <a:gd name="connsiteY3" fmla="*/ 1887380 h 1887380"/>
              <a:gd name="connsiteX0" fmla="*/ 0 w 2806669"/>
              <a:gd name="connsiteY0" fmla="*/ 1887380 h 1893416"/>
              <a:gd name="connsiteX1" fmla="*/ 1403335 w 2806669"/>
              <a:gd name="connsiteY1" fmla="*/ 0 h 1893416"/>
              <a:gd name="connsiteX2" fmla="*/ 2806669 w 2806669"/>
              <a:gd name="connsiteY2" fmla="*/ 1893416 h 1893416"/>
              <a:gd name="connsiteX3" fmla="*/ 0 w 2806669"/>
              <a:gd name="connsiteY3" fmla="*/ 1887380 h 1893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6669" h="1893416">
                <a:moveTo>
                  <a:pt x="0" y="1887380"/>
                </a:moveTo>
                <a:lnTo>
                  <a:pt x="1403335" y="0"/>
                </a:lnTo>
                <a:lnTo>
                  <a:pt x="2806669" y="1893416"/>
                </a:lnTo>
                <a:lnTo>
                  <a:pt x="0" y="1887380"/>
                </a:lnTo>
                <a:close/>
              </a:path>
            </a:pathLst>
          </a:custGeom>
          <a:pattFill prst="pct5">
            <a:fgClr>
              <a:schemeClr val="bg2"/>
            </a:fgClr>
            <a:bgClr>
              <a:schemeClr val="accent1"/>
            </a:bgClr>
          </a:pattFill>
        </p:spPr>
        <p:txBody>
          <a:bodyPr anchor="ctr" anchorCtr="0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0" name="Inhaltsplatzhalter 69">
            <a:extLst>
              <a:ext uri="{FF2B5EF4-FFF2-40B4-BE49-F238E27FC236}">
                <a16:creationId xmlns:a16="http://schemas.microsoft.com/office/drawing/2014/main" id="{D2EF5D6C-C81A-42ED-C67F-9BFF02C054F2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6603905" y="3329350"/>
            <a:ext cx="2735625" cy="1845927"/>
          </a:xfrm>
          <a:prstGeom prst="flowChartMerge">
            <a:avLst/>
          </a:prstGeom>
          <a:pattFill prst="pct5">
            <a:fgClr>
              <a:schemeClr val="tx1"/>
            </a:fgClr>
            <a:bgClr>
              <a:schemeClr val="tx2"/>
            </a:bgClr>
          </a:pattFill>
        </p:spPr>
        <p:txBody>
          <a:bodyPr anchor="ctr" anchorCtr="0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2" name="Inhaltsplatzhalter 71">
            <a:extLst>
              <a:ext uri="{FF2B5EF4-FFF2-40B4-BE49-F238E27FC236}">
                <a16:creationId xmlns:a16="http://schemas.microsoft.com/office/drawing/2014/main" id="{8006F549-64F8-3BCC-308A-28F09F10E9CF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4447554" y="5344554"/>
            <a:ext cx="7032155" cy="860272"/>
          </a:xfrm>
          <a:prstGeom prst="trapezoid">
            <a:avLst>
              <a:gd name="adj" fmla="val 69019"/>
            </a:avLst>
          </a:prstGeom>
          <a:pattFill prst="pct5">
            <a:fgClr>
              <a:schemeClr val="tx1"/>
            </a:fgClr>
            <a:bgClr>
              <a:schemeClr val="bg2"/>
            </a:bgClr>
          </a:pattFill>
        </p:spPr>
        <p:txBody>
          <a:bodyPr/>
          <a:lstStyle>
            <a:lvl1pPr marL="0" indent="0" algn="ctr">
              <a:buNone/>
              <a:defRPr sz="800"/>
            </a:lvl1pPr>
            <a:lvl2pPr marL="457200" indent="0" algn="ctr">
              <a:buNone/>
              <a:defRPr sz="800"/>
            </a:lvl2pPr>
            <a:lvl3pPr marL="914400" indent="0" algn="ctr">
              <a:buNone/>
              <a:defRPr sz="800"/>
            </a:lvl3pPr>
            <a:lvl4pPr marL="1371600" indent="0" algn="ctr">
              <a:buNone/>
              <a:defRPr sz="800"/>
            </a:lvl4pPr>
            <a:lvl5pPr marL="1828800" indent="0" algn="ctr">
              <a:buNone/>
              <a:defRPr sz="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3" name="Inhaltsplatzhalter 2">
            <a:extLst>
              <a:ext uri="{FF2B5EF4-FFF2-40B4-BE49-F238E27FC236}">
                <a16:creationId xmlns:a16="http://schemas.microsoft.com/office/drawing/2014/main" id="{F7150A6D-248E-CBE7-0CD1-33F8A7C716C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2" y="1808163"/>
            <a:ext cx="35136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pic>
        <p:nvPicPr>
          <p:cNvPr id="74" name="Grafik 73">
            <a:extLst>
              <a:ext uri="{FF2B5EF4-FFF2-40B4-BE49-F238E27FC236}">
                <a16:creationId xmlns:a16="http://schemas.microsoft.com/office/drawing/2014/main" id="{65355B37-BA23-335C-CE2F-CEE495EFA21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40F82BD4-D681-E457-FB37-2AC5C1B05FFF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93B8B2C7-3186-818C-E37A-23F646EF6E5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87F952AD-B0BE-C317-3A70-C3D8FD09E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86997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Graphic 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17">
            <a:extLst>
              <a:ext uri="{FF2B5EF4-FFF2-40B4-BE49-F238E27FC236}">
                <a16:creationId xmlns:a16="http://schemas.microsoft.com/office/drawing/2014/main" id="{E11FE89E-568B-4322-C82A-99798E9D30E0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7005963" y="2937589"/>
            <a:ext cx="853200" cy="853200"/>
          </a:xfrm>
          <a:prstGeom prst="ellipse">
            <a:avLst/>
          </a:prstGeom>
          <a:solidFill>
            <a:schemeClr val="accent4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" name="Bildplatzhalter 17">
            <a:extLst>
              <a:ext uri="{FF2B5EF4-FFF2-40B4-BE49-F238E27FC236}">
                <a16:creationId xmlns:a16="http://schemas.microsoft.com/office/drawing/2014/main" id="{41371A3A-CB8E-FAD1-6EB4-D91D9A6B1C2A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9027985" y="3438542"/>
            <a:ext cx="853200" cy="853200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18" name="Bildplatzhalter 17">
            <a:extLst>
              <a:ext uri="{FF2B5EF4-FFF2-40B4-BE49-F238E27FC236}">
                <a16:creationId xmlns:a16="http://schemas.microsoft.com/office/drawing/2014/main" id="{17D2C574-0B7B-A00E-10DB-D6293120685D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489736" y="4760611"/>
            <a:ext cx="853200" cy="853200"/>
          </a:xfrm>
          <a:prstGeom prst="ellipse">
            <a:avLst/>
          </a:prstGeom>
          <a:solidFill>
            <a:schemeClr val="tx1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31" name="Bildplatzhalter 17">
            <a:extLst>
              <a:ext uri="{FF2B5EF4-FFF2-40B4-BE49-F238E27FC236}">
                <a16:creationId xmlns:a16="http://schemas.microsoft.com/office/drawing/2014/main" id="{16101017-0C4A-2979-D34B-FED2227CD8BF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8003391" y="4290671"/>
            <a:ext cx="853200" cy="853200"/>
          </a:xfrm>
          <a:prstGeom prst="ellipse">
            <a:avLst/>
          </a:prstGeom>
          <a:solidFill>
            <a:schemeClr val="tx2"/>
          </a:solid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63" name="Inhaltsplatzhalter 2">
            <a:extLst>
              <a:ext uri="{FF2B5EF4-FFF2-40B4-BE49-F238E27FC236}">
                <a16:creationId xmlns:a16="http://schemas.microsoft.com/office/drawing/2014/main" id="{B71A738C-B934-81D9-A636-A9E923B27B26}"/>
              </a:ext>
            </a:extLst>
          </p:cNvPr>
          <p:cNvSpPr>
            <a:spLocks noGrp="1"/>
          </p:cNvSpPr>
          <p:nvPr>
            <p:ph idx="37" hasCustomPrompt="1"/>
          </p:nvPr>
        </p:nvSpPr>
        <p:spPr>
          <a:xfrm>
            <a:off x="5843665" y="4027105"/>
            <a:ext cx="402443" cy="13236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64" name="Inhaltsplatzhalter 2">
            <a:extLst>
              <a:ext uri="{FF2B5EF4-FFF2-40B4-BE49-F238E27FC236}">
                <a16:creationId xmlns:a16="http://schemas.microsoft.com/office/drawing/2014/main" id="{0FF61268-9D01-EE23-5711-074721C042E0}"/>
              </a:ext>
            </a:extLst>
          </p:cNvPr>
          <p:cNvSpPr>
            <a:spLocks noGrp="1"/>
          </p:cNvSpPr>
          <p:nvPr>
            <p:ph idx="38" hasCustomPrompt="1"/>
          </p:nvPr>
        </p:nvSpPr>
        <p:spPr>
          <a:xfrm>
            <a:off x="11116783" y="4027105"/>
            <a:ext cx="402443" cy="13236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65" name="Inhaltsplatzhalter 2">
            <a:extLst>
              <a:ext uri="{FF2B5EF4-FFF2-40B4-BE49-F238E27FC236}">
                <a16:creationId xmlns:a16="http://schemas.microsoft.com/office/drawing/2014/main" id="{A304610D-9559-3EDB-8D91-B321EF03A435}"/>
              </a:ext>
            </a:extLst>
          </p:cNvPr>
          <p:cNvSpPr>
            <a:spLocks noGrp="1"/>
          </p:cNvSpPr>
          <p:nvPr>
            <p:ph idx="39" hasCustomPrompt="1"/>
          </p:nvPr>
        </p:nvSpPr>
        <p:spPr>
          <a:xfrm>
            <a:off x="8486066" y="5758506"/>
            <a:ext cx="402443" cy="13236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66" name="Inhaltsplatzhalter 2">
            <a:extLst>
              <a:ext uri="{FF2B5EF4-FFF2-40B4-BE49-F238E27FC236}">
                <a16:creationId xmlns:a16="http://schemas.microsoft.com/office/drawing/2014/main" id="{DB22E2E7-D9C0-CB9D-24F9-F4CEDFB2304D}"/>
              </a:ext>
            </a:extLst>
          </p:cNvPr>
          <p:cNvSpPr>
            <a:spLocks noGrp="1"/>
          </p:cNvSpPr>
          <p:nvPr>
            <p:ph idx="40" hasCustomPrompt="1"/>
          </p:nvPr>
        </p:nvSpPr>
        <p:spPr>
          <a:xfrm>
            <a:off x="8485655" y="2297686"/>
            <a:ext cx="402443" cy="13236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68" name="Inhaltsplatzhalter 2">
            <a:extLst>
              <a:ext uri="{FF2B5EF4-FFF2-40B4-BE49-F238E27FC236}">
                <a16:creationId xmlns:a16="http://schemas.microsoft.com/office/drawing/2014/main" id="{B8321047-6B7B-3C5F-7A70-C0DED8AB101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F4F3818-5FEC-91B6-5D85-B43900C53A66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87FD774B-FDF1-4DE8-0680-B9E3BA034DBD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70FBFE72-4A6D-2568-023B-1D326998E5C5}"/>
              </a:ext>
            </a:extLst>
          </p:cNvPr>
          <p:cNvSpPr>
            <a:spLocks noGrp="1"/>
          </p:cNvSpPr>
          <p:nvPr>
            <p:ph type="ftr" sz="quarter" idx="42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641082C7-BE07-A111-004E-BE9498A82D3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71515653-D089-CCB5-D1CB-DFB21D5B1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45291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Graphic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Bildplatzhalter 75">
            <a:extLst>
              <a:ext uri="{FF2B5EF4-FFF2-40B4-BE49-F238E27FC236}">
                <a16:creationId xmlns:a16="http://schemas.microsoft.com/office/drawing/2014/main" id="{E7CDD4E0-24E9-A2A3-13F5-3C8E2C0FF0D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177514" y="1807200"/>
            <a:ext cx="720725" cy="71913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tx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77" name="Bildplatzhalter 75">
            <a:extLst>
              <a:ext uri="{FF2B5EF4-FFF2-40B4-BE49-F238E27FC236}">
                <a16:creationId xmlns:a16="http://schemas.microsoft.com/office/drawing/2014/main" id="{B204E437-6989-182B-D017-758C3283950B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60189" y="1807200"/>
            <a:ext cx="720725" cy="71913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78" name="Bildplatzhalter 75">
            <a:extLst>
              <a:ext uri="{FF2B5EF4-FFF2-40B4-BE49-F238E27FC236}">
                <a16:creationId xmlns:a16="http://schemas.microsoft.com/office/drawing/2014/main" id="{217F7511-C6AB-4087-E532-017F0D7BBC03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3199546" y="3901343"/>
            <a:ext cx="720725" cy="719137"/>
          </a:xfrm>
          <a:prstGeom prst="rect">
            <a:avLst/>
          </a:prstGeom>
          <a:pattFill prst="pct5">
            <a:fgClr>
              <a:schemeClr val="tx2"/>
            </a:fgClr>
            <a:bgClr>
              <a:schemeClr val="tx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79" name="Bildplatzhalter 75">
            <a:extLst>
              <a:ext uri="{FF2B5EF4-FFF2-40B4-BE49-F238E27FC236}">
                <a16:creationId xmlns:a16="http://schemas.microsoft.com/office/drawing/2014/main" id="{813DC06C-1763-5233-A589-728BCB3A15B6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682221" y="3901343"/>
            <a:ext cx="720725" cy="71913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accent4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6BBCFC-58C4-0BB5-F895-7363FD64CA7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0" name="Bildplatzhalter 75">
            <a:extLst>
              <a:ext uri="{FF2B5EF4-FFF2-40B4-BE49-F238E27FC236}">
                <a16:creationId xmlns:a16="http://schemas.microsoft.com/office/drawing/2014/main" id="{8F91579E-A843-95B5-5C98-8ABA01282093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6488163" y="1824462"/>
            <a:ext cx="2016000" cy="20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1" name="Bildplatzhalter 75">
            <a:extLst>
              <a:ext uri="{FF2B5EF4-FFF2-40B4-BE49-F238E27FC236}">
                <a16:creationId xmlns:a16="http://schemas.microsoft.com/office/drawing/2014/main" id="{8EF699EA-92D3-AFA2-AF99-C6EFCA7E782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504163" y="1824462"/>
            <a:ext cx="2016000" cy="20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tx2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2" name="Bildplatzhalter 75">
            <a:extLst>
              <a:ext uri="{FF2B5EF4-FFF2-40B4-BE49-F238E27FC236}">
                <a16:creationId xmlns:a16="http://schemas.microsoft.com/office/drawing/2014/main" id="{B3D1EB28-9044-FA77-EF2C-CD1779377B68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488163" y="3840462"/>
            <a:ext cx="2016000" cy="2016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accent4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3" name="Bildplatzhalter 75">
            <a:extLst>
              <a:ext uri="{FF2B5EF4-FFF2-40B4-BE49-F238E27FC236}">
                <a16:creationId xmlns:a16="http://schemas.microsoft.com/office/drawing/2014/main" id="{9FBFD2AE-A89D-29CF-4CE0-3E4F240BBAC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8504163" y="3840462"/>
            <a:ext cx="2016000" cy="2016000"/>
          </a:xfrm>
          <a:prstGeom prst="rect">
            <a:avLst/>
          </a:prstGeom>
          <a:pattFill prst="pct5">
            <a:fgClr>
              <a:schemeClr val="bg2"/>
            </a:fgClr>
            <a:bgClr>
              <a:schemeClr val="tx1"/>
            </a:bgClr>
          </a:pattFill>
        </p:spPr>
        <p:txBody>
          <a:bodyPr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de-DE"/>
              <a:t>Picture / Icon</a:t>
            </a:r>
          </a:p>
        </p:txBody>
      </p:sp>
      <p:sp>
        <p:nvSpPr>
          <p:cNvPr id="84" name="Textplatzhalter 9">
            <a:extLst>
              <a:ext uri="{FF2B5EF4-FFF2-40B4-BE49-F238E27FC236}">
                <a16:creationId xmlns:a16="http://schemas.microsoft.com/office/drawing/2014/main" id="{CDA609C0-647C-B1BD-93EC-A78509D9832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8813" y="2896348"/>
            <a:ext cx="2151057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 sz="1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endParaRPr lang="de-DE"/>
          </a:p>
        </p:txBody>
      </p:sp>
      <p:sp>
        <p:nvSpPr>
          <p:cNvPr id="85" name="Textplatzhalter 29">
            <a:extLst>
              <a:ext uri="{FF2B5EF4-FFF2-40B4-BE49-F238E27FC236}">
                <a16:creationId xmlns:a16="http://schemas.microsoft.com/office/drawing/2014/main" id="{C112F0A2-A070-327C-8023-F5E35CAFF63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8814" y="2666297"/>
            <a:ext cx="2151057" cy="2036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err="1"/>
              <a:t>Heading</a:t>
            </a:r>
            <a:endParaRPr lang="de-DE"/>
          </a:p>
        </p:txBody>
      </p:sp>
      <p:sp>
        <p:nvSpPr>
          <p:cNvPr id="86" name="Textplatzhalter 9">
            <a:extLst>
              <a:ext uri="{FF2B5EF4-FFF2-40B4-BE49-F238E27FC236}">
                <a16:creationId xmlns:a16="http://schemas.microsoft.com/office/drawing/2014/main" id="{254547D5-8F71-F03C-36AB-1B91C150CC1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176789" y="2896348"/>
            <a:ext cx="2151057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 sz="1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endParaRPr lang="de-DE"/>
          </a:p>
        </p:txBody>
      </p:sp>
      <p:sp>
        <p:nvSpPr>
          <p:cNvPr id="87" name="Textplatzhalter 29">
            <a:extLst>
              <a:ext uri="{FF2B5EF4-FFF2-40B4-BE49-F238E27FC236}">
                <a16:creationId xmlns:a16="http://schemas.microsoft.com/office/drawing/2014/main" id="{05042D0D-FDDB-CCD7-326B-E6A0483D70C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176790" y="2666297"/>
            <a:ext cx="2151057" cy="2036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err="1"/>
              <a:t>Heading</a:t>
            </a:r>
            <a:endParaRPr lang="de-DE"/>
          </a:p>
        </p:txBody>
      </p:sp>
      <p:sp>
        <p:nvSpPr>
          <p:cNvPr id="88" name="Textplatzhalter 9">
            <a:extLst>
              <a:ext uri="{FF2B5EF4-FFF2-40B4-BE49-F238E27FC236}">
                <a16:creationId xmlns:a16="http://schemas.microsoft.com/office/drawing/2014/main" id="{0EF15943-3A9E-1793-7627-E1655D446F3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81570" y="5016884"/>
            <a:ext cx="2151057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 sz="1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endParaRPr lang="de-DE"/>
          </a:p>
        </p:txBody>
      </p:sp>
      <p:sp>
        <p:nvSpPr>
          <p:cNvPr id="89" name="Textplatzhalter 29">
            <a:extLst>
              <a:ext uri="{FF2B5EF4-FFF2-40B4-BE49-F238E27FC236}">
                <a16:creationId xmlns:a16="http://schemas.microsoft.com/office/drawing/2014/main" id="{6B860575-782D-1C92-7C8F-D1EFBD3549D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81571" y="4786833"/>
            <a:ext cx="2151057" cy="2036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err="1"/>
              <a:t>Heading</a:t>
            </a:r>
            <a:endParaRPr lang="de-DE"/>
          </a:p>
        </p:txBody>
      </p:sp>
      <p:sp>
        <p:nvSpPr>
          <p:cNvPr id="90" name="Textplatzhalter 9">
            <a:extLst>
              <a:ext uri="{FF2B5EF4-FFF2-40B4-BE49-F238E27FC236}">
                <a16:creationId xmlns:a16="http://schemas.microsoft.com/office/drawing/2014/main" id="{6D4B7B9E-8681-3FE6-2C1C-3D017FE2314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199546" y="5016884"/>
            <a:ext cx="2151057" cy="720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FontTx/>
              <a:buNone/>
              <a:defRPr sz="1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  <a:br>
              <a:rPr lang="de-DE"/>
            </a:b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endParaRPr lang="de-DE"/>
          </a:p>
        </p:txBody>
      </p:sp>
      <p:sp>
        <p:nvSpPr>
          <p:cNvPr id="91" name="Textplatzhalter 29">
            <a:extLst>
              <a:ext uri="{FF2B5EF4-FFF2-40B4-BE49-F238E27FC236}">
                <a16:creationId xmlns:a16="http://schemas.microsoft.com/office/drawing/2014/main" id="{81A9C47E-BBD0-D717-A4B3-202CF0F24A9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199547" y="4786833"/>
            <a:ext cx="2151057" cy="2036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err="1"/>
              <a:t>Heading</a:t>
            </a:r>
            <a:endParaRPr lang="de-DE"/>
          </a:p>
        </p:txBody>
      </p:sp>
      <p:sp>
        <p:nvSpPr>
          <p:cNvPr id="92" name="Textplatzhalter 29">
            <a:extLst>
              <a:ext uri="{FF2B5EF4-FFF2-40B4-BE49-F238E27FC236}">
                <a16:creationId xmlns:a16="http://schemas.microsoft.com/office/drawing/2014/main" id="{311152C1-EE48-B023-11D2-BA0FEDD80F1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730427" y="3840462"/>
            <a:ext cx="610083" cy="2190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93" name="Textplatzhalter 29">
            <a:extLst>
              <a:ext uri="{FF2B5EF4-FFF2-40B4-BE49-F238E27FC236}">
                <a16:creationId xmlns:a16="http://schemas.microsoft.com/office/drawing/2014/main" id="{11F56A58-56BB-6693-7AEF-C847D2834F4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504163" y="6126166"/>
            <a:ext cx="610083" cy="21907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200"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Value</a:t>
            </a:r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08F3CAFD-82AD-6240-32DA-0A65E1AAEC50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075857E2-8126-7390-ACA1-5E51D8C6B58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F12EF73A-21F9-849E-5E7C-DB5DEB77E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7354801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Devi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2BC4B996-22FD-F47B-2286-9FC5EE9427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78B49EC-1E7E-CBA5-20E5-32DACA007E30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1E281D-AA97-31A9-EA27-7D3C3ADF18B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6" name="Group 27">
            <a:extLst>
              <a:ext uri="{FF2B5EF4-FFF2-40B4-BE49-F238E27FC236}">
                <a16:creationId xmlns:a16="http://schemas.microsoft.com/office/drawing/2014/main" id="{469D64B7-86FC-F283-991C-9E843A720F06}"/>
              </a:ext>
            </a:extLst>
          </p:cNvPr>
          <p:cNvGrpSpPr/>
          <p:nvPr userDrawn="1"/>
        </p:nvGrpSpPr>
        <p:grpSpPr>
          <a:xfrm>
            <a:off x="7105852" y="2461748"/>
            <a:ext cx="364509" cy="29294"/>
            <a:chOff x="7105852" y="2461748"/>
            <a:chExt cx="364509" cy="29294"/>
          </a:xfrm>
          <a:pattFill prst="pct5">
            <a:fgClr>
              <a:schemeClr val="tx1"/>
            </a:fgClr>
            <a:bgClr>
              <a:schemeClr val="bg1"/>
            </a:bgClr>
          </a:pattFill>
        </p:grpSpPr>
        <p:sp>
          <p:nvSpPr>
            <p:cNvPr id="27" name="Freeform 16">
              <a:extLst>
                <a:ext uri="{FF2B5EF4-FFF2-40B4-BE49-F238E27FC236}">
                  <a16:creationId xmlns:a16="http://schemas.microsoft.com/office/drawing/2014/main" id="{3C68FE3A-F1EB-2C15-C550-05BC12062266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8398" y="2465003"/>
              <a:ext cx="16273" cy="26036"/>
            </a:xfrm>
            <a:custGeom>
              <a:avLst/>
              <a:gdLst>
                <a:gd name="T0" fmla="*/ 3 w 5"/>
                <a:gd name="T1" fmla="*/ 4 h 8"/>
                <a:gd name="T2" fmla="*/ 3 w 5"/>
                <a:gd name="T3" fmla="*/ 4 h 8"/>
                <a:gd name="T4" fmla="*/ 4 w 5"/>
                <a:gd name="T5" fmla="*/ 3 h 8"/>
                <a:gd name="T6" fmla="*/ 4 w 5"/>
                <a:gd name="T7" fmla="*/ 2 h 8"/>
                <a:gd name="T8" fmla="*/ 4 w 5"/>
                <a:gd name="T9" fmla="*/ 1 h 8"/>
                <a:gd name="T10" fmla="*/ 4 w 5"/>
                <a:gd name="T11" fmla="*/ 1 h 8"/>
                <a:gd name="T12" fmla="*/ 3 w 5"/>
                <a:gd name="T13" fmla="*/ 0 h 8"/>
                <a:gd name="T14" fmla="*/ 2 w 5"/>
                <a:gd name="T15" fmla="*/ 0 h 8"/>
                <a:gd name="T16" fmla="*/ 1 w 5"/>
                <a:gd name="T17" fmla="*/ 0 h 8"/>
                <a:gd name="T18" fmla="*/ 0 w 5"/>
                <a:gd name="T19" fmla="*/ 1 h 8"/>
                <a:gd name="T20" fmla="*/ 0 w 5"/>
                <a:gd name="T21" fmla="*/ 2 h 8"/>
                <a:gd name="T22" fmla="*/ 0 w 5"/>
                <a:gd name="T23" fmla="*/ 3 h 8"/>
                <a:gd name="T24" fmla="*/ 1 w 5"/>
                <a:gd name="T25" fmla="*/ 3 h 8"/>
                <a:gd name="T26" fmla="*/ 1 w 5"/>
                <a:gd name="T27" fmla="*/ 2 h 8"/>
                <a:gd name="T28" fmla="*/ 1 w 5"/>
                <a:gd name="T29" fmla="*/ 2 h 8"/>
                <a:gd name="T30" fmla="*/ 1 w 5"/>
                <a:gd name="T31" fmla="*/ 1 h 8"/>
                <a:gd name="T32" fmla="*/ 2 w 5"/>
                <a:gd name="T33" fmla="*/ 1 h 8"/>
                <a:gd name="T34" fmla="*/ 3 w 5"/>
                <a:gd name="T35" fmla="*/ 1 h 8"/>
                <a:gd name="T36" fmla="*/ 3 w 5"/>
                <a:gd name="T37" fmla="*/ 2 h 8"/>
                <a:gd name="T38" fmla="*/ 3 w 5"/>
                <a:gd name="T39" fmla="*/ 3 h 8"/>
                <a:gd name="T40" fmla="*/ 3 w 5"/>
                <a:gd name="T41" fmla="*/ 3 h 8"/>
                <a:gd name="T42" fmla="*/ 2 w 5"/>
                <a:gd name="T43" fmla="*/ 3 h 8"/>
                <a:gd name="T44" fmla="*/ 2 w 5"/>
                <a:gd name="T45" fmla="*/ 4 h 8"/>
                <a:gd name="T46" fmla="*/ 2 w 5"/>
                <a:gd name="T47" fmla="*/ 4 h 8"/>
                <a:gd name="T48" fmla="*/ 2 w 5"/>
                <a:gd name="T49" fmla="*/ 4 h 8"/>
                <a:gd name="T50" fmla="*/ 2 w 5"/>
                <a:gd name="T51" fmla="*/ 4 h 8"/>
                <a:gd name="T52" fmla="*/ 2 w 5"/>
                <a:gd name="T53" fmla="*/ 4 h 8"/>
                <a:gd name="T54" fmla="*/ 3 w 5"/>
                <a:gd name="T55" fmla="*/ 4 h 8"/>
                <a:gd name="T56" fmla="*/ 3 w 5"/>
                <a:gd name="T57" fmla="*/ 5 h 8"/>
                <a:gd name="T58" fmla="*/ 4 w 5"/>
                <a:gd name="T59" fmla="*/ 5 h 8"/>
                <a:gd name="T60" fmla="*/ 4 w 5"/>
                <a:gd name="T61" fmla="*/ 6 h 8"/>
                <a:gd name="T62" fmla="*/ 4 w 5"/>
                <a:gd name="T63" fmla="*/ 6 h 8"/>
                <a:gd name="T64" fmla="*/ 3 w 5"/>
                <a:gd name="T65" fmla="*/ 7 h 8"/>
                <a:gd name="T66" fmla="*/ 3 w 5"/>
                <a:gd name="T67" fmla="*/ 7 h 8"/>
                <a:gd name="T68" fmla="*/ 2 w 5"/>
                <a:gd name="T69" fmla="*/ 7 h 8"/>
                <a:gd name="T70" fmla="*/ 1 w 5"/>
                <a:gd name="T71" fmla="*/ 7 h 8"/>
                <a:gd name="T72" fmla="*/ 0 w 5"/>
                <a:gd name="T73" fmla="*/ 5 h 8"/>
                <a:gd name="T74" fmla="*/ 0 w 5"/>
                <a:gd name="T75" fmla="*/ 5 h 8"/>
                <a:gd name="T76" fmla="*/ 0 w 5"/>
                <a:gd name="T77" fmla="*/ 6 h 8"/>
                <a:gd name="T78" fmla="*/ 0 w 5"/>
                <a:gd name="T79" fmla="*/ 7 h 8"/>
                <a:gd name="T80" fmla="*/ 1 w 5"/>
                <a:gd name="T81" fmla="*/ 8 h 8"/>
                <a:gd name="T82" fmla="*/ 2 w 5"/>
                <a:gd name="T83" fmla="*/ 8 h 8"/>
                <a:gd name="T84" fmla="*/ 3 w 5"/>
                <a:gd name="T85" fmla="*/ 8 h 8"/>
                <a:gd name="T86" fmla="*/ 4 w 5"/>
                <a:gd name="T87" fmla="*/ 7 h 8"/>
                <a:gd name="T88" fmla="*/ 4 w 5"/>
                <a:gd name="T89" fmla="*/ 7 h 8"/>
                <a:gd name="T90" fmla="*/ 5 w 5"/>
                <a:gd name="T91" fmla="*/ 6 h 8"/>
                <a:gd name="T92" fmla="*/ 4 w 5"/>
                <a:gd name="T93" fmla="*/ 4 h 8"/>
                <a:gd name="T94" fmla="*/ 3 w 5"/>
                <a:gd name="T95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" h="8">
                  <a:moveTo>
                    <a:pt x="3" y="4"/>
                  </a:moveTo>
                  <a:cubicBezTo>
                    <a:pt x="3" y="4"/>
                    <a:pt x="3" y="4"/>
                    <a:pt x="3" y="4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1" y="7"/>
                    <a:pt x="1" y="7"/>
                  </a:cubicBezTo>
                  <a:cubicBezTo>
                    <a:pt x="1" y="6"/>
                    <a:pt x="0" y="6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4" y="5"/>
                    <a:pt x="4" y="4"/>
                  </a:cubicBezTo>
                  <a:cubicBezTo>
                    <a:pt x="4" y="4"/>
                    <a:pt x="4" y="4"/>
                    <a:pt x="3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28" name="Freeform 17">
              <a:extLst>
                <a:ext uri="{FF2B5EF4-FFF2-40B4-BE49-F238E27FC236}">
                  <a16:creationId xmlns:a16="http://schemas.microsoft.com/office/drawing/2014/main" id="{D8DC6444-6D8F-30FC-4658-397E7C3BB9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87216" y="2465003"/>
              <a:ext cx="22782" cy="26036"/>
            </a:xfrm>
            <a:custGeom>
              <a:avLst/>
              <a:gdLst>
                <a:gd name="T0" fmla="*/ 6 w 14"/>
                <a:gd name="T1" fmla="*/ 2 h 16"/>
                <a:gd name="T2" fmla="*/ 8 w 14"/>
                <a:gd name="T3" fmla="*/ 2 h 16"/>
                <a:gd name="T4" fmla="*/ 10 w 14"/>
                <a:gd name="T5" fmla="*/ 10 h 16"/>
                <a:gd name="T6" fmla="*/ 4 w 14"/>
                <a:gd name="T7" fmla="*/ 10 h 16"/>
                <a:gd name="T8" fmla="*/ 6 w 14"/>
                <a:gd name="T9" fmla="*/ 2 h 16"/>
                <a:gd name="T10" fmla="*/ 6 w 14"/>
                <a:gd name="T11" fmla="*/ 0 h 16"/>
                <a:gd name="T12" fmla="*/ 0 w 14"/>
                <a:gd name="T13" fmla="*/ 16 h 16"/>
                <a:gd name="T14" fmla="*/ 2 w 14"/>
                <a:gd name="T15" fmla="*/ 16 h 16"/>
                <a:gd name="T16" fmla="*/ 4 w 14"/>
                <a:gd name="T17" fmla="*/ 10 h 16"/>
                <a:gd name="T18" fmla="*/ 10 w 14"/>
                <a:gd name="T19" fmla="*/ 10 h 16"/>
                <a:gd name="T20" fmla="*/ 12 w 14"/>
                <a:gd name="T21" fmla="*/ 16 h 16"/>
                <a:gd name="T22" fmla="*/ 14 w 14"/>
                <a:gd name="T23" fmla="*/ 16 h 16"/>
                <a:gd name="T24" fmla="*/ 8 w 14"/>
                <a:gd name="T25" fmla="*/ 0 h 16"/>
                <a:gd name="T26" fmla="*/ 6 w 14"/>
                <a:gd name="T2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" h="16">
                  <a:moveTo>
                    <a:pt x="6" y="2"/>
                  </a:moveTo>
                  <a:lnTo>
                    <a:pt x="8" y="2"/>
                  </a:lnTo>
                  <a:lnTo>
                    <a:pt x="10" y="10"/>
                  </a:lnTo>
                  <a:lnTo>
                    <a:pt x="4" y="10"/>
                  </a:lnTo>
                  <a:lnTo>
                    <a:pt x="6" y="2"/>
                  </a:lnTo>
                  <a:close/>
                  <a:moveTo>
                    <a:pt x="6" y="0"/>
                  </a:moveTo>
                  <a:lnTo>
                    <a:pt x="0" y="16"/>
                  </a:lnTo>
                  <a:lnTo>
                    <a:pt x="2" y="16"/>
                  </a:lnTo>
                  <a:lnTo>
                    <a:pt x="4" y="10"/>
                  </a:lnTo>
                  <a:lnTo>
                    <a:pt x="10" y="10"/>
                  </a:lnTo>
                  <a:lnTo>
                    <a:pt x="12" y="16"/>
                  </a:lnTo>
                  <a:lnTo>
                    <a:pt x="14" y="16"/>
                  </a:lnTo>
                  <a:lnTo>
                    <a:pt x="8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29" name="Freeform 18">
              <a:extLst>
                <a:ext uri="{FF2B5EF4-FFF2-40B4-BE49-F238E27FC236}">
                  <a16:creationId xmlns:a16="http://schemas.microsoft.com/office/drawing/2014/main" id="{B72E36B5-B5C2-B39F-7B31-9F085A63305A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7106" y="2471512"/>
              <a:ext cx="3255" cy="13018"/>
            </a:xfrm>
            <a:custGeom>
              <a:avLst/>
              <a:gdLst>
                <a:gd name="T0" fmla="*/ 0 w 1"/>
                <a:gd name="T1" fmla="*/ 0 h 4"/>
                <a:gd name="T2" fmla="*/ 0 w 1"/>
                <a:gd name="T3" fmla="*/ 4 h 4"/>
                <a:gd name="T4" fmla="*/ 1 w 1"/>
                <a:gd name="T5" fmla="*/ 2 h 4"/>
                <a:gd name="T6" fmla="*/ 0 w 1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4">
                  <a:moveTo>
                    <a:pt x="0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1" y="3"/>
                    <a:pt x="1" y="2"/>
                  </a:cubicBezTo>
                  <a:cubicBezTo>
                    <a:pt x="1" y="1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30" name="Freeform 19">
              <a:extLst>
                <a:ext uri="{FF2B5EF4-FFF2-40B4-BE49-F238E27FC236}">
                  <a16:creationId xmlns:a16="http://schemas.microsoft.com/office/drawing/2014/main" id="{02639FCC-9A15-843C-C8C7-C700B855AF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57925" y="2465003"/>
              <a:ext cx="16273" cy="26036"/>
            </a:xfrm>
            <a:custGeom>
              <a:avLst/>
              <a:gdLst>
                <a:gd name="T0" fmla="*/ 4 w 5"/>
                <a:gd name="T1" fmla="*/ 4 h 8"/>
                <a:gd name="T2" fmla="*/ 4 w 5"/>
                <a:gd name="T3" fmla="*/ 5 h 8"/>
                <a:gd name="T4" fmla="*/ 4 w 5"/>
                <a:gd name="T5" fmla="*/ 6 h 8"/>
                <a:gd name="T6" fmla="*/ 3 w 5"/>
                <a:gd name="T7" fmla="*/ 7 h 8"/>
                <a:gd name="T8" fmla="*/ 2 w 5"/>
                <a:gd name="T9" fmla="*/ 7 h 8"/>
                <a:gd name="T10" fmla="*/ 2 w 5"/>
                <a:gd name="T11" fmla="*/ 7 h 8"/>
                <a:gd name="T12" fmla="*/ 1 w 5"/>
                <a:gd name="T13" fmla="*/ 6 h 8"/>
                <a:gd name="T14" fmla="*/ 1 w 5"/>
                <a:gd name="T15" fmla="*/ 5 h 8"/>
                <a:gd name="T16" fmla="*/ 1 w 5"/>
                <a:gd name="T17" fmla="*/ 4 h 8"/>
                <a:gd name="T18" fmla="*/ 1 w 5"/>
                <a:gd name="T19" fmla="*/ 3 h 8"/>
                <a:gd name="T20" fmla="*/ 1 w 5"/>
                <a:gd name="T21" fmla="*/ 3 h 8"/>
                <a:gd name="T22" fmla="*/ 1 w 5"/>
                <a:gd name="T23" fmla="*/ 2 h 8"/>
                <a:gd name="T24" fmla="*/ 1 w 5"/>
                <a:gd name="T25" fmla="*/ 2 h 8"/>
                <a:gd name="T26" fmla="*/ 2 w 5"/>
                <a:gd name="T27" fmla="*/ 1 h 8"/>
                <a:gd name="T28" fmla="*/ 2 w 5"/>
                <a:gd name="T29" fmla="*/ 1 h 8"/>
                <a:gd name="T30" fmla="*/ 3 w 5"/>
                <a:gd name="T31" fmla="*/ 1 h 8"/>
                <a:gd name="T32" fmla="*/ 3 w 5"/>
                <a:gd name="T33" fmla="*/ 2 h 8"/>
                <a:gd name="T34" fmla="*/ 4 w 5"/>
                <a:gd name="T35" fmla="*/ 2 h 8"/>
                <a:gd name="T36" fmla="*/ 4 w 5"/>
                <a:gd name="T37" fmla="*/ 3 h 8"/>
                <a:gd name="T38" fmla="*/ 4 w 5"/>
                <a:gd name="T39" fmla="*/ 3 h 8"/>
                <a:gd name="T40" fmla="*/ 4 w 5"/>
                <a:gd name="T41" fmla="*/ 4 h 8"/>
                <a:gd name="T42" fmla="*/ 5 w 5"/>
                <a:gd name="T43" fmla="*/ 4 h 8"/>
                <a:gd name="T44" fmla="*/ 5 w 5"/>
                <a:gd name="T45" fmla="*/ 3 h 8"/>
                <a:gd name="T46" fmla="*/ 5 w 5"/>
                <a:gd name="T47" fmla="*/ 2 h 8"/>
                <a:gd name="T48" fmla="*/ 5 w 5"/>
                <a:gd name="T49" fmla="*/ 2 h 8"/>
                <a:gd name="T50" fmla="*/ 4 w 5"/>
                <a:gd name="T51" fmla="*/ 1 h 8"/>
                <a:gd name="T52" fmla="*/ 3 w 5"/>
                <a:gd name="T53" fmla="*/ 0 h 8"/>
                <a:gd name="T54" fmla="*/ 2 w 5"/>
                <a:gd name="T55" fmla="*/ 0 h 8"/>
                <a:gd name="T56" fmla="*/ 1 w 5"/>
                <a:gd name="T57" fmla="*/ 0 h 8"/>
                <a:gd name="T58" fmla="*/ 1 w 5"/>
                <a:gd name="T59" fmla="*/ 1 h 8"/>
                <a:gd name="T60" fmla="*/ 0 w 5"/>
                <a:gd name="T61" fmla="*/ 2 h 8"/>
                <a:gd name="T62" fmla="*/ 0 w 5"/>
                <a:gd name="T63" fmla="*/ 2 h 8"/>
                <a:gd name="T64" fmla="*/ 0 w 5"/>
                <a:gd name="T65" fmla="*/ 3 h 8"/>
                <a:gd name="T66" fmla="*/ 0 w 5"/>
                <a:gd name="T67" fmla="*/ 4 h 8"/>
                <a:gd name="T68" fmla="*/ 0 w 5"/>
                <a:gd name="T69" fmla="*/ 5 h 8"/>
                <a:gd name="T70" fmla="*/ 0 w 5"/>
                <a:gd name="T71" fmla="*/ 6 h 8"/>
                <a:gd name="T72" fmla="*/ 0 w 5"/>
                <a:gd name="T73" fmla="*/ 7 h 8"/>
                <a:gd name="T74" fmla="*/ 1 w 5"/>
                <a:gd name="T75" fmla="*/ 7 h 8"/>
                <a:gd name="T76" fmla="*/ 1 w 5"/>
                <a:gd name="T77" fmla="*/ 8 h 8"/>
                <a:gd name="T78" fmla="*/ 2 w 5"/>
                <a:gd name="T79" fmla="*/ 8 h 8"/>
                <a:gd name="T80" fmla="*/ 3 w 5"/>
                <a:gd name="T81" fmla="*/ 8 h 8"/>
                <a:gd name="T82" fmla="*/ 4 w 5"/>
                <a:gd name="T83" fmla="*/ 7 h 8"/>
                <a:gd name="T84" fmla="*/ 5 w 5"/>
                <a:gd name="T85" fmla="*/ 7 h 8"/>
                <a:gd name="T86" fmla="*/ 5 w 5"/>
                <a:gd name="T87" fmla="*/ 6 h 8"/>
                <a:gd name="T88" fmla="*/ 5 w 5"/>
                <a:gd name="T89" fmla="*/ 5 h 8"/>
                <a:gd name="T90" fmla="*/ 5 w 5"/>
                <a:gd name="T91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" h="8">
                  <a:moveTo>
                    <a:pt x="4" y="4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4"/>
                    <a:pt x="4" y="4"/>
                    <a:pt x="4" y="4"/>
                  </a:cubicBezTo>
                  <a:moveTo>
                    <a:pt x="5" y="4"/>
                  </a:moveTo>
                  <a:cubicBezTo>
                    <a:pt x="5" y="3"/>
                    <a:pt x="5" y="3"/>
                    <a:pt x="5" y="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4"/>
                    <a:pt x="5" y="4"/>
                    <a:pt x="5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31" name="Freeform 20">
              <a:extLst>
                <a:ext uri="{FF2B5EF4-FFF2-40B4-BE49-F238E27FC236}">
                  <a16:creationId xmlns:a16="http://schemas.microsoft.com/office/drawing/2014/main" id="{5D4B37E1-2F0D-7453-4D6C-46A39E1B2C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05852" y="2465003"/>
              <a:ext cx="16273" cy="26036"/>
            </a:xfrm>
            <a:custGeom>
              <a:avLst/>
              <a:gdLst>
                <a:gd name="T0" fmla="*/ 4 w 5"/>
                <a:gd name="T1" fmla="*/ 3 h 8"/>
                <a:gd name="T2" fmla="*/ 4 w 5"/>
                <a:gd name="T3" fmla="*/ 3 h 8"/>
                <a:gd name="T4" fmla="*/ 3 w 5"/>
                <a:gd name="T5" fmla="*/ 4 h 8"/>
                <a:gd name="T6" fmla="*/ 3 w 5"/>
                <a:gd name="T7" fmla="*/ 4 h 8"/>
                <a:gd name="T8" fmla="*/ 2 w 5"/>
                <a:gd name="T9" fmla="*/ 4 h 8"/>
                <a:gd name="T10" fmla="*/ 2 w 5"/>
                <a:gd name="T11" fmla="*/ 4 h 8"/>
                <a:gd name="T12" fmla="*/ 1 w 5"/>
                <a:gd name="T13" fmla="*/ 4 h 8"/>
                <a:gd name="T14" fmla="*/ 1 w 5"/>
                <a:gd name="T15" fmla="*/ 3 h 8"/>
                <a:gd name="T16" fmla="*/ 1 w 5"/>
                <a:gd name="T17" fmla="*/ 3 h 8"/>
                <a:gd name="T18" fmla="*/ 1 w 5"/>
                <a:gd name="T19" fmla="*/ 2 h 8"/>
                <a:gd name="T20" fmla="*/ 1 w 5"/>
                <a:gd name="T21" fmla="*/ 2 h 8"/>
                <a:gd name="T22" fmla="*/ 2 w 5"/>
                <a:gd name="T23" fmla="*/ 1 h 8"/>
                <a:gd name="T24" fmla="*/ 2 w 5"/>
                <a:gd name="T25" fmla="*/ 1 h 8"/>
                <a:gd name="T26" fmla="*/ 3 w 5"/>
                <a:gd name="T27" fmla="*/ 1 h 8"/>
                <a:gd name="T28" fmla="*/ 4 w 5"/>
                <a:gd name="T29" fmla="*/ 2 h 8"/>
                <a:gd name="T30" fmla="*/ 4 w 5"/>
                <a:gd name="T31" fmla="*/ 2 h 8"/>
                <a:gd name="T32" fmla="*/ 4 w 5"/>
                <a:gd name="T33" fmla="*/ 3 h 8"/>
                <a:gd name="T34" fmla="*/ 5 w 5"/>
                <a:gd name="T35" fmla="*/ 4 h 8"/>
                <a:gd name="T36" fmla="*/ 5 w 5"/>
                <a:gd name="T37" fmla="*/ 2 h 8"/>
                <a:gd name="T38" fmla="*/ 4 w 5"/>
                <a:gd name="T39" fmla="*/ 1 h 8"/>
                <a:gd name="T40" fmla="*/ 3 w 5"/>
                <a:gd name="T41" fmla="*/ 0 h 8"/>
                <a:gd name="T42" fmla="*/ 2 w 5"/>
                <a:gd name="T43" fmla="*/ 0 h 8"/>
                <a:gd name="T44" fmla="*/ 1 w 5"/>
                <a:gd name="T45" fmla="*/ 0 h 8"/>
                <a:gd name="T46" fmla="*/ 1 w 5"/>
                <a:gd name="T47" fmla="*/ 1 h 8"/>
                <a:gd name="T48" fmla="*/ 0 w 5"/>
                <a:gd name="T49" fmla="*/ 2 h 8"/>
                <a:gd name="T50" fmla="*/ 0 w 5"/>
                <a:gd name="T51" fmla="*/ 3 h 8"/>
                <a:gd name="T52" fmla="*/ 0 w 5"/>
                <a:gd name="T53" fmla="*/ 4 h 8"/>
                <a:gd name="T54" fmla="*/ 1 w 5"/>
                <a:gd name="T55" fmla="*/ 5 h 8"/>
                <a:gd name="T56" fmla="*/ 1 w 5"/>
                <a:gd name="T57" fmla="*/ 5 h 8"/>
                <a:gd name="T58" fmla="*/ 2 w 5"/>
                <a:gd name="T59" fmla="*/ 5 h 8"/>
                <a:gd name="T60" fmla="*/ 3 w 5"/>
                <a:gd name="T61" fmla="*/ 5 h 8"/>
                <a:gd name="T62" fmla="*/ 4 w 5"/>
                <a:gd name="T63" fmla="*/ 4 h 8"/>
                <a:gd name="T64" fmla="*/ 4 w 5"/>
                <a:gd name="T65" fmla="*/ 4 h 8"/>
                <a:gd name="T66" fmla="*/ 4 w 5"/>
                <a:gd name="T67" fmla="*/ 6 h 8"/>
                <a:gd name="T68" fmla="*/ 2 w 5"/>
                <a:gd name="T69" fmla="*/ 7 h 8"/>
                <a:gd name="T70" fmla="*/ 1 w 5"/>
                <a:gd name="T71" fmla="*/ 7 h 8"/>
                <a:gd name="T72" fmla="*/ 1 w 5"/>
                <a:gd name="T73" fmla="*/ 6 h 8"/>
                <a:gd name="T74" fmla="*/ 0 w 5"/>
                <a:gd name="T75" fmla="*/ 6 h 8"/>
                <a:gd name="T76" fmla="*/ 1 w 5"/>
                <a:gd name="T77" fmla="*/ 7 h 8"/>
                <a:gd name="T78" fmla="*/ 2 w 5"/>
                <a:gd name="T79" fmla="*/ 8 h 8"/>
                <a:gd name="T80" fmla="*/ 4 w 5"/>
                <a:gd name="T81" fmla="*/ 7 h 8"/>
                <a:gd name="T82" fmla="*/ 5 w 5"/>
                <a:gd name="T83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" h="8">
                  <a:moveTo>
                    <a:pt x="4" y="3"/>
                  </a:moveTo>
                  <a:cubicBezTo>
                    <a:pt x="4" y="3"/>
                    <a:pt x="4" y="3"/>
                    <a:pt x="4" y="3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4" y="3"/>
                    <a:pt x="4" y="3"/>
                  </a:cubicBezTo>
                  <a:moveTo>
                    <a:pt x="5" y="4"/>
                  </a:moveTo>
                  <a:cubicBezTo>
                    <a:pt x="5" y="3"/>
                    <a:pt x="5" y="3"/>
                    <a:pt x="5" y="2"/>
                  </a:cubicBezTo>
                  <a:cubicBezTo>
                    <a:pt x="5" y="2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5"/>
                    <a:pt x="4" y="6"/>
                    <a:pt x="4" y="6"/>
                  </a:cubicBezTo>
                  <a:cubicBezTo>
                    <a:pt x="3" y="7"/>
                    <a:pt x="3" y="7"/>
                    <a:pt x="2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1" y="6"/>
                    <a:pt x="1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1" y="7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4" y="8"/>
                    <a:pt x="4" y="7"/>
                  </a:cubicBezTo>
                  <a:cubicBezTo>
                    <a:pt x="5" y="6"/>
                    <a:pt x="5" y="5"/>
                    <a:pt x="5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32" name="Rectangle 21">
              <a:extLst>
                <a:ext uri="{FF2B5EF4-FFF2-40B4-BE49-F238E27FC236}">
                  <a16:creationId xmlns:a16="http://schemas.microsoft.com/office/drawing/2014/main" id="{A5674583-6A4F-D6D8-8E9F-E094194015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8634" y="2487787"/>
              <a:ext cx="3255" cy="325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Rectangle 22">
              <a:extLst>
                <a:ext uri="{FF2B5EF4-FFF2-40B4-BE49-F238E27FC236}">
                  <a16:creationId xmlns:a16="http://schemas.microsoft.com/office/drawing/2014/main" id="{3F3803F5-4943-63D5-818D-7805C59CD5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8634" y="2471514"/>
              <a:ext cx="3255" cy="325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34" name="Freeform 23">
              <a:extLst>
                <a:ext uri="{FF2B5EF4-FFF2-40B4-BE49-F238E27FC236}">
                  <a16:creationId xmlns:a16="http://schemas.microsoft.com/office/drawing/2014/main" id="{BF234ADB-C4F4-9E60-2564-FC957D3B4F9A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6452" y="2461748"/>
              <a:ext cx="29291" cy="13018"/>
            </a:xfrm>
            <a:custGeom>
              <a:avLst/>
              <a:gdLst>
                <a:gd name="T0" fmla="*/ 0 w 9"/>
                <a:gd name="T1" fmla="*/ 3 h 4"/>
                <a:gd name="T2" fmla="*/ 1 w 9"/>
                <a:gd name="T3" fmla="*/ 4 h 4"/>
                <a:gd name="T4" fmla="*/ 4 w 9"/>
                <a:gd name="T5" fmla="*/ 3 h 4"/>
                <a:gd name="T6" fmla="*/ 8 w 9"/>
                <a:gd name="T7" fmla="*/ 4 h 4"/>
                <a:gd name="T8" fmla="*/ 9 w 9"/>
                <a:gd name="T9" fmla="*/ 3 h 4"/>
                <a:gd name="T10" fmla="*/ 0 w 9"/>
                <a:gd name="T11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4">
                  <a:moveTo>
                    <a:pt x="0" y="3"/>
                  </a:moveTo>
                  <a:cubicBezTo>
                    <a:pt x="0" y="3"/>
                    <a:pt x="0" y="4"/>
                    <a:pt x="1" y="4"/>
                  </a:cubicBezTo>
                  <a:cubicBezTo>
                    <a:pt x="2" y="3"/>
                    <a:pt x="3" y="3"/>
                    <a:pt x="4" y="3"/>
                  </a:cubicBezTo>
                  <a:cubicBezTo>
                    <a:pt x="6" y="3"/>
                    <a:pt x="7" y="3"/>
                    <a:pt x="8" y="4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6" y="0"/>
                    <a:pt x="2" y="0"/>
                    <a:pt x="0" y="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35" name="Freeform 24">
              <a:extLst>
                <a:ext uri="{FF2B5EF4-FFF2-40B4-BE49-F238E27FC236}">
                  <a16:creationId xmlns:a16="http://schemas.microsoft.com/office/drawing/2014/main" id="{3A97B463-DCCE-F5E4-1071-3BA69E3695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15034" y="2465003"/>
              <a:ext cx="48818" cy="26036"/>
            </a:xfrm>
            <a:custGeom>
              <a:avLst/>
              <a:gdLst>
                <a:gd name="T0" fmla="*/ 11 w 15"/>
                <a:gd name="T1" fmla="*/ 7 h 8"/>
                <a:gd name="T2" fmla="*/ 10 w 15"/>
                <a:gd name="T3" fmla="*/ 7 h 8"/>
                <a:gd name="T4" fmla="*/ 2 w 15"/>
                <a:gd name="T5" fmla="*/ 7 h 8"/>
                <a:gd name="T6" fmla="*/ 1 w 15"/>
                <a:gd name="T7" fmla="*/ 6 h 8"/>
                <a:gd name="T8" fmla="*/ 1 w 15"/>
                <a:gd name="T9" fmla="*/ 2 h 8"/>
                <a:gd name="T10" fmla="*/ 2 w 15"/>
                <a:gd name="T11" fmla="*/ 1 h 8"/>
                <a:gd name="T12" fmla="*/ 10 w 15"/>
                <a:gd name="T13" fmla="*/ 1 h 8"/>
                <a:gd name="T14" fmla="*/ 11 w 15"/>
                <a:gd name="T15" fmla="*/ 2 h 8"/>
                <a:gd name="T16" fmla="*/ 11 w 15"/>
                <a:gd name="T17" fmla="*/ 7 h 8"/>
                <a:gd name="T18" fmla="*/ 15 w 15"/>
                <a:gd name="T19" fmla="*/ 6 h 8"/>
                <a:gd name="T20" fmla="*/ 15 w 15"/>
                <a:gd name="T21" fmla="*/ 2 h 8"/>
                <a:gd name="T22" fmla="*/ 13 w 15"/>
                <a:gd name="T23" fmla="*/ 0 h 8"/>
                <a:gd name="T24" fmla="*/ 2 w 15"/>
                <a:gd name="T25" fmla="*/ 0 h 8"/>
                <a:gd name="T26" fmla="*/ 0 w 15"/>
                <a:gd name="T27" fmla="*/ 2 h 8"/>
                <a:gd name="T28" fmla="*/ 0 w 15"/>
                <a:gd name="T29" fmla="*/ 6 h 8"/>
                <a:gd name="T30" fmla="*/ 2 w 15"/>
                <a:gd name="T31" fmla="*/ 8 h 8"/>
                <a:gd name="T32" fmla="*/ 7 w 15"/>
                <a:gd name="T33" fmla="*/ 8 h 8"/>
                <a:gd name="T34" fmla="*/ 13 w 15"/>
                <a:gd name="T35" fmla="*/ 8 h 8"/>
                <a:gd name="T36" fmla="*/ 15 w 15"/>
                <a:gd name="T37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" h="8">
                  <a:moveTo>
                    <a:pt x="11" y="7"/>
                  </a:moveTo>
                  <a:cubicBezTo>
                    <a:pt x="10" y="7"/>
                    <a:pt x="10" y="7"/>
                    <a:pt x="10" y="7"/>
                  </a:cubicBezTo>
                  <a:cubicBezTo>
                    <a:pt x="8" y="7"/>
                    <a:pt x="5" y="7"/>
                    <a:pt x="2" y="7"/>
                  </a:cubicBezTo>
                  <a:cubicBezTo>
                    <a:pt x="2" y="7"/>
                    <a:pt x="1" y="6"/>
                    <a:pt x="1" y="6"/>
                  </a:cubicBezTo>
                  <a:cubicBezTo>
                    <a:pt x="1" y="5"/>
                    <a:pt x="1" y="3"/>
                    <a:pt x="1" y="2"/>
                  </a:cubicBezTo>
                  <a:cubicBezTo>
                    <a:pt x="1" y="2"/>
                    <a:pt x="2" y="1"/>
                    <a:pt x="2" y="1"/>
                  </a:cubicBezTo>
                  <a:cubicBezTo>
                    <a:pt x="5" y="1"/>
                    <a:pt x="8" y="1"/>
                    <a:pt x="10" y="1"/>
                  </a:cubicBezTo>
                  <a:cubicBezTo>
                    <a:pt x="11" y="2"/>
                    <a:pt x="11" y="2"/>
                    <a:pt x="11" y="2"/>
                  </a:cubicBezTo>
                  <a:lnTo>
                    <a:pt x="11" y="7"/>
                  </a:lnTo>
                  <a:close/>
                  <a:moveTo>
                    <a:pt x="15" y="6"/>
                  </a:moveTo>
                  <a:cubicBezTo>
                    <a:pt x="15" y="5"/>
                    <a:pt x="15" y="3"/>
                    <a:pt x="15" y="2"/>
                  </a:cubicBezTo>
                  <a:cubicBezTo>
                    <a:pt x="15" y="1"/>
                    <a:pt x="14" y="0"/>
                    <a:pt x="13" y="0"/>
                  </a:cubicBezTo>
                  <a:cubicBezTo>
                    <a:pt x="9" y="0"/>
                    <a:pt x="6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7"/>
                    <a:pt x="1" y="8"/>
                    <a:pt x="2" y="8"/>
                  </a:cubicBezTo>
                  <a:cubicBezTo>
                    <a:pt x="4" y="8"/>
                    <a:pt x="6" y="8"/>
                    <a:pt x="7" y="8"/>
                  </a:cubicBezTo>
                  <a:cubicBezTo>
                    <a:pt x="9" y="8"/>
                    <a:pt x="11" y="8"/>
                    <a:pt x="13" y="8"/>
                  </a:cubicBezTo>
                  <a:cubicBezTo>
                    <a:pt x="14" y="8"/>
                    <a:pt x="15" y="7"/>
                    <a:pt x="15" y="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36" name="Oval 25">
              <a:extLst>
                <a:ext uri="{FF2B5EF4-FFF2-40B4-BE49-F238E27FC236}">
                  <a16:creationId xmlns:a16="http://schemas.microsoft.com/office/drawing/2014/main" id="{9453C3EC-86F2-D350-875C-D06D33E49D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66215" y="2484530"/>
              <a:ext cx="9764" cy="650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37" name="Freeform 26">
              <a:extLst>
                <a:ext uri="{FF2B5EF4-FFF2-40B4-BE49-F238E27FC236}">
                  <a16:creationId xmlns:a16="http://schemas.microsoft.com/office/drawing/2014/main" id="{8D9BD1AB-4560-4FC2-3272-D38AE28B5697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9704" y="2471514"/>
              <a:ext cx="19527" cy="9764"/>
            </a:xfrm>
            <a:custGeom>
              <a:avLst/>
              <a:gdLst>
                <a:gd name="T0" fmla="*/ 0 w 6"/>
                <a:gd name="T1" fmla="*/ 2 h 3"/>
                <a:gd name="T2" fmla="*/ 2 w 6"/>
                <a:gd name="T3" fmla="*/ 3 h 3"/>
                <a:gd name="T4" fmla="*/ 3 w 6"/>
                <a:gd name="T5" fmla="*/ 3 h 3"/>
                <a:gd name="T6" fmla="*/ 5 w 6"/>
                <a:gd name="T7" fmla="*/ 3 h 3"/>
                <a:gd name="T8" fmla="*/ 6 w 6"/>
                <a:gd name="T9" fmla="*/ 2 h 3"/>
                <a:gd name="T10" fmla="*/ 0 w 6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">
                  <a:moveTo>
                    <a:pt x="0" y="2"/>
                  </a:moveTo>
                  <a:cubicBezTo>
                    <a:pt x="1" y="3"/>
                    <a:pt x="1" y="3"/>
                    <a:pt x="2" y="3"/>
                  </a:cubicBezTo>
                  <a:cubicBezTo>
                    <a:pt x="2" y="3"/>
                    <a:pt x="3" y="3"/>
                    <a:pt x="3" y="3"/>
                  </a:cubicBezTo>
                  <a:cubicBezTo>
                    <a:pt x="4" y="3"/>
                    <a:pt x="4" y="3"/>
                    <a:pt x="5" y="3"/>
                  </a:cubicBezTo>
                  <a:cubicBezTo>
                    <a:pt x="5" y="3"/>
                    <a:pt x="6" y="3"/>
                    <a:pt x="6" y="2"/>
                  </a:cubicBezTo>
                  <a:cubicBezTo>
                    <a:pt x="5" y="0"/>
                    <a:pt x="2" y="0"/>
                    <a:pt x="0" y="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38" name="Freeform 27">
              <a:extLst>
                <a:ext uri="{FF2B5EF4-FFF2-40B4-BE49-F238E27FC236}">
                  <a16:creationId xmlns:a16="http://schemas.microsoft.com/office/drawing/2014/main" id="{305C0D6C-3D71-3179-7D29-E2F03854D7A2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1361" y="2481278"/>
              <a:ext cx="9764" cy="9764"/>
            </a:xfrm>
            <a:custGeom>
              <a:avLst/>
              <a:gdLst>
                <a:gd name="T0" fmla="*/ 2 w 3"/>
                <a:gd name="T1" fmla="*/ 0 h 3"/>
                <a:gd name="T2" fmla="*/ 2 w 3"/>
                <a:gd name="T3" fmla="*/ 0 h 3"/>
                <a:gd name="T4" fmla="*/ 0 w 3"/>
                <a:gd name="T5" fmla="*/ 1 h 3"/>
                <a:gd name="T6" fmla="*/ 0 w 3"/>
                <a:gd name="T7" fmla="*/ 2 h 3"/>
                <a:gd name="T8" fmla="*/ 2 w 3"/>
                <a:gd name="T9" fmla="*/ 3 h 3"/>
                <a:gd name="T10" fmla="*/ 2 w 3"/>
                <a:gd name="T11" fmla="*/ 3 h 3"/>
                <a:gd name="T12" fmla="*/ 3 w 3"/>
                <a:gd name="T13" fmla="*/ 2 h 3"/>
                <a:gd name="T14" fmla="*/ 3 w 3"/>
                <a:gd name="T15" fmla="*/ 1 h 3"/>
                <a:gd name="T16" fmla="*/ 2 w 3"/>
                <a:gd name="T1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3"/>
                    <a:pt x="3" y="3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0"/>
                    <a:pt x="3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39" name="Freeform 28">
              <a:extLst>
                <a:ext uri="{FF2B5EF4-FFF2-40B4-BE49-F238E27FC236}">
                  <a16:creationId xmlns:a16="http://schemas.microsoft.com/office/drawing/2014/main" id="{82B7B459-754E-606A-64DB-CCBB4260DD2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0650" y="2465003"/>
              <a:ext cx="6509" cy="26036"/>
            </a:xfrm>
            <a:custGeom>
              <a:avLst/>
              <a:gdLst>
                <a:gd name="T0" fmla="*/ 1 w 2"/>
                <a:gd name="T1" fmla="*/ 0 h 8"/>
                <a:gd name="T2" fmla="*/ 1 w 2"/>
                <a:gd name="T3" fmla="*/ 0 h 8"/>
                <a:gd name="T4" fmla="*/ 0 w 2"/>
                <a:gd name="T5" fmla="*/ 1 h 8"/>
                <a:gd name="T6" fmla="*/ 0 w 2"/>
                <a:gd name="T7" fmla="*/ 7 h 8"/>
                <a:gd name="T8" fmla="*/ 1 w 2"/>
                <a:gd name="T9" fmla="*/ 8 h 8"/>
                <a:gd name="T10" fmla="*/ 1 w 2"/>
                <a:gd name="T11" fmla="*/ 8 h 8"/>
                <a:gd name="T12" fmla="*/ 2 w 2"/>
                <a:gd name="T13" fmla="*/ 7 h 8"/>
                <a:gd name="T14" fmla="*/ 2 w 2"/>
                <a:gd name="T15" fmla="*/ 1 h 8"/>
                <a:gd name="T16" fmla="*/ 1 w 2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" h="8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8"/>
                    <a:pt x="0" y="8"/>
                    <a:pt x="1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7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0"/>
                    <a:pt x="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0" name="Freeform 29">
              <a:extLst>
                <a:ext uri="{FF2B5EF4-FFF2-40B4-BE49-F238E27FC236}">
                  <a16:creationId xmlns:a16="http://schemas.microsoft.com/office/drawing/2014/main" id="{2739D395-D20A-9087-32F3-51A8FD65DA15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3250" y="2465003"/>
              <a:ext cx="26036" cy="26036"/>
            </a:xfrm>
            <a:custGeom>
              <a:avLst/>
              <a:gdLst>
                <a:gd name="T0" fmla="*/ 12 w 16"/>
                <a:gd name="T1" fmla="*/ 0 h 16"/>
                <a:gd name="T2" fmla="*/ 8 w 16"/>
                <a:gd name="T3" fmla="*/ 14 h 16"/>
                <a:gd name="T4" fmla="*/ 4 w 16"/>
                <a:gd name="T5" fmla="*/ 0 h 16"/>
                <a:gd name="T6" fmla="*/ 0 w 16"/>
                <a:gd name="T7" fmla="*/ 0 h 16"/>
                <a:gd name="T8" fmla="*/ 0 w 16"/>
                <a:gd name="T9" fmla="*/ 16 h 16"/>
                <a:gd name="T10" fmla="*/ 2 w 16"/>
                <a:gd name="T11" fmla="*/ 16 h 16"/>
                <a:gd name="T12" fmla="*/ 2 w 16"/>
                <a:gd name="T13" fmla="*/ 4 h 16"/>
                <a:gd name="T14" fmla="*/ 2 w 16"/>
                <a:gd name="T15" fmla="*/ 4 h 16"/>
                <a:gd name="T16" fmla="*/ 8 w 16"/>
                <a:gd name="T17" fmla="*/ 16 h 16"/>
                <a:gd name="T18" fmla="*/ 8 w 16"/>
                <a:gd name="T19" fmla="*/ 16 h 16"/>
                <a:gd name="T20" fmla="*/ 14 w 16"/>
                <a:gd name="T21" fmla="*/ 4 h 16"/>
                <a:gd name="T22" fmla="*/ 14 w 16"/>
                <a:gd name="T23" fmla="*/ 4 h 16"/>
                <a:gd name="T24" fmla="*/ 14 w 16"/>
                <a:gd name="T25" fmla="*/ 16 h 16"/>
                <a:gd name="T26" fmla="*/ 16 w 16"/>
                <a:gd name="T27" fmla="*/ 16 h 16"/>
                <a:gd name="T28" fmla="*/ 16 w 16"/>
                <a:gd name="T29" fmla="*/ 0 h 16"/>
                <a:gd name="T30" fmla="*/ 12 w 16"/>
                <a:gd name="T3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16">
                  <a:moveTo>
                    <a:pt x="12" y="0"/>
                  </a:moveTo>
                  <a:lnTo>
                    <a:pt x="8" y="14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2" y="4"/>
                  </a:lnTo>
                  <a:lnTo>
                    <a:pt x="2" y="4"/>
                  </a:lnTo>
                  <a:lnTo>
                    <a:pt x="8" y="16"/>
                  </a:lnTo>
                  <a:lnTo>
                    <a:pt x="8" y="16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4" y="16"/>
                  </a:lnTo>
                  <a:lnTo>
                    <a:pt x="16" y="16"/>
                  </a:lnTo>
                  <a:lnTo>
                    <a:pt x="16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1" name="Freeform 30">
              <a:extLst>
                <a:ext uri="{FF2B5EF4-FFF2-40B4-BE49-F238E27FC236}">
                  <a16:creationId xmlns:a16="http://schemas.microsoft.com/office/drawing/2014/main" id="{AEBCABE1-09FC-3688-8F4C-F500072A925F}"/>
                </a:ext>
              </a:extLst>
            </p:cNvPr>
            <p:cNvSpPr>
              <a:spLocks/>
            </p:cNvSpPr>
            <p:nvPr/>
          </p:nvSpPr>
          <p:spPr bwMode="auto">
            <a:xfrm>
              <a:off x="7307632" y="2471512"/>
              <a:ext cx="6509" cy="19527"/>
            </a:xfrm>
            <a:custGeom>
              <a:avLst/>
              <a:gdLst>
                <a:gd name="T0" fmla="*/ 1 w 2"/>
                <a:gd name="T1" fmla="*/ 0 h 6"/>
                <a:gd name="T2" fmla="*/ 1 w 2"/>
                <a:gd name="T3" fmla="*/ 0 h 6"/>
                <a:gd name="T4" fmla="*/ 0 w 2"/>
                <a:gd name="T5" fmla="*/ 2 h 6"/>
                <a:gd name="T6" fmla="*/ 0 w 2"/>
                <a:gd name="T7" fmla="*/ 5 h 6"/>
                <a:gd name="T8" fmla="*/ 1 w 2"/>
                <a:gd name="T9" fmla="*/ 6 h 6"/>
                <a:gd name="T10" fmla="*/ 1 w 2"/>
                <a:gd name="T11" fmla="*/ 6 h 6"/>
                <a:gd name="T12" fmla="*/ 2 w 2"/>
                <a:gd name="T13" fmla="*/ 5 h 6"/>
                <a:gd name="T14" fmla="*/ 2 w 2"/>
                <a:gd name="T15" fmla="*/ 2 h 6"/>
                <a:gd name="T16" fmla="*/ 1 w 2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" h="6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6"/>
                    <a:pt x="2" y="6"/>
                    <a:pt x="2" y="5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3B01CDF0-E6F7-2C7B-575B-ECD654A3154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3" name="Textplatzhalter 17">
            <a:extLst>
              <a:ext uri="{FF2B5EF4-FFF2-40B4-BE49-F238E27FC236}">
                <a16:creationId xmlns:a16="http://schemas.microsoft.com/office/drawing/2014/main" id="{A5F583D8-515E-27EC-BCCD-3710DB0999C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23F2A9D6-0815-3602-98AC-29A295F26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F6219D8A-D021-1799-BF53-D4EC3E1EC0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882260" y="2764852"/>
            <a:ext cx="4163476" cy="2783988"/>
          </a:xfrm>
          <a:custGeom>
            <a:avLst/>
            <a:gdLst>
              <a:gd name="connsiteX0" fmla="*/ 130223 w 5121354"/>
              <a:gd name="connsiteY0" fmla="*/ 0 h 3353148"/>
              <a:gd name="connsiteX1" fmla="*/ 4991131 w 5121354"/>
              <a:gd name="connsiteY1" fmla="*/ 0 h 3353148"/>
              <a:gd name="connsiteX2" fmla="*/ 5121354 w 5121354"/>
              <a:gd name="connsiteY2" fmla="*/ 130253 h 3353148"/>
              <a:gd name="connsiteX3" fmla="*/ 5121354 w 5121354"/>
              <a:gd name="connsiteY3" fmla="*/ 3353148 h 3353148"/>
              <a:gd name="connsiteX4" fmla="*/ 0 w 5121354"/>
              <a:gd name="connsiteY4" fmla="*/ 3353148 h 3353148"/>
              <a:gd name="connsiteX5" fmla="*/ 0 w 5121354"/>
              <a:gd name="connsiteY5" fmla="*/ 130253 h 3353148"/>
              <a:gd name="connsiteX6" fmla="*/ 130223 w 5121354"/>
              <a:gd name="connsiteY6" fmla="*/ 0 h 335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21354" h="3353148">
                <a:moveTo>
                  <a:pt x="130223" y="0"/>
                </a:moveTo>
                <a:cubicBezTo>
                  <a:pt x="130223" y="0"/>
                  <a:pt x="130223" y="0"/>
                  <a:pt x="4991131" y="0"/>
                </a:cubicBezTo>
                <a:cubicBezTo>
                  <a:pt x="5062581" y="0"/>
                  <a:pt x="5121354" y="58788"/>
                  <a:pt x="5121354" y="130253"/>
                </a:cubicBezTo>
                <a:lnTo>
                  <a:pt x="5121354" y="3353148"/>
                </a:lnTo>
                <a:cubicBezTo>
                  <a:pt x="5121354" y="3353148"/>
                  <a:pt x="5121354" y="3353148"/>
                  <a:pt x="0" y="3353148"/>
                </a:cubicBezTo>
                <a:cubicBezTo>
                  <a:pt x="0" y="3353148"/>
                  <a:pt x="0" y="3353148"/>
                  <a:pt x="0" y="130253"/>
                </a:cubicBezTo>
                <a:cubicBezTo>
                  <a:pt x="0" y="58788"/>
                  <a:pt x="58775" y="0"/>
                  <a:pt x="130223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vert="horz" anchor="ctr" anchorCtr="1"/>
          <a:lstStyle>
            <a:lvl1pPr marL="0" indent="0" algn="ctr">
              <a:buNone/>
              <a:defRPr sz="800"/>
            </a:lvl1pPr>
          </a:lstStyle>
          <a:p>
            <a:endParaRPr lang="de-DE"/>
          </a:p>
        </p:txBody>
      </p:sp>
      <p:sp>
        <p:nvSpPr>
          <p:cNvPr id="8" name="Bildplatzhalter 36">
            <a:extLst>
              <a:ext uri="{FF2B5EF4-FFF2-40B4-BE49-F238E27FC236}">
                <a16:creationId xmlns:a16="http://schemas.microsoft.com/office/drawing/2014/main" id="{2EA258D9-55EA-16D1-3183-C258A8F9A7A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882260" y="2764852"/>
            <a:ext cx="4163476" cy="2783988"/>
          </a:xfrm>
          <a:custGeom>
            <a:avLst/>
            <a:gdLst>
              <a:gd name="connsiteX0" fmla="*/ 130223 w 5121354"/>
              <a:gd name="connsiteY0" fmla="*/ 0 h 3353148"/>
              <a:gd name="connsiteX1" fmla="*/ 4991131 w 5121354"/>
              <a:gd name="connsiteY1" fmla="*/ 0 h 3353148"/>
              <a:gd name="connsiteX2" fmla="*/ 5121354 w 5121354"/>
              <a:gd name="connsiteY2" fmla="*/ 130253 h 3353148"/>
              <a:gd name="connsiteX3" fmla="*/ 5121354 w 5121354"/>
              <a:gd name="connsiteY3" fmla="*/ 3353148 h 3353148"/>
              <a:gd name="connsiteX4" fmla="*/ 0 w 5121354"/>
              <a:gd name="connsiteY4" fmla="*/ 3353148 h 3353148"/>
              <a:gd name="connsiteX5" fmla="*/ 0 w 5121354"/>
              <a:gd name="connsiteY5" fmla="*/ 130253 h 3353148"/>
              <a:gd name="connsiteX6" fmla="*/ 130223 w 5121354"/>
              <a:gd name="connsiteY6" fmla="*/ 0 h 335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21354" h="3353148">
                <a:moveTo>
                  <a:pt x="130223" y="0"/>
                </a:moveTo>
                <a:cubicBezTo>
                  <a:pt x="130223" y="0"/>
                  <a:pt x="130223" y="0"/>
                  <a:pt x="4991131" y="0"/>
                </a:cubicBezTo>
                <a:cubicBezTo>
                  <a:pt x="5062581" y="0"/>
                  <a:pt x="5121354" y="58788"/>
                  <a:pt x="5121354" y="130253"/>
                </a:cubicBezTo>
                <a:lnTo>
                  <a:pt x="5121354" y="3353148"/>
                </a:lnTo>
                <a:cubicBezTo>
                  <a:pt x="5121354" y="3353148"/>
                  <a:pt x="5121354" y="3353148"/>
                  <a:pt x="0" y="3353148"/>
                </a:cubicBezTo>
                <a:cubicBezTo>
                  <a:pt x="0" y="3353148"/>
                  <a:pt x="0" y="3353148"/>
                  <a:pt x="0" y="130253"/>
                </a:cubicBezTo>
                <a:cubicBezTo>
                  <a:pt x="0" y="58788"/>
                  <a:pt x="58775" y="0"/>
                  <a:pt x="130223" y="0"/>
                </a:cubicBezTo>
                <a:close/>
              </a:path>
            </a:pathLst>
          </a:custGeom>
        </p:spPr>
        <p:txBody>
          <a:bodyPr vert="horz" anchor="ctr" anchorCtr="1"/>
          <a:lstStyle/>
          <a:p>
            <a:endParaRPr lang="de-DE"/>
          </a:p>
        </p:txBody>
      </p:sp>
      <p:grpSp>
        <p:nvGrpSpPr>
          <p:cNvPr id="9" name="Group 22">
            <a:extLst>
              <a:ext uri="{FF2B5EF4-FFF2-40B4-BE49-F238E27FC236}">
                <a16:creationId xmlns:a16="http://schemas.microsoft.com/office/drawing/2014/main" id="{29C5BCD1-4A55-54FE-6A0D-0744FDFB3C8D}"/>
              </a:ext>
            </a:extLst>
          </p:cNvPr>
          <p:cNvGrpSpPr/>
          <p:nvPr userDrawn="1"/>
        </p:nvGrpSpPr>
        <p:grpSpPr>
          <a:xfrm>
            <a:off x="6351402" y="2718513"/>
            <a:ext cx="5221915" cy="3015681"/>
            <a:chOff x="6144186" y="2371271"/>
            <a:chExt cx="6403598" cy="3665723"/>
          </a:xfrm>
          <a:solidFill>
            <a:srgbClr val="2F3941"/>
          </a:solidFill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2C74EC6B-405D-EF5E-297A-D66CD6BB66DB}"/>
                </a:ext>
              </a:extLst>
            </p:cNvPr>
            <p:cNvSpPr>
              <a:spLocks/>
            </p:cNvSpPr>
            <p:nvPr/>
          </p:nvSpPr>
          <p:spPr bwMode="auto">
            <a:xfrm>
              <a:off x="6164141" y="5953183"/>
              <a:ext cx="6363688" cy="83811"/>
            </a:xfrm>
            <a:custGeom>
              <a:avLst/>
              <a:gdLst>
                <a:gd name="T0" fmla="*/ 1596 w 1596"/>
                <a:gd name="T1" fmla="*/ 0 h 21"/>
                <a:gd name="T2" fmla="*/ 0 w 1596"/>
                <a:gd name="T3" fmla="*/ 0 h 21"/>
                <a:gd name="T4" fmla="*/ 229 w 1596"/>
                <a:gd name="T5" fmla="*/ 21 h 21"/>
                <a:gd name="T6" fmla="*/ 1391 w 1596"/>
                <a:gd name="T7" fmla="*/ 21 h 21"/>
                <a:gd name="T8" fmla="*/ 1596 w 1596"/>
                <a:gd name="T9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96" h="21">
                  <a:moveTo>
                    <a:pt x="159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5" y="12"/>
                    <a:pt x="133" y="21"/>
                    <a:pt x="229" y="21"/>
                  </a:cubicBezTo>
                  <a:cubicBezTo>
                    <a:pt x="1391" y="21"/>
                    <a:pt x="1391" y="21"/>
                    <a:pt x="1391" y="21"/>
                  </a:cubicBezTo>
                  <a:cubicBezTo>
                    <a:pt x="1530" y="21"/>
                    <a:pt x="1582" y="11"/>
                    <a:pt x="159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59052E7D-A075-F304-8B87-7213A081693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0843" y="2371271"/>
              <a:ext cx="5214273" cy="3542004"/>
            </a:xfrm>
            <a:custGeom>
              <a:avLst/>
              <a:gdLst>
                <a:gd name="T0" fmla="*/ 1260 w 1307"/>
                <a:gd name="T1" fmla="*/ 0 h 888"/>
                <a:gd name="T2" fmla="*/ 47 w 1307"/>
                <a:gd name="T3" fmla="*/ 0 h 888"/>
                <a:gd name="T4" fmla="*/ 0 w 1307"/>
                <a:gd name="T5" fmla="*/ 47 h 888"/>
                <a:gd name="T6" fmla="*/ 0 w 1307"/>
                <a:gd name="T7" fmla="*/ 876 h 888"/>
                <a:gd name="T8" fmla="*/ 12 w 1307"/>
                <a:gd name="T9" fmla="*/ 888 h 888"/>
                <a:gd name="T10" fmla="*/ 14 w 1307"/>
                <a:gd name="T11" fmla="*/ 888 h 888"/>
                <a:gd name="T12" fmla="*/ 14 w 1307"/>
                <a:gd name="T13" fmla="*/ 46 h 888"/>
                <a:gd name="T14" fmla="*/ 46 w 1307"/>
                <a:gd name="T15" fmla="*/ 14 h 888"/>
                <a:gd name="T16" fmla="*/ 1261 w 1307"/>
                <a:gd name="T17" fmla="*/ 14 h 888"/>
                <a:gd name="T18" fmla="*/ 1294 w 1307"/>
                <a:gd name="T19" fmla="*/ 46 h 888"/>
                <a:gd name="T20" fmla="*/ 1294 w 1307"/>
                <a:gd name="T21" fmla="*/ 888 h 888"/>
                <a:gd name="T22" fmla="*/ 1296 w 1307"/>
                <a:gd name="T23" fmla="*/ 888 h 888"/>
                <a:gd name="T24" fmla="*/ 1307 w 1307"/>
                <a:gd name="T25" fmla="*/ 876 h 888"/>
                <a:gd name="T26" fmla="*/ 1307 w 1307"/>
                <a:gd name="T27" fmla="*/ 47 h 888"/>
                <a:gd name="T28" fmla="*/ 1260 w 1307"/>
                <a:gd name="T29" fmla="*/ 0 h 8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07" h="888">
                  <a:moveTo>
                    <a:pt x="1260" y="0"/>
                  </a:moveTo>
                  <a:cubicBezTo>
                    <a:pt x="47" y="0"/>
                    <a:pt x="47" y="0"/>
                    <a:pt x="47" y="0"/>
                  </a:cubicBezTo>
                  <a:cubicBezTo>
                    <a:pt x="21" y="0"/>
                    <a:pt x="0" y="21"/>
                    <a:pt x="0" y="47"/>
                  </a:cubicBezTo>
                  <a:cubicBezTo>
                    <a:pt x="0" y="876"/>
                    <a:pt x="0" y="876"/>
                    <a:pt x="0" y="876"/>
                  </a:cubicBezTo>
                  <a:cubicBezTo>
                    <a:pt x="0" y="883"/>
                    <a:pt x="6" y="888"/>
                    <a:pt x="12" y="888"/>
                  </a:cubicBezTo>
                  <a:cubicBezTo>
                    <a:pt x="14" y="888"/>
                    <a:pt x="14" y="888"/>
                    <a:pt x="14" y="888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4" y="28"/>
                    <a:pt x="29" y="14"/>
                    <a:pt x="46" y="14"/>
                  </a:cubicBezTo>
                  <a:cubicBezTo>
                    <a:pt x="1261" y="14"/>
                    <a:pt x="1261" y="14"/>
                    <a:pt x="1261" y="14"/>
                  </a:cubicBezTo>
                  <a:cubicBezTo>
                    <a:pt x="1279" y="14"/>
                    <a:pt x="1294" y="28"/>
                    <a:pt x="1294" y="46"/>
                  </a:cubicBezTo>
                  <a:cubicBezTo>
                    <a:pt x="1294" y="888"/>
                    <a:pt x="1294" y="888"/>
                    <a:pt x="1294" y="888"/>
                  </a:cubicBezTo>
                  <a:cubicBezTo>
                    <a:pt x="1296" y="888"/>
                    <a:pt x="1296" y="888"/>
                    <a:pt x="1296" y="888"/>
                  </a:cubicBezTo>
                  <a:cubicBezTo>
                    <a:pt x="1302" y="888"/>
                    <a:pt x="1307" y="883"/>
                    <a:pt x="1307" y="876"/>
                  </a:cubicBezTo>
                  <a:cubicBezTo>
                    <a:pt x="1307" y="47"/>
                    <a:pt x="1307" y="47"/>
                    <a:pt x="1307" y="47"/>
                  </a:cubicBezTo>
                  <a:cubicBezTo>
                    <a:pt x="1307" y="21"/>
                    <a:pt x="1286" y="0"/>
                    <a:pt x="126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8EAD6D7D-BFD4-7EAC-9BD8-AE369574ECF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0843" y="5765622"/>
              <a:ext cx="5214273" cy="147666"/>
            </a:xfrm>
            <a:custGeom>
              <a:avLst/>
              <a:gdLst>
                <a:gd name="T0" fmla="*/ 0 w 1307"/>
                <a:gd name="T1" fmla="*/ 0 h 37"/>
                <a:gd name="T2" fmla="*/ 0 w 1307"/>
                <a:gd name="T3" fmla="*/ 25 h 37"/>
                <a:gd name="T4" fmla="*/ 12 w 1307"/>
                <a:gd name="T5" fmla="*/ 37 h 37"/>
                <a:gd name="T6" fmla="*/ 1296 w 1307"/>
                <a:gd name="T7" fmla="*/ 37 h 37"/>
                <a:gd name="T8" fmla="*/ 1307 w 1307"/>
                <a:gd name="T9" fmla="*/ 25 h 37"/>
                <a:gd name="T10" fmla="*/ 1307 w 1307"/>
                <a:gd name="T11" fmla="*/ 0 h 37"/>
                <a:gd name="T12" fmla="*/ 0 w 1307"/>
                <a:gd name="T13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07" h="37">
                  <a:moveTo>
                    <a:pt x="0" y="0"/>
                  </a:moveTo>
                  <a:cubicBezTo>
                    <a:pt x="0" y="25"/>
                    <a:pt x="0" y="25"/>
                    <a:pt x="0" y="25"/>
                  </a:cubicBezTo>
                  <a:cubicBezTo>
                    <a:pt x="0" y="32"/>
                    <a:pt x="6" y="37"/>
                    <a:pt x="12" y="37"/>
                  </a:cubicBezTo>
                  <a:cubicBezTo>
                    <a:pt x="1296" y="37"/>
                    <a:pt x="1296" y="37"/>
                    <a:pt x="1296" y="37"/>
                  </a:cubicBezTo>
                  <a:cubicBezTo>
                    <a:pt x="1302" y="37"/>
                    <a:pt x="1307" y="32"/>
                    <a:pt x="1307" y="25"/>
                  </a:cubicBezTo>
                  <a:cubicBezTo>
                    <a:pt x="1307" y="0"/>
                    <a:pt x="1307" y="0"/>
                    <a:pt x="130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42C8AF16-5C70-AAB4-1D4E-CA1B262A57B4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4186" y="5909336"/>
              <a:ext cx="6403598" cy="43901"/>
            </a:xfrm>
            <a:custGeom>
              <a:avLst/>
              <a:gdLst>
                <a:gd name="T0" fmla="*/ 1601 w 1606"/>
                <a:gd name="T1" fmla="*/ 11 h 11"/>
                <a:gd name="T2" fmla="*/ 5 w 1606"/>
                <a:gd name="T3" fmla="*/ 11 h 11"/>
                <a:gd name="T4" fmla="*/ 0 w 1606"/>
                <a:gd name="T5" fmla="*/ 5 h 11"/>
                <a:gd name="T6" fmla="*/ 5 w 1606"/>
                <a:gd name="T7" fmla="*/ 0 h 11"/>
                <a:gd name="T8" fmla="*/ 1601 w 1606"/>
                <a:gd name="T9" fmla="*/ 0 h 11"/>
                <a:gd name="T10" fmla="*/ 1606 w 1606"/>
                <a:gd name="T11" fmla="*/ 5 h 11"/>
                <a:gd name="T12" fmla="*/ 1601 w 1606"/>
                <a:gd name="T13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06" h="11">
                  <a:moveTo>
                    <a:pt x="1601" y="11"/>
                  </a:moveTo>
                  <a:cubicBezTo>
                    <a:pt x="5" y="11"/>
                    <a:pt x="5" y="11"/>
                    <a:pt x="5" y="11"/>
                  </a:cubicBezTo>
                  <a:cubicBezTo>
                    <a:pt x="2" y="11"/>
                    <a:pt x="0" y="8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1601" y="0"/>
                    <a:pt x="1601" y="0"/>
                    <a:pt x="1601" y="0"/>
                  </a:cubicBezTo>
                  <a:cubicBezTo>
                    <a:pt x="1604" y="0"/>
                    <a:pt x="1606" y="2"/>
                    <a:pt x="1606" y="5"/>
                  </a:cubicBezTo>
                  <a:cubicBezTo>
                    <a:pt x="1606" y="8"/>
                    <a:pt x="1604" y="11"/>
                    <a:pt x="1601" y="11"/>
                  </a:cubicBezTo>
                </a:path>
              </a:pathLst>
            </a:custGeom>
            <a:gradFill flip="none" rotWithShape="1">
              <a:gsLst>
                <a:gs pos="52000">
                  <a:schemeClr val="tx1"/>
                </a:gs>
                <a:gs pos="99000">
                  <a:srgbClr val="2F3941"/>
                </a:gs>
                <a:gs pos="0">
                  <a:schemeClr val="tx1">
                    <a:lumMod val="5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</p:grpSp>
      <p:sp>
        <p:nvSpPr>
          <p:cNvPr id="14" name="Bildplatzhalter 53">
            <a:extLst>
              <a:ext uri="{FF2B5EF4-FFF2-40B4-BE49-F238E27FC236}">
                <a16:creationId xmlns:a16="http://schemas.microsoft.com/office/drawing/2014/main" id="{03012CF6-2F8D-A18A-C0E8-A121E2BCFF8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087155" y="2431904"/>
            <a:ext cx="2510152" cy="3276014"/>
          </a:xfrm>
          <a:custGeom>
            <a:avLst/>
            <a:gdLst>
              <a:gd name="connsiteX0" fmla="*/ 106268 w 2517211"/>
              <a:gd name="connsiteY0" fmla="*/ 0 h 3285589"/>
              <a:gd name="connsiteX1" fmla="*/ 2410944 w 2517211"/>
              <a:gd name="connsiteY1" fmla="*/ 0 h 3285589"/>
              <a:gd name="connsiteX2" fmla="*/ 2517211 w 2517211"/>
              <a:gd name="connsiteY2" fmla="*/ 105139 h 3285589"/>
              <a:gd name="connsiteX3" fmla="*/ 2517211 w 2517211"/>
              <a:gd name="connsiteY3" fmla="*/ 3180451 h 3285589"/>
              <a:gd name="connsiteX4" fmla="*/ 2410944 w 2517211"/>
              <a:gd name="connsiteY4" fmla="*/ 3285589 h 3285589"/>
              <a:gd name="connsiteX5" fmla="*/ 106268 w 2517211"/>
              <a:gd name="connsiteY5" fmla="*/ 3285589 h 3285589"/>
              <a:gd name="connsiteX6" fmla="*/ 0 w 2517211"/>
              <a:gd name="connsiteY6" fmla="*/ 3180451 h 3285589"/>
              <a:gd name="connsiteX7" fmla="*/ 0 w 2517211"/>
              <a:gd name="connsiteY7" fmla="*/ 105139 h 3285589"/>
              <a:gd name="connsiteX8" fmla="*/ 106268 w 2517211"/>
              <a:gd name="connsiteY8" fmla="*/ 0 h 3285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17211" h="3285589">
                <a:moveTo>
                  <a:pt x="106268" y="0"/>
                </a:moveTo>
                <a:cubicBezTo>
                  <a:pt x="2410944" y="0"/>
                  <a:pt x="2410944" y="0"/>
                  <a:pt x="2410944" y="0"/>
                </a:cubicBezTo>
                <a:cubicBezTo>
                  <a:pt x="2467399" y="0"/>
                  <a:pt x="2517211" y="49284"/>
                  <a:pt x="2517211" y="105139"/>
                </a:cubicBezTo>
                <a:cubicBezTo>
                  <a:pt x="2517211" y="3180451"/>
                  <a:pt x="2517211" y="3180451"/>
                  <a:pt x="2517211" y="3180451"/>
                </a:cubicBezTo>
                <a:cubicBezTo>
                  <a:pt x="2517211" y="3239591"/>
                  <a:pt x="2467399" y="3285589"/>
                  <a:pt x="2410944" y="3285589"/>
                </a:cubicBezTo>
                <a:cubicBezTo>
                  <a:pt x="106268" y="3285589"/>
                  <a:pt x="106268" y="3285589"/>
                  <a:pt x="106268" y="3285589"/>
                </a:cubicBezTo>
                <a:cubicBezTo>
                  <a:pt x="46493" y="3285589"/>
                  <a:pt x="0" y="3239591"/>
                  <a:pt x="0" y="3180451"/>
                </a:cubicBezTo>
                <a:cubicBezTo>
                  <a:pt x="0" y="105139"/>
                  <a:pt x="0" y="105139"/>
                  <a:pt x="0" y="105139"/>
                </a:cubicBezTo>
                <a:cubicBezTo>
                  <a:pt x="0" y="49284"/>
                  <a:pt x="46493" y="0"/>
                  <a:pt x="106268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vert="horz" anchor="ctr" anchorCtr="1"/>
          <a:lstStyle>
            <a:lvl1pPr marL="0" indent="0" algn="ctr">
              <a:buNone/>
              <a:defRPr sz="800"/>
            </a:lvl1pPr>
          </a:lstStyle>
          <a:p>
            <a:endParaRPr lang="de-DE"/>
          </a:p>
        </p:txBody>
      </p:sp>
      <p:grpSp>
        <p:nvGrpSpPr>
          <p:cNvPr id="15" name="Group 27">
            <a:extLst>
              <a:ext uri="{FF2B5EF4-FFF2-40B4-BE49-F238E27FC236}">
                <a16:creationId xmlns:a16="http://schemas.microsoft.com/office/drawing/2014/main" id="{AE77C34E-49FA-2FBD-FE82-F644206C01E9}"/>
              </a:ext>
            </a:extLst>
          </p:cNvPr>
          <p:cNvGrpSpPr/>
          <p:nvPr userDrawn="1"/>
        </p:nvGrpSpPr>
        <p:grpSpPr>
          <a:xfrm>
            <a:off x="7105852" y="2461748"/>
            <a:ext cx="364509" cy="29294"/>
            <a:chOff x="7105852" y="2461748"/>
            <a:chExt cx="364509" cy="29294"/>
          </a:xfrm>
          <a:pattFill prst="pct5">
            <a:fgClr>
              <a:schemeClr val="tx1"/>
            </a:fgClr>
            <a:bgClr>
              <a:schemeClr val="bg1"/>
            </a:bgClr>
          </a:pattFill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270CF82C-9940-2B0E-7586-BD10FD8D8EEF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8398" y="2465003"/>
              <a:ext cx="16273" cy="26036"/>
            </a:xfrm>
            <a:custGeom>
              <a:avLst/>
              <a:gdLst>
                <a:gd name="T0" fmla="*/ 3 w 5"/>
                <a:gd name="T1" fmla="*/ 4 h 8"/>
                <a:gd name="T2" fmla="*/ 3 w 5"/>
                <a:gd name="T3" fmla="*/ 4 h 8"/>
                <a:gd name="T4" fmla="*/ 4 w 5"/>
                <a:gd name="T5" fmla="*/ 3 h 8"/>
                <a:gd name="T6" fmla="*/ 4 w 5"/>
                <a:gd name="T7" fmla="*/ 2 h 8"/>
                <a:gd name="T8" fmla="*/ 4 w 5"/>
                <a:gd name="T9" fmla="*/ 1 h 8"/>
                <a:gd name="T10" fmla="*/ 4 w 5"/>
                <a:gd name="T11" fmla="*/ 1 h 8"/>
                <a:gd name="T12" fmla="*/ 3 w 5"/>
                <a:gd name="T13" fmla="*/ 0 h 8"/>
                <a:gd name="T14" fmla="*/ 2 w 5"/>
                <a:gd name="T15" fmla="*/ 0 h 8"/>
                <a:gd name="T16" fmla="*/ 1 w 5"/>
                <a:gd name="T17" fmla="*/ 0 h 8"/>
                <a:gd name="T18" fmla="*/ 0 w 5"/>
                <a:gd name="T19" fmla="*/ 1 h 8"/>
                <a:gd name="T20" fmla="*/ 0 w 5"/>
                <a:gd name="T21" fmla="*/ 2 h 8"/>
                <a:gd name="T22" fmla="*/ 0 w 5"/>
                <a:gd name="T23" fmla="*/ 3 h 8"/>
                <a:gd name="T24" fmla="*/ 1 w 5"/>
                <a:gd name="T25" fmla="*/ 3 h 8"/>
                <a:gd name="T26" fmla="*/ 1 w 5"/>
                <a:gd name="T27" fmla="*/ 2 h 8"/>
                <a:gd name="T28" fmla="*/ 1 w 5"/>
                <a:gd name="T29" fmla="*/ 2 h 8"/>
                <a:gd name="T30" fmla="*/ 1 w 5"/>
                <a:gd name="T31" fmla="*/ 1 h 8"/>
                <a:gd name="T32" fmla="*/ 2 w 5"/>
                <a:gd name="T33" fmla="*/ 1 h 8"/>
                <a:gd name="T34" fmla="*/ 3 w 5"/>
                <a:gd name="T35" fmla="*/ 1 h 8"/>
                <a:gd name="T36" fmla="*/ 3 w 5"/>
                <a:gd name="T37" fmla="*/ 2 h 8"/>
                <a:gd name="T38" fmla="*/ 3 w 5"/>
                <a:gd name="T39" fmla="*/ 3 h 8"/>
                <a:gd name="T40" fmla="*/ 3 w 5"/>
                <a:gd name="T41" fmla="*/ 3 h 8"/>
                <a:gd name="T42" fmla="*/ 2 w 5"/>
                <a:gd name="T43" fmla="*/ 3 h 8"/>
                <a:gd name="T44" fmla="*/ 2 w 5"/>
                <a:gd name="T45" fmla="*/ 4 h 8"/>
                <a:gd name="T46" fmla="*/ 2 w 5"/>
                <a:gd name="T47" fmla="*/ 4 h 8"/>
                <a:gd name="T48" fmla="*/ 2 w 5"/>
                <a:gd name="T49" fmla="*/ 4 h 8"/>
                <a:gd name="T50" fmla="*/ 2 w 5"/>
                <a:gd name="T51" fmla="*/ 4 h 8"/>
                <a:gd name="T52" fmla="*/ 2 w 5"/>
                <a:gd name="T53" fmla="*/ 4 h 8"/>
                <a:gd name="T54" fmla="*/ 3 w 5"/>
                <a:gd name="T55" fmla="*/ 4 h 8"/>
                <a:gd name="T56" fmla="*/ 3 w 5"/>
                <a:gd name="T57" fmla="*/ 5 h 8"/>
                <a:gd name="T58" fmla="*/ 4 w 5"/>
                <a:gd name="T59" fmla="*/ 5 h 8"/>
                <a:gd name="T60" fmla="*/ 4 w 5"/>
                <a:gd name="T61" fmla="*/ 6 h 8"/>
                <a:gd name="T62" fmla="*/ 4 w 5"/>
                <a:gd name="T63" fmla="*/ 6 h 8"/>
                <a:gd name="T64" fmla="*/ 3 w 5"/>
                <a:gd name="T65" fmla="*/ 7 h 8"/>
                <a:gd name="T66" fmla="*/ 3 w 5"/>
                <a:gd name="T67" fmla="*/ 7 h 8"/>
                <a:gd name="T68" fmla="*/ 2 w 5"/>
                <a:gd name="T69" fmla="*/ 7 h 8"/>
                <a:gd name="T70" fmla="*/ 1 w 5"/>
                <a:gd name="T71" fmla="*/ 7 h 8"/>
                <a:gd name="T72" fmla="*/ 0 w 5"/>
                <a:gd name="T73" fmla="*/ 5 h 8"/>
                <a:gd name="T74" fmla="*/ 0 w 5"/>
                <a:gd name="T75" fmla="*/ 5 h 8"/>
                <a:gd name="T76" fmla="*/ 0 w 5"/>
                <a:gd name="T77" fmla="*/ 6 h 8"/>
                <a:gd name="T78" fmla="*/ 0 w 5"/>
                <a:gd name="T79" fmla="*/ 7 h 8"/>
                <a:gd name="T80" fmla="*/ 1 w 5"/>
                <a:gd name="T81" fmla="*/ 8 h 8"/>
                <a:gd name="T82" fmla="*/ 2 w 5"/>
                <a:gd name="T83" fmla="*/ 8 h 8"/>
                <a:gd name="T84" fmla="*/ 3 w 5"/>
                <a:gd name="T85" fmla="*/ 8 h 8"/>
                <a:gd name="T86" fmla="*/ 4 w 5"/>
                <a:gd name="T87" fmla="*/ 7 h 8"/>
                <a:gd name="T88" fmla="*/ 4 w 5"/>
                <a:gd name="T89" fmla="*/ 7 h 8"/>
                <a:gd name="T90" fmla="*/ 5 w 5"/>
                <a:gd name="T91" fmla="*/ 6 h 8"/>
                <a:gd name="T92" fmla="*/ 4 w 5"/>
                <a:gd name="T93" fmla="*/ 4 h 8"/>
                <a:gd name="T94" fmla="*/ 3 w 5"/>
                <a:gd name="T95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" h="8">
                  <a:moveTo>
                    <a:pt x="3" y="4"/>
                  </a:moveTo>
                  <a:cubicBezTo>
                    <a:pt x="3" y="4"/>
                    <a:pt x="3" y="4"/>
                    <a:pt x="3" y="4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1" y="7"/>
                    <a:pt x="1" y="7"/>
                  </a:cubicBezTo>
                  <a:cubicBezTo>
                    <a:pt x="1" y="6"/>
                    <a:pt x="0" y="6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4" y="5"/>
                    <a:pt x="4" y="4"/>
                  </a:cubicBezTo>
                  <a:cubicBezTo>
                    <a:pt x="4" y="4"/>
                    <a:pt x="4" y="4"/>
                    <a:pt x="3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8DA5E4D8-9325-5969-4FC8-DD48720EADB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87216" y="2465003"/>
              <a:ext cx="22782" cy="26036"/>
            </a:xfrm>
            <a:custGeom>
              <a:avLst/>
              <a:gdLst>
                <a:gd name="T0" fmla="*/ 6 w 14"/>
                <a:gd name="T1" fmla="*/ 2 h 16"/>
                <a:gd name="T2" fmla="*/ 8 w 14"/>
                <a:gd name="T3" fmla="*/ 2 h 16"/>
                <a:gd name="T4" fmla="*/ 10 w 14"/>
                <a:gd name="T5" fmla="*/ 10 h 16"/>
                <a:gd name="T6" fmla="*/ 4 w 14"/>
                <a:gd name="T7" fmla="*/ 10 h 16"/>
                <a:gd name="T8" fmla="*/ 6 w 14"/>
                <a:gd name="T9" fmla="*/ 2 h 16"/>
                <a:gd name="T10" fmla="*/ 6 w 14"/>
                <a:gd name="T11" fmla="*/ 0 h 16"/>
                <a:gd name="T12" fmla="*/ 0 w 14"/>
                <a:gd name="T13" fmla="*/ 16 h 16"/>
                <a:gd name="T14" fmla="*/ 2 w 14"/>
                <a:gd name="T15" fmla="*/ 16 h 16"/>
                <a:gd name="T16" fmla="*/ 4 w 14"/>
                <a:gd name="T17" fmla="*/ 10 h 16"/>
                <a:gd name="T18" fmla="*/ 10 w 14"/>
                <a:gd name="T19" fmla="*/ 10 h 16"/>
                <a:gd name="T20" fmla="*/ 12 w 14"/>
                <a:gd name="T21" fmla="*/ 16 h 16"/>
                <a:gd name="T22" fmla="*/ 14 w 14"/>
                <a:gd name="T23" fmla="*/ 16 h 16"/>
                <a:gd name="T24" fmla="*/ 8 w 14"/>
                <a:gd name="T25" fmla="*/ 0 h 16"/>
                <a:gd name="T26" fmla="*/ 6 w 14"/>
                <a:gd name="T2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" h="16">
                  <a:moveTo>
                    <a:pt x="6" y="2"/>
                  </a:moveTo>
                  <a:lnTo>
                    <a:pt x="8" y="2"/>
                  </a:lnTo>
                  <a:lnTo>
                    <a:pt x="10" y="10"/>
                  </a:lnTo>
                  <a:lnTo>
                    <a:pt x="4" y="10"/>
                  </a:lnTo>
                  <a:lnTo>
                    <a:pt x="6" y="2"/>
                  </a:lnTo>
                  <a:close/>
                  <a:moveTo>
                    <a:pt x="6" y="0"/>
                  </a:moveTo>
                  <a:lnTo>
                    <a:pt x="0" y="16"/>
                  </a:lnTo>
                  <a:lnTo>
                    <a:pt x="2" y="16"/>
                  </a:lnTo>
                  <a:lnTo>
                    <a:pt x="4" y="10"/>
                  </a:lnTo>
                  <a:lnTo>
                    <a:pt x="10" y="10"/>
                  </a:lnTo>
                  <a:lnTo>
                    <a:pt x="12" y="16"/>
                  </a:lnTo>
                  <a:lnTo>
                    <a:pt x="14" y="16"/>
                  </a:lnTo>
                  <a:lnTo>
                    <a:pt x="8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8AB48839-EB05-A5CC-498C-93922E3662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7106" y="2471512"/>
              <a:ext cx="3255" cy="13018"/>
            </a:xfrm>
            <a:custGeom>
              <a:avLst/>
              <a:gdLst>
                <a:gd name="T0" fmla="*/ 0 w 1"/>
                <a:gd name="T1" fmla="*/ 0 h 4"/>
                <a:gd name="T2" fmla="*/ 0 w 1"/>
                <a:gd name="T3" fmla="*/ 4 h 4"/>
                <a:gd name="T4" fmla="*/ 1 w 1"/>
                <a:gd name="T5" fmla="*/ 2 h 4"/>
                <a:gd name="T6" fmla="*/ 0 w 1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4">
                  <a:moveTo>
                    <a:pt x="0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1" y="3"/>
                    <a:pt x="1" y="2"/>
                  </a:cubicBezTo>
                  <a:cubicBezTo>
                    <a:pt x="1" y="1"/>
                    <a:pt x="0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FB802A6-65A8-17FB-1A0F-A02F1360BD4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57925" y="2465003"/>
              <a:ext cx="16273" cy="26036"/>
            </a:xfrm>
            <a:custGeom>
              <a:avLst/>
              <a:gdLst>
                <a:gd name="T0" fmla="*/ 4 w 5"/>
                <a:gd name="T1" fmla="*/ 4 h 8"/>
                <a:gd name="T2" fmla="*/ 4 w 5"/>
                <a:gd name="T3" fmla="*/ 5 h 8"/>
                <a:gd name="T4" fmla="*/ 4 w 5"/>
                <a:gd name="T5" fmla="*/ 6 h 8"/>
                <a:gd name="T6" fmla="*/ 3 w 5"/>
                <a:gd name="T7" fmla="*/ 7 h 8"/>
                <a:gd name="T8" fmla="*/ 2 w 5"/>
                <a:gd name="T9" fmla="*/ 7 h 8"/>
                <a:gd name="T10" fmla="*/ 2 w 5"/>
                <a:gd name="T11" fmla="*/ 7 h 8"/>
                <a:gd name="T12" fmla="*/ 1 w 5"/>
                <a:gd name="T13" fmla="*/ 6 h 8"/>
                <a:gd name="T14" fmla="*/ 1 w 5"/>
                <a:gd name="T15" fmla="*/ 5 h 8"/>
                <a:gd name="T16" fmla="*/ 1 w 5"/>
                <a:gd name="T17" fmla="*/ 4 h 8"/>
                <a:gd name="T18" fmla="*/ 1 w 5"/>
                <a:gd name="T19" fmla="*/ 3 h 8"/>
                <a:gd name="T20" fmla="*/ 1 w 5"/>
                <a:gd name="T21" fmla="*/ 3 h 8"/>
                <a:gd name="T22" fmla="*/ 1 w 5"/>
                <a:gd name="T23" fmla="*/ 2 h 8"/>
                <a:gd name="T24" fmla="*/ 1 w 5"/>
                <a:gd name="T25" fmla="*/ 2 h 8"/>
                <a:gd name="T26" fmla="*/ 2 w 5"/>
                <a:gd name="T27" fmla="*/ 1 h 8"/>
                <a:gd name="T28" fmla="*/ 2 w 5"/>
                <a:gd name="T29" fmla="*/ 1 h 8"/>
                <a:gd name="T30" fmla="*/ 3 w 5"/>
                <a:gd name="T31" fmla="*/ 1 h 8"/>
                <a:gd name="T32" fmla="*/ 3 w 5"/>
                <a:gd name="T33" fmla="*/ 2 h 8"/>
                <a:gd name="T34" fmla="*/ 4 w 5"/>
                <a:gd name="T35" fmla="*/ 2 h 8"/>
                <a:gd name="T36" fmla="*/ 4 w 5"/>
                <a:gd name="T37" fmla="*/ 3 h 8"/>
                <a:gd name="T38" fmla="*/ 4 w 5"/>
                <a:gd name="T39" fmla="*/ 3 h 8"/>
                <a:gd name="T40" fmla="*/ 4 w 5"/>
                <a:gd name="T41" fmla="*/ 4 h 8"/>
                <a:gd name="T42" fmla="*/ 5 w 5"/>
                <a:gd name="T43" fmla="*/ 4 h 8"/>
                <a:gd name="T44" fmla="*/ 5 w 5"/>
                <a:gd name="T45" fmla="*/ 3 h 8"/>
                <a:gd name="T46" fmla="*/ 5 w 5"/>
                <a:gd name="T47" fmla="*/ 2 h 8"/>
                <a:gd name="T48" fmla="*/ 5 w 5"/>
                <a:gd name="T49" fmla="*/ 2 h 8"/>
                <a:gd name="T50" fmla="*/ 4 w 5"/>
                <a:gd name="T51" fmla="*/ 1 h 8"/>
                <a:gd name="T52" fmla="*/ 3 w 5"/>
                <a:gd name="T53" fmla="*/ 0 h 8"/>
                <a:gd name="T54" fmla="*/ 2 w 5"/>
                <a:gd name="T55" fmla="*/ 0 h 8"/>
                <a:gd name="T56" fmla="*/ 1 w 5"/>
                <a:gd name="T57" fmla="*/ 0 h 8"/>
                <a:gd name="T58" fmla="*/ 1 w 5"/>
                <a:gd name="T59" fmla="*/ 1 h 8"/>
                <a:gd name="T60" fmla="*/ 0 w 5"/>
                <a:gd name="T61" fmla="*/ 2 h 8"/>
                <a:gd name="T62" fmla="*/ 0 w 5"/>
                <a:gd name="T63" fmla="*/ 2 h 8"/>
                <a:gd name="T64" fmla="*/ 0 w 5"/>
                <a:gd name="T65" fmla="*/ 3 h 8"/>
                <a:gd name="T66" fmla="*/ 0 w 5"/>
                <a:gd name="T67" fmla="*/ 4 h 8"/>
                <a:gd name="T68" fmla="*/ 0 w 5"/>
                <a:gd name="T69" fmla="*/ 5 h 8"/>
                <a:gd name="T70" fmla="*/ 0 w 5"/>
                <a:gd name="T71" fmla="*/ 6 h 8"/>
                <a:gd name="T72" fmla="*/ 0 w 5"/>
                <a:gd name="T73" fmla="*/ 7 h 8"/>
                <a:gd name="T74" fmla="*/ 1 w 5"/>
                <a:gd name="T75" fmla="*/ 7 h 8"/>
                <a:gd name="T76" fmla="*/ 1 w 5"/>
                <a:gd name="T77" fmla="*/ 8 h 8"/>
                <a:gd name="T78" fmla="*/ 2 w 5"/>
                <a:gd name="T79" fmla="*/ 8 h 8"/>
                <a:gd name="T80" fmla="*/ 3 w 5"/>
                <a:gd name="T81" fmla="*/ 8 h 8"/>
                <a:gd name="T82" fmla="*/ 4 w 5"/>
                <a:gd name="T83" fmla="*/ 7 h 8"/>
                <a:gd name="T84" fmla="*/ 5 w 5"/>
                <a:gd name="T85" fmla="*/ 7 h 8"/>
                <a:gd name="T86" fmla="*/ 5 w 5"/>
                <a:gd name="T87" fmla="*/ 6 h 8"/>
                <a:gd name="T88" fmla="*/ 5 w 5"/>
                <a:gd name="T89" fmla="*/ 5 h 8"/>
                <a:gd name="T90" fmla="*/ 5 w 5"/>
                <a:gd name="T91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" h="8">
                  <a:moveTo>
                    <a:pt x="4" y="4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4"/>
                    <a:pt x="4" y="4"/>
                    <a:pt x="4" y="4"/>
                  </a:cubicBezTo>
                  <a:moveTo>
                    <a:pt x="5" y="4"/>
                  </a:moveTo>
                  <a:cubicBezTo>
                    <a:pt x="5" y="3"/>
                    <a:pt x="5" y="3"/>
                    <a:pt x="5" y="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4"/>
                    <a:pt x="5" y="4"/>
                    <a:pt x="5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B374B35-846F-3B69-1E11-3358401B551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05852" y="2465003"/>
              <a:ext cx="16273" cy="26036"/>
            </a:xfrm>
            <a:custGeom>
              <a:avLst/>
              <a:gdLst>
                <a:gd name="T0" fmla="*/ 4 w 5"/>
                <a:gd name="T1" fmla="*/ 3 h 8"/>
                <a:gd name="T2" fmla="*/ 4 w 5"/>
                <a:gd name="T3" fmla="*/ 3 h 8"/>
                <a:gd name="T4" fmla="*/ 3 w 5"/>
                <a:gd name="T5" fmla="*/ 4 h 8"/>
                <a:gd name="T6" fmla="*/ 3 w 5"/>
                <a:gd name="T7" fmla="*/ 4 h 8"/>
                <a:gd name="T8" fmla="*/ 2 w 5"/>
                <a:gd name="T9" fmla="*/ 4 h 8"/>
                <a:gd name="T10" fmla="*/ 2 w 5"/>
                <a:gd name="T11" fmla="*/ 4 h 8"/>
                <a:gd name="T12" fmla="*/ 1 w 5"/>
                <a:gd name="T13" fmla="*/ 4 h 8"/>
                <a:gd name="T14" fmla="*/ 1 w 5"/>
                <a:gd name="T15" fmla="*/ 3 h 8"/>
                <a:gd name="T16" fmla="*/ 1 w 5"/>
                <a:gd name="T17" fmla="*/ 3 h 8"/>
                <a:gd name="T18" fmla="*/ 1 w 5"/>
                <a:gd name="T19" fmla="*/ 2 h 8"/>
                <a:gd name="T20" fmla="*/ 1 w 5"/>
                <a:gd name="T21" fmla="*/ 2 h 8"/>
                <a:gd name="T22" fmla="*/ 2 w 5"/>
                <a:gd name="T23" fmla="*/ 1 h 8"/>
                <a:gd name="T24" fmla="*/ 2 w 5"/>
                <a:gd name="T25" fmla="*/ 1 h 8"/>
                <a:gd name="T26" fmla="*/ 3 w 5"/>
                <a:gd name="T27" fmla="*/ 1 h 8"/>
                <a:gd name="T28" fmla="*/ 4 w 5"/>
                <a:gd name="T29" fmla="*/ 2 h 8"/>
                <a:gd name="T30" fmla="*/ 4 w 5"/>
                <a:gd name="T31" fmla="*/ 2 h 8"/>
                <a:gd name="T32" fmla="*/ 4 w 5"/>
                <a:gd name="T33" fmla="*/ 3 h 8"/>
                <a:gd name="T34" fmla="*/ 5 w 5"/>
                <a:gd name="T35" fmla="*/ 4 h 8"/>
                <a:gd name="T36" fmla="*/ 5 w 5"/>
                <a:gd name="T37" fmla="*/ 2 h 8"/>
                <a:gd name="T38" fmla="*/ 4 w 5"/>
                <a:gd name="T39" fmla="*/ 1 h 8"/>
                <a:gd name="T40" fmla="*/ 3 w 5"/>
                <a:gd name="T41" fmla="*/ 0 h 8"/>
                <a:gd name="T42" fmla="*/ 2 w 5"/>
                <a:gd name="T43" fmla="*/ 0 h 8"/>
                <a:gd name="T44" fmla="*/ 1 w 5"/>
                <a:gd name="T45" fmla="*/ 0 h 8"/>
                <a:gd name="T46" fmla="*/ 1 w 5"/>
                <a:gd name="T47" fmla="*/ 1 h 8"/>
                <a:gd name="T48" fmla="*/ 0 w 5"/>
                <a:gd name="T49" fmla="*/ 2 h 8"/>
                <a:gd name="T50" fmla="*/ 0 w 5"/>
                <a:gd name="T51" fmla="*/ 3 h 8"/>
                <a:gd name="T52" fmla="*/ 0 w 5"/>
                <a:gd name="T53" fmla="*/ 4 h 8"/>
                <a:gd name="T54" fmla="*/ 1 w 5"/>
                <a:gd name="T55" fmla="*/ 5 h 8"/>
                <a:gd name="T56" fmla="*/ 1 w 5"/>
                <a:gd name="T57" fmla="*/ 5 h 8"/>
                <a:gd name="T58" fmla="*/ 2 w 5"/>
                <a:gd name="T59" fmla="*/ 5 h 8"/>
                <a:gd name="T60" fmla="*/ 3 w 5"/>
                <a:gd name="T61" fmla="*/ 5 h 8"/>
                <a:gd name="T62" fmla="*/ 4 w 5"/>
                <a:gd name="T63" fmla="*/ 4 h 8"/>
                <a:gd name="T64" fmla="*/ 4 w 5"/>
                <a:gd name="T65" fmla="*/ 4 h 8"/>
                <a:gd name="T66" fmla="*/ 4 w 5"/>
                <a:gd name="T67" fmla="*/ 6 h 8"/>
                <a:gd name="T68" fmla="*/ 2 w 5"/>
                <a:gd name="T69" fmla="*/ 7 h 8"/>
                <a:gd name="T70" fmla="*/ 1 w 5"/>
                <a:gd name="T71" fmla="*/ 7 h 8"/>
                <a:gd name="T72" fmla="*/ 1 w 5"/>
                <a:gd name="T73" fmla="*/ 6 h 8"/>
                <a:gd name="T74" fmla="*/ 0 w 5"/>
                <a:gd name="T75" fmla="*/ 6 h 8"/>
                <a:gd name="T76" fmla="*/ 1 w 5"/>
                <a:gd name="T77" fmla="*/ 7 h 8"/>
                <a:gd name="T78" fmla="*/ 2 w 5"/>
                <a:gd name="T79" fmla="*/ 8 h 8"/>
                <a:gd name="T80" fmla="*/ 4 w 5"/>
                <a:gd name="T81" fmla="*/ 7 h 8"/>
                <a:gd name="T82" fmla="*/ 5 w 5"/>
                <a:gd name="T83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" h="8">
                  <a:moveTo>
                    <a:pt x="4" y="3"/>
                  </a:moveTo>
                  <a:cubicBezTo>
                    <a:pt x="4" y="3"/>
                    <a:pt x="4" y="3"/>
                    <a:pt x="4" y="3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4" y="3"/>
                    <a:pt x="4" y="3"/>
                  </a:cubicBezTo>
                  <a:moveTo>
                    <a:pt x="5" y="4"/>
                  </a:moveTo>
                  <a:cubicBezTo>
                    <a:pt x="5" y="3"/>
                    <a:pt x="5" y="3"/>
                    <a:pt x="5" y="2"/>
                  </a:cubicBezTo>
                  <a:cubicBezTo>
                    <a:pt x="5" y="2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5"/>
                    <a:pt x="4" y="6"/>
                    <a:pt x="4" y="6"/>
                  </a:cubicBezTo>
                  <a:cubicBezTo>
                    <a:pt x="3" y="7"/>
                    <a:pt x="3" y="7"/>
                    <a:pt x="2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1" y="6"/>
                    <a:pt x="1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1" y="7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4" y="8"/>
                    <a:pt x="4" y="7"/>
                  </a:cubicBezTo>
                  <a:cubicBezTo>
                    <a:pt x="5" y="6"/>
                    <a:pt x="5" y="5"/>
                    <a:pt x="5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F99D6EA-6A18-E522-8B16-BFAA9902EB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8634" y="2487787"/>
              <a:ext cx="3255" cy="325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25" name="Rectangle 22">
              <a:extLst>
                <a:ext uri="{FF2B5EF4-FFF2-40B4-BE49-F238E27FC236}">
                  <a16:creationId xmlns:a16="http://schemas.microsoft.com/office/drawing/2014/main" id="{C7F96CE5-7247-3045-6105-CC1CE462DB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8634" y="2471514"/>
              <a:ext cx="3255" cy="325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2" name="Freeform 23">
              <a:extLst>
                <a:ext uri="{FF2B5EF4-FFF2-40B4-BE49-F238E27FC236}">
                  <a16:creationId xmlns:a16="http://schemas.microsoft.com/office/drawing/2014/main" id="{5FF2FFEB-3DA6-3E3E-5371-C10C90798AE8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6452" y="2461748"/>
              <a:ext cx="29291" cy="13018"/>
            </a:xfrm>
            <a:custGeom>
              <a:avLst/>
              <a:gdLst>
                <a:gd name="T0" fmla="*/ 0 w 9"/>
                <a:gd name="T1" fmla="*/ 3 h 4"/>
                <a:gd name="T2" fmla="*/ 1 w 9"/>
                <a:gd name="T3" fmla="*/ 4 h 4"/>
                <a:gd name="T4" fmla="*/ 4 w 9"/>
                <a:gd name="T5" fmla="*/ 3 h 4"/>
                <a:gd name="T6" fmla="*/ 8 w 9"/>
                <a:gd name="T7" fmla="*/ 4 h 4"/>
                <a:gd name="T8" fmla="*/ 9 w 9"/>
                <a:gd name="T9" fmla="*/ 3 h 4"/>
                <a:gd name="T10" fmla="*/ 0 w 9"/>
                <a:gd name="T11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4">
                  <a:moveTo>
                    <a:pt x="0" y="3"/>
                  </a:moveTo>
                  <a:cubicBezTo>
                    <a:pt x="0" y="3"/>
                    <a:pt x="0" y="4"/>
                    <a:pt x="1" y="4"/>
                  </a:cubicBezTo>
                  <a:cubicBezTo>
                    <a:pt x="2" y="3"/>
                    <a:pt x="3" y="3"/>
                    <a:pt x="4" y="3"/>
                  </a:cubicBezTo>
                  <a:cubicBezTo>
                    <a:pt x="6" y="3"/>
                    <a:pt x="7" y="3"/>
                    <a:pt x="8" y="4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6" y="0"/>
                    <a:pt x="2" y="0"/>
                    <a:pt x="0" y="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3" name="Freeform 24">
              <a:extLst>
                <a:ext uri="{FF2B5EF4-FFF2-40B4-BE49-F238E27FC236}">
                  <a16:creationId xmlns:a16="http://schemas.microsoft.com/office/drawing/2014/main" id="{D49DCFF7-45B4-C787-447E-E4285F8DA6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15034" y="2465003"/>
              <a:ext cx="48818" cy="26036"/>
            </a:xfrm>
            <a:custGeom>
              <a:avLst/>
              <a:gdLst>
                <a:gd name="T0" fmla="*/ 11 w 15"/>
                <a:gd name="T1" fmla="*/ 7 h 8"/>
                <a:gd name="T2" fmla="*/ 10 w 15"/>
                <a:gd name="T3" fmla="*/ 7 h 8"/>
                <a:gd name="T4" fmla="*/ 2 w 15"/>
                <a:gd name="T5" fmla="*/ 7 h 8"/>
                <a:gd name="T6" fmla="*/ 1 w 15"/>
                <a:gd name="T7" fmla="*/ 6 h 8"/>
                <a:gd name="T8" fmla="*/ 1 w 15"/>
                <a:gd name="T9" fmla="*/ 2 h 8"/>
                <a:gd name="T10" fmla="*/ 2 w 15"/>
                <a:gd name="T11" fmla="*/ 1 h 8"/>
                <a:gd name="T12" fmla="*/ 10 w 15"/>
                <a:gd name="T13" fmla="*/ 1 h 8"/>
                <a:gd name="T14" fmla="*/ 11 w 15"/>
                <a:gd name="T15" fmla="*/ 2 h 8"/>
                <a:gd name="T16" fmla="*/ 11 w 15"/>
                <a:gd name="T17" fmla="*/ 7 h 8"/>
                <a:gd name="T18" fmla="*/ 15 w 15"/>
                <a:gd name="T19" fmla="*/ 6 h 8"/>
                <a:gd name="T20" fmla="*/ 15 w 15"/>
                <a:gd name="T21" fmla="*/ 2 h 8"/>
                <a:gd name="T22" fmla="*/ 13 w 15"/>
                <a:gd name="T23" fmla="*/ 0 h 8"/>
                <a:gd name="T24" fmla="*/ 2 w 15"/>
                <a:gd name="T25" fmla="*/ 0 h 8"/>
                <a:gd name="T26" fmla="*/ 0 w 15"/>
                <a:gd name="T27" fmla="*/ 2 h 8"/>
                <a:gd name="T28" fmla="*/ 0 w 15"/>
                <a:gd name="T29" fmla="*/ 6 h 8"/>
                <a:gd name="T30" fmla="*/ 2 w 15"/>
                <a:gd name="T31" fmla="*/ 8 h 8"/>
                <a:gd name="T32" fmla="*/ 7 w 15"/>
                <a:gd name="T33" fmla="*/ 8 h 8"/>
                <a:gd name="T34" fmla="*/ 13 w 15"/>
                <a:gd name="T35" fmla="*/ 8 h 8"/>
                <a:gd name="T36" fmla="*/ 15 w 15"/>
                <a:gd name="T37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" h="8">
                  <a:moveTo>
                    <a:pt x="11" y="7"/>
                  </a:moveTo>
                  <a:cubicBezTo>
                    <a:pt x="10" y="7"/>
                    <a:pt x="10" y="7"/>
                    <a:pt x="10" y="7"/>
                  </a:cubicBezTo>
                  <a:cubicBezTo>
                    <a:pt x="8" y="7"/>
                    <a:pt x="5" y="7"/>
                    <a:pt x="2" y="7"/>
                  </a:cubicBezTo>
                  <a:cubicBezTo>
                    <a:pt x="2" y="7"/>
                    <a:pt x="1" y="6"/>
                    <a:pt x="1" y="6"/>
                  </a:cubicBezTo>
                  <a:cubicBezTo>
                    <a:pt x="1" y="5"/>
                    <a:pt x="1" y="3"/>
                    <a:pt x="1" y="2"/>
                  </a:cubicBezTo>
                  <a:cubicBezTo>
                    <a:pt x="1" y="2"/>
                    <a:pt x="2" y="1"/>
                    <a:pt x="2" y="1"/>
                  </a:cubicBezTo>
                  <a:cubicBezTo>
                    <a:pt x="5" y="1"/>
                    <a:pt x="8" y="1"/>
                    <a:pt x="10" y="1"/>
                  </a:cubicBezTo>
                  <a:cubicBezTo>
                    <a:pt x="11" y="2"/>
                    <a:pt x="11" y="2"/>
                    <a:pt x="11" y="2"/>
                  </a:cubicBezTo>
                  <a:lnTo>
                    <a:pt x="11" y="7"/>
                  </a:lnTo>
                  <a:close/>
                  <a:moveTo>
                    <a:pt x="15" y="6"/>
                  </a:moveTo>
                  <a:cubicBezTo>
                    <a:pt x="15" y="5"/>
                    <a:pt x="15" y="3"/>
                    <a:pt x="15" y="2"/>
                  </a:cubicBezTo>
                  <a:cubicBezTo>
                    <a:pt x="15" y="1"/>
                    <a:pt x="14" y="0"/>
                    <a:pt x="13" y="0"/>
                  </a:cubicBezTo>
                  <a:cubicBezTo>
                    <a:pt x="9" y="0"/>
                    <a:pt x="6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7"/>
                    <a:pt x="1" y="8"/>
                    <a:pt x="2" y="8"/>
                  </a:cubicBezTo>
                  <a:cubicBezTo>
                    <a:pt x="4" y="8"/>
                    <a:pt x="6" y="8"/>
                    <a:pt x="7" y="8"/>
                  </a:cubicBezTo>
                  <a:cubicBezTo>
                    <a:pt x="9" y="8"/>
                    <a:pt x="11" y="8"/>
                    <a:pt x="13" y="8"/>
                  </a:cubicBezTo>
                  <a:cubicBezTo>
                    <a:pt x="14" y="8"/>
                    <a:pt x="15" y="7"/>
                    <a:pt x="15" y="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4" name="Oval 25">
              <a:extLst>
                <a:ext uri="{FF2B5EF4-FFF2-40B4-BE49-F238E27FC236}">
                  <a16:creationId xmlns:a16="http://schemas.microsoft.com/office/drawing/2014/main" id="{23BFA21F-201F-621A-C885-A98F7ED7B6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66215" y="2484530"/>
              <a:ext cx="9764" cy="6509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5" name="Freeform 26">
              <a:extLst>
                <a:ext uri="{FF2B5EF4-FFF2-40B4-BE49-F238E27FC236}">
                  <a16:creationId xmlns:a16="http://schemas.microsoft.com/office/drawing/2014/main" id="{A9374694-5E75-6AB7-C36B-ACA40090F9C0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9704" y="2471514"/>
              <a:ext cx="19527" cy="9764"/>
            </a:xfrm>
            <a:custGeom>
              <a:avLst/>
              <a:gdLst>
                <a:gd name="T0" fmla="*/ 0 w 6"/>
                <a:gd name="T1" fmla="*/ 2 h 3"/>
                <a:gd name="T2" fmla="*/ 2 w 6"/>
                <a:gd name="T3" fmla="*/ 3 h 3"/>
                <a:gd name="T4" fmla="*/ 3 w 6"/>
                <a:gd name="T5" fmla="*/ 3 h 3"/>
                <a:gd name="T6" fmla="*/ 5 w 6"/>
                <a:gd name="T7" fmla="*/ 3 h 3"/>
                <a:gd name="T8" fmla="*/ 6 w 6"/>
                <a:gd name="T9" fmla="*/ 2 h 3"/>
                <a:gd name="T10" fmla="*/ 0 w 6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">
                  <a:moveTo>
                    <a:pt x="0" y="2"/>
                  </a:moveTo>
                  <a:cubicBezTo>
                    <a:pt x="1" y="3"/>
                    <a:pt x="1" y="3"/>
                    <a:pt x="2" y="3"/>
                  </a:cubicBezTo>
                  <a:cubicBezTo>
                    <a:pt x="2" y="3"/>
                    <a:pt x="3" y="3"/>
                    <a:pt x="3" y="3"/>
                  </a:cubicBezTo>
                  <a:cubicBezTo>
                    <a:pt x="4" y="3"/>
                    <a:pt x="4" y="3"/>
                    <a:pt x="5" y="3"/>
                  </a:cubicBezTo>
                  <a:cubicBezTo>
                    <a:pt x="5" y="3"/>
                    <a:pt x="6" y="3"/>
                    <a:pt x="6" y="2"/>
                  </a:cubicBezTo>
                  <a:cubicBezTo>
                    <a:pt x="5" y="0"/>
                    <a:pt x="2" y="0"/>
                    <a:pt x="0" y="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6" name="Freeform 27">
              <a:extLst>
                <a:ext uri="{FF2B5EF4-FFF2-40B4-BE49-F238E27FC236}">
                  <a16:creationId xmlns:a16="http://schemas.microsoft.com/office/drawing/2014/main" id="{800318C2-038B-9A0F-D95F-436082363986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1361" y="2481278"/>
              <a:ext cx="9764" cy="9764"/>
            </a:xfrm>
            <a:custGeom>
              <a:avLst/>
              <a:gdLst>
                <a:gd name="T0" fmla="*/ 2 w 3"/>
                <a:gd name="T1" fmla="*/ 0 h 3"/>
                <a:gd name="T2" fmla="*/ 2 w 3"/>
                <a:gd name="T3" fmla="*/ 0 h 3"/>
                <a:gd name="T4" fmla="*/ 0 w 3"/>
                <a:gd name="T5" fmla="*/ 1 h 3"/>
                <a:gd name="T6" fmla="*/ 0 w 3"/>
                <a:gd name="T7" fmla="*/ 2 h 3"/>
                <a:gd name="T8" fmla="*/ 2 w 3"/>
                <a:gd name="T9" fmla="*/ 3 h 3"/>
                <a:gd name="T10" fmla="*/ 2 w 3"/>
                <a:gd name="T11" fmla="*/ 3 h 3"/>
                <a:gd name="T12" fmla="*/ 3 w 3"/>
                <a:gd name="T13" fmla="*/ 2 h 3"/>
                <a:gd name="T14" fmla="*/ 3 w 3"/>
                <a:gd name="T15" fmla="*/ 1 h 3"/>
                <a:gd name="T16" fmla="*/ 2 w 3"/>
                <a:gd name="T1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3"/>
                    <a:pt x="3" y="3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0"/>
                    <a:pt x="3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7" name="Freeform 28">
              <a:extLst>
                <a:ext uri="{FF2B5EF4-FFF2-40B4-BE49-F238E27FC236}">
                  <a16:creationId xmlns:a16="http://schemas.microsoft.com/office/drawing/2014/main" id="{1635AF44-B6B9-0EDD-E8D1-5E3A3671DAC1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0650" y="2465003"/>
              <a:ext cx="6509" cy="26036"/>
            </a:xfrm>
            <a:custGeom>
              <a:avLst/>
              <a:gdLst>
                <a:gd name="T0" fmla="*/ 1 w 2"/>
                <a:gd name="T1" fmla="*/ 0 h 8"/>
                <a:gd name="T2" fmla="*/ 1 w 2"/>
                <a:gd name="T3" fmla="*/ 0 h 8"/>
                <a:gd name="T4" fmla="*/ 0 w 2"/>
                <a:gd name="T5" fmla="*/ 1 h 8"/>
                <a:gd name="T6" fmla="*/ 0 w 2"/>
                <a:gd name="T7" fmla="*/ 7 h 8"/>
                <a:gd name="T8" fmla="*/ 1 w 2"/>
                <a:gd name="T9" fmla="*/ 8 h 8"/>
                <a:gd name="T10" fmla="*/ 1 w 2"/>
                <a:gd name="T11" fmla="*/ 8 h 8"/>
                <a:gd name="T12" fmla="*/ 2 w 2"/>
                <a:gd name="T13" fmla="*/ 7 h 8"/>
                <a:gd name="T14" fmla="*/ 2 w 2"/>
                <a:gd name="T15" fmla="*/ 1 h 8"/>
                <a:gd name="T16" fmla="*/ 1 w 2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" h="8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8"/>
                    <a:pt x="0" y="8"/>
                    <a:pt x="1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7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0"/>
                    <a:pt x="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8" name="Freeform 29">
              <a:extLst>
                <a:ext uri="{FF2B5EF4-FFF2-40B4-BE49-F238E27FC236}">
                  <a16:creationId xmlns:a16="http://schemas.microsoft.com/office/drawing/2014/main" id="{C872A5D0-D774-92E6-87FF-4E46B29A85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3250" y="2465003"/>
              <a:ext cx="26036" cy="26036"/>
            </a:xfrm>
            <a:custGeom>
              <a:avLst/>
              <a:gdLst>
                <a:gd name="T0" fmla="*/ 12 w 16"/>
                <a:gd name="T1" fmla="*/ 0 h 16"/>
                <a:gd name="T2" fmla="*/ 8 w 16"/>
                <a:gd name="T3" fmla="*/ 14 h 16"/>
                <a:gd name="T4" fmla="*/ 4 w 16"/>
                <a:gd name="T5" fmla="*/ 0 h 16"/>
                <a:gd name="T6" fmla="*/ 0 w 16"/>
                <a:gd name="T7" fmla="*/ 0 h 16"/>
                <a:gd name="T8" fmla="*/ 0 w 16"/>
                <a:gd name="T9" fmla="*/ 16 h 16"/>
                <a:gd name="T10" fmla="*/ 2 w 16"/>
                <a:gd name="T11" fmla="*/ 16 h 16"/>
                <a:gd name="T12" fmla="*/ 2 w 16"/>
                <a:gd name="T13" fmla="*/ 4 h 16"/>
                <a:gd name="T14" fmla="*/ 2 w 16"/>
                <a:gd name="T15" fmla="*/ 4 h 16"/>
                <a:gd name="T16" fmla="*/ 8 w 16"/>
                <a:gd name="T17" fmla="*/ 16 h 16"/>
                <a:gd name="T18" fmla="*/ 8 w 16"/>
                <a:gd name="T19" fmla="*/ 16 h 16"/>
                <a:gd name="T20" fmla="*/ 14 w 16"/>
                <a:gd name="T21" fmla="*/ 4 h 16"/>
                <a:gd name="T22" fmla="*/ 14 w 16"/>
                <a:gd name="T23" fmla="*/ 4 h 16"/>
                <a:gd name="T24" fmla="*/ 14 w 16"/>
                <a:gd name="T25" fmla="*/ 16 h 16"/>
                <a:gd name="T26" fmla="*/ 16 w 16"/>
                <a:gd name="T27" fmla="*/ 16 h 16"/>
                <a:gd name="T28" fmla="*/ 16 w 16"/>
                <a:gd name="T29" fmla="*/ 0 h 16"/>
                <a:gd name="T30" fmla="*/ 12 w 16"/>
                <a:gd name="T3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16">
                  <a:moveTo>
                    <a:pt x="12" y="0"/>
                  </a:moveTo>
                  <a:lnTo>
                    <a:pt x="8" y="14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2" y="4"/>
                  </a:lnTo>
                  <a:lnTo>
                    <a:pt x="2" y="4"/>
                  </a:lnTo>
                  <a:lnTo>
                    <a:pt x="8" y="16"/>
                  </a:lnTo>
                  <a:lnTo>
                    <a:pt x="8" y="16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4" y="16"/>
                  </a:lnTo>
                  <a:lnTo>
                    <a:pt x="16" y="16"/>
                  </a:lnTo>
                  <a:lnTo>
                    <a:pt x="16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  <p:sp>
          <p:nvSpPr>
            <p:cNvPr id="49" name="Freeform 30">
              <a:extLst>
                <a:ext uri="{FF2B5EF4-FFF2-40B4-BE49-F238E27FC236}">
                  <a16:creationId xmlns:a16="http://schemas.microsoft.com/office/drawing/2014/main" id="{CCC86BBB-ABC7-9723-49AC-021DB81B3FC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07632" y="2471512"/>
              <a:ext cx="6509" cy="19527"/>
            </a:xfrm>
            <a:custGeom>
              <a:avLst/>
              <a:gdLst>
                <a:gd name="T0" fmla="*/ 1 w 2"/>
                <a:gd name="T1" fmla="*/ 0 h 6"/>
                <a:gd name="T2" fmla="*/ 1 w 2"/>
                <a:gd name="T3" fmla="*/ 0 h 6"/>
                <a:gd name="T4" fmla="*/ 0 w 2"/>
                <a:gd name="T5" fmla="*/ 2 h 6"/>
                <a:gd name="T6" fmla="*/ 0 w 2"/>
                <a:gd name="T7" fmla="*/ 5 h 6"/>
                <a:gd name="T8" fmla="*/ 1 w 2"/>
                <a:gd name="T9" fmla="*/ 6 h 6"/>
                <a:gd name="T10" fmla="*/ 1 w 2"/>
                <a:gd name="T11" fmla="*/ 6 h 6"/>
                <a:gd name="T12" fmla="*/ 2 w 2"/>
                <a:gd name="T13" fmla="*/ 5 h 6"/>
                <a:gd name="T14" fmla="*/ 2 w 2"/>
                <a:gd name="T15" fmla="*/ 2 h 6"/>
                <a:gd name="T16" fmla="*/ 1 w 2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" h="6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6"/>
                    <a:pt x="2" y="6"/>
                    <a:pt x="2" y="5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pPr algn="ctr"/>
              <a:endParaRPr lang="en-US" sz="800"/>
            </a:p>
          </p:txBody>
        </p:sp>
      </p:grpSp>
      <p:sp>
        <p:nvSpPr>
          <p:cNvPr id="50" name="Bildplatzhalter 37">
            <a:extLst>
              <a:ext uri="{FF2B5EF4-FFF2-40B4-BE49-F238E27FC236}">
                <a16:creationId xmlns:a16="http://schemas.microsoft.com/office/drawing/2014/main" id="{103A9229-880B-2E99-4A70-09C7B7D595E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087155" y="2431904"/>
            <a:ext cx="2510152" cy="3276014"/>
          </a:xfrm>
          <a:custGeom>
            <a:avLst/>
            <a:gdLst>
              <a:gd name="connsiteX0" fmla="*/ 106268 w 2517211"/>
              <a:gd name="connsiteY0" fmla="*/ 0 h 3285589"/>
              <a:gd name="connsiteX1" fmla="*/ 2410944 w 2517211"/>
              <a:gd name="connsiteY1" fmla="*/ 0 h 3285589"/>
              <a:gd name="connsiteX2" fmla="*/ 2517211 w 2517211"/>
              <a:gd name="connsiteY2" fmla="*/ 105139 h 3285589"/>
              <a:gd name="connsiteX3" fmla="*/ 2517211 w 2517211"/>
              <a:gd name="connsiteY3" fmla="*/ 3180451 h 3285589"/>
              <a:gd name="connsiteX4" fmla="*/ 2410944 w 2517211"/>
              <a:gd name="connsiteY4" fmla="*/ 3285589 h 3285589"/>
              <a:gd name="connsiteX5" fmla="*/ 106268 w 2517211"/>
              <a:gd name="connsiteY5" fmla="*/ 3285589 h 3285589"/>
              <a:gd name="connsiteX6" fmla="*/ 0 w 2517211"/>
              <a:gd name="connsiteY6" fmla="*/ 3180451 h 3285589"/>
              <a:gd name="connsiteX7" fmla="*/ 0 w 2517211"/>
              <a:gd name="connsiteY7" fmla="*/ 105139 h 3285589"/>
              <a:gd name="connsiteX8" fmla="*/ 106268 w 2517211"/>
              <a:gd name="connsiteY8" fmla="*/ 0 h 3285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17211" h="3285589">
                <a:moveTo>
                  <a:pt x="106268" y="0"/>
                </a:moveTo>
                <a:cubicBezTo>
                  <a:pt x="2410944" y="0"/>
                  <a:pt x="2410944" y="0"/>
                  <a:pt x="2410944" y="0"/>
                </a:cubicBezTo>
                <a:cubicBezTo>
                  <a:pt x="2467399" y="0"/>
                  <a:pt x="2517211" y="49284"/>
                  <a:pt x="2517211" y="105139"/>
                </a:cubicBezTo>
                <a:cubicBezTo>
                  <a:pt x="2517211" y="3180451"/>
                  <a:pt x="2517211" y="3180451"/>
                  <a:pt x="2517211" y="3180451"/>
                </a:cubicBezTo>
                <a:cubicBezTo>
                  <a:pt x="2517211" y="3239591"/>
                  <a:pt x="2467399" y="3285589"/>
                  <a:pt x="2410944" y="3285589"/>
                </a:cubicBezTo>
                <a:cubicBezTo>
                  <a:pt x="106268" y="3285589"/>
                  <a:pt x="106268" y="3285589"/>
                  <a:pt x="106268" y="3285589"/>
                </a:cubicBezTo>
                <a:cubicBezTo>
                  <a:pt x="46493" y="3285589"/>
                  <a:pt x="0" y="3239591"/>
                  <a:pt x="0" y="3180451"/>
                </a:cubicBezTo>
                <a:cubicBezTo>
                  <a:pt x="0" y="105139"/>
                  <a:pt x="0" y="105139"/>
                  <a:pt x="0" y="105139"/>
                </a:cubicBezTo>
                <a:cubicBezTo>
                  <a:pt x="0" y="49284"/>
                  <a:pt x="46493" y="0"/>
                  <a:pt x="106268" y="0"/>
                </a:cubicBezTo>
                <a:close/>
              </a:path>
            </a:pathLst>
          </a:custGeom>
        </p:spPr>
        <p:txBody>
          <a:bodyPr vert="horz" anchor="ctr" anchorCtr="1"/>
          <a:lstStyle/>
          <a:p>
            <a:endParaRPr lang="de-DE"/>
          </a:p>
        </p:txBody>
      </p:sp>
      <p:sp>
        <p:nvSpPr>
          <p:cNvPr id="51" name="Freeform 11">
            <a:extLst>
              <a:ext uri="{FF2B5EF4-FFF2-40B4-BE49-F238E27FC236}">
                <a16:creationId xmlns:a16="http://schemas.microsoft.com/office/drawing/2014/main" id="{3E91989E-794B-B8B4-7BB4-8B959B21280A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5073390" y="2380385"/>
            <a:ext cx="2559698" cy="3353808"/>
          </a:xfrm>
          <a:custGeom>
            <a:avLst/>
            <a:gdLst>
              <a:gd name="T0" fmla="*/ 44 w 787"/>
              <a:gd name="T1" fmla="*/ 1018 h 1031"/>
              <a:gd name="T2" fmla="*/ 12 w 787"/>
              <a:gd name="T3" fmla="*/ 986 h 1031"/>
              <a:gd name="T4" fmla="*/ 12 w 787"/>
              <a:gd name="T5" fmla="*/ 50 h 1031"/>
              <a:gd name="T6" fmla="*/ 44 w 787"/>
              <a:gd name="T7" fmla="*/ 18 h 1031"/>
              <a:gd name="T8" fmla="*/ 738 w 787"/>
              <a:gd name="T9" fmla="*/ 18 h 1031"/>
              <a:gd name="T10" fmla="*/ 770 w 787"/>
              <a:gd name="T11" fmla="*/ 50 h 1031"/>
              <a:gd name="T12" fmla="*/ 770 w 787"/>
              <a:gd name="T13" fmla="*/ 986 h 1031"/>
              <a:gd name="T14" fmla="*/ 738 w 787"/>
              <a:gd name="T15" fmla="*/ 1018 h 1031"/>
              <a:gd name="T16" fmla="*/ 44 w 787"/>
              <a:gd name="T17" fmla="*/ 1018 h 1031"/>
              <a:gd name="T18" fmla="*/ 782 w 787"/>
              <a:gd name="T19" fmla="*/ 986 h 1031"/>
              <a:gd name="T20" fmla="*/ 782 w 787"/>
              <a:gd name="T21" fmla="*/ 162 h 1031"/>
              <a:gd name="T22" fmla="*/ 786 w 787"/>
              <a:gd name="T23" fmla="*/ 162 h 1031"/>
              <a:gd name="T24" fmla="*/ 787 w 787"/>
              <a:gd name="T25" fmla="*/ 161 h 1031"/>
              <a:gd name="T26" fmla="*/ 787 w 787"/>
              <a:gd name="T27" fmla="*/ 125 h 1031"/>
              <a:gd name="T28" fmla="*/ 786 w 787"/>
              <a:gd name="T29" fmla="*/ 123 h 1031"/>
              <a:gd name="T30" fmla="*/ 782 w 787"/>
              <a:gd name="T31" fmla="*/ 123 h 1031"/>
              <a:gd name="T32" fmla="*/ 782 w 787"/>
              <a:gd name="T33" fmla="*/ 112 h 1031"/>
              <a:gd name="T34" fmla="*/ 786 w 787"/>
              <a:gd name="T35" fmla="*/ 112 h 1031"/>
              <a:gd name="T36" fmla="*/ 787 w 787"/>
              <a:gd name="T37" fmla="*/ 111 h 1031"/>
              <a:gd name="T38" fmla="*/ 787 w 787"/>
              <a:gd name="T39" fmla="*/ 74 h 1031"/>
              <a:gd name="T40" fmla="*/ 786 w 787"/>
              <a:gd name="T41" fmla="*/ 73 h 1031"/>
              <a:gd name="T42" fmla="*/ 782 w 787"/>
              <a:gd name="T43" fmla="*/ 73 h 1031"/>
              <a:gd name="T44" fmla="*/ 782 w 787"/>
              <a:gd name="T45" fmla="*/ 50 h 1031"/>
              <a:gd name="T46" fmla="*/ 738 w 787"/>
              <a:gd name="T47" fmla="*/ 6 h 1031"/>
              <a:gd name="T48" fmla="*/ 738 w 787"/>
              <a:gd name="T49" fmla="*/ 1 h 1031"/>
              <a:gd name="T50" fmla="*/ 737 w 787"/>
              <a:gd name="T51" fmla="*/ 0 h 1031"/>
              <a:gd name="T52" fmla="*/ 701 w 787"/>
              <a:gd name="T53" fmla="*/ 0 h 1031"/>
              <a:gd name="T54" fmla="*/ 699 w 787"/>
              <a:gd name="T55" fmla="*/ 1 h 1031"/>
              <a:gd name="T56" fmla="*/ 699 w 787"/>
              <a:gd name="T57" fmla="*/ 6 h 1031"/>
              <a:gd name="T58" fmla="*/ 44 w 787"/>
              <a:gd name="T59" fmla="*/ 6 h 1031"/>
              <a:gd name="T60" fmla="*/ 0 w 787"/>
              <a:gd name="T61" fmla="*/ 50 h 1031"/>
              <a:gd name="T62" fmla="*/ 0 w 787"/>
              <a:gd name="T63" fmla="*/ 986 h 1031"/>
              <a:gd name="T64" fmla="*/ 44 w 787"/>
              <a:gd name="T65" fmla="*/ 1031 h 1031"/>
              <a:gd name="T66" fmla="*/ 738 w 787"/>
              <a:gd name="T67" fmla="*/ 1031 h 1031"/>
              <a:gd name="T68" fmla="*/ 782 w 787"/>
              <a:gd name="T69" fmla="*/ 986 h 10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787" h="1031">
                <a:moveTo>
                  <a:pt x="44" y="1018"/>
                </a:moveTo>
                <a:cubicBezTo>
                  <a:pt x="26" y="1018"/>
                  <a:pt x="12" y="1004"/>
                  <a:pt x="12" y="986"/>
                </a:cubicBezTo>
                <a:cubicBezTo>
                  <a:pt x="12" y="50"/>
                  <a:pt x="12" y="50"/>
                  <a:pt x="12" y="50"/>
                </a:cubicBezTo>
                <a:cubicBezTo>
                  <a:pt x="12" y="33"/>
                  <a:pt x="26" y="18"/>
                  <a:pt x="44" y="18"/>
                </a:cubicBezTo>
                <a:cubicBezTo>
                  <a:pt x="738" y="18"/>
                  <a:pt x="738" y="18"/>
                  <a:pt x="738" y="18"/>
                </a:cubicBezTo>
                <a:cubicBezTo>
                  <a:pt x="755" y="18"/>
                  <a:pt x="770" y="33"/>
                  <a:pt x="770" y="50"/>
                </a:cubicBezTo>
                <a:cubicBezTo>
                  <a:pt x="770" y="986"/>
                  <a:pt x="770" y="986"/>
                  <a:pt x="770" y="986"/>
                </a:cubicBezTo>
                <a:cubicBezTo>
                  <a:pt x="770" y="1004"/>
                  <a:pt x="755" y="1018"/>
                  <a:pt x="738" y="1018"/>
                </a:cubicBezTo>
                <a:cubicBezTo>
                  <a:pt x="44" y="1018"/>
                  <a:pt x="44" y="1018"/>
                  <a:pt x="44" y="1018"/>
                </a:cubicBezTo>
                <a:moveTo>
                  <a:pt x="782" y="986"/>
                </a:moveTo>
                <a:cubicBezTo>
                  <a:pt x="782" y="162"/>
                  <a:pt x="782" y="162"/>
                  <a:pt x="782" y="162"/>
                </a:cubicBezTo>
                <a:cubicBezTo>
                  <a:pt x="786" y="162"/>
                  <a:pt x="786" y="162"/>
                  <a:pt x="786" y="162"/>
                </a:cubicBezTo>
                <a:cubicBezTo>
                  <a:pt x="787" y="162"/>
                  <a:pt x="787" y="161"/>
                  <a:pt x="787" y="161"/>
                </a:cubicBezTo>
                <a:cubicBezTo>
                  <a:pt x="787" y="125"/>
                  <a:pt x="787" y="125"/>
                  <a:pt x="787" y="125"/>
                </a:cubicBezTo>
                <a:cubicBezTo>
                  <a:pt x="787" y="124"/>
                  <a:pt x="787" y="123"/>
                  <a:pt x="786" y="123"/>
                </a:cubicBezTo>
                <a:cubicBezTo>
                  <a:pt x="782" y="123"/>
                  <a:pt x="782" y="123"/>
                  <a:pt x="782" y="123"/>
                </a:cubicBezTo>
                <a:cubicBezTo>
                  <a:pt x="782" y="112"/>
                  <a:pt x="782" y="112"/>
                  <a:pt x="782" y="112"/>
                </a:cubicBezTo>
                <a:cubicBezTo>
                  <a:pt x="786" y="112"/>
                  <a:pt x="786" y="112"/>
                  <a:pt x="786" y="112"/>
                </a:cubicBezTo>
                <a:cubicBezTo>
                  <a:pt x="787" y="112"/>
                  <a:pt x="787" y="111"/>
                  <a:pt x="787" y="111"/>
                </a:cubicBezTo>
                <a:cubicBezTo>
                  <a:pt x="787" y="74"/>
                  <a:pt x="787" y="74"/>
                  <a:pt x="787" y="74"/>
                </a:cubicBezTo>
                <a:cubicBezTo>
                  <a:pt x="787" y="74"/>
                  <a:pt x="787" y="73"/>
                  <a:pt x="786" y="73"/>
                </a:cubicBezTo>
                <a:cubicBezTo>
                  <a:pt x="782" y="73"/>
                  <a:pt x="782" y="73"/>
                  <a:pt x="782" y="73"/>
                </a:cubicBezTo>
                <a:cubicBezTo>
                  <a:pt x="782" y="50"/>
                  <a:pt x="782" y="50"/>
                  <a:pt x="782" y="50"/>
                </a:cubicBezTo>
                <a:cubicBezTo>
                  <a:pt x="782" y="26"/>
                  <a:pt x="763" y="6"/>
                  <a:pt x="738" y="6"/>
                </a:cubicBezTo>
                <a:cubicBezTo>
                  <a:pt x="738" y="1"/>
                  <a:pt x="738" y="1"/>
                  <a:pt x="738" y="1"/>
                </a:cubicBezTo>
                <a:cubicBezTo>
                  <a:pt x="738" y="0"/>
                  <a:pt x="738" y="0"/>
                  <a:pt x="737" y="0"/>
                </a:cubicBezTo>
                <a:cubicBezTo>
                  <a:pt x="701" y="0"/>
                  <a:pt x="701" y="0"/>
                  <a:pt x="701" y="0"/>
                </a:cubicBezTo>
                <a:cubicBezTo>
                  <a:pt x="700" y="0"/>
                  <a:pt x="699" y="0"/>
                  <a:pt x="699" y="1"/>
                </a:cubicBezTo>
                <a:cubicBezTo>
                  <a:pt x="699" y="6"/>
                  <a:pt x="699" y="6"/>
                  <a:pt x="699" y="6"/>
                </a:cubicBezTo>
                <a:cubicBezTo>
                  <a:pt x="44" y="6"/>
                  <a:pt x="44" y="6"/>
                  <a:pt x="44" y="6"/>
                </a:cubicBezTo>
                <a:cubicBezTo>
                  <a:pt x="19" y="6"/>
                  <a:pt x="0" y="26"/>
                  <a:pt x="0" y="50"/>
                </a:cubicBezTo>
                <a:cubicBezTo>
                  <a:pt x="0" y="986"/>
                  <a:pt x="0" y="986"/>
                  <a:pt x="0" y="986"/>
                </a:cubicBezTo>
                <a:cubicBezTo>
                  <a:pt x="0" y="1011"/>
                  <a:pt x="19" y="1031"/>
                  <a:pt x="44" y="1031"/>
                </a:cubicBezTo>
                <a:cubicBezTo>
                  <a:pt x="738" y="1031"/>
                  <a:pt x="738" y="1031"/>
                  <a:pt x="738" y="1031"/>
                </a:cubicBezTo>
                <a:cubicBezTo>
                  <a:pt x="762" y="1031"/>
                  <a:pt x="782" y="1011"/>
                  <a:pt x="782" y="986"/>
                </a:cubicBezTo>
              </a:path>
            </a:pathLst>
          </a:custGeom>
          <a:solidFill>
            <a:srgbClr val="2F3941"/>
          </a:solidFill>
          <a:ln>
            <a:noFill/>
          </a:ln>
        </p:spPr>
        <p:txBody>
          <a:bodyPr vert="horz" wrap="square" lIns="114942" tIns="57471" rIns="114942" bIns="57471" numCol="1" anchor="ctr" anchorCtr="1" compatLnSpc="1">
            <a:prstTxWarp prst="textNoShape">
              <a:avLst/>
            </a:prstTxWarp>
          </a:bodyPr>
          <a:lstStyle/>
          <a:p>
            <a:endParaRPr lang="en-US" sz="2263"/>
          </a:p>
        </p:txBody>
      </p:sp>
      <p:grpSp>
        <p:nvGrpSpPr>
          <p:cNvPr id="52" name="Group 27">
            <a:extLst>
              <a:ext uri="{FF2B5EF4-FFF2-40B4-BE49-F238E27FC236}">
                <a16:creationId xmlns:a16="http://schemas.microsoft.com/office/drawing/2014/main" id="{FE968E37-EF91-85A1-F064-01C207DFF6F5}"/>
              </a:ext>
            </a:extLst>
          </p:cNvPr>
          <p:cNvGrpSpPr/>
          <p:nvPr userDrawn="1"/>
        </p:nvGrpSpPr>
        <p:grpSpPr>
          <a:xfrm>
            <a:off x="7105852" y="2461748"/>
            <a:ext cx="364509" cy="29294"/>
            <a:chOff x="7105852" y="2461748"/>
            <a:chExt cx="364509" cy="29294"/>
          </a:xfrm>
        </p:grpSpPr>
        <p:sp>
          <p:nvSpPr>
            <p:cNvPr id="53" name="Freeform 16">
              <a:extLst>
                <a:ext uri="{FF2B5EF4-FFF2-40B4-BE49-F238E27FC236}">
                  <a16:creationId xmlns:a16="http://schemas.microsoft.com/office/drawing/2014/main" id="{7492F5C2-586A-3955-D12B-65B4D1ED6340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8398" y="2465003"/>
              <a:ext cx="16273" cy="26036"/>
            </a:xfrm>
            <a:custGeom>
              <a:avLst/>
              <a:gdLst>
                <a:gd name="T0" fmla="*/ 3 w 5"/>
                <a:gd name="T1" fmla="*/ 4 h 8"/>
                <a:gd name="T2" fmla="*/ 3 w 5"/>
                <a:gd name="T3" fmla="*/ 4 h 8"/>
                <a:gd name="T4" fmla="*/ 4 w 5"/>
                <a:gd name="T5" fmla="*/ 3 h 8"/>
                <a:gd name="T6" fmla="*/ 4 w 5"/>
                <a:gd name="T7" fmla="*/ 2 h 8"/>
                <a:gd name="T8" fmla="*/ 4 w 5"/>
                <a:gd name="T9" fmla="*/ 1 h 8"/>
                <a:gd name="T10" fmla="*/ 4 w 5"/>
                <a:gd name="T11" fmla="*/ 1 h 8"/>
                <a:gd name="T12" fmla="*/ 3 w 5"/>
                <a:gd name="T13" fmla="*/ 0 h 8"/>
                <a:gd name="T14" fmla="*/ 2 w 5"/>
                <a:gd name="T15" fmla="*/ 0 h 8"/>
                <a:gd name="T16" fmla="*/ 1 w 5"/>
                <a:gd name="T17" fmla="*/ 0 h 8"/>
                <a:gd name="T18" fmla="*/ 0 w 5"/>
                <a:gd name="T19" fmla="*/ 1 h 8"/>
                <a:gd name="T20" fmla="*/ 0 w 5"/>
                <a:gd name="T21" fmla="*/ 2 h 8"/>
                <a:gd name="T22" fmla="*/ 0 w 5"/>
                <a:gd name="T23" fmla="*/ 3 h 8"/>
                <a:gd name="T24" fmla="*/ 1 w 5"/>
                <a:gd name="T25" fmla="*/ 3 h 8"/>
                <a:gd name="T26" fmla="*/ 1 w 5"/>
                <a:gd name="T27" fmla="*/ 2 h 8"/>
                <a:gd name="T28" fmla="*/ 1 w 5"/>
                <a:gd name="T29" fmla="*/ 2 h 8"/>
                <a:gd name="T30" fmla="*/ 1 w 5"/>
                <a:gd name="T31" fmla="*/ 1 h 8"/>
                <a:gd name="T32" fmla="*/ 2 w 5"/>
                <a:gd name="T33" fmla="*/ 1 h 8"/>
                <a:gd name="T34" fmla="*/ 3 w 5"/>
                <a:gd name="T35" fmla="*/ 1 h 8"/>
                <a:gd name="T36" fmla="*/ 3 w 5"/>
                <a:gd name="T37" fmla="*/ 2 h 8"/>
                <a:gd name="T38" fmla="*/ 3 w 5"/>
                <a:gd name="T39" fmla="*/ 3 h 8"/>
                <a:gd name="T40" fmla="*/ 3 w 5"/>
                <a:gd name="T41" fmla="*/ 3 h 8"/>
                <a:gd name="T42" fmla="*/ 2 w 5"/>
                <a:gd name="T43" fmla="*/ 3 h 8"/>
                <a:gd name="T44" fmla="*/ 2 w 5"/>
                <a:gd name="T45" fmla="*/ 4 h 8"/>
                <a:gd name="T46" fmla="*/ 2 w 5"/>
                <a:gd name="T47" fmla="*/ 4 h 8"/>
                <a:gd name="T48" fmla="*/ 2 w 5"/>
                <a:gd name="T49" fmla="*/ 4 h 8"/>
                <a:gd name="T50" fmla="*/ 2 w 5"/>
                <a:gd name="T51" fmla="*/ 4 h 8"/>
                <a:gd name="T52" fmla="*/ 2 w 5"/>
                <a:gd name="T53" fmla="*/ 4 h 8"/>
                <a:gd name="T54" fmla="*/ 3 w 5"/>
                <a:gd name="T55" fmla="*/ 4 h 8"/>
                <a:gd name="T56" fmla="*/ 3 w 5"/>
                <a:gd name="T57" fmla="*/ 5 h 8"/>
                <a:gd name="T58" fmla="*/ 4 w 5"/>
                <a:gd name="T59" fmla="*/ 5 h 8"/>
                <a:gd name="T60" fmla="*/ 4 w 5"/>
                <a:gd name="T61" fmla="*/ 6 h 8"/>
                <a:gd name="T62" fmla="*/ 4 w 5"/>
                <a:gd name="T63" fmla="*/ 6 h 8"/>
                <a:gd name="T64" fmla="*/ 3 w 5"/>
                <a:gd name="T65" fmla="*/ 7 h 8"/>
                <a:gd name="T66" fmla="*/ 3 w 5"/>
                <a:gd name="T67" fmla="*/ 7 h 8"/>
                <a:gd name="T68" fmla="*/ 2 w 5"/>
                <a:gd name="T69" fmla="*/ 7 h 8"/>
                <a:gd name="T70" fmla="*/ 1 w 5"/>
                <a:gd name="T71" fmla="*/ 7 h 8"/>
                <a:gd name="T72" fmla="*/ 0 w 5"/>
                <a:gd name="T73" fmla="*/ 5 h 8"/>
                <a:gd name="T74" fmla="*/ 0 w 5"/>
                <a:gd name="T75" fmla="*/ 5 h 8"/>
                <a:gd name="T76" fmla="*/ 0 w 5"/>
                <a:gd name="T77" fmla="*/ 6 h 8"/>
                <a:gd name="T78" fmla="*/ 0 w 5"/>
                <a:gd name="T79" fmla="*/ 7 h 8"/>
                <a:gd name="T80" fmla="*/ 1 w 5"/>
                <a:gd name="T81" fmla="*/ 8 h 8"/>
                <a:gd name="T82" fmla="*/ 2 w 5"/>
                <a:gd name="T83" fmla="*/ 8 h 8"/>
                <a:gd name="T84" fmla="*/ 3 w 5"/>
                <a:gd name="T85" fmla="*/ 8 h 8"/>
                <a:gd name="T86" fmla="*/ 4 w 5"/>
                <a:gd name="T87" fmla="*/ 7 h 8"/>
                <a:gd name="T88" fmla="*/ 4 w 5"/>
                <a:gd name="T89" fmla="*/ 7 h 8"/>
                <a:gd name="T90" fmla="*/ 5 w 5"/>
                <a:gd name="T91" fmla="*/ 6 h 8"/>
                <a:gd name="T92" fmla="*/ 4 w 5"/>
                <a:gd name="T93" fmla="*/ 4 h 8"/>
                <a:gd name="T94" fmla="*/ 3 w 5"/>
                <a:gd name="T95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" h="8">
                  <a:moveTo>
                    <a:pt x="3" y="4"/>
                  </a:moveTo>
                  <a:cubicBezTo>
                    <a:pt x="3" y="4"/>
                    <a:pt x="3" y="4"/>
                    <a:pt x="3" y="4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7"/>
                    <a:pt x="1" y="7"/>
                    <a:pt x="1" y="7"/>
                  </a:cubicBezTo>
                  <a:cubicBezTo>
                    <a:pt x="1" y="6"/>
                    <a:pt x="0" y="6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4" y="5"/>
                    <a:pt x="4" y="4"/>
                  </a:cubicBezTo>
                  <a:cubicBezTo>
                    <a:pt x="4" y="4"/>
                    <a:pt x="4" y="4"/>
                    <a:pt x="3" y="4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54" name="Freeform 17">
              <a:extLst>
                <a:ext uri="{FF2B5EF4-FFF2-40B4-BE49-F238E27FC236}">
                  <a16:creationId xmlns:a16="http://schemas.microsoft.com/office/drawing/2014/main" id="{23D048B8-03C7-D4F6-D4BD-8BF0A93FC3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87216" y="2465003"/>
              <a:ext cx="22782" cy="26036"/>
            </a:xfrm>
            <a:custGeom>
              <a:avLst/>
              <a:gdLst>
                <a:gd name="T0" fmla="*/ 6 w 14"/>
                <a:gd name="T1" fmla="*/ 2 h 16"/>
                <a:gd name="T2" fmla="*/ 8 w 14"/>
                <a:gd name="T3" fmla="*/ 2 h 16"/>
                <a:gd name="T4" fmla="*/ 10 w 14"/>
                <a:gd name="T5" fmla="*/ 10 h 16"/>
                <a:gd name="T6" fmla="*/ 4 w 14"/>
                <a:gd name="T7" fmla="*/ 10 h 16"/>
                <a:gd name="T8" fmla="*/ 6 w 14"/>
                <a:gd name="T9" fmla="*/ 2 h 16"/>
                <a:gd name="T10" fmla="*/ 6 w 14"/>
                <a:gd name="T11" fmla="*/ 0 h 16"/>
                <a:gd name="T12" fmla="*/ 0 w 14"/>
                <a:gd name="T13" fmla="*/ 16 h 16"/>
                <a:gd name="T14" fmla="*/ 2 w 14"/>
                <a:gd name="T15" fmla="*/ 16 h 16"/>
                <a:gd name="T16" fmla="*/ 4 w 14"/>
                <a:gd name="T17" fmla="*/ 10 h 16"/>
                <a:gd name="T18" fmla="*/ 10 w 14"/>
                <a:gd name="T19" fmla="*/ 10 h 16"/>
                <a:gd name="T20" fmla="*/ 12 w 14"/>
                <a:gd name="T21" fmla="*/ 16 h 16"/>
                <a:gd name="T22" fmla="*/ 14 w 14"/>
                <a:gd name="T23" fmla="*/ 16 h 16"/>
                <a:gd name="T24" fmla="*/ 8 w 14"/>
                <a:gd name="T25" fmla="*/ 0 h 16"/>
                <a:gd name="T26" fmla="*/ 6 w 14"/>
                <a:gd name="T2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" h="16">
                  <a:moveTo>
                    <a:pt x="6" y="2"/>
                  </a:moveTo>
                  <a:lnTo>
                    <a:pt x="8" y="2"/>
                  </a:lnTo>
                  <a:lnTo>
                    <a:pt x="10" y="10"/>
                  </a:lnTo>
                  <a:lnTo>
                    <a:pt x="4" y="10"/>
                  </a:lnTo>
                  <a:lnTo>
                    <a:pt x="6" y="2"/>
                  </a:lnTo>
                  <a:close/>
                  <a:moveTo>
                    <a:pt x="6" y="0"/>
                  </a:moveTo>
                  <a:lnTo>
                    <a:pt x="0" y="16"/>
                  </a:lnTo>
                  <a:lnTo>
                    <a:pt x="2" y="16"/>
                  </a:lnTo>
                  <a:lnTo>
                    <a:pt x="4" y="10"/>
                  </a:lnTo>
                  <a:lnTo>
                    <a:pt x="10" y="10"/>
                  </a:lnTo>
                  <a:lnTo>
                    <a:pt x="12" y="16"/>
                  </a:lnTo>
                  <a:lnTo>
                    <a:pt x="14" y="16"/>
                  </a:lnTo>
                  <a:lnTo>
                    <a:pt x="8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55" name="Freeform 18">
              <a:extLst>
                <a:ext uri="{FF2B5EF4-FFF2-40B4-BE49-F238E27FC236}">
                  <a16:creationId xmlns:a16="http://schemas.microsoft.com/office/drawing/2014/main" id="{CD8EDCF3-4A9A-4E63-86B2-EE4253BCADB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7106" y="2471512"/>
              <a:ext cx="3255" cy="13018"/>
            </a:xfrm>
            <a:custGeom>
              <a:avLst/>
              <a:gdLst>
                <a:gd name="T0" fmla="*/ 0 w 1"/>
                <a:gd name="T1" fmla="*/ 0 h 4"/>
                <a:gd name="T2" fmla="*/ 0 w 1"/>
                <a:gd name="T3" fmla="*/ 4 h 4"/>
                <a:gd name="T4" fmla="*/ 1 w 1"/>
                <a:gd name="T5" fmla="*/ 2 h 4"/>
                <a:gd name="T6" fmla="*/ 0 w 1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4">
                  <a:moveTo>
                    <a:pt x="0" y="0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1" y="3"/>
                    <a:pt x="1" y="2"/>
                  </a:cubicBezTo>
                  <a:cubicBezTo>
                    <a:pt x="1" y="1"/>
                    <a:pt x="0" y="0"/>
                    <a:pt x="0" y="0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56" name="Freeform 19">
              <a:extLst>
                <a:ext uri="{FF2B5EF4-FFF2-40B4-BE49-F238E27FC236}">
                  <a16:creationId xmlns:a16="http://schemas.microsoft.com/office/drawing/2014/main" id="{BD069E68-40CF-DFFC-C2E9-251390DE7A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57925" y="2465003"/>
              <a:ext cx="16273" cy="26036"/>
            </a:xfrm>
            <a:custGeom>
              <a:avLst/>
              <a:gdLst>
                <a:gd name="T0" fmla="*/ 4 w 5"/>
                <a:gd name="T1" fmla="*/ 4 h 8"/>
                <a:gd name="T2" fmla="*/ 4 w 5"/>
                <a:gd name="T3" fmla="*/ 5 h 8"/>
                <a:gd name="T4" fmla="*/ 4 w 5"/>
                <a:gd name="T5" fmla="*/ 6 h 8"/>
                <a:gd name="T6" fmla="*/ 3 w 5"/>
                <a:gd name="T7" fmla="*/ 7 h 8"/>
                <a:gd name="T8" fmla="*/ 2 w 5"/>
                <a:gd name="T9" fmla="*/ 7 h 8"/>
                <a:gd name="T10" fmla="*/ 2 w 5"/>
                <a:gd name="T11" fmla="*/ 7 h 8"/>
                <a:gd name="T12" fmla="*/ 1 w 5"/>
                <a:gd name="T13" fmla="*/ 6 h 8"/>
                <a:gd name="T14" fmla="*/ 1 w 5"/>
                <a:gd name="T15" fmla="*/ 5 h 8"/>
                <a:gd name="T16" fmla="*/ 1 w 5"/>
                <a:gd name="T17" fmla="*/ 4 h 8"/>
                <a:gd name="T18" fmla="*/ 1 w 5"/>
                <a:gd name="T19" fmla="*/ 3 h 8"/>
                <a:gd name="T20" fmla="*/ 1 w 5"/>
                <a:gd name="T21" fmla="*/ 3 h 8"/>
                <a:gd name="T22" fmla="*/ 1 w 5"/>
                <a:gd name="T23" fmla="*/ 2 h 8"/>
                <a:gd name="T24" fmla="*/ 1 w 5"/>
                <a:gd name="T25" fmla="*/ 2 h 8"/>
                <a:gd name="T26" fmla="*/ 2 w 5"/>
                <a:gd name="T27" fmla="*/ 1 h 8"/>
                <a:gd name="T28" fmla="*/ 2 w 5"/>
                <a:gd name="T29" fmla="*/ 1 h 8"/>
                <a:gd name="T30" fmla="*/ 3 w 5"/>
                <a:gd name="T31" fmla="*/ 1 h 8"/>
                <a:gd name="T32" fmla="*/ 3 w 5"/>
                <a:gd name="T33" fmla="*/ 2 h 8"/>
                <a:gd name="T34" fmla="*/ 4 w 5"/>
                <a:gd name="T35" fmla="*/ 2 h 8"/>
                <a:gd name="T36" fmla="*/ 4 w 5"/>
                <a:gd name="T37" fmla="*/ 3 h 8"/>
                <a:gd name="T38" fmla="*/ 4 w 5"/>
                <a:gd name="T39" fmla="*/ 3 h 8"/>
                <a:gd name="T40" fmla="*/ 4 w 5"/>
                <a:gd name="T41" fmla="*/ 4 h 8"/>
                <a:gd name="T42" fmla="*/ 5 w 5"/>
                <a:gd name="T43" fmla="*/ 4 h 8"/>
                <a:gd name="T44" fmla="*/ 5 w 5"/>
                <a:gd name="T45" fmla="*/ 3 h 8"/>
                <a:gd name="T46" fmla="*/ 5 w 5"/>
                <a:gd name="T47" fmla="*/ 2 h 8"/>
                <a:gd name="T48" fmla="*/ 5 w 5"/>
                <a:gd name="T49" fmla="*/ 2 h 8"/>
                <a:gd name="T50" fmla="*/ 4 w 5"/>
                <a:gd name="T51" fmla="*/ 1 h 8"/>
                <a:gd name="T52" fmla="*/ 3 w 5"/>
                <a:gd name="T53" fmla="*/ 0 h 8"/>
                <a:gd name="T54" fmla="*/ 2 w 5"/>
                <a:gd name="T55" fmla="*/ 0 h 8"/>
                <a:gd name="T56" fmla="*/ 1 w 5"/>
                <a:gd name="T57" fmla="*/ 0 h 8"/>
                <a:gd name="T58" fmla="*/ 1 w 5"/>
                <a:gd name="T59" fmla="*/ 1 h 8"/>
                <a:gd name="T60" fmla="*/ 0 w 5"/>
                <a:gd name="T61" fmla="*/ 2 h 8"/>
                <a:gd name="T62" fmla="*/ 0 w 5"/>
                <a:gd name="T63" fmla="*/ 2 h 8"/>
                <a:gd name="T64" fmla="*/ 0 w 5"/>
                <a:gd name="T65" fmla="*/ 3 h 8"/>
                <a:gd name="T66" fmla="*/ 0 w 5"/>
                <a:gd name="T67" fmla="*/ 4 h 8"/>
                <a:gd name="T68" fmla="*/ 0 w 5"/>
                <a:gd name="T69" fmla="*/ 5 h 8"/>
                <a:gd name="T70" fmla="*/ 0 w 5"/>
                <a:gd name="T71" fmla="*/ 6 h 8"/>
                <a:gd name="T72" fmla="*/ 0 w 5"/>
                <a:gd name="T73" fmla="*/ 7 h 8"/>
                <a:gd name="T74" fmla="*/ 1 w 5"/>
                <a:gd name="T75" fmla="*/ 7 h 8"/>
                <a:gd name="T76" fmla="*/ 1 w 5"/>
                <a:gd name="T77" fmla="*/ 8 h 8"/>
                <a:gd name="T78" fmla="*/ 2 w 5"/>
                <a:gd name="T79" fmla="*/ 8 h 8"/>
                <a:gd name="T80" fmla="*/ 3 w 5"/>
                <a:gd name="T81" fmla="*/ 8 h 8"/>
                <a:gd name="T82" fmla="*/ 4 w 5"/>
                <a:gd name="T83" fmla="*/ 7 h 8"/>
                <a:gd name="T84" fmla="*/ 5 w 5"/>
                <a:gd name="T85" fmla="*/ 7 h 8"/>
                <a:gd name="T86" fmla="*/ 5 w 5"/>
                <a:gd name="T87" fmla="*/ 6 h 8"/>
                <a:gd name="T88" fmla="*/ 5 w 5"/>
                <a:gd name="T89" fmla="*/ 5 h 8"/>
                <a:gd name="T90" fmla="*/ 5 w 5"/>
                <a:gd name="T91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" h="8">
                  <a:moveTo>
                    <a:pt x="4" y="4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7"/>
                    <a:pt x="3" y="7"/>
                    <a:pt x="2" y="7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4"/>
                    <a:pt x="4" y="4"/>
                    <a:pt x="4" y="4"/>
                  </a:cubicBezTo>
                  <a:moveTo>
                    <a:pt x="5" y="4"/>
                  </a:moveTo>
                  <a:cubicBezTo>
                    <a:pt x="5" y="3"/>
                    <a:pt x="5" y="3"/>
                    <a:pt x="5" y="3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5" y="4"/>
                    <a:pt x="5" y="4"/>
                    <a:pt x="5" y="4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57" name="Freeform 20">
              <a:extLst>
                <a:ext uri="{FF2B5EF4-FFF2-40B4-BE49-F238E27FC236}">
                  <a16:creationId xmlns:a16="http://schemas.microsoft.com/office/drawing/2014/main" id="{19133ED3-4A7A-BB8E-2B79-64FD2C8F54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05852" y="2465003"/>
              <a:ext cx="16273" cy="26036"/>
            </a:xfrm>
            <a:custGeom>
              <a:avLst/>
              <a:gdLst>
                <a:gd name="T0" fmla="*/ 4 w 5"/>
                <a:gd name="T1" fmla="*/ 3 h 8"/>
                <a:gd name="T2" fmla="*/ 4 w 5"/>
                <a:gd name="T3" fmla="*/ 3 h 8"/>
                <a:gd name="T4" fmla="*/ 3 w 5"/>
                <a:gd name="T5" fmla="*/ 4 h 8"/>
                <a:gd name="T6" fmla="*/ 3 w 5"/>
                <a:gd name="T7" fmla="*/ 4 h 8"/>
                <a:gd name="T8" fmla="*/ 2 w 5"/>
                <a:gd name="T9" fmla="*/ 4 h 8"/>
                <a:gd name="T10" fmla="*/ 2 w 5"/>
                <a:gd name="T11" fmla="*/ 4 h 8"/>
                <a:gd name="T12" fmla="*/ 1 w 5"/>
                <a:gd name="T13" fmla="*/ 4 h 8"/>
                <a:gd name="T14" fmla="*/ 1 w 5"/>
                <a:gd name="T15" fmla="*/ 3 h 8"/>
                <a:gd name="T16" fmla="*/ 1 w 5"/>
                <a:gd name="T17" fmla="*/ 3 h 8"/>
                <a:gd name="T18" fmla="*/ 1 w 5"/>
                <a:gd name="T19" fmla="*/ 2 h 8"/>
                <a:gd name="T20" fmla="*/ 1 w 5"/>
                <a:gd name="T21" fmla="*/ 2 h 8"/>
                <a:gd name="T22" fmla="*/ 2 w 5"/>
                <a:gd name="T23" fmla="*/ 1 h 8"/>
                <a:gd name="T24" fmla="*/ 2 w 5"/>
                <a:gd name="T25" fmla="*/ 1 h 8"/>
                <a:gd name="T26" fmla="*/ 3 w 5"/>
                <a:gd name="T27" fmla="*/ 1 h 8"/>
                <a:gd name="T28" fmla="*/ 4 w 5"/>
                <a:gd name="T29" fmla="*/ 2 h 8"/>
                <a:gd name="T30" fmla="*/ 4 w 5"/>
                <a:gd name="T31" fmla="*/ 2 h 8"/>
                <a:gd name="T32" fmla="*/ 4 w 5"/>
                <a:gd name="T33" fmla="*/ 3 h 8"/>
                <a:gd name="T34" fmla="*/ 5 w 5"/>
                <a:gd name="T35" fmla="*/ 4 h 8"/>
                <a:gd name="T36" fmla="*/ 5 w 5"/>
                <a:gd name="T37" fmla="*/ 2 h 8"/>
                <a:gd name="T38" fmla="*/ 4 w 5"/>
                <a:gd name="T39" fmla="*/ 1 h 8"/>
                <a:gd name="T40" fmla="*/ 3 w 5"/>
                <a:gd name="T41" fmla="*/ 0 h 8"/>
                <a:gd name="T42" fmla="*/ 2 w 5"/>
                <a:gd name="T43" fmla="*/ 0 h 8"/>
                <a:gd name="T44" fmla="*/ 1 w 5"/>
                <a:gd name="T45" fmla="*/ 0 h 8"/>
                <a:gd name="T46" fmla="*/ 1 w 5"/>
                <a:gd name="T47" fmla="*/ 1 h 8"/>
                <a:gd name="T48" fmla="*/ 0 w 5"/>
                <a:gd name="T49" fmla="*/ 2 h 8"/>
                <a:gd name="T50" fmla="*/ 0 w 5"/>
                <a:gd name="T51" fmla="*/ 3 h 8"/>
                <a:gd name="T52" fmla="*/ 0 w 5"/>
                <a:gd name="T53" fmla="*/ 4 h 8"/>
                <a:gd name="T54" fmla="*/ 1 w 5"/>
                <a:gd name="T55" fmla="*/ 5 h 8"/>
                <a:gd name="T56" fmla="*/ 1 w 5"/>
                <a:gd name="T57" fmla="*/ 5 h 8"/>
                <a:gd name="T58" fmla="*/ 2 w 5"/>
                <a:gd name="T59" fmla="*/ 5 h 8"/>
                <a:gd name="T60" fmla="*/ 3 w 5"/>
                <a:gd name="T61" fmla="*/ 5 h 8"/>
                <a:gd name="T62" fmla="*/ 4 w 5"/>
                <a:gd name="T63" fmla="*/ 4 h 8"/>
                <a:gd name="T64" fmla="*/ 4 w 5"/>
                <a:gd name="T65" fmla="*/ 4 h 8"/>
                <a:gd name="T66" fmla="*/ 4 w 5"/>
                <a:gd name="T67" fmla="*/ 6 h 8"/>
                <a:gd name="T68" fmla="*/ 2 w 5"/>
                <a:gd name="T69" fmla="*/ 7 h 8"/>
                <a:gd name="T70" fmla="*/ 1 w 5"/>
                <a:gd name="T71" fmla="*/ 7 h 8"/>
                <a:gd name="T72" fmla="*/ 1 w 5"/>
                <a:gd name="T73" fmla="*/ 6 h 8"/>
                <a:gd name="T74" fmla="*/ 0 w 5"/>
                <a:gd name="T75" fmla="*/ 6 h 8"/>
                <a:gd name="T76" fmla="*/ 1 w 5"/>
                <a:gd name="T77" fmla="*/ 7 h 8"/>
                <a:gd name="T78" fmla="*/ 2 w 5"/>
                <a:gd name="T79" fmla="*/ 8 h 8"/>
                <a:gd name="T80" fmla="*/ 4 w 5"/>
                <a:gd name="T81" fmla="*/ 7 h 8"/>
                <a:gd name="T82" fmla="*/ 5 w 5"/>
                <a:gd name="T83" fmla="*/ 4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" h="8">
                  <a:moveTo>
                    <a:pt x="4" y="3"/>
                  </a:moveTo>
                  <a:cubicBezTo>
                    <a:pt x="4" y="3"/>
                    <a:pt x="4" y="3"/>
                    <a:pt x="4" y="3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3"/>
                    <a:pt x="4" y="3"/>
                    <a:pt x="4" y="3"/>
                  </a:cubicBezTo>
                  <a:moveTo>
                    <a:pt x="5" y="4"/>
                  </a:moveTo>
                  <a:cubicBezTo>
                    <a:pt x="5" y="3"/>
                    <a:pt x="5" y="3"/>
                    <a:pt x="5" y="2"/>
                  </a:cubicBezTo>
                  <a:cubicBezTo>
                    <a:pt x="5" y="2"/>
                    <a:pt x="4" y="1"/>
                    <a:pt x="4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5"/>
                    <a:pt x="4" y="6"/>
                    <a:pt x="4" y="6"/>
                  </a:cubicBezTo>
                  <a:cubicBezTo>
                    <a:pt x="3" y="7"/>
                    <a:pt x="3" y="7"/>
                    <a:pt x="2" y="7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1" y="6"/>
                    <a:pt x="1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7"/>
                    <a:pt x="0" y="7"/>
                    <a:pt x="1" y="7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4" y="8"/>
                    <a:pt x="4" y="7"/>
                  </a:cubicBezTo>
                  <a:cubicBezTo>
                    <a:pt x="5" y="6"/>
                    <a:pt x="5" y="5"/>
                    <a:pt x="5" y="4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58" name="Rectangle 21">
              <a:extLst>
                <a:ext uri="{FF2B5EF4-FFF2-40B4-BE49-F238E27FC236}">
                  <a16:creationId xmlns:a16="http://schemas.microsoft.com/office/drawing/2014/main" id="{BD10C828-CFF9-CCB3-9C3F-780689A1AA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8634" y="2487787"/>
              <a:ext cx="3255" cy="3255"/>
            </a:xfrm>
            <a:prstGeom prst="rect">
              <a:avLst/>
            </a:pr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59" name="Rectangle 22">
              <a:extLst>
                <a:ext uri="{FF2B5EF4-FFF2-40B4-BE49-F238E27FC236}">
                  <a16:creationId xmlns:a16="http://schemas.microsoft.com/office/drawing/2014/main" id="{093EDBE5-E30E-FAC2-97A8-FD7180C168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8634" y="2471514"/>
              <a:ext cx="3255" cy="3255"/>
            </a:xfrm>
            <a:prstGeom prst="rect">
              <a:avLst/>
            </a:pr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1" name="Freeform 23">
              <a:extLst>
                <a:ext uri="{FF2B5EF4-FFF2-40B4-BE49-F238E27FC236}">
                  <a16:creationId xmlns:a16="http://schemas.microsoft.com/office/drawing/2014/main" id="{E31EC17E-7303-8AC0-B46A-1AACEBCFBF14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6452" y="2461748"/>
              <a:ext cx="29291" cy="13018"/>
            </a:xfrm>
            <a:custGeom>
              <a:avLst/>
              <a:gdLst>
                <a:gd name="T0" fmla="*/ 0 w 9"/>
                <a:gd name="T1" fmla="*/ 3 h 4"/>
                <a:gd name="T2" fmla="*/ 1 w 9"/>
                <a:gd name="T3" fmla="*/ 4 h 4"/>
                <a:gd name="T4" fmla="*/ 4 w 9"/>
                <a:gd name="T5" fmla="*/ 3 h 4"/>
                <a:gd name="T6" fmla="*/ 8 w 9"/>
                <a:gd name="T7" fmla="*/ 4 h 4"/>
                <a:gd name="T8" fmla="*/ 9 w 9"/>
                <a:gd name="T9" fmla="*/ 3 h 4"/>
                <a:gd name="T10" fmla="*/ 0 w 9"/>
                <a:gd name="T11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4">
                  <a:moveTo>
                    <a:pt x="0" y="3"/>
                  </a:moveTo>
                  <a:cubicBezTo>
                    <a:pt x="0" y="3"/>
                    <a:pt x="0" y="4"/>
                    <a:pt x="1" y="4"/>
                  </a:cubicBezTo>
                  <a:cubicBezTo>
                    <a:pt x="2" y="3"/>
                    <a:pt x="3" y="3"/>
                    <a:pt x="4" y="3"/>
                  </a:cubicBezTo>
                  <a:cubicBezTo>
                    <a:pt x="6" y="3"/>
                    <a:pt x="7" y="3"/>
                    <a:pt x="8" y="4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6" y="0"/>
                    <a:pt x="2" y="0"/>
                    <a:pt x="0" y="3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2" name="Freeform 24">
              <a:extLst>
                <a:ext uri="{FF2B5EF4-FFF2-40B4-BE49-F238E27FC236}">
                  <a16:creationId xmlns:a16="http://schemas.microsoft.com/office/drawing/2014/main" id="{F82CA0BC-9D5C-E94E-216D-C5B88BD11F6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15034" y="2465003"/>
              <a:ext cx="48818" cy="26036"/>
            </a:xfrm>
            <a:custGeom>
              <a:avLst/>
              <a:gdLst>
                <a:gd name="T0" fmla="*/ 11 w 15"/>
                <a:gd name="T1" fmla="*/ 7 h 8"/>
                <a:gd name="T2" fmla="*/ 10 w 15"/>
                <a:gd name="T3" fmla="*/ 7 h 8"/>
                <a:gd name="T4" fmla="*/ 2 w 15"/>
                <a:gd name="T5" fmla="*/ 7 h 8"/>
                <a:gd name="T6" fmla="*/ 1 w 15"/>
                <a:gd name="T7" fmla="*/ 6 h 8"/>
                <a:gd name="T8" fmla="*/ 1 w 15"/>
                <a:gd name="T9" fmla="*/ 2 h 8"/>
                <a:gd name="T10" fmla="*/ 2 w 15"/>
                <a:gd name="T11" fmla="*/ 1 h 8"/>
                <a:gd name="T12" fmla="*/ 10 w 15"/>
                <a:gd name="T13" fmla="*/ 1 h 8"/>
                <a:gd name="T14" fmla="*/ 11 w 15"/>
                <a:gd name="T15" fmla="*/ 2 h 8"/>
                <a:gd name="T16" fmla="*/ 11 w 15"/>
                <a:gd name="T17" fmla="*/ 7 h 8"/>
                <a:gd name="T18" fmla="*/ 15 w 15"/>
                <a:gd name="T19" fmla="*/ 6 h 8"/>
                <a:gd name="T20" fmla="*/ 15 w 15"/>
                <a:gd name="T21" fmla="*/ 2 h 8"/>
                <a:gd name="T22" fmla="*/ 13 w 15"/>
                <a:gd name="T23" fmla="*/ 0 h 8"/>
                <a:gd name="T24" fmla="*/ 2 w 15"/>
                <a:gd name="T25" fmla="*/ 0 h 8"/>
                <a:gd name="T26" fmla="*/ 0 w 15"/>
                <a:gd name="T27" fmla="*/ 2 h 8"/>
                <a:gd name="T28" fmla="*/ 0 w 15"/>
                <a:gd name="T29" fmla="*/ 6 h 8"/>
                <a:gd name="T30" fmla="*/ 2 w 15"/>
                <a:gd name="T31" fmla="*/ 8 h 8"/>
                <a:gd name="T32" fmla="*/ 7 w 15"/>
                <a:gd name="T33" fmla="*/ 8 h 8"/>
                <a:gd name="T34" fmla="*/ 13 w 15"/>
                <a:gd name="T35" fmla="*/ 8 h 8"/>
                <a:gd name="T36" fmla="*/ 15 w 15"/>
                <a:gd name="T37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" h="8">
                  <a:moveTo>
                    <a:pt x="11" y="7"/>
                  </a:moveTo>
                  <a:cubicBezTo>
                    <a:pt x="10" y="7"/>
                    <a:pt x="10" y="7"/>
                    <a:pt x="10" y="7"/>
                  </a:cubicBezTo>
                  <a:cubicBezTo>
                    <a:pt x="8" y="7"/>
                    <a:pt x="5" y="7"/>
                    <a:pt x="2" y="7"/>
                  </a:cubicBezTo>
                  <a:cubicBezTo>
                    <a:pt x="2" y="7"/>
                    <a:pt x="1" y="6"/>
                    <a:pt x="1" y="6"/>
                  </a:cubicBezTo>
                  <a:cubicBezTo>
                    <a:pt x="1" y="5"/>
                    <a:pt x="1" y="3"/>
                    <a:pt x="1" y="2"/>
                  </a:cubicBezTo>
                  <a:cubicBezTo>
                    <a:pt x="1" y="2"/>
                    <a:pt x="2" y="1"/>
                    <a:pt x="2" y="1"/>
                  </a:cubicBezTo>
                  <a:cubicBezTo>
                    <a:pt x="5" y="1"/>
                    <a:pt x="8" y="1"/>
                    <a:pt x="10" y="1"/>
                  </a:cubicBezTo>
                  <a:cubicBezTo>
                    <a:pt x="11" y="2"/>
                    <a:pt x="11" y="2"/>
                    <a:pt x="11" y="2"/>
                  </a:cubicBezTo>
                  <a:lnTo>
                    <a:pt x="11" y="7"/>
                  </a:lnTo>
                  <a:close/>
                  <a:moveTo>
                    <a:pt x="15" y="6"/>
                  </a:moveTo>
                  <a:cubicBezTo>
                    <a:pt x="15" y="5"/>
                    <a:pt x="15" y="3"/>
                    <a:pt x="15" y="2"/>
                  </a:cubicBezTo>
                  <a:cubicBezTo>
                    <a:pt x="15" y="1"/>
                    <a:pt x="14" y="0"/>
                    <a:pt x="13" y="0"/>
                  </a:cubicBezTo>
                  <a:cubicBezTo>
                    <a:pt x="9" y="0"/>
                    <a:pt x="6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0" y="5"/>
                    <a:pt x="0" y="6"/>
                  </a:cubicBezTo>
                  <a:cubicBezTo>
                    <a:pt x="0" y="7"/>
                    <a:pt x="1" y="8"/>
                    <a:pt x="2" y="8"/>
                  </a:cubicBezTo>
                  <a:cubicBezTo>
                    <a:pt x="4" y="8"/>
                    <a:pt x="6" y="8"/>
                    <a:pt x="7" y="8"/>
                  </a:cubicBezTo>
                  <a:cubicBezTo>
                    <a:pt x="9" y="8"/>
                    <a:pt x="11" y="8"/>
                    <a:pt x="13" y="8"/>
                  </a:cubicBezTo>
                  <a:cubicBezTo>
                    <a:pt x="14" y="8"/>
                    <a:pt x="15" y="7"/>
                    <a:pt x="15" y="6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3" name="Oval 25">
              <a:extLst>
                <a:ext uri="{FF2B5EF4-FFF2-40B4-BE49-F238E27FC236}">
                  <a16:creationId xmlns:a16="http://schemas.microsoft.com/office/drawing/2014/main" id="{5F96B4D7-6C95-3827-907C-10C5E66567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66215" y="2484530"/>
              <a:ext cx="9764" cy="6509"/>
            </a:xfrm>
            <a:prstGeom prst="ellipse">
              <a:avLst/>
            </a:pr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4" name="Freeform 26">
              <a:extLst>
                <a:ext uri="{FF2B5EF4-FFF2-40B4-BE49-F238E27FC236}">
                  <a16:creationId xmlns:a16="http://schemas.microsoft.com/office/drawing/2014/main" id="{CEB092B1-5B4C-1130-9771-04D6CF33E02D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9704" y="2471514"/>
              <a:ext cx="19527" cy="9764"/>
            </a:xfrm>
            <a:custGeom>
              <a:avLst/>
              <a:gdLst>
                <a:gd name="T0" fmla="*/ 0 w 6"/>
                <a:gd name="T1" fmla="*/ 2 h 3"/>
                <a:gd name="T2" fmla="*/ 2 w 6"/>
                <a:gd name="T3" fmla="*/ 3 h 3"/>
                <a:gd name="T4" fmla="*/ 3 w 6"/>
                <a:gd name="T5" fmla="*/ 3 h 3"/>
                <a:gd name="T6" fmla="*/ 5 w 6"/>
                <a:gd name="T7" fmla="*/ 3 h 3"/>
                <a:gd name="T8" fmla="*/ 6 w 6"/>
                <a:gd name="T9" fmla="*/ 2 h 3"/>
                <a:gd name="T10" fmla="*/ 0 w 6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">
                  <a:moveTo>
                    <a:pt x="0" y="2"/>
                  </a:moveTo>
                  <a:cubicBezTo>
                    <a:pt x="1" y="3"/>
                    <a:pt x="1" y="3"/>
                    <a:pt x="2" y="3"/>
                  </a:cubicBezTo>
                  <a:cubicBezTo>
                    <a:pt x="2" y="3"/>
                    <a:pt x="3" y="3"/>
                    <a:pt x="3" y="3"/>
                  </a:cubicBezTo>
                  <a:cubicBezTo>
                    <a:pt x="4" y="3"/>
                    <a:pt x="4" y="3"/>
                    <a:pt x="5" y="3"/>
                  </a:cubicBezTo>
                  <a:cubicBezTo>
                    <a:pt x="5" y="3"/>
                    <a:pt x="6" y="3"/>
                    <a:pt x="6" y="2"/>
                  </a:cubicBezTo>
                  <a:cubicBezTo>
                    <a:pt x="5" y="0"/>
                    <a:pt x="2" y="0"/>
                    <a:pt x="0" y="2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5" name="Freeform 27">
              <a:extLst>
                <a:ext uri="{FF2B5EF4-FFF2-40B4-BE49-F238E27FC236}">
                  <a16:creationId xmlns:a16="http://schemas.microsoft.com/office/drawing/2014/main" id="{CB5BE359-61D2-FD8A-3468-377B3CB62B8F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1361" y="2481278"/>
              <a:ext cx="9764" cy="9764"/>
            </a:xfrm>
            <a:custGeom>
              <a:avLst/>
              <a:gdLst>
                <a:gd name="T0" fmla="*/ 2 w 3"/>
                <a:gd name="T1" fmla="*/ 0 h 3"/>
                <a:gd name="T2" fmla="*/ 2 w 3"/>
                <a:gd name="T3" fmla="*/ 0 h 3"/>
                <a:gd name="T4" fmla="*/ 0 w 3"/>
                <a:gd name="T5" fmla="*/ 1 h 3"/>
                <a:gd name="T6" fmla="*/ 0 w 3"/>
                <a:gd name="T7" fmla="*/ 2 h 3"/>
                <a:gd name="T8" fmla="*/ 2 w 3"/>
                <a:gd name="T9" fmla="*/ 3 h 3"/>
                <a:gd name="T10" fmla="*/ 2 w 3"/>
                <a:gd name="T11" fmla="*/ 3 h 3"/>
                <a:gd name="T12" fmla="*/ 3 w 3"/>
                <a:gd name="T13" fmla="*/ 2 h 3"/>
                <a:gd name="T14" fmla="*/ 3 w 3"/>
                <a:gd name="T15" fmla="*/ 1 h 3"/>
                <a:gd name="T16" fmla="*/ 2 w 3"/>
                <a:gd name="T1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3"/>
                    <a:pt x="3" y="3"/>
                    <a:pt x="3" y="2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0"/>
                    <a:pt x="3" y="0"/>
                    <a:pt x="2" y="0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6" name="Freeform 28">
              <a:extLst>
                <a:ext uri="{FF2B5EF4-FFF2-40B4-BE49-F238E27FC236}">
                  <a16:creationId xmlns:a16="http://schemas.microsoft.com/office/drawing/2014/main" id="{CBE60806-678A-9EA5-33F5-685AB4E53BF7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0650" y="2465003"/>
              <a:ext cx="6509" cy="26036"/>
            </a:xfrm>
            <a:custGeom>
              <a:avLst/>
              <a:gdLst>
                <a:gd name="T0" fmla="*/ 1 w 2"/>
                <a:gd name="T1" fmla="*/ 0 h 8"/>
                <a:gd name="T2" fmla="*/ 1 w 2"/>
                <a:gd name="T3" fmla="*/ 0 h 8"/>
                <a:gd name="T4" fmla="*/ 0 w 2"/>
                <a:gd name="T5" fmla="*/ 1 h 8"/>
                <a:gd name="T6" fmla="*/ 0 w 2"/>
                <a:gd name="T7" fmla="*/ 7 h 8"/>
                <a:gd name="T8" fmla="*/ 1 w 2"/>
                <a:gd name="T9" fmla="*/ 8 h 8"/>
                <a:gd name="T10" fmla="*/ 1 w 2"/>
                <a:gd name="T11" fmla="*/ 8 h 8"/>
                <a:gd name="T12" fmla="*/ 2 w 2"/>
                <a:gd name="T13" fmla="*/ 7 h 8"/>
                <a:gd name="T14" fmla="*/ 2 w 2"/>
                <a:gd name="T15" fmla="*/ 1 h 8"/>
                <a:gd name="T16" fmla="*/ 1 w 2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" h="8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8"/>
                    <a:pt x="0" y="8"/>
                    <a:pt x="1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2" y="8"/>
                    <a:pt x="2" y="8"/>
                    <a:pt x="2" y="7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0"/>
                    <a:pt x="1" y="0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7" name="Freeform 29">
              <a:extLst>
                <a:ext uri="{FF2B5EF4-FFF2-40B4-BE49-F238E27FC236}">
                  <a16:creationId xmlns:a16="http://schemas.microsoft.com/office/drawing/2014/main" id="{7275EB37-F59C-98C2-04D1-0113E790BC8E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3250" y="2465003"/>
              <a:ext cx="26036" cy="26036"/>
            </a:xfrm>
            <a:custGeom>
              <a:avLst/>
              <a:gdLst>
                <a:gd name="T0" fmla="*/ 12 w 16"/>
                <a:gd name="T1" fmla="*/ 0 h 16"/>
                <a:gd name="T2" fmla="*/ 8 w 16"/>
                <a:gd name="T3" fmla="*/ 14 h 16"/>
                <a:gd name="T4" fmla="*/ 4 w 16"/>
                <a:gd name="T5" fmla="*/ 0 h 16"/>
                <a:gd name="T6" fmla="*/ 0 w 16"/>
                <a:gd name="T7" fmla="*/ 0 h 16"/>
                <a:gd name="T8" fmla="*/ 0 w 16"/>
                <a:gd name="T9" fmla="*/ 16 h 16"/>
                <a:gd name="T10" fmla="*/ 2 w 16"/>
                <a:gd name="T11" fmla="*/ 16 h 16"/>
                <a:gd name="T12" fmla="*/ 2 w 16"/>
                <a:gd name="T13" fmla="*/ 4 h 16"/>
                <a:gd name="T14" fmla="*/ 2 w 16"/>
                <a:gd name="T15" fmla="*/ 4 h 16"/>
                <a:gd name="T16" fmla="*/ 8 w 16"/>
                <a:gd name="T17" fmla="*/ 16 h 16"/>
                <a:gd name="T18" fmla="*/ 8 w 16"/>
                <a:gd name="T19" fmla="*/ 16 h 16"/>
                <a:gd name="T20" fmla="*/ 14 w 16"/>
                <a:gd name="T21" fmla="*/ 4 h 16"/>
                <a:gd name="T22" fmla="*/ 14 w 16"/>
                <a:gd name="T23" fmla="*/ 4 h 16"/>
                <a:gd name="T24" fmla="*/ 14 w 16"/>
                <a:gd name="T25" fmla="*/ 16 h 16"/>
                <a:gd name="T26" fmla="*/ 16 w 16"/>
                <a:gd name="T27" fmla="*/ 16 h 16"/>
                <a:gd name="T28" fmla="*/ 16 w 16"/>
                <a:gd name="T29" fmla="*/ 0 h 16"/>
                <a:gd name="T30" fmla="*/ 12 w 16"/>
                <a:gd name="T3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16">
                  <a:moveTo>
                    <a:pt x="12" y="0"/>
                  </a:moveTo>
                  <a:lnTo>
                    <a:pt x="8" y="14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2" y="4"/>
                  </a:lnTo>
                  <a:lnTo>
                    <a:pt x="2" y="4"/>
                  </a:lnTo>
                  <a:lnTo>
                    <a:pt x="8" y="16"/>
                  </a:lnTo>
                  <a:lnTo>
                    <a:pt x="8" y="16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4" y="16"/>
                  </a:lnTo>
                  <a:lnTo>
                    <a:pt x="16" y="16"/>
                  </a:lnTo>
                  <a:lnTo>
                    <a:pt x="16" y="0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sp>
          <p:nvSpPr>
            <p:cNvPr id="68" name="Freeform 30">
              <a:extLst>
                <a:ext uri="{FF2B5EF4-FFF2-40B4-BE49-F238E27FC236}">
                  <a16:creationId xmlns:a16="http://schemas.microsoft.com/office/drawing/2014/main" id="{C3102156-C49C-C7C8-0835-6E3E4B8E7F84}"/>
                </a:ext>
              </a:extLst>
            </p:cNvPr>
            <p:cNvSpPr>
              <a:spLocks/>
            </p:cNvSpPr>
            <p:nvPr/>
          </p:nvSpPr>
          <p:spPr bwMode="auto">
            <a:xfrm>
              <a:off x="7307632" y="2471512"/>
              <a:ext cx="6509" cy="19527"/>
            </a:xfrm>
            <a:custGeom>
              <a:avLst/>
              <a:gdLst>
                <a:gd name="T0" fmla="*/ 1 w 2"/>
                <a:gd name="T1" fmla="*/ 0 h 6"/>
                <a:gd name="T2" fmla="*/ 1 w 2"/>
                <a:gd name="T3" fmla="*/ 0 h 6"/>
                <a:gd name="T4" fmla="*/ 0 w 2"/>
                <a:gd name="T5" fmla="*/ 2 h 6"/>
                <a:gd name="T6" fmla="*/ 0 w 2"/>
                <a:gd name="T7" fmla="*/ 5 h 6"/>
                <a:gd name="T8" fmla="*/ 1 w 2"/>
                <a:gd name="T9" fmla="*/ 6 h 6"/>
                <a:gd name="T10" fmla="*/ 1 w 2"/>
                <a:gd name="T11" fmla="*/ 6 h 6"/>
                <a:gd name="T12" fmla="*/ 2 w 2"/>
                <a:gd name="T13" fmla="*/ 5 h 6"/>
                <a:gd name="T14" fmla="*/ 2 w 2"/>
                <a:gd name="T15" fmla="*/ 2 h 6"/>
                <a:gd name="T16" fmla="*/ 1 w 2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" h="6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6"/>
                    <a:pt x="2" y="6"/>
                    <a:pt x="2" y="5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1"/>
                    <a:pt x="2" y="0"/>
                    <a:pt x="1" y="0"/>
                  </a:cubicBezTo>
                </a:path>
              </a:pathLst>
            </a:custGeom>
            <a:solidFill>
              <a:srgbClr val="4846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</p:grpSp>
      <p:sp>
        <p:nvSpPr>
          <p:cNvPr id="69" name="Bildplatzhalter 52">
            <a:extLst>
              <a:ext uri="{FF2B5EF4-FFF2-40B4-BE49-F238E27FC236}">
                <a16:creationId xmlns:a16="http://schemas.microsoft.com/office/drawing/2014/main" id="{F34DEE3D-9011-C77C-0453-45C69B8B8CE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855496" y="3605196"/>
            <a:ext cx="1140677" cy="2451240"/>
          </a:xfrm>
          <a:custGeom>
            <a:avLst/>
            <a:gdLst>
              <a:gd name="connsiteX0" fmla="*/ 140084 w 1140677"/>
              <a:gd name="connsiteY0" fmla="*/ 0 h 2451240"/>
              <a:gd name="connsiteX1" fmla="*/ 276831 w 1140677"/>
              <a:gd name="connsiteY1" fmla="*/ 0 h 2451240"/>
              <a:gd name="connsiteX2" fmla="*/ 276831 w 1140677"/>
              <a:gd name="connsiteY2" fmla="*/ 26287 h 2451240"/>
              <a:gd name="connsiteX3" fmla="*/ 330197 w 1140677"/>
              <a:gd name="connsiteY3" fmla="*/ 82146 h 2451240"/>
              <a:gd name="connsiteX4" fmla="*/ 810482 w 1140677"/>
              <a:gd name="connsiteY4" fmla="*/ 82146 h 2451240"/>
              <a:gd name="connsiteX5" fmla="*/ 863846 w 1140677"/>
              <a:gd name="connsiteY5" fmla="*/ 26287 h 2451240"/>
              <a:gd name="connsiteX6" fmla="*/ 863846 w 1140677"/>
              <a:gd name="connsiteY6" fmla="*/ 0 h 2451240"/>
              <a:gd name="connsiteX7" fmla="*/ 1000594 w 1140677"/>
              <a:gd name="connsiteY7" fmla="*/ 0 h 2451240"/>
              <a:gd name="connsiteX8" fmla="*/ 1140677 w 1140677"/>
              <a:gd name="connsiteY8" fmla="*/ 138006 h 2451240"/>
              <a:gd name="connsiteX9" fmla="*/ 1140677 w 1140677"/>
              <a:gd name="connsiteY9" fmla="*/ 2313235 h 2451240"/>
              <a:gd name="connsiteX10" fmla="*/ 1000594 w 1140677"/>
              <a:gd name="connsiteY10" fmla="*/ 2451240 h 2451240"/>
              <a:gd name="connsiteX11" fmla="*/ 140084 w 1140677"/>
              <a:gd name="connsiteY11" fmla="*/ 2451240 h 2451240"/>
              <a:gd name="connsiteX12" fmla="*/ 0 w 1140677"/>
              <a:gd name="connsiteY12" fmla="*/ 2313235 h 2451240"/>
              <a:gd name="connsiteX13" fmla="*/ 0 w 1140677"/>
              <a:gd name="connsiteY13" fmla="*/ 138006 h 2451240"/>
              <a:gd name="connsiteX14" fmla="*/ 140084 w 1140677"/>
              <a:gd name="connsiteY14" fmla="*/ 0 h 2451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40677" h="2451240">
                <a:moveTo>
                  <a:pt x="140084" y="0"/>
                </a:moveTo>
                <a:cubicBezTo>
                  <a:pt x="276831" y="0"/>
                  <a:pt x="276831" y="0"/>
                  <a:pt x="276831" y="0"/>
                </a:cubicBezTo>
                <a:cubicBezTo>
                  <a:pt x="276831" y="26287"/>
                  <a:pt x="276831" y="26287"/>
                  <a:pt x="276831" y="26287"/>
                </a:cubicBezTo>
                <a:cubicBezTo>
                  <a:pt x="276831" y="46002"/>
                  <a:pt x="293508" y="82146"/>
                  <a:pt x="330197" y="82146"/>
                </a:cubicBezTo>
                <a:cubicBezTo>
                  <a:pt x="810482" y="82146"/>
                  <a:pt x="810482" y="82146"/>
                  <a:pt x="810482" y="82146"/>
                </a:cubicBezTo>
                <a:cubicBezTo>
                  <a:pt x="847170" y="82146"/>
                  <a:pt x="863846" y="46002"/>
                  <a:pt x="863846" y="26287"/>
                </a:cubicBezTo>
                <a:cubicBezTo>
                  <a:pt x="863846" y="0"/>
                  <a:pt x="863846" y="0"/>
                  <a:pt x="863846" y="0"/>
                </a:cubicBezTo>
                <a:cubicBezTo>
                  <a:pt x="1000594" y="0"/>
                  <a:pt x="1000594" y="0"/>
                  <a:pt x="1000594" y="0"/>
                </a:cubicBezTo>
                <a:cubicBezTo>
                  <a:pt x="1077306" y="0"/>
                  <a:pt x="1140677" y="62432"/>
                  <a:pt x="1140677" y="138006"/>
                </a:cubicBezTo>
                <a:cubicBezTo>
                  <a:pt x="1140677" y="2313235"/>
                  <a:pt x="1140677" y="2313235"/>
                  <a:pt x="1140677" y="2313235"/>
                </a:cubicBezTo>
                <a:cubicBezTo>
                  <a:pt x="1140677" y="2388810"/>
                  <a:pt x="1077306" y="2451240"/>
                  <a:pt x="1000594" y="2451240"/>
                </a:cubicBezTo>
                <a:cubicBezTo>
                  <a:pt x="140084" y="2451240"/>
                  <a:pt x="140084" y="2451240"/>
                  <a:pt x="140084" y="2451240"/>
                </a:cubicBezTo>
                <a:cubicBezTo>
                  <a:pt x="63371" y="2451240"/>
                  <a:pt x="0" y="2388810"/>
                  <a:pt x="0" y="2313235"/>
                </a:cubicBezTo>
                <a:cubicBezTo>
                  <a:pt x="0" y="138006"/>
                  <a:pt x="0" y="138006"/>
                  <a:pt x="0" y="138006"/>
                </a:cubicBezTo>
                <a:cubicBezTo>
                  <a:pt x="0" y="62432"/>
                  <a:pt x="63371" y="0"/>
                  <a:pt x="140084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vert="horz" anchor="ctr" anchorCtr="1"/>
          <a:lstStyle>
            <a:lvl1pPr marL="0" indent="0" algn="ctr">
              <a:buNone/>
              <a:defRPr sz="800"/>
            </a:lvl1pPr>
          </a:lstStyle>
          <a:p>
            <a:endParaRPr lang="de-DE"/>
          </a:p>
        </p:txBody>
      </p:sp>
      <p:sp>
        <p:nvSpPr>
          <p:cNvPr id="70" name="Bildplatzhalter 7">
            <a:extLst>
              <a:ext uri="{FF2B5EF4-FFF2-40B4-BE49-F238E27FC236}">
                <a16:creationId xmlns:a16="http://schemas.microsoft.com/office/drawing/2014/main" id="{0E611134-C17B-4D54-5652-BC0977B8B6D5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855496" y="3605196"/>
            <a:ext cx="1140677" cy="2451240"/>
          </a:xfrm>
          <a:custGeom>
            <a:avLst/>
            <a:gdLst>
              <a:gd name="connsiteX0" fmla="*/ 140084 w 1140677"/>
              <a:gd name="connsiteY0" fmla="*/ 0 h 2451240"/>
              <a:gd name="connsiteX1" fmla="*/ 276831 w 1140677"/>
              <a:gd name="connsiteY1" fmla="*/ 0 h 2451240"/>
              <a:gd name="connsiteX2" fmla="*/ 276831 w 1140677"/>
              <a:gd name="connsiteY2" fmla="*/ 26287 h 2451240"/>
              <a:gd name="connsiteX3" fmla="*/ 330197 w 1140677"/>
              <a:gd name="connsiteY3" fmla="*/ 82146 h 2451240"/>
              <a:gd name="connsiteX4" fmla="*/ 810482 w 1140677"/>
              <a:gd name="connsiteY4" fmla="*/ 82146 h 2451240"/>
              <a:gd name="connsiteX5" fmla="*/ 863846 w 1140677"/>
              <a:gd name="connsiteY5" fmla="*/ 26287 h 2451240"/>
              <a:gd name="connsiteX6" fmla="*/ 863846 w 1140677"/>
              <a:gd name="connsiteY6" fmla="*/ 0 h 2451240"/>
              <a:gd name="connsiteX7" fmla="*/ 1000594 w 1140677"/>
              <a:gd name="connsiteY7" fmla="*/ 0 h 2451240"/>
              <a:gd name="connsiteX8" fmla="*/ 1140677 w 1140677"/>
              <a:gd name="connsiteY8" fmla="*/ 138006 h 2451240"/>
              <a:gd name="connsiteX9" fmla="*/ 1140677 w 1140677"/>
              <a:gd name="connsiteY9" fmla="*/ 2313235 h 2451240"/>
              <a:gd name="connsiteX10" fmla="*/ 1000594 w 1140677"/>
              <a:gd name="connsiteY10" fmla="*/ 2451240 h 2451240"/>
              <a:gd name="connsiteX11" fmla="*/ 140084 w 1140677"/>
              <a:gd name="connsiteY11" fmla="*/ 2451240 h 2451240"/>
              <a:gd name="connsiteX12" fmla="*/ 0 w 1140677"/>
              <a:gd name="connsiteY12" fmla="*/ 2313235 h 2451240"/>
              <a:gd name="connsiteX13" fmla="*/ 0 w 1140677"/>
              <a:gd name="connsiteY13" fmla="*/ 138006 h 2451240"/>
              <a:gd name="connsiteX14" fmla="*/ 140084 w 1140677"/>
              <a:gd name="connsiteY14" fmla="*/ 0 h 2451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140677" h="2451240">
                <a:moveTo>
                  <a:pt x="140084" y="0"/>
                </a:moveTo>
                <a:cubicBezTo>
                  <a:pt x="276831" y="0"/>
                  <a:pt x="276831" y="0"/>
                  <a:pt x="276831" y="0"/>
                </a:cubicBezTo>
                <a:cubicBezTo>
                  <a:pt x="276831" y="26287"/>
                  <a:pt x="276831" y="26287"/>
                  <a:pt x="276831" y="26287"/>
                </a:cubicBezTo>
                <a:cubicBezTo>
                  <a:pt x="276831" y="46002"/>
                  <a:pt x="293508" y="82146"/>
                  <a:pt x="330197" y="82146"/>
                </a:cubicBezTo>
                <a:cubicBezTo>
                  <a:pt x="810482" y="82146"/>
                  <a:pt x="810482" y="82146"/>
                  <a:pt x="810482" y="82146"/>
                </a:cubicBezTo>
                <a:cubicBezTo>
                  <a:pt x="847170" y="82146"/>
                  <a:pt x="863846" y="46002"/>
                  <a:pt x="863846" y="26287"/>
                </a:cubicBezTo>
                <a:cubicBezTo>
                  <a:pt x="863846" y="0"/>
                  <a:pt x="863846" y="0"/>
                  <a:pt x="863846" y="0"/>
                </a:cubicBezTo>
                <a:cubicBezTo>
                  <a:pt x="1000594" y="0"/>
                  <a:pt x="1000594" y="0"/>
                  <a:pt x="1000594" y="0"/>
                </a:cubicBezTo>
                <a:cubicBezTo>
                  <a:pt x="1077306" y="0"/>
                  <a:pt x="1140677" y="62432"/>
                  <a:pt x="1140677" y="138006"/>
                </a:cubicBezTo>
                <a:cubicBezTo>
                  <a:pt x="1140677" y="2313235"/>
                  <a:pt x="1140677" y="2313235"/>
                  <a:pt x="1140677" y="2313235"/>
                </a:cubicBezTo>
                <a:cubicBezTo>
                  <a:pt x="1140677" y="2388810"/>
                  <a:pt x="1077306" y="2451240"/>
                  <a:pt x="1000594" y="2451240"/>
                </a:cubicBezTo>
                <a:cubicBezTo>
                  <a:pt x="140084" y="2451240"/>
                  <a:pt x="140084" y="2451240"/>
                  <a:pt x="140084" y="2451240"/>
                </a:cubicBezTo>
                <a:cubicBezTo>
                  <a:pt x="63371" y="2451240"/>
                  <a:pt x="0" y="2388810"/>
                  <a:pt x="0" y="2313235"/>
                </a:cubicBezTo>
                <a:cubicBezTo>
                  <a:pt x="0" y="138006"/>
                  <a:pt x="0" y="138006"/>
                  <a:pt x="0" y="138006"/>
                </a:cubicBezTo>
                <a:cubicBezTo>
                  <a:pt x="0" y="62432"/>
                  <a:pt x="63371" y="0"/>
                  <a:pt x="140084" y="0"/>
                </a:cubicBezTo>
                <a:close/>
              </a:path>
            </a:pathLst>
          </a:custGeom>
        </p:spPr>
        <p:txBody>
          <a:bodyPr vert="horz" anchor="ctr" anchorCtr="1"/>
          <a:lstStyle/>
          <a:p>
            <a:endParaRPr lang="de-DE"/>
          </a:p>
        </p:txBody>
      </p:sp>
      <p:grpSp>
        <p:nvGrpSpPr>
          <p:cNvPr id="71" name="Group 81">
            <a:extLst>
              <a:ext uri="{FF2B5EF4-FFF2-40B4-BE49-F238E27FC236}">
                <a16:creationId xmlns:a16="http://schemas.microsoft.com/office/drawing/2014/main" id="{E91FF855-C4B2-92FD-B775-093EBE82885E}"/>
              </a:ext>
            </a:extLst>
          </p:cNvPr>
          <p:cNvGrpSpPr/>
          <p:nvPr userDrawn="1"/>
        </p:nvGrpSpPr>
        <p:grpSpPr>
          <a:xfrm>
            <a:off x="6825309" y="3575061"/>
            <a:ext cx="1201825" cy="2516269"/>
            <a:chOff x="6837149" y="3580375"/>
            <a:chExt cx="1178145" cy="2491355"/>
          </a:xfrm>
          <a:solidFill>
            <a:srgbClr val="2F3941"/>
          </a:solidFill>
        </p:grpSpPr>
        <p:sp>
          <p:nvSpPr>
            <p:cNvPr id="72" name="Freeform 13">
              <a:extLst>
                <a:ext uri="{FF2B5EF4-FFF2-40B4-BE49-F238E27FC236}">
                  <a16:creationId xmlns:a16="http://schemas.microsoft.com/office/drawing/2014/main" id="{47705AE1-016E-8356-01C6-9C362D1A81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37149" y="3580375"/>
              <a:ext cx="1178145" cy="2491355"/>
            </a:xfrm>
            <a:custGeom>
              <a:avLst/>
              <a:gdLst>
                <a:gd name="T0" fmla="*/ 352 w 362"/>
                <a:gd name="T1" fmla="*/ 714 h 766"/>
                <a:gd name="T2" fmla="*/ 310 w 362"/>
                <a:gd name="T3" fmla="*/ 756 h 766"/>
                <a:gd name="T4" fmla="*/ 52 w 362"/>
                <a:gd name="T5" fmla="*/ 756 h 766"/>
                <a:gd name="T6" fmla="*/ 10 w 362"/>
                <a:gd name="T7" fmla="*/ 714 h 766"/>
                <a:gd name="T8" fmla="*/ 10 w 362"/>
                <a:gd name="T9" fmla="*/ 52 h 766"/>
                <a:gd name="T10" fmla="*/ 52 w 362"/>
                <a:gd name="T11" fmla="*/ 10 h 766"/>
                <a:gd name="T12" fmla="*/ 93 w 362"/>
                <a:gd name="T13" fmla="*/ 10 h 766"/>
                <a:gd name="T14" fmla="*/ 93 w 362"/>
                <a:gd name="T15" fmla="*/ 18 h 766"/>
                <a:gd name="T16" fmla="*/ 109 w 362"/>
                <a:gd name="T17" fmla="*/ 35 h 766"/>
                <a:gd name="T18" fmla="*/ 253 w 362"/>
                <a:gd name="T19" fmla="*/ 35 h 766"/>
                <a:gd name="T20" fmla="*/ 269 w 362"/>
                <a:gd name="T21" fmla="*/ 18 h 766"/>
                <a:gd name="T22" fmla="*/ 269 w 362"/>
                <a:gd name="T23" fmla="*/ 10 h 766"/>
                <a:gd name="T24" fmla="*/ 310 w 362"/>
                <a:gd name="T25" fmla="*/ 10 h 766"/>
                <a:gd name="T26" fmla="*/ 352 w 362"/>
                <a:gd name="T27" fmla="*/ 52 h 766"/>
                <a:gd name="T28" fmla="*/ 352 w 362"/>
                <a:gd name="T29" fmla="*/ 714 h 766"/>
                <a:gd name="T30" fmla="*/ 309 w 362"/>
                <a:gd name="T31" fmla="*/ 0 h 766"/>
                <a:gd name="T32" fmla="*/ 53 w 362"/>
                <a:gd name="T33" fmla="*/ 0 h 766"/>
                <a:gd name="T34" fmla="*/ 0 w 362"/>
                <a:gd name="T35" fmla="*/ 54 h 766"/>
                <a:gd name="T36" fmla="*/ 0 w 362"/>
                <a:gd name="T37" fmla="*/ 712 h 766"/>
                <a:gd name="T38" fmla="*/ 53 w 362"/>
                <a:gd name="T39" fmla="*/ 766 h 766"/>
                <a:gd name="T40" fmla="*/ 309 w 362"/>
                <a:gd name="T41" fmla="*/ 766 h 766"/>
                <a:gd name="T42" fmla="*/ 362 w 362"/>
                <a:gd name="T43" fmla="*/ 712 h 766"/>
                <a:gd name="T44" fmla="*/ 362 w 362"/>
                <a:gd name="T45" fmla="*/ 54 h 766"/>
                <a:gd name="T46" fmla="*/ 309 w 362"/>
                <a:gd name="T47" fmla="*/ 0 h 7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2" h="766">
                  <a:moveTo>
                    <a:pt x="352" y="714"/>
                  </a:moveTo>
                  <a:cubicBezTo>
                    <a:pt x="352" y="737"/>
                    <a:pt x="333" y="756"/>
                    <a:pt x="310" y="756"/>
                  </a:cubicBezTo>
                  <a:cubicBezTo>
                    <a:pt x="52" y="756"/>
                    <a:pt x="52" y="756"/>
                    <a:pt x="52" y="756"/>
                  </a:cubicBezTo>
                  <a:cubicBezTo>
                    <a:pt x="29" y="756"/>
                    <a:pt x="10" y="737"/>
                    <a:pt x="10" y="714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10" y="29"/>
                    <a:pt x="29" y="10"/>
                    <a:pt x="52" y="10"/>
                  </a:cubicBezTo>
                  <a:cubicBezTo>
                    <a:pt x="93" y="10"/>
                    <a:pt x="93" y="10"/>
                    <a:pt x="93" y="10"/>
                  </a:cubicBezTo>
                  <a:cubicBezTo>
                    <a:pt x="93" y="18"/>
                    <a:pt x="93" y="18"/>
                    <a:pt x="93" y="18"/>
                  </a:cubicBezTo>
                  <a:cubicBezTo>
                    <a:pt x="93" y="24"/>
                    <a:pt x="98" y="35"/>
                    <a:pt x="109" y="35"/>
                  </a:cubicBezTo>
                  <a:cubicBezTo>
                    <a:pt x="253" y="35"/>
                    <a:pt x="253" y="35"/>
                    <a:pt x="253" y="35"/>
                  </a:cubicBezTo>
                  <a:cubicBezTo>
                    <a:pt x="264" y="35"/>
                    <a:pt x="269" y="24"/>
                    <a:pt x="269" y="18"/>
                  </a:cubicBezTo>
                  <a:cubicBezTo>
                    <a:pt x="269" y="10"/>
                    <a:pt x="269" y="10"/>
                    <a:pt x="269" y="10"/>
                  </a:cubicBezTo>
                  <a:cubicBezTo>
                    <a:pt x="310" y="10"/>
                    <a:pt x="310" y="10"/>
                    <a:pt x="310" y="10"/>
                  </a:cubicBezTo>
                  <a:cubicBezTo>
                    <a:pt x="333" y="10"/>
                    <a:pt x="352" y="29"/>
                    <a:pt x="352" y="52"/>
                  </a:cubicBezTo>
                  <a:cubicBezTo>
                    <a:pt x="352" y="714"/>
                    <a:pt x="352" y="714"/>
                    <a:pt x="352" y="714"/>
                  </a:cubicBezTo>
                  <a:moveTo>
                    <a:pt x="309" y="0"/>
                  </a:moveTo>
                  <a:cubicBezTo>
                    <a:pt x="53" y="0"/>
                    <a:pt x="53" y="0"/>
                    <a:pt x="53" y="0"/>
                  </a:cubicBezTo>
                  <a:cubicBezTo>
                    <a:pt x="22" y="0"/>
                    <a:pt x="0" y="22"/>
                    <a:pt x="0" y="54"/>
                  </a:cubicBezTo>
                  <a:cubicBezTo>
                    <a:pt x="0" y="712"/>
                    <a:pt x="0" y="712"/>
                    <a:pt x="0" y="712"/>
                  </a:cubicBezTo>
                  <a:cubicBezTo>
                    <a:pt x="0" y="744"/>
                    <a:pt x="22" y="766"/>
                    <a:pt x="53" y="766"/>
                  </a:cubicBezTo>
                  <a:cubicBezTo>
                    <a:pt x="309" y="766"/>
                    <a:pt x="309" y="766"/>
                    <a:pt x="309" y="766"/>
                  </a:cubicBezTo>
                  <a:cubicBezTo>
                    <a:pt x="340" y="766"/>
                    <a:pt x="362" y="744"/>
                    <a:pt x="362" y="712"/>
                  </a:cubicBezTo>
                  <a:cubicBezTo>
                    <a:pt x="362" y="54"/>
                    <a:pt x="362" y="54"/>
                    <a:pt x="362" y="54"/>
                  </a:cubicBezTo>
                  <a:cubicBezTo>
                    <a:pt x="362" y="22"/>
                    <a:pt x="340" y="0"/>
                    <a:pt x="309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114942" tIns="57471" rIns="114942" bIns="57471" numCol="1" anchor="ctr" anchorCtr="1" compatLnSpc="1">
              <a:prstTxWarp prst="textNoShape">
                <a:avLst/>
              </a:prstTxWarp>
            </a:bodyPr>
            <a:lstStyle/>
            <a:p>
              <a:endParaRPr lang="en-US" sz="2263"/>
            </a:p>
          </p:txBody>
        </p:sp>
        <p:grpSp>
          <p:nvGrpSpPr>
            <p:cNvPr id="73" name="Group 33">
              <a:extLst>
                <a:ext uri="{FF2B5EF4-FFF2-40B4-BE49-F238E27FC236}">
                  <a16:creationId xmlns:a16="http://schemas.microsoft.com/office/drawing/2014/main" id="{DCB713C9-BBB1-D919-2303-3B42669DE7BE}"/>
                </a:ext>
              </a:extLst>
            </p:cNvPr>
            <p:cNvGrpSpPr/>
            <p:nvPr/>
          </p:nvGrpSpPr>
          <p:grpSpPr>
            <a:xfrm>
              <a:off x="7216110" y="3583933"/>
              <a:ext cx="397676" cy="75655"/>
              <a:chOff x="7218491" y="3591078"/>
              <a:chExt cx="397676" cy="75655"/>
            </a:xfrm>
            <a:grpFill/>
          </p:grpSpPr>
          <p:sp>
            <p:nvSpPr>
              <p:cNvPr id="74" name="Freeform 15">
                <a:extLst>
                  <a:ext uri="{FF2B5EF4-FFF2-40B4-BE49-F238E27FC236}">
                    <a16:creationId xmlns:a16="http://schemas.microsoft.com/office/drawing/2014/main" id="{3F253415-2629-E280-B016-536979AE52E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49049" y="3591078"/>
                <a:ext cx="279891" cy="29291"/>
              </a:xfrm>
              <a:custGeom>
                <a:avLst/>
                <a:gdLst>
                  <a:gd name="T0" fmla="*/ 84 w 86"/>
                  <a:gd name="T1" fmla="*/ 2 h 9"/>
                  <a:gd name="T2" fmla="*/ 22 w 86"/>
                  <a:gd name="T3" fmla="*/ 2 h 9"/>
                  <a:gd name="T4" fmla="*/ 19 w 86"/>
                  <a:gd name="T5" fmla="*/ 4 h 9"/>
                  <a:gd name="T6" fmla="*/ 19 w 86"/>
                  <a:gd name="T7" fmla="*/ 5 h 9"/>
                  <a:gd name="T8" fmla="*/ 22 w 86"/>
                  <a:gd name="T9" fmla="*/ 7 h 9"/>
                  <a:gd name="T10" fmla="*/ 84 w 86"/>
                  <a:gd name="T11" fmla="*/ 7 h 9"/>
                  <a:gd name="T12" fmla="*/ 86 w 86"/>
                  <a:gd name="T13" fmla="*/ 5 h 9"/>
                  <a:gd name="T14" fmla="*/ 86 w 86"/>
                  <a:gd name="T15" fmla="*/ 4 h 9"/>
                  <a:gd name="T16" fmla="*/ 84 w 86"/>
                  <a:gd name="T17" fmla="*/ 2 h 9"/>
                  <a:gd name="T18" fmla="*/ 5 w 86"/>
                  <a:gd name="T19" fmla="*/ 0 h 9"/>
                  <a:gd name="T20" fmla="*/ 0 w 86"/>
                  <a:gd name="T21" fmla="*/ 4 h 9"/>
                  <a:gd name="T22" fmla="*/ 5 w 86"/>
                  <a:gd name="T23" fmla="*/ 9 h 9"/>
                  <a:gd name="T24" fmla="*/ 9 w 86"/>
                  <a:gd name="T25" fmla="*/ 4 h 9"/>
                  <a:gd name="T26" fmla="*/ 5 w 86"/>
                  <a:gd name="T27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6" h="9">
                    <a:moveTo>
                      <a:pt x="84" y="2"/>
                    </a:moveTo>
                    <a:cubicBezTo>
                      <a:pt x="22" y="2"/>
                      <a:pt x="22" y="2"/>
                      <a:pt x="22" y="2"/>
                    </a:cubicBezTo>
                    <a:cubicBezTo>
                      <a:pt x="21" y="2"/>
                      <a:pt x="19" y="3"/>
                      <a:pt x="19" y="4"/>
                    </a:cubicBezTo>
                    <a:cubicBezTo>
                      <a:pt x="19" y="5"/>
                      <a:pt x="19" y="5"/>
                      <a:pt x="19" y="5"/>
                    </a:cubicBezTo>
                    <a:cubicBezTo>
                      <a:pt x="19" y="6"/>
                      <a:pt x="21" y="7"/>
                      <a:pt x="22" y="7"/>
                    </a:cubicBezTo>
                    <a:cubicBezTo>
                      <a:pt x="84" y="7"/>
                      <a:pt x="84" y="7"/>
                      <a:pt x="84" y="7"/>
                    </a:cubicBezTo>
                    <a:cubicBezTo>
                      <a:pt x="85" y="7"/>
                      <a:pt x="86" y="6"/>
                      <a:pt x="86" y="5"/>
                    </a:cubicBezTo>
                    <a:cubicBezTo>
                      <a:pt x="86" y="4"/>
                      <a:pt x="86" y="4"/>
                      <a:pt x="86" y="4"/>
                    </a:cubicBezTo>
                    <a:cubicBezTo>
                      <a:pt x="86" y="3"/>
                      <a:pt x="85" y="2"/>
                      <a:pt x="84" y="2"/>
                    </a:cubicBezTo>
                    <a:moveTo>
                      <a:pt x="5" y="0"/>
                    </a:move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5" y="9"/>
                    </a:cubicBezTo>
                    <a:cubicBezTo>
                      <a:pt x="7" y="9"/>
                      <a:pt x="9" y="7"/>
                      <a:pt x="9" y="4"/>
                    </a:cubicBezTo>
                    <a:cubicBezTo>
                      <a:pt x="9" y="2"/>
                      <a:pt x="7" y="0"/>
                      <a:pt x="5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114942" tIns="57471" rIns="114942" bIns="57471" numCol="1" anchor="ctr" anchorCtr="1" compatLnSpc="1">
                <a:prstTxWarp prst="textNoShape">
                  <a:avLst/>
                </a:prstTxWarp>
              </a:bodyPr>
              <a:lstStyle/>
              <a:p>
                <a:endParaRPr lang="en-US" sz="2263"/>
              </a:p>
            </p:txBody>
          </p:sp>
          <p:sp>
            <p:nvSpPr>
              <p:cNvPr id="75" name="Freeform 12">
                <a:extLst>
                  <a:ext uri="{FF2B5EF4-FFF2-40B4-BE49-F238E27FC236}">
                    <a16:creationId xmlns:a16="http://schemas.microsoft.com/office/drawing/2014/main" id="{45B8C2C0-992C-9C73-7245-0BB4CC802A1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218491" y="3625647"/>
                <a:ext cx="397676" cy="41086"/>
              </a:xfrm>
              <a:custGeom>
                <a:avLst/>
                <a:gdLst>
                  <a:gd name="T0" fmla="*/ 143 w 147"/>
                  <a:gd name="T1" fmla="*/ 3 h 16"/>
                  <a:gd name="T2" fmla="*/ 38 w 147"/>
                  <a:gd name="T3" fmla="*/ 3 h 16"/>
                  <a:gd name="T4" fmla="*/ 33 w 147"/>
                  <a:gd name="T5" fmla="*/ 8 h 16"/>
                  <a:gd name="T6" fmla="*/ 33 w 147"/>
                  <a:gd name="T7" fmla="*/ 8 h 16"/>
                  <a:gd name="T8" fmla="*/ 38 w 147"/>
                  <a:gd name="T9" fmla="*/ 13 h 16"/>
                  <a:gd name="T10" fmla="*/ 143 w 147"/>
                  <a:gd name="T11" fmla="*/ 13 h 16"/>
                  <a:gd name="T12" fmla="*/ 147 w 147"/>
                  <a:gd name="T13" fmla="*/ 8 h 16"/>
                  <a:gd name="T14" fmla="*/ 147 w 147"/>
                  <a:gd name="T15" fmla="*/ 8 h 16"/>
                  <a:gd name="T16" fmla="*/ 143 w 147"/>
                  <a:gd name="T17" fmla="*/ 3 h 16"/>
                  <a:gd name="T18" fmla="*/ 8 w 147"/>
                  <a:gd name="T19" fmla="*/ 0 h 16"/>
                  <a:gd name="T20" fmla="*/ 0 w 147"/>
                  <a:gd name="T21" fmla="*/ 8 h 16"/>
                  <a:gd name="T22" fmla="*/ 8 w 147"/>
                  <a:gd name="T23" fmla="*/ 16 h 16"/>
                  <a:gd name="T24" fmla="*/ 16 w 147"/>
                  <a:gd name="T25" fmla="*/ 8 h 16"/>
                  <a:gd name="T26" fmla="*/ 8 w 147"/>
                  <a:gd name="T27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7" h="16">
                    <a:moveTo>
                      <a:pt x="143" y="3"/>
                    </a:moveTo>
                    <a:cubicBezTo>
                      <a:pt x="38" y="3"/>
                      <a:pt x="38" y="3"/>
                      <a:pt x="38" y="3"/>
                    </a:cubicBezTo>
                    <a:cubicBezTo>
                      <a:pt x="35" y="3"/>
                      <a:pt x="33" y="5"/>
                      <a:pt x="33" y="8"/>
                    </a:cubicBezTo>
                    <a:cubicBezTo>
                      <a:pt x="33" y="8"/>
                      <a:pt x="33" y="8"/>
                      <a:pt x="33" y="8"/>
                    </a:cubicBezTo>
                    <a:cubicBezTo>
                      <a:pt x="33" y="11"/>
                      <a:pt x="35" y="13"/>
                      <a:pt x="38" y="13"/>
                    </a:cubicBezTo>
                    <a:cubicBezTo>
                      <a:pt x="143" y="13"/>
                      <a:pt x="143" y="13"/>
                      <a:pt x="143" y="13"/>
                    </a:cubicBezTo>
                    <a:cubicBezTo>
                      <a:pt x="145" y="13"/>
                      <a:pt x="147" y="11"/>
                      <a:pt x="147" y="8"/>
                    </a:cubicBezTo>
                    <a:cubicBezTo>
                      <a:pt x="147" y="8"/>
                      <a:pt x="147" y="8"/>
                      <a:pt x="147" y="8"/>
                    </a:cubicBezTo>
                    <a:cubicBezTo>
                      <a:pt x="147" y="5"/>
                      <a:pt x="145" y="3"/>
                      <a:pt x="143" y="3"/>
                    </a:cubicBezTo>
                    <a:moveTo>
                      <a:pt x="8" y="0"/>
                    </a:moveTo>
                    <a:cubicBezTo>
                      <a:pt x="3" y="0"/>
                      <a:pt x="0" y="4"/>
                      <a:pt x="0" y="8"/>
                    </a:cubicBezTo>
                    <a:cubicBezTo>
                      <a:pt x="0" y="12"/>
                      <a:pt x="3" y="16"/>
                      <a:pt x="8" y="16"/>
                    </a:cubicBezTo>
                    <a:cubicBezTo>
                      <a:pt x="12" y="16"/>
                      <a:pt x="16" y="12"/>
                      <a:pt x="16" y="8"/>
                    </a:cubicBezTo>
                    <a:cubicBezTo>
                      <a:pt x="16" y="4"/>
                      <a:pt x="12" y="0"/>
                      <a:pt x="8" y="0"/>
                    </a:cubicBezTo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114942" tIns="57471" rIns="114942" bIns="57471" numCol="1" anchor="ctr" anchorCtr="1" compatLnSpc="1">
                <a:prstTxWarp prst="textNoShape">
                  <a:avLst/>
                </a:prstTxWarp>
              </a:bodyPr>
              <a:lstStyle/>
              <a:p>
                <a:endParaRPr lang="en-US" sz="2263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768270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Lap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2BC4B996-22FD-F47B-2286-9FC5EE9427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78B49EC-1E7E-CBA5-20E5-32DACA007E30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1E281D-AA97-31A9-EA27-7D3C3ADF18B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252E24C-EA0F-F346-8341-A96AD6CD6AE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3" name="Textplatzhalter 17">
            <a:extLst>
              <a:ext uri="{FF2B5EF4-FFF2-40B4-BE49-F238E27FC236}">
                <a16:creationId xmlns:a16="http://schemas.microsoft.com/office/drawing/2014/main" id="{D4E66A12-8231-9185-8DE2-5300FB7887B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E6EC2FAA-4813-683B-75EB-F5B1CA71E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F6A111B4-53E0-29E5-9C27-354F728208D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93116" y="2206611"/>
            <a:ext cx="5395136" cy="3532403"/>
          </a:xfrm>
          <a:custGeom>
            <a:avLst/>
            <a:gdLst>
              <a:gd name="connsiteX0" fmla="*/ 130223 w 5121354"/>
              <a:gd name="connsiteY0" fmla="*/ 0 h 3353148"/>
              <a:gd name="connsiteX1" fmla="*/ 4991131 w 5121354"/>
              <a:gd name="connsiteY1" fmla="*/ 0 h 3353148"/>
              <a:gd name="connsiteX2" fmla="*/ 5121354 w 5121354"/>
              <a:gd name="connsiteY2" fmla="*/ 130253 h 3353148"/>
              <a:gd name="connsiteX3" fmla="*/ 5121354 w 5121354"/>
              <a:gd name="connsiteY3" fmla="*/ 3353148 h 3353148"/>
              <a:gd name="connsiteX4" fmla="*/ 0 w 5121354"/>
              <a:gd name="connsiteY4" fmla="*/ 3353148 h 3353148"/>
              <a:gd name="connsiteX5" fmla="*/ 0 w 5121354"/>
              <a:gd name="connsiteY5" fmla="*/ 130253 h 3353148"/>
              <a:gd name="connsiteX6" fmla="*/ 130223 w 5121354"/>
              <a:gd name="connsiteY6" fmla="*/ 0 h 335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21354" h="3353148">
                <a:moveTo>
                  <a:pt x="130223" y="0"/>
                </a:moveTo>
                <a:cubicBezTo>
                  <a:pt x="130223" y="0"/>
                  <a:pt x="130223" y="0"/>
                  <a:pt x="4991131" y="0"/>
                </a:cubicBezTo>
                <a:cubicBezTo>
                  <a:pt x="5062581" y="0"/>
                  <a:pt x="5121354" y="58788"/>
                  <a:pt x="5121354" y="130253"/>
                </a:cubicBezTo>
                <a:lnTo>
                  <a:pt x="5121354" y="3353148"/>
                </a:lnTo>
                <a:cubicBezTo>
                  <a:pt x="5121354" y="3353148"/>
                  <a:pt x="5121354" y="3353148"/>
                  <a:pt x="0" y="3353148"/>
                </a:cubicBezTo>
                <a:cubicBezTo>
                  <a:pt x="0" y="3353148"/>
                  <a:pt x="0" y="3353148"/>
                  <a:pt x="0" y="130253"/>
                </a:cubicBezTo>
                <a:cubicBezTo>
                  <a:pt x="0" y="58788"/>
                  <a:pt x="58775" y="0"/>
                  <a:pt x="130223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/>
            </a:lvl1pPr>
          </a:lstStyle>
          <a:p>
            <a:endParaRPr lang="de-DE"/>
          </a:p>
        </p:txBody>
      </p:sp>
      <p:sp>
        <p:nvSpPr>
          <p:cNvPr id="8" name="Bildplatzhalter 6">
            <a:extLst>
              <a:ext uri="{FF2B5EF4-FFF2-40B4-BE49-F238E27FC236}">
                <a16:creationId xmlns:a16="http://schemas.microsoft.com/office/drawing/2014/main" id="{A81F5AD2-63B5-1814-4887-145695CB794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493116" y="2206611"/>
            <a:ext cx="5395136" cy="3532403"/>
          </a:xfrm>
          <a:custGeom>
            <a:avLst/>
            <a:gdLst>
              <a:gd name="connsiteX0" fmla="*/ 130223 w 5121354"/>
              <a:gd name="connsiteY0" fmla="*/ 0 h 3353148"/>
              <a:gd name="connsiteX1" fmla="*/ 4991131 w 5121354"/>
              <a:gd name="connsiteY1" fmla="*/ 0 h 3353148"/>
              <a:gd name="connsiteX2" fmla="*/ 5121354 w 5121354"/>
              <a:gd name="connsiteY2" fmla="*/ 130253 h 3353148"/>
              <a:gd name="connsiteX3" fmla="*/ 5121354 w 5121354"/>
              <a:gd name="connsiteY3" fmla="*/ 3353148 h 3353148"/>
              <a:gd name="connsiteX4" fmla="*/ 0 w 5121354"/>
              <a:gd name="connsiteY4" fmla="*/ 3353148 h 3353148"/>
              <a:gd name="connsiteX5" fmla="*/ 0 w 5121354"/>
              <a:gd name="connsiteY5" fmla="*/ 130253 h 3353148"/>
              <a:gd name="connsiteX6" fmla="*/ 130223 w 5121354"/>
              <a:gd name="connsiteY6" fmla="*/ 0 h 3353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21354" h="3353148">
                <a:moveTo>
                  <a:pt x="130223" y="0"/>
                </a:moveTo>
                <a:cubicBezTo>
                  <a:pt x="130223" y="0"/>
                  <a:pt x="130223" y="0"/>
                  <a:pt x="4991131" y="0"/>
                </a:cubicBezTo>
                <a:cubicBezTo>
                  <a:pt x="5062581" y="0"/>
                  <a:pt x="5121354" y="58788"/>
                  <a:pt x="5121354" y="130253"/>
                </a:cubicBezTo>
                <a:lnTo>
                  <a:pt x="5121354" y="3353148"/>
                </a:lnTo>
                <a:cubicBezTo>
                  <a:pt x="5121354" y="3353148"/>
                  <a:pt x="5121354" y="3353148"/>
                  <a:pt x="0" y="3353148"/>
                </a:cubicBezTo>
                <a:cubicBezTo>
                  <a:pt x="0" y="3353148"/>
                  <a:pt x="0" y="3353148"/>
                  <a:pt x="0" y="130253"/>
                </a:cubicBezTo>
                <a:cubicBezTo>
                  <a:pt x="0" y="58788"/>
                  <a:pt x="58775" y="0"/>
                  <a:pt x="130223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endParaRPr lang="de-DE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A69DC7D1-20F9-C115-DAC8-9C9D280D7FF4}"/>
              </a:ext>
            </a:extLst>
          </p:cNvPr>
          <p:cNvGrpSpPr/>
          <p:nvPr userDrawn="1"/>
        </p:nvGrpSpPr>
        <p:grpSpPr>
          <a:xfrm>
            <a:off x="4880346" y="2148891"/>
            <a:ext cx="6620676" cy="3830916"/>
            <a:chOff x="4880346" y="2148891"/>
            <a:chExt cx="6620676" cy="3830916"/>
          </a:xfrm>
        </p:grpSpPr>
        <p:pic>
          <p:nvPicPr>
            <p:cNvPr id="10" name="Grafik 9">
              <a:extLst>
                <a:ext uri="{FF2B5EF4-FFF2-40B4-BE49-F238E27FC236}">
                  <a16:creationId xmlns:a16="http://schemas.microsoft.com/office/drawing/2014/main" id="{59935AA1-8CD5-5E39-3D44-0F7FA6A97C7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80346" y="5891363"/>
              <a:ext cx="6620676" cy="88444"/>
            </a:xfrm>
            <a:prstGeom prst="rect">
              <a:avLst/>
            </a:prstGeom>
          </p:spPr>
        </p:pic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FCBE5164-F42D-7D38-5D59-8858D841E9EF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8672" y="2148891"/>
              <a:ext cx="5464024" cy="3711732"/>
            </a:xfrm>
            <a:custGeom>
              <a:avLst/>
              <a:gdLst>
                <a:gd name="T0" fmla="*/ 4375 w 4538"/>
                <a:gd name="T1" fmla="*/ 0 h 3082"/>
                <a:gd name="T2" fmla="*/ 163 w 4538"/>
                <a:gd name="T3" fmla="*/ 0 h 3082"/>
                <a:gd name="T4" fmla="*/ 0 w 4538"/>
                <a:gd name="T5" fmla="*/ 163 h 3082"/>
                <a:gd name="T6" fmla="*/ 0 w 4538"/>
                <a:gd name="T7" fmla="*/ 3042 h 3082"/>
                <a:gd name="T8" fmla="*/ 41 w 4538"/>
                <a:gd name="T9" fmla="*/ 3082 h 3082"/>
                <a:gd name="T10" fmla="*/ 48 w 4538"/>
                <a:gd name="T11" fmla="*/ 3082 h 3082"/>
                <a:gd name="T12" fmla="*/ 48 w 4538"/>
                <a:gd name="T13" fmla="*/ 160 h 3082"/>
                <a:gd name="T14" fmla="*/ 160 w 4538"/>
                <a:gd name="T15" fmla="*/ 47 h 3082"/>
                <a:gd name="T16" fmla="*/ 4379 w 4538"/>
                <a:gd name="T17" fmla="*/ 47 h 3082"/>
                <a:gd name="T18" fmla="*/ 4491 w 4538"/>
                <a:gd name="T19" fmla="*/ 160 h 3082"/>
                <a:gd name="T20" fmla="*/ 4491 w 4538"/>
                <a:gd name="T21" fmla="*/ 3082 h 3082"/>
                <a:gd name="T22" fmla="*/ 4498 w 4538"/>
                <a:gd name="T23" fmla="*/ 3082 h 3082"/>
                <a:gd name="T24" fmla="*/ 4538 w 4538"/>
                <a:gd name="T25" fmla="*/ 3042 h 3082"/>
                <a:gd name="T26" fmla="*/ 4538 w 4538"/>
                <a:gd name="T27" fmla="*/ 163 h 3082"/>
                <a:gd name="T28" fmla="*/ 4375 w 4538"/>
                <a:gd name="T29" fmla="*/ 0 h 30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538" h="3082">
                  <a:moveTo>
                    <a:pt x="4375" y="0"/>
                  </a:moveTo>
                  <a:cubicBezTo>
                    <a:pt x="163" y="0"/>
                    <a:pt x="163" y="0"/>
                    <a:pt x="163" y="0"/>
                  </a:cubicBezTo>
                  <a:cubicBezTo>
                    <a:pt x="74" y="0"/>
                    <a:pt x="0" y="73"/>
                    <a:pt x="0" y="163"/>
                  </a:cubicBezTo>
                  <a:cubicBezTo>
                    <a:pt x="0" y="3042"/>
                    <a:pt x="0" y="3042"/>
                    <a:pt x="0" y="3042"/>
                  </a:cubicBezTo>
                  <a:cubicBezTo>
                    <a:pt x="0" y="3064"/>
                    <a:pt x="19" y="3082"/>
                    <a:pt x="41" y="3082"/>
                  </a:cubicBezTo>
                  <a:cubicBezTo>
                    <a:pt x="48" y="3082"/>
                    <a:pt x="48" y="3082"/>
                    <a:pt x="48" y="3082"/>
                  </a:cubicBezTo>
                  <a:cubicBezTo>
                    <a:pt x="48" y="160"/>
                    <a:pt x="48" y="160"/>
                    <a:pt x="48" y="160"/>
                  </a:cubicBezTo>
                  <a:cubicBezTo>
                    <a:pt x="48" y="98"/>
                    <a:pt x="98" y="47"/>
                    <a:pt x="160" y="47"/>
                  </a:cubicBezTo>
                  <a:cubicBezTo>
                    <a:pt x="4379" y="47"/>
                    <a:pt x="4379" y="47"/>
                    <a:pt x="4379" y="47"/>
                  </a:cubicBezTo>
                  <a:cubicBezTo>
                    <a:pt x="4441" y="47"/>
                    <a:pt x="4491" y="98"/>
                    <a:pt x="4491" y="160"/>
                  </a:cubicBezTo>
                  <a:cubicBezTo>
                    <a:pt x="4491" y="3082"/>
                    <a:pt x="4491" y="3082"/>
                    <a:pt x="4491" y="3082"/>
                  </a:cubicBezTo>
                  <a:cubicBezTo>
                    <a:pt x="4498" y="3082"/>
                    <a:pt x="4498" y="3082"/>
                    <a:pt x="4498" y="3082"/>
                  </a:cubicBezTo>
                  <a:cubicBezTo>
                    <a:pt x="4520" y="3082"/>
                    <a:pt x="4538" y="3064"/>
                    <a:pt x="4538" y="3042"/>
                  </a:cubicBezTo>
                  <a:cubicBezTo>
                    <a:pt x="4538" y="163"/>
                    <a:pt x="4538" y="163"/>
                    <a:pt x="4538" y="163"/>
                  </a:cubicBezTo>
                  <a:cubicBezTo>
                    <a:pt x="4538" y="73"/>
                    <a:pt x="4465" y="0"/>
                    <a:pt x="4375" y="0"/>
                  </a:cubicBezTo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1118CA6D-4B08-993E-43E5-82A6906D7A2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7566" y="2178228"/>
              <a:ext cx="5406237" cy="3682394"/>
            </a:xfrm>
            <a:custGeom>
              <a:avLst/>
              <a:gdLst>
                <a:gd name="T0" fmla="*/ 4491 w 4491"/>
                <a:gd name="T1" fmla="*/ 3042 h 3058"/>
                <a:gd name="T2" fmla="*/ 4491 w 4491"/>
                <a:gd name="T3" fmla="*/ 138 h 3058"/>
                <a:gd name="T4" fmla="*/ 4352 w 4491"/>
                <a:gd name="T5" fmla="*/ 0 h 3058"/>
                <a:gd name="T6" fmla="*/ 139 w 4491"/>
                <a:gd name="T7" fmla="*/ 0 h 3058"/>
                <a:gd name="T8" fmla="*/ 0 w 4491"/>
                <a:gd name="T9" fmla="*/ 138 h 3058"/>
                <a:gd name="T10" fmla="*/ 0 w 4491"/>
                <a:gd name="T11" fmla="*/ 3042 h 3058"/>
                <a:gd name="T12" fmla="*/ 15 w 4491"/>
                <a:gd name="T13" fmla="*/ 3058 h 3058"/>
                <a:gd name="T14" fmla="*/ 17 w 4491"/>
                <a:gd name="T15" fmla="*/ 3058 h 3058"/>
                <a:gd name="T16" fmla="*/ 24 w 4491"/>
                <a:gd name="T17" fmla="*/ 3058 h 3058"/>
                <a:gd name="T18" fmla="*/ 24 w 4491"/>
                <a:gd name="T19" fmla="*/ 136 h 3058"/>
                <a:gd name="T20" fmla="*/ 136 w 4491"/>
                <a:gd name="T21" fmla="*/ 23 h 3058"/>
                <a:gd name="T22" fmla="*/ 4355 w 4491"/>
                <a:gd name="T23" fmla="*/ 23 h 3058"/>
                <a:gd name="T24" fmla="*/ 4467 w 4491"/>
                <a:gd name="T25" fmla="*/ 136 h 3058"/>
                <a:gd name="T26" fmla="*/ 4467 w 4491"/>
                <a:gd name="T27" fmla="*/ 3058 h 3058"/>
                <a:gd name="T28" fmla="*/ 4474 w 4491"/>
                <a:gd name="T29" fmla="*/ 3058 h 3058"/>
                <a:gd name="T30" fmla="*/ 4476 w 4491"/>
                <a:gd name="T31" fmla="*/ 3058 h 3058"/>
                <a:gd name="T32" fmla="*/ 4491 w 4491"/>
                <a:gd name="T33" fmla="*/ 3042 h 30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491" h="3058">
                  <a:moveTo>
                    <a:pt x="4491" y="3042"/>
                  </a:moveTo>
                  <a:cubicBezTo>
                    <a:pt x="4491" y="138"/>
                    <a:pt x="4491" y="138"/>
                    <a:pt x="4491" y="138"/>
                  </a:cubicBezTo>
                  <a:cubicBezTo>
                    <a:pt x="4491" y="62"/>
                    <a:pt x="4429" y="0"/>
                    <a:pt x="4352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62" y="0"/>
                    <a:pt x="0" y="62"/>
                    <a:pt x="0" y="138"/>
                  </a:cubicBezTo>
                  <a:cubicBezTo>
                    <a:pt x="0" y="3042"/>
                    <a:pt x="0" y="3042"/>
                    <a:pt x="0" y="3042"/>
                  </a:cubicBezTo>
                  <a:cubicBezTo>
                    <a:pt x="0" y="3051"/>
                    <a:pt x="7" y="3058"/>
                    <a:pt x="15" y="3058"/>
                  </a:cubicBezTo>
                  <a:cubicBezTo>
                    <a:pt x="16" y="3058"/>
                    <a:pt x="17" y="3058"/>
                    <a:pt x="17" y="3058"/>
                  </a:cubicBezTo>
                  <a:cubicBezTo>
                    <a:pt x="24" y="3058"/>
                    <a:pt x="24" y="3058"/>
                    <a:pt x="24" y="3058"/>
                  </a:cubicBezTo>
                  <a:cubicBezTo>
                    <a:pt x="24" y="136"/>
                    <a:pt x="24" y="136"/>
                    <a:pt x="24" y="136"/>
                  </a:cubicBezTo>
                  <a:cubicBezTo>
                    <a:pt x="24" y="74"/>
                    <a:pt x="74" y="23"/>
                    <a:pt x="136" y="23"/>
                  </a:cubicBezTo>
                  <a:cubicBezTo>
                    <a:pt x="4355" y="23"/>
                    <a:pt x="4355" y="23"/>
                    <a:pt x="4355" y="23"/>
                  </a:cubicBezTo>
                  <a:cubicBezTo>
                    <a:pt x="4417" y="23"/>
                    <a:pt x="4467" y="74"/>
                    <a:pt x="4467" y="136"/>
                  </a:cubicBezTo>
                  <a:cubicBezTo>
                    <a:pt x="4467" y="3058"/>
                    <a:pt x="4467" y="3058"/>
                    <a:pt x="4467" y="3058"/>
                  </a:cubicBezTo>
                  <a:cubicBezTo>
                    <a:pt x="4474" y="3058"/>
                    <a:pt x="4474" y="3058"/>
                    <a:pt x="4474" y="3058"/>
                  </a:cubicBezTo>
                  <a:cubicBezTo>
                    <a:pt x="4474" y="3058"/>
                    <a:pt x="4475" y="3058"/>
                    <a:pt x="4476" y="3058"/>
                  </a:cubicBezTo>
                  <a:cubicBezTo>
                    <a:pt x="4484" y="3058"/>
                    <a:pt x="4491" y="3051"/>
                    <a:pt x="4491" y="3042"/>
                  </a:cubicBezTo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C5EC17CA-ED84-D6B7-A5FF-A16FB1C286EE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8672" y="5700783"/>
              <a:ext cx="5464024" cy="152026"/>
            </a:xfrm>
            <a:custGeom>
              <a:avLst/>
              <a:gdLst>
                <a:gd name="T0" fmla="*/ 0 w 4538"/>
                <a:gd name="T1" fmla="*/ 0 h 126"/>
                <a:gd name="T2" fmla="*/ 0 w 4538"/>
                <a:gd name="T3" fmla="*/ 86 h 126"/>
                <a:gd name="T4" fmla="*/ 41 w 4538"/>
                <a:gd name="T5" fmla="*/ 126 h 126"/>
                <a:gd name="T6" fmla="*/ 4498 w 4538"/>
                <a:gd name="T7" fmla="*/ 126 h 126"/>
                <a:gd name="T8" fmla="*/ 4538 w 4538"/>
                <a:gd name="T9" fmla="*/ 86 h 126"/>
                <a:gd name="T10" fmla="*/ 4538 w 4538"/>
                <a:gd name="T11" fmla="*/ 0 h 126"/>
                <a:gd name="T12" fmla="*/ 0 w 4538"/>
                <a:gd name="T13" fmla="*/ 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38" h="126">
                  <a:moveTo>
                    <a:pt x="0" y="0"/>
                  </a:moveTo>
                  <a:cubicBezTo>
                    <a:pt x="0" y="86"/>
                    <a:pt x="0" y="86"/>
                    <a:pt x="0" y="86"/>
                  </a:cubicBezTo>
                  <a:cubicBezTo>
                    <a:pt x="0" y="108"/>
                    <a:pt x="19" y="126"/>
                    <a:pt x="41" y="126"/>
                  </a:cubicBezTo>
                  <a:cubicBezTo>
                    <a:pt x="4498" y="126"/>
                    <a:pt x="4498" y="126"/>
                    <a:pt x="4498" y="126"/>
                  </a:cubicBezTo>
                  <a:cubicBezTo>
                    <a:pt x="4520" y="126"/>
                    <a:pt x="4538" y="108"/>
                    <a:pt x="4538" y="86"/>
                  </a:cubicBezTo>
                  <a:cubicBezTo>
                    <a:pt x="4538" y="0"/>
                    <a:pt x="4538" y="0"/>
                    <a:pt x="453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cxnSp>
          <p:nvCxnSpPr>
            <p:cNvPr id="14" name="Gerader Verbinder 13">
              <a:extLst>
                <a:ext uri="{FF2B5EF4-FFF2-40B4-BE49-F238E27FC236}">
                  <a16:creationId xmlns:a16="http://schemas.microsoft.com/office/drawing/2014/main" id="{92BE7669-7452-DF6E-1473-14B2AEFCFF80}"/>
                </a:ext>
              </a:extLst>
            </p:cNvPr>
            <p:cNvCxnSpPr>
              <a:cxnSpLocks/>
            </p:cNvCxnSpPr>
            <p:nvPr/>
          </p:nvCxnSpPr>
          <p:spPr>
            <a:xfrm>
              <a:off x="4880346" y="5869704"/>
              <a:ext cx="6620676" cy="0"/>
            </a:xfrm>
            <a:prstGeom prst="line">
              <a:avLst/>
            </a:prstGeom>
            <a:ln w="50800" cap="rnd">
              <a:gradFill flip="none" rotWithShape="1">
                <a:gsLst>
                  <a:gs pos="0">
                    <a:schemeClr val="tx1">
                      <a:lumMod val="50000"/>
                    </a:schemeClr>
                  </a:gs>
                  <a:gs pos="46000">
                    <a:schemeClr val="tx1">
                      <a:lumMod val="75000"/>
                    </a:schemeClr>
                  </a:gs>
                  <a:gs pos="100000">
                    <a:schemeClr val="tx1">
                      <a:lumMod val="50000"/>
                    </a:schemeClr>
                  </a:gs>
                </a:gsLst>
                <a:path path="circle">
                  <a:fillToRect l="50000" t="130000" r="50000" b="-30000"/>
                </a:path>
                <a:tileRect/>
              </a:gra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156357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Tab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2BC4B996-22FD-F47B-2286-9FC5EE9427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6C3AEED-268C-A10F-FBBD-D515CE143E54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DD5176-8492-5BCB-53FE-585205A05F6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0EF79DB2-ADD1-A216-B8B4-53296B84348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3" name="Textplatzhalter 17">
            <a:extLst>
              <a:ext uri="{FF2B5EF4-FFF2-40B4-BE49-F238E27FC236}">
                <a16:creationId xmlns:a16="http://schemas.microsoft.com/office/drawing/2014/main" id="{FC268F45-A8A3-BE59-4835-A79BAF1B3A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5E4BC56F-DE67-35E0-07B4-A234E520B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E9108B23-214E-EF5A-947C-425EC8B1C82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35296" y="2096497"/>
            <a:ext cx="5252195" cy="3981784"/>
          </a:xfrm>
          <a:custGeom>
            <a:avLst/>
            <a:gdLst>
              <a:gd name="connsiteX0" fmla="*/ 145098 w 4621113"/>
              <a:gd name="connsiteY0" fmla="*/ 0 h 3503349"/>
              <a:gd name="connsiteX1" fmla="*/ 4476016 w 4621113"/>
              <a:gd name="connsiteY1" fmla="*/ 0 h 3503349"/>
              <a:gd name="connsiteX2" fmla="*/ 4621113 w 4621113"/>
              <a:gd name="connsiteY2" fmla="*/ 146140 h 3503349"/>
              <a:gd name="connsiteX3" fmla="*/ 4621113 w 4621113"/>
              <a:gd name="connsiteY3" fmla="*/ 3358210 h 3503349"/>
              <a:gd name="connsiteX4" fmla="*/ 4476016 w 4621113"/>
              <a:gd name="connsiteY4" fmla="*/ 3503349 h 3503349"/>
              <a:gd name="connsiteX5" fmla="*/ 145098 w 4621113"/>
              <a:gd name="connsiteY5" fmla="*/ 3503349 h 3503349"/>
              <a:gd name="connsiteX6" fmla="*/ 0 w 4621113"/>
              <a:gd name="connsiteY6" fmla="*/ 3358210 h 3503349"/>
              <a:gd name="connsiteX7" fmla="*/ 0 w 4621113"/>
              <a:gd name="connsiteY7" fmla="*/ 146140 h 3503349"/>
              <a:gd name="connsiteX8" fmla="*/ 145098 w 4621113"/>
              <a:gd name="connsiteY8" fmla="*/ 0 h 3503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21113" h="3503349">
                <a:moveTo>
                  <a:pt x="145098" y="0"/>
                </a:moveTo>
                <a:cubicBezTo>
                  <a:pt x="4476016" y="0"/>
                  <a:pt x="4476016" y="0"/>
                  <a:pt x="4476016" y="0"/>
                </a:cubicBezTo>
                <a:cubicBezTo>
                  <a:pt x="4556070" y="0"/>
                  <a:pt x="4621113" y="65063"/>
                  <a:pt x="4621113" y="146140"/>
                </a:cubicBezTo>
                <a:lnTo>
                  <a:pt x="4621113" y="3358210"/>
                </a:lnTo>
                <a:cubicBezTo>
                  <a:pt x="4621113" y="3438288"/>
                  <a:pt x="4556070" y="3503349"/>
                  <a:pt x="4476016" y="3503349"/>
                </a:cubicBezTo>
                <a:cubicBezTo>
                  <a:pt x="145098" y="3503349"/>
                  <a:pt x="145098" y="3503349"/>
                  <a:pt x="145098" y="3503349"/>
                </a:cubicBezTo>
                <a:cubicBezTo>
                  <a:pt x="65044" y="3503349"/>
                  <a:pt x="0" y="3438288"/>
                  <a:pt x="0" y="3358210"/>
                </a:cubicBezTo>
                <a:cubicBezTo>
                  <a:pt x="0" y="146140"/>
                  <a:pt x="0" y="146140"/>
                  <a:pt x="0" y="146140"/>
                </a:cubicBezTo>
                <a:cubicBezTo>
                  <a:pt x="0" y="65063"/>
                  <a:pt x="65044" y="0"/>
                  <a:pt x="145098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8" name="Bildplatzhalter 9">
            <a:extLst>
              <a:ext uri="{FF2B5EF4-FFF2-40B4-BE49-F238E27FC236}">
                <a16:creationId xmlns:a16="http://schemas.microsoft.com/office/drawing/2014/main" id="{C1263204-15E2-21CE-26F3-719F2008C3D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35296" y="2096497"/>
            <a:ext cx="5252195" cy="3981784"/>
          </a:xfrm>
          <a:custGeom>
            <a:avLst/>
            <a:gdLst>
              <a:gd name="connsiteX0" fmla="*/ 145098 w 4621113"/>
              <a:gd name="connsiteY0" fmla="*/ 0 h 3503349"/>
              <a:gd name="connsiteX1" fmla="*/ 4476016 w 4621113"/>
              <a:gd name="connsiteY1" fmla="*/ 0 h 3503349"/>
              <a:gd name="connsiteX2" fmla="*/ 4621113 w 4621113"/>
              <a:gd name="connsiteY2" fmla="*/ 146140 h 3503349"/>
              <a:gd name="connsiteX3" fmla="*/ 4621113 w 4621113"/>
              <a:gd name="connsiteY3" fmla="*/ 3358210 h 3503349"/>
              <a:gd name="connsiteX4" fmla="*/ 4476016 w 4621113"/>
              <a:gd name="connsiteY4" fmla="*/ 3503349 h 3503349"/>
              <a:gd name="connsiteX5" fmla="*/ 145098 w 4621113"/>
              <a:gd name="connsiteY5" fmla="*/ 3503349 h 3503349"/>
              <a:gd name="connsiteX6" fmla="*/ 0 w 4621113"/>
              <a:gd name="connsiteY6" fmla="*/ 3358210 h 3503349"/>
              <a:gd name="connsiteX7" fmla="*/ 0 w 4621113"/>
              <a:gd name="connsiteY7" fmla="*/ 146140 h 3503349"/>
              <a:gd name="connsiteX8" fmla="*/ 145098 w 4621113"/>
              <a:gd name="connsiteY8" fmla="*/ 0 h 3503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21113" h="3503349">
                <a:moveTo>
                  <a:pt x="145098" y="0"/>
                </a:moveTo>
                <a:cubicBezTo>
                  <a:pt x="4476016" y="0"/>
                  <a:pt x="4476016" y="0"/>
                  <a:pt x="4476016" y="0"/>
                </a:cubicBezTo>
                <a:cubicBezTo>
                  <a:pt x="4556070" y="0"/>
                  <a:pt x="4621113" y="65063"/>
                  <a:pt x="4621113" y="146140"/>
                </a:cubicBezTo>
                <a:lnTo>
                  <a:pt x="4621113" y="3358210"/>
                </a:lnTo>
                <a:cubicBezTo>
                  <a:pt x="4621113" y="3438288"/>
                  <a:pt x="4556070" y="3503349"/>
                  <a:pt x="4476016" y="3503349"/>
                </a:cubicBezTo>
                <a:cubicBezTo>
                  <a:pt x="145098" y="3503349"/>
                  <a:pt x="145098" y="3503349"/>
                  <a:pt x="145098" y="3503349"/>
                </a:cubicBezTo>
                <a:cubicBezTo>
                  <a:pt x="65044" y="3503349"/>
                  <a:pt x="0" y="3438288"/>
                  <a:pt x="0" y="3358210"/>
                </a:cubicBezTo>
                <a:cubicBezTo>
                  <a:pt x="0" y="146140"/>
                  <a:pt x="0" y="146140"/>
                  <a:pt x="0" y="146140"/>
                </a:cubicBezTo>
                <a:cubicBezTo>
                  <a:pt x="0" y="65063"/>
                  <a:pt x="65044" y="0"/>
                  <a:pt x="145098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endParaRPr lang="de-DE"/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FE76E50B-070E-05E0-594F-95B29D492085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6162385" y="2019796"/>
            <a:ext cx="5376995" cy="4111035"/>
          </a:xfrm>
          <a:custGeom>
            <a:avLst/>
            <a:gdLst>
              <a:gd name="T0" fmla="*/ 576 w 4763"/>
              <a:gd name="T1" fmla="*/ 0 h 3641"/>
              <a:gd name="T2" fmla="*/ 511 w 4763"/>
              <a:gd name="T3" fmla="*/ 0 h 3641"/>
              <a:gd name="T4" fmla="*/ 27 w 4763"/>
              <a:gd name="T5" fmla="*/ 227 h 3641"/>
              <a:gd name="T6" fmla="*/ 27 w 4763"/>
              <a:gd name="T7" fmla="*/ 406 h 3641"/>
              <a:gd name="T8" fmla="*/ 4763 w 4763"/>
              <a:gd name="T9" fmla="*/ 228 h 3641"/>
              <a:gd name="T10" fmla="*/ 86 w 4763"/>
              <a:gd name="T11" fmla="*/ 3437 h 3641"/>
              <a:gd name="T12" fmla="*/ 4704 w 4763"/>
              <a:gd name="T13" fmla="*/ 3437 h 3641"/>
              <a:gd name="T14" fmla="*/ 4163 w 4763"/>
              <a:gd name="T15" fmla="*/ 138 h 3641"/>
              <a:gd name="T16" fmla="*/ 4145 w 4763"/>
              <a:gd name="T17" fmla="*/ 136 h 3641"/>
              <a:gd name="T18" fmla="*/ 4148 w 4763"/>
              <a:gd name="T19" fmla="*/ 139 h 3641"/>
              <a:gd name="T20" fmla="*/ 4159 w 4763"/>
              <a:gd name="T21" fmla="*/ 144 h 3641"/>
              <a:gd name="T22" fmla="*/ 4151 w 4763"/>
              <a:gd name="T23" fmla="*/ 147 h 3641"/>
              <a:gd name="T24" fmla="*/ 4160 w 4763"/>
              <a:gd name="T25" fmla="*/ 155 h 3641"/>
              <a:gd name="T26" fmla="*/ 4153 w 4763"/>
              <a:gd name="T27" fmla="*/ 164 h 3641"/>
              <a:gd name="T28" fmla="*/ 4145 w 4763"/>
              <a:gd name="T29" fmla="*/ 165 h 3641"/>
              <a:gd name="T30" fmla="*/ 4164 w 4763"/>
              <a:gd name="T31" fmla="*/ 162 h 3641"/>
              <a:gd name="T32" fmla="*/ 4213 w 4763"/>
              <a:gd name="T33" fmla="*/ 167 h 3641"/>
              <a:gd name="T34" fmla="*/ 4246 w 4763"/>
              <a:gd name="T35" fmla="*/ 167 h 3641"/>
              <a:gd name="T36" fmla="*/ 4229 w 4763"/>
              <a:gd name="T37" fmla="*/ 137 h 3641"/>
              <a:gd name="T38" fmla="*/ 4615 w 4763"/>
              <a:gd name="T39" fmla="*/ 151 h 3641"/>
              <a:gd name="T40" fmla="*/ 4187 w 4763"/>
              <a:gd name="T41" fmla="*/ 133 h 3641"/>
              <a:gd name="T42" fmla="*/ 4172 w 4763"/>
              <a:gd name="T43" fmla="*/ 142 h 3641"/>
              <a:gd name="T44" fmla="*/ 4173 w 4763"/>
              <a:gd name="T45" fmla="*/ 162 h 3641"/>
              <a:gd name="T46" fmla="*/ 4191 w 4763"/>
              <a:gd name="T47" fmla="*/ 165 h 3641"/>
              <a:gd name="T48" fmla="*/ 4194 w 4763"/>
              <a:gd name="T49" fmla="*/ 146 h 3641"/>
              <a:gd name="T50" fmla="*/ 4183 w 4763"/>
              <a:gd name="T51" fmla="*/ 164 h 3641"/>
              <a:gd name="T52" fmla="*/ 4176 w 4763"/>
              <a:gd name="T53" fmla="*/ 147 h 3641"/>
              <a:gd name="T54" fmla="*/ 4183 w 4763"/>
              <a:gd name="T55" fmla="*/ 136 h 3641"/>
              <a:gd name="T56" fmla="*/ 4190 w 4763"/>
              <a:gd name="T57" fmla="*/ 147 h 3641"/>
              <a:gd name="T58" fmla="*/ 4109 w 4763"/>
              <a:gd name="T59" fmla="*/ 133 h 3641"/>
              <a:gd name="T60" fmla="*/ 4098 w 4763"/>
              <a:gd name="T61" fmla="*/ 149 h 3641"/>
              <a:gd name="T62" fmla="*/ 4116 w 4763"/>
              <a:gd name="T63" fmla="*/ 151 h 3641"/>
              <a:gd name="T64" fmla="*/ 4102 w 4763"/>
              <a:gd name="T65" fmla="*/ 159 h 3641"/>
              <a:gd name="T66" fmla="*/ 4121 w 4763"/>
              <a:gd name="T67" fmla="*/ 149 h 3641"/>
              <a:gd name="T68" fmla="*/ 4112 w 4763"/>
              <a:gd name="T69" fmla="*/ 151 h 3641"/>
              <a:gd name="T70" fmla="*/ 4102 w 4763"/>
              <a:gd name="T71" fmla="*/ 145 h 3641"/>
              <a:gd name="T72" fmla="*/ 4112 w 4763"/>
              <a:gd name="T73" fmla="*/ 137 h 3641"/>
              <a:gd name="T74" fmla="*/ 4129 w 4763"/>
              <a:gd name="T75" fmla="*/ 167 h 3641"/>
              <a:gd name="T76" fmla="*/ 4129 w 4763"/>
              <a:gd name="T77" fmla="*/ 147 h 3641"/>
              <a:gd name="T78" fmla="*/ 4452 w 4763"/>
              <a:gd name="T79" fmla="*/ 141 h 3641"/>
              <a:gd name="T80" fmla="*/ 4452 w 4763"/>
              <a:gd name="T81" fmla="*/ 141 h 3641"/>
              <a:gd name="T82" fmla="*/ 4545 w 4763"/>
              <a:gd name="T83" fmla="*/ 169 h 3641"/>
              <a:gd name="T84" fmla="*/ 4597 w 4763"/>
              <a:gd name="T85" fmla="*/ 131 h 3641"/>
              <a:gd name="T86" fmla="*/ 4540 w 4763"/>
              <a:gd name="T87" fmla="*/ 140 h 3641"/>
              <a:gd name="T88" fmla="*/ 4602 w 4763"/>
              <a:gd name="T89" fmla="*/ 160 h 3641"/>
              <a:gd name="T90" fmla="*/ 4473 w 4763"/>
              <a:gd name="T91" fmla="*/ 157 h 3641"/>
              <a:gd name="T92" fmla="*/ 4487 w 4763"/>
              <a:gd name="T93" fmla="*/ 151 h 3641"/>
              <a:gd name="T94" fmla="*/ 4548 w 4763"/>
              <a:gd name="T95" fmla="*/ 162 h 3641"/>
              <a:gd name="T96" fmla="*/ 4547 w 4763"/>
              <a:gd name="T97" fmla="*/ 138 h 3641"/>
              <a:gd name="T98" fmla="*/ 4369 w 4763"/>
              <a:gd name="T99" fmla="*/ 170 h 3641"/>
              <a:gd name="T100" fmla="*/ 4408 w 4763"/>
              <a:gd name="T101" fmla="*/ 132 h 3641"/>
              <a:gd name="T102" fmla="*/ 4408 w 4763"/>
              <a:gd name="T103" fmla="*/ 170 h 3641"/>
              <a:gd name="T104" fmla="*/ 4257 w 4763"/>
              <a:gd name="T105" fmla="*/ 132 h 3641"/>
              <a:gd name="T106" fmla="*/ 4256 w 4763"/>
              <a:gd name="T107" fmla="*/ 138 h 3641"/>
              <a:gd name="T108" fmla="*/ 4281 w 4763"/>
              <a:gd name="T109" fmla="*/ 167 h 3641"/>
              <a:gd name="T110" fmla="*/ 4389 w 4763"/>
              <a:gd name="T111" fmla="*/ 143 h 3641"/>
              <a:gd name="T112" fmla="*/ 4389 w 4763"/>
              <a:gd name="T113" fmla="*/ 170 h 36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4763" h="3641">
                <a:moveTo>
                  <a:pt x="4559" y="24"/>
                </a:moveTo>
                <a:cubicBezTo>
                  <a:pt x="750" y="24"/>
                  <a:pt x="750" y="24"/>
                  <a:pt x="750" y="24"/>
                </a:cubicBezTo>
                <a:cubicBezTo>
                  <a:pt x="750" y="6"/>
                  <a:pt x="750" y="6"/>
                  <a:pt x="750" y="6"/>
                </a:cubicBezTo>
                <a:cubicBezTo>
                  <a:pt x="750" y="2"/>
                  <a:pt x="747" y="0"/>
                  <a:pt x="744" y="0"/>
                </a:cubicBezTo>
                <a:cubicBezTo>
                  <a:pt x="576" y="0"/>
                  <a:pt x="576" y="0"/>
                  <a:pt x="576" y="0"/>
                </a:cubicBezTo>
                <a:cubicBezTo>
                  <a:pt x="573" y="0"/>
                  <a:pt x="570" y="2"/>
                  <a:pt x="570" y="6"/>
                </a:cubicBezTo>
                <a:cubicBezTo>
                  <a:pt x="570" y="24"/>
                  <a:pt x="570" y="24"/>
                  <a:pt x="570" y="24"/>
                </a:cubicBezTo>
                <a:cubicBezTo>
                  <a:pt x="517" y="24"/>
                  <a:pt x="517" y="24"/>
                  <a:pt x="517" y="24"/>
                </a:cubicBezTo>
                <a:cubicBezTo>
                  <a:pt x="517" y="6"/>
                  <a:pt x="517" y="6"/>
                  <a:pt x="517" y="6"/>
                </a:cubicBezTo>
                <a:cubicBezTo>
                  <a:pt x="517" y="2"/>
                  <a:pt x="515" y="0"/>
                  <a:pt x="511" y="0"/>
                </a:cubicBezTo>
                <a:cubicBezTo>
                  <a:pt x="344" y="0"/>
                  <a:pt x="344" y="0"/>
                  <a:pt x="344" y="0"/>
                </a:cubicBezTo>
                <a:cubicBezTo>
                  <a:pt x="341" y="0"/>
                  <a:pt x="338" y="2"/>
                  <a:pt x="338" y="6"/>
                </a:cubicBezTo>
                <a:cubicBezTo>
                  <a:pt x="338" y="24"/>
                  <a:pt x="338" y="24"/>
                  <a:pt x="338" y="24"/>
                </a:cubicBezTo>
                <a:cubicBezTo>
                  <a:pt x="231" y="24"/>
                  <a:pt x="231" y="24"/>
                  <a:pt x="231" y="24"/>
                </a:cubicBezTo>
                <a:cubicBezTo>
                  <a:pt x="119" y="24"/>
                  <a:pt x="27" y="115"/>
                  <a:pt x="27" y="227"/>
                </a:cubicBezTo>
                <a:cubicBezTo>
                  <a:pt x="6" y="227"/>
                  <a:pt x="6" y="227"/>
                  <a:pt x="6" y="227"/>
                </a:cubicBezTo>
                <a:cubicBezTo>
                  <a:pt x="3" y="227"/>
                  <a:pt x="0" y="230"/>
                  <a:pt x="0" y="233"/>
                </a:cubicBezTo>
                <a:cubicBezTo>
                  <a:pt x="0" y="400"/>
                  <a:pt x="0" y="400"/>
                  <a:pt x="0" y="400"/>
                </a:cubicBezTo>
                <a:cubicBezTo>
                  <a:pt x="0" y="404"/>
                  <a:pt x="3" y="406"/>
                  <a:pt x="6" y="406"/>
                </a:cubicBezTo>
                <a:cubicBezTo>
                  <a:pt x="27" y="406"/>
                  <a:pt x="27" y="406"/>
                  <a:pt x="27" y="406"/>
                </a:cubicBezTo>
                <a:cubicBezTo>
                  <a:pt x="27" y="3437"/>
                  <a:pt x="27" y="3437"/>
                  <a:pt x="27" y="3437"/>
                </a:cubicBezTo>
                <a:cubicBezTo>
                  <a:pt x="27" y="3549"/>
                  <a:pt x="119" y="3641"/>
                  <a:pt x="231" y="3641"/>
                </a:cubicBezTo>
                <a:cubicBezTo>
                  <a:pt x="4559" y="3641"/>
                  <a:pt x="4559" y="3641"/>
                  <a:pt x="4559" y="3641"/>
                </a:cubicBezTo>
                <a:cubicBezTo>
                  <a:pt x="4671" y="3641"/>
                  <a:pt x="4763" y="3549"/>
                  <a:pt x="4763" y="3437"/>
                </a:cubicBezTo>
                <a:cubicBezTo>
                  <a:pt x="4763" y="228"/>
                  <a:pt x="4763" y="228"/>
                  <a:pt x="4763" y="228"/>
                </a:cubicBezTo>
                <a:cubicBezTo>
                  <a:pt x="4763" y="115"/>
                  <a:pt x="4671" y="24"/>
                  <a:pt x="4559" y="24"/>
                </a:cubicBezTo>
                <a:moveTo>
                  <a:pt x="4704" y="3437"/>
                </a:moveTo>
                <a:cubicBezTo>
                  <a:pt x="4704" y="3517"/>
                  <a:pt x="4639" y="3582"/>
                  <a:pt x="4559" y="3582"/>
                </a:cubicBezTo>
                <a:cubicBezTo>
                  <a:pt x="231" y="3582"/>
                  <a:pt x="231" y="3582"/>
                  <a:pt x="231" y="3582"/>
                </a:cubicBezTo>
                <a:cubicBezTo>
                  <a:pt x="151" y="3582"/>
                  <a:pt x="86" y="3517"/>
                  <a:pt x="86" y="3437"/>
                </a:cubicBezTo>
                <a:cubicBezTo>
                  <a:pt x="86" y="228"/>
                  <a:pt x="86" y="228"/>
                  <a:pt x="86" y="228"/>
                </a:cubicBezTo>
                <a:cubicBezTo>
                  <a:pt x="86" y="147"/>
                  <a:pt x="151" y="82"/>
                  <a:pt x="231" y="82"/>
                </a:cubicBezTo>
                <a:cubicBezTo>
                  <a:pt x="4559" y="82"/>
                  <a:pt x="4559" y="82"/>
                  <a:pt x="4559" y="82"/>
                </a:cubicBezTo>
                <a:cubicBezTo>
                  <a:pt x="4639" y="82"/>
                  <a:pt x="4704" y="147"/>
                  <a:pt x="4704" y="228"/>
                </a:cubicBezTo>
                <a:lnTo>
                  <a:pt x="4704" y="3437"/>
                </a:lnTo>
                <a:close/>
                <a:moveTo>
                  <a:pt x="4159" y="149"/>
                </a:moveTo>
                <a:cubicBezTo>
                  <a:pt x="4159" y="149"/>
                  <a:pt x="4159" y="149"/>
                  <a:pt x="4159" y="149"/>
                </a:cubicBezTo>
                <a:cubicBezTo>
                  <a:pt x="4160" y="148"/>
                  <a:pt x="4161" y="147"/>
                  <a:pt x="4162" y="146"/>
                </a:cubicBezTo>
                <a:cubicBezTo>
                  <a:pt x="4163" y="145"/>
                  <a:pt x="4164" y="144"/>
                  <a:pt x="4164" y="142"/>
                </a:cubicBezTo>
                <a:cubicBezTo>
                  <a:pt x="4164" y="140"/>
                  <a:pt x="4163" y="139"/>
                  <a:pt x="4163" y="138"/>
                </a:cubicBezTo>
                <a:cubicBezTo>
                  <a:pt x="4162" y="137"/>
                  <a:pt x="4162" y="136"/>
                  <a:pt x="4161" y="135"/>
                </a:cubicBezTo>
                <a:cubicBezTo>
                  <a:pt x="4160" y="134"/>
                  <a:pt x="4159" y="134"/>
                  <a:pt x="4157" y="133"/>
                </a:cubicBezTo>
                <a:cubicBezTo>
                  <a:pt x="4156" y="133"/>
                  <a:pt x="4155" y="133"/>
                  <a:pt x="4153" y="133"/>
                </a:cubicBezTo>
                <a:cubicBezTo>
                  <a:pt x="4151" y="133"/>
                  <a:pt x="4150" y="133"/>
                  <a:pt x="4149" y="134"/>
                </a:cubicBezTo>
                <a:cubicBezTo>
                  <a:pt x="4147" y="134"/>
                  <a:pt x="4146" y="135"/>
                  <a:pt x="4145" y="136"/>
                </a:cubicBezTo>
                <a:cubicBezTo>
                  <a:pt x="4144" y="137"/>
                  <a:pt x="4144" y="138"/>
                  <a:pt x="4143" y="139"/>
                </a:cubicBezTo>
                <a:cubicBezTo>
                  <a:pt x="4143" y="141"/>
                  <a:pt x="4143" y="142"/>
                  <a:pt x="4142" y="144"/>
                </a:cubicBezTo>
                <a:cubicBezTo>
                  <a:pt x="4147" y="144"/>
                  <a:pt x="4147" y="144"/>
                  <a:pt x="4147" y="144"/>
                </a:cubicBezTo>
                <a:cubicBezTo>
                  <a:pt x="4147" y="143"/>
                  <a:pt x="4147" y="142"/>
                  <a:pt x="4147" y="141"/>
                </a:cubicBezTo>
                <a:cubicBezTo>
                  <a:pt x="4147" y="140"/>
                  <a:pt x="4148" y="139"/>
                  <a:pt x="4148" y="139"/>
                </a:cubicBezTo>
                <a:cubicBezTo>
                  <a:pt x="4149" y="138"/>
                  <a:pt x="4149" y="137"/>
                  <a:pt x="4150" y="137"/>
                </a:cubicBezTo>
                <a:cubicBezTo>
                  <a:pt x="4151" y="137"/>
                  <a:pt x="4152" y="136"/>
                  <a:pt x="4153" y="136"/>
                </a:cubicBezTo>
                <a:cubicBezTo>
                  <a:pt x="4155" y="136"/>
                  <a:pt x="4156" y="137"/>
                  <a:pt x="4158" y="138"/>
                </a:cubicBezTo>
                <a:cubicBezTo>
                  <a:pt x="4159" y="139"/>
                  <a:pt x="4159" y="140"/>
                  <a:pt x="4159" y="142"/>
                </a:cubicBezTo>
                <a:cubicBezTo>
                  <a:pt x="4159" y="143"/>
                  <a:pt x="4159" y="144"/>
                  <a:pt x="4159" y="144"/>
                </a:cubicBezTo>
                <a:cubicBezTo>
                  <a:pt x="4158" y="145"/>
                  <a:pt x="4158" y="146"/>
                  <a:pt x="4157" y="146"/>
                </a:cubicBezTo>
                <a:cubicBezTo>
                  <a:pt x="4157" y="147"/>
                  <a:pt x="4156" y="147"/>
                  <a:pt x="4155" y="147"/>
                </a:cubicBezTo>
                <a:cubicBezTo>
                  <a:pt x="4154" y="147"/>
                  <a:pt x="4154" y="148"/>
                  <a:pt x="4153" y="148"/>
                </a:cubicBezTo>
                <a:cubicBezTo>
                  <a:pt x="4151" y="148"/>
                  <a:pt x="4151" y="148"/>
                  <a:pt x="4151" y="148"/>
                </a:cubicBezTo>
                <a:cubicBezTo>
                  <a:pt x="4151" y="148"/>
                  <a:pt x="4151" y="148"/>
                  <a:pt x="4151" y="147"/>
                </a:cubicBezTo>
                <a:cubicBezTo>
                  <a:pt x="4151" y="151"/>
                  <a:pt x="4151" y="151"/>
                  <a:pt x="4151" y="151"/>
                </a:cubicBezTo>
                <a:cubicBezTo>
                  <a:pt x="4152" y="151"/>
                  <a:pt x="4152" y="151"/>
                  <a:pt x="4153" y="151"/>
                </a:cubicBezTo>
                <a:cubicBezTo>
                  <a:pt x="4154" y="151"/>
                  <a:pt x="4155" y="151"/>
                  <a:pt x="4156" y="151"/>
                </a:cubicBezTo>
                <a:cubicBezTo>
                  <a:pt x="4157" y="152"/>
                  <a:pt x="4158" y="152"/>
                  <a:pt x="4159" y="153"/>
                </a:cubicBezTo>
                <a:cubicBezTo>
                  <a:pt x="4159" y="153"/>
                  <a:pt x="4160" y="154"/>
                  <a:pt x="4160" y="155"/>
                </a:cubicBezTo>
                <a:cubicBezTo>
                  <a:pt x="4161" y="155"/>
                  <a:pt x="4161" y="156"/>
                  <a:pt x="4161" y="157"/>
                </a:cubicBezTo>
                <a:cubicBezTo>
                  <a:pt x="4161" y="158"/>
                  <a:pt x="4161" y="159"/>
                  <a:pt x="4160" y="160"/>
                </a:cubicBezTo>
                <a:cubicBezTo>
                  <a:pt x="4160" y="161"/>
                  <a:pt x="4159" y="162"/>
                  <a:pt x="4158" y="162"/>
                </a:cubicBezTo>
                <a:cubicBezTo>
                  <a:pt x="4158" y="163"/>
                  <a:pt x="4157" y="163"/>
                  <a:pt x="4156" y="164"/>
                </a:cubicBezTo>
                <a:cubicBezTo>
                  <a:pt x="4155" y="164"/>
                  <a:pt x="4154" y="164"/>
                  <a:pt x="4153" y="164"/>
                </a:cubicBezTo>
                <a:cubicBezTo>
                  <a:pt x="4151" y="164"/>
                  <a:pt x="4149" y="163"/>
                  <a:pt x="4148" y="162"/>
                </a:cubicBezTo>
                <a:cubicBezTo>
                  <a:pt x="4147" y="161"/>
                  <a:pt x="4146" y="159"/>
                  <a:pt x="4146" y="157"/>
                </a:cubicBezTo>
                <a:cubicBezTo>
                  <a:pt x="4142" y="157"/>
                  <a:pt x="4142" y="157"/>
                  <a:pt x="4142" y="157"/>
                </a:cubicBezTo>
                <a:cubicBezTo>
                  <a:pt x="4142" y="158"/>
                  <a:pt x="4142" y="160"/>
                  <a:pt x="4143" y="161"/>
                </a:cubicBezTo>
                <a:cubicBezTo>
                  <a:pt x="4143" y="163"/>
                  <a:pt x="4144" y="164"/>
                  <a:pt x="4145" y="165"/>
                </a:cubicBezTo>
                <a:cubicBezTo>
                  <a:pt x="4146" y="166"/>
                  <a:pt x="4147" y="166"/>
                  <a:pt x="4148" y="167"/>
                </a:cubicBezTo>
                <a:cubicBezTo>
                  <a:pt x="4150" y="167"/>
                  <a:pt x="4151" y="168"/>
                  <a:pt x="4153" y="168"/>
                </a:cubicBezTo>
                <a:cubicBezTo>
                  <a:pt x="4155" y="168"/>
                  <a:pt x="4156" y="167"/>
                  <a:pt x="4158" y="167"/>
                </a:cubicBezTo>
                <a:cubicBezTo>
                  <a:pt x="4159" y="167"/>
                  <a:pt x="4161" y="166"/>
                  <a:pt x="4162" y="165"/>
                </a:cubicBezTo>
                <a:cubicBezTo>
                  <a:pt x="4163" y="164"/>
                  <a:pt x="4164" y="163"/>
                  <a:pt x="4164" y="162"/>
                </a:cubicBezTo>
                <a:cubicBezTo>
                  <a:pt x="4165" y="160"/>
                  <a:pt x="4165" y="159"/>
                  <a:pt x="4165" y="157"/>
                </a:cubicBezTo>
                <a:cubicBezTo>
                  <a:pt x="4165" y="155"/>
                  <a:pt x="4165" y="153"/>
                  <a:pt x="4164" y="152"/>
                </a:cubicBezTo>
                <a:cubicBezTo>
                  <a:pt x="4163" y="150"/>
                  <a:pt x="4161" y="149"/>
                  <a:pt x="4159" y="149"/>
                </a:cubicBezTo>
                <a:moveTo>
                  <a:pt x="4227" y="132"/>
                </a:moveTo>
                <a:cubicBezTo>
                  <a:pt x="4213" y="167"/>
                  <a:pt x="4213" y="167"/>
                  <a:pt x="4213" y="167"/>
                </a:cubicBezTo>
                <a:cubicBezTo>
                  <a:pt x="4218" y="167"/>
                  <a:pt x="4218" y="167"/>
                  <a:pt x="4218" y="167"/>
                </a:cubicBezTo>
                <a:cubicBezTo>
                  <a:pt x="4222" y="157"/>
                  <a:pt x="4222" y="157"/>
                  <a:pt x="4222" y="157"/>
                </a:cubicBezTo>
                <a:cubicBezTo>
                  <a:pt x="4237" y="157"/>
                  <a:pt x="4237" y="157"/>
                  <a:pt x="4237" y="157"/>
                </a:cubicBezTo>
                <a:cubicBezTo>
                  <a:pt x="4241" y="167"/>
                  <a:pt x="4241" y="167"/>
                  <a:pt x="4241" y="167"/>
                </a:cubicBezTo>
                <a:cubicBezTo>
                  <a:pt x="4246" y="167"/>
                  <a:pt x="4246" y="167"/>
                  <a:pt x="4246" y="167"/>
                </a:cubicBezTo>
                <a:cubicBezTo>
                  <a:pt x="4232" y="132"/>
                  <a:pt x="4232" y="132"/>
                  <a:pt x="4232" y="132"/>
                </a:cubicBezTo>
                <a:lnTo>
                  <a:pt x="4227" y="132"/>
                </a:lnTo>
                <a:close/>
                <a:moveTo>
                  <a:pt x="4223" y="153"/>
                </a:moveTo>
                <a:cubicBezTo>
                  <a:pt x="4229" y="137"/>
                  <a:pt x="4229" y="137"/>
                  <a:pt x="4229" y="137"/>
                </a:cubicBezTo>
                <a:cubicBezTo>
                  <a:pt x="4229" y="137"/>
                  <a:pt x="4229" y="137"/>
                  <a:pt x="4229" y="137"/>
                </a:cubicBezTo>
                <a:cubicBezTo>
                  <a:pt x="4235" y="153"/>
                  <a:pt x="4235" y="153"/>
                  <a:pt x="4235" y="153"/>
                </a:cubicBezTo>
                <a:lnTo>
                  <a:pt x="4223" y="153"/>
                </a:lnTo>
                <a:close/>
                <a:moveTo>
                  <a:pt x="4609" y="143"/>
                </a:moveTo>
                <a:cubicBezTo>
                  <a:pt x="4609" y="157"/>
                  <a:pt x="4609" y="157"/>
                  <a:pt x="4609" y="157"/>
                </a:cubicBezTo>
                <a:cubicBezTo>
                  <a:pt x="4612" y="157"/>
                  <a:pt x="4615" y="154"/>
                  <a:pt x="4615" y="151"/>
                </a:cubicBezTo>
                <a:cubicBezTo>
                  <a:pt x="4615" y="146"/>
                  <a:pt x="4612" y="143"/>
                  <a:pt x="4609" y="143"/>
                </a:cubicBezTo>
                <a:moveTo>
                  <a:pt x="4194" y="142"/>
                </a:moveTo>
                <a:cubicBezTo>
                  <a:pt x="4193" y="141"/>
                  <a:pt x="4193" y="140"/>
                  <a:pt x="4193" y="139"/>
                </a:cubicBezTo>
                <a:cubicBezTo>
                  <a:pt x="4192" y="137"/>
                  <a:pt x="4191" y="136"/>
                  <a:pt x="4191" y="136"/>
                </a:cubicBezTo>
                <a:cubicBezTo>
                  <a:pt x="4190" y="135"/>
                  <a:pt x="4189" y="134"/>
                  <a:pt x="4187" y="133"/>
                </a:cubicBezTo>
                <a:cubicBezTo>
                  <a:pt x="4186" y="133"/>
                  <a:pt x="4185" y="133"/>
                  <a:pt x="4183" y="133"/>
                </a:cubicBezTo>
                <a:cubicBezTo>
                  <a:pt x="4181" y="133"/>
                  <a:pt x="4179" y="133"/>
                  <a:pt x="4178" y="133"/>
                </a:cubicBezTo>
                <a:cubicBezTo>
                  <a:pt x="4177" y="134"/>
                  <a:pt x="4176" y="135"/>
                  <a:pt x="4175" y="136"/>
                </a:cubicBezTo>
                <a:cubicBezTo>
                  <a:pt x="4174" y="136"/>
                  <a:pt x="4174" y="137"/>
                  <a:pt x="4173" y="139"/>
                </a:cubicBezTo>
                <a:cubicBezTo>
                  <a:pt x="4173" y="140"/>
                  <a:pt x="4172" y="141"/>
                  <a:pt x="4172" y="142"/>
                </a:cubicBezTo>
                <a:cubicBezTo>
                  <a:pt x="4172" y="144"/>
                  <a:pt x="4171" y="145"/>
                  <a:pt x="4171" y="146"/>
                </a:cubicBezTo>
                <a:cubicBezTo>
                  <a:pt x="4171" y="148"/>
                  <a:pt x="4171" y="149"/>
                  <a:pt x="4171" y="150"/>
                </a:cubicBezTo>
                <a:cubicBezTo>
                  <a:pt x="4171" y="152"/>
                  <a:pt x="4171" y="153"/>
                  <a:pt x="4171" y="154"/>
                </a:cubicBezTo>
                <a:cubicBezTo>
                  <a:pt x="4171" y="156"/>
                  <a:pt x="4172" y="157"/>
                  <a:pt x="4172" y="158"/>
                </a:cubicBezTo>
                <a:cubicBezTo>
                  <a:pt x="4172" y="159"/>
                  <a:pt x="4173" y="161"/>
                  <a:pt x="4173" y="162"/>
                </a:cubicBezTo>
                <a:cubicBezTo>
                  <a:pt x="4174" y="163"/>
                  <a:pt x="4174" y="164"/>
                  <a:pt x="4175" y="165"/>
                </a:cubicBezTo>
                <a:cubicBezTo>
                  <a:pt x="4176" y="166"/>
                  <a:pt x="4177" y="166"/>
                  <a:pt x="4178" y="167"/>
                </a:cubicBezTo>
                <a:cubicBezTo>
                  <a:pt x="4179" y="167"/>
                  <a:pt x="4181" y="168"/>
                  <a:pt x="4183" y="168"/>
                </a:cubicBezTo>
                <a:cubicBezTo>
                  <a:pt x="4185" y="168"/>
                  <a:pt x="4186" y="167"/>
                  <a:pt x="4187" y="167"/>
                </a:cubicBezTo>
                <a:cubicBezTo>
                  <a:pt x="4189" y="166"/>
                  <a:pt x="4190" y="166"/>
                  <a:pt x="4191" y="165"/>
                </a:cubicBezTo>
                <a:cubicBezTo>
                  <a:pt x="4191" y="164"/>
                  <a:pt x="4192" y="163"/>
                  <a:pt x="4193" y="162"/>
                </a:cubicBezTo>
                <a:cubicBezTo>
                  <a:pt x="4193" y="161"/>
                  <a:pt x="4193" y="159"/>
                  <a:pt x="4194" y="158"/>
                </a:cubicBezTo>
                <a:cubicBezTo>
                  <a:pt x="4194" y="157"/>
                  <a:pt x="4194" y="156"/>
                  <a:pt x="4194" y="154"/>
                </a:cubicBezTo>
                <a:cubicBezTo>
                  <a:pt x="4194" y="153"/>
                  <a:pt x="4194" y="152"/>
                  <a:pt x="4194" y="150"/>
                </a:cubicBezTo>
                <a:cubicBezTo>
                  <a:pt x="4194" y="149"/>
                  <a:pt x="4194" y="148"/>
                  <a:pt x="4194" y="146"/>
                </a:cubicBezTo>
                <a:cubicBezTo>
                  <a:pt x="4194" y="145"/>
                  <a:pt x="4194" y="144"/>
                  <a:pt x="4194" y="142"/>
                </a:cubicBezTo>
                <a:moveTo>
                  <a:pt x="4190" y="155"/>
                </a:moveTo>
                <a:cubicBezTo>
                  <a:pt x="4190" y="156"/>
                  <a:pt x="4189" y="158"/>
                  <a:pt x="4189" y="159"/>
                </a:cubicBezTo>
                <a:cubicBezTo>
                  <a:pt x="4189" y="160"/>
                  <a:pt x="4188" y="162"/>
                  <a:pt x="4187" y="163"/>
                </a:cubicBezTo>
                <a:cubicBezTo>
                  <a:pt x="4186" y="164"/>
                  <a:pt x="4185" y="164"/>
                  <a:pt x="4183" y="164"/>
                </a:cubicBezTo>
                <a:cubicBezTo>
                  <a:pt x="4181" y="164"/>
                  <a:pt x="4180" y="164"/>
                  <a:pt x="4179" y="163"/>
                </a:cubicBezTo>
                <a:cubicBezTo>
                  <a:pt x="4178" y="162"/>
                  <a:pt x="4177" y="160"/>
                  <a:pt x="4177" y="159"/>
                </a:cubicBezTo>
                <a:cubicBezTo>
                  <a:pt x="4176" y="158"/>
                  <a:pt x="4176" y="156"/>
                  <a:pt x="4176" y="155"/>
                </a:cubicBezTo>
                <a:cubicBezTo>
                  <a:pt x="4176" y="153"/>
                  <a:pt x="4176" y="151"/>
                  <a:pt x="4176" y="150"/>
                </a:cubicBezTo>
                <a:cubicBezTo>
                  <a:pt x="4176" y="149"/>
                  <a:pt x="4176" y="148"/>
                  <a:pt x="4176" y="147"/>
                </a:cubicBezTo>
                <a:cubicBezTo>
                  <a:pt x="4176" y="146"/>
                  <a:pt x="4176" y="145"/>
                  <a:pt x="4176" y="144"/>
                </a:cubicBezTo>
                <a:cubicBezTo>
                  <a:pt x="4176" y="143"/>
                  <a:pt x="4176" y="142"/>
                  <a:pt x="4177" y="141"/>
                </a:cubicBezTo>
                <a:cubicBezTo>
                  <a:pt x="4177" y="140"/>
                  <a:pt x="4177" y="140"/>
                  <a:pt x="4178" y="139"/>
                </a:cubicBezTo>
                <a:cubicBezTo>
                  <a:pt x="4178" y="138"/>
                  <a:pt x="4179" y="137"/>
                  <a:pt x="4180" y="137"/>
                </a:cubicBezTo>
                <a:cubicBezTo>
                  <a:pt x="4181" y="137"/>
                  <a:pt x="4182" y="136"/>
                  <a:pt x="4183" y="136"/>
                </a:cubicBezTo>
                <a:cubicBezTo>
                  <a:pt x="4184" y="136"/>
                  <a:pt x="4185" y="137"/>
                  <a:pt x="4186" y="137"/>
                </a:cubicBezTo>
                <a:cubicBezTo>
                  <a:pt x="4187" y="137"/>
                  <a:pt x="4187" y="138"/>
                  <a:pt x="4188" y="139"/>
                </a:cubicBezTo>
                <a:cubicBezTo>
                  <a:pt x="4188" y="140"/>
                  <a:pt x="4189" y="140"/>
                  <a:pt x="4189" y="141"/>
                </a:cubicBezTo>
                <a:cubicBezTo>
                  <a:pt x="4189" y="142"/>
                  <a:pt x="4189" y="143"/>
                  <a:pt x="4190" y="144"/>
                </a:cubicBezTo>
                <a:cubicBezTo>
                  <a:pt x="4190" y="145"/>
                  <a:pt x="4190" y="146"/>
                  <a:pt x="4190" y="147"/>
                </a:cubicBezTo>
                <a:cubicBezTo>
                  <a:pt x="4190" y="148"/>
                  <a:pt x="4190" y="149"/>
                  <a:pt x="4190" y="150"/>
                </a:cubicBezTo>
                <a:cubicBezTo>
                  <a:pt x="4190" y="151"/>
                  <a:pt x="4190" y="153"/>
                  <a:pt x="4190" y="155"/>
                </a:cubicBezTo>
                <a:moveTo>
                  <a:pt x="4117" y="136"/>
                </a:moveTo>
                <a:cubicBezTo>
                  <a:pt x="4116" y="135"/>
                  <a:pt x="4115" y="134"/>
                  <a:pt x="4113" y="133"/>
                </a:cubicBezTo>
                <a:cubicBezTo>
                  <a:pt x="4112" y="133"/>
                  <a:pt x="4110" y="133"/>
                  <a:pt x="4109" y="133"/>
                </a:cubicBezTo>
                <a:cubicBezTo>
                  <a:pt x="4107" y="133"/>
                  <a:pt x="4106" y="133"/>
                  <a:pt x="4104" y="134"/>
                </a:cubicBezTo>
                <a:cubicBezTo>
                  <a:pt x="4103" y="134"/>
                  <a:pt x="4102" y="135"/>
                  <a:pt x="4101" y="136"/>
                </a:cubicBezTo>
                <a:cubicBezTo>
                  <a:pt x="4100" y="137"/>
                  <a:pt x="4099" y="138"/>
                  <a:pt x="4098" y="139"/>
                </a:cubicBezTo>
                <a:cubicBezTo>
                  <a:pt x="4098" y="141"/>
                  <a:pt x="4097" y="142"/>
                  <a:pt x="4097" y="144"/>
                </a:cubicBezTo>
                <a:cubicBezTo>
                  <a:pt x="4097" y="146"/>
                  <a:pt x="4098" y="147"/>
                  <a:pt x="4098" y="149"/>
                </a:cubicBezTo>
                <a:cubicBezTo>
                  <a:pt x="4099" y="150"/>
                  <a:pt x="4099" y="151"/>
                  <a:pt x="4100" y="152"/>
                </a:cubicBezTo>
                <a:cubicBezTo>
                  <a:pt x="4101" y="153"/>
                  <a:pt x="4102" y="154"/>
                  <a:pt x="4104" y="155"/>
                </a:cubicBezTo>
                <a:cubicBezTo>
                  <a:pt x="4105" y="155"/>
                  <a:pt x="4107" y="155"/>
                  <a:pt x="4108" y="155"/>
                </a:cubicBezTo>
                <a:cubicBezTo>
                  <a:pt x="4110" y="155"/>
                  <a:pt x="4112" y="155"/>
                  <a:pt x="4113" y="154"/>
                </a:cubicBezTo>
                <a:cubicBezTo>
                  <a:pt x="4114" y="153"/>
                  <a:pt x="4116" y="152"/>
                  <a:pt x="4116" y="151"/>
                </a:cubicBezTo>
                <a:cubicBezTo>
                  <a:pt x="4116" y="151"/>
                  <a:pt x="4116" y="151"/>
                  <a:pt x="4116" y="151"/>
                </a:cubicBezTo>
                <a:cubicBezTo>
                  <a:pt x="4116" y="155"/>
                  <a:pt x="4116" y="159"/>
                  <a:pt x="4114" y="161"/>
                </a:cubicBezTo>
                <a:cubicBezTo>
                  <a:pt x="4113" y="163"/>
                  <a:pt x="4111" y="164"/>
                  <a:pt x="4109" y="164"/>
                </a:cubicBezTo>
                <a:cubicBezTo>
                  <a:pt x="4107" y="164"/>
                  <a:pt x="4106" y="164"/>
                  <a:pt x="4104" y="163"/>
                </a:cubicBezTo>
                <a:cubicBezTo>
                  <a:pt x="4103" y="162"/>
                  <a:pt x="4103" y="161"/>
                  <a:pt x="4102" y="159"/>
                </a:cubicBezTo>
                <a:cubicBezTo>
                  <a:pt x="4098" y="159"/>
                  <a:pt x="4098" y="159"/>
                  <a:pt x="4098" y="159"/>
                </a:cubicBezTo>
                <a:cubicBezTo>
                  <a:pt x="4098" y="162"/>
                  <a:pt x="4100" y="164"/>
                  <a:pt x="4101" y="166"/>
                </a:cubicBezTo>
                <a:cubicBezTo>
                  <a:pt x="4103" y="167"/>
                  <a:pt x="4106" y="168"/>
                  <a:pt x="4109" y="168"/>
                </a:cubicBezTo>
                <a:cubicBezTo>
                  <a:pt x="4113" y="168"/>
                  <a:pt x="4116" y="166"/>
                  <a:pt x="4118" y="163"/>
                </a:cubicBezTo>
                <a:cubicBezTo>
                  <a:pt x="4120" y="160"/>
                  <a:pt x="4121" y="155"/>
                  <a:pt x="4121" y="149"/>
                </a:cubicBezTo>
                <a:cubicBezTo>
                  <a:pt x="4121" y="146"/>
                  <a:pt x="4120" y="143"/>
                  <a:pt x="4120" y="141"/>
                </a:cubicBezTo>
                <a:cubicBezTo>
                  <a:pt x="4119" y="139"/>
                  <a:pt x="4118" y="137"/>
                  <a:pt x="4117" y="136"/>
                </a:cubicBezTo>
                <a:moveTo>
                  <a:pt x="4115" y="147"/>
                </a:moveTo>
                <a:cubicBezTo>
                  <a:pt x="4115" y="148"/>
                  <a:pt x="4114" y="149"/>
                  <a:pt x="4114" y="150"/>
                </a:cubicBezTo>
                <a:cubicBezTo>
                  <a:pt x="4113" y="150"/>
                  <a:pt x="4112" y="151"/>
                  <a:pt x="4112" y="151"/>
                </a:cubicBezTo>
                <a:cubicBezTo>
                  <a:pt x="4111" y="152"/>
                  <a:pt x="4110" y="152"/>
                  <a:pt x="4109" y="152"/>
                </a:cubicBezTo>
                <a:cubicBezTo>
                  <a:pt x="4108" y="152"/>
                  <a:pt x="4107" y="152"/>
                  <a:pt x="4106" y="151"/>
                </a:cubicBezTo>
                <a:cubicBezTo>
                  <a:pt x="4105" y="151"/>
                  <a:pt x="4104" y="150"/>
                  <a:pt x="4104" y="150"/>
                </a:cubicBezTo>
                <a:cubicBezTo>
                  <a:pt x="4103" y="149"/>
                  <a:pt x="4103" y="148"/>
                  <a:pt x="4102" y="147"/>
                </a:cubicBezTo>
                <a:cubicBezTo>
                  <a:pt x="4102" y="146"/>
                  <a:pt x="4102" y="145"/>
                  <a:pt x="4102" y="145"/>
                </a:cubicBezTo>
                <a:cubicBezTo>
                  <a:pt x="4102" y="143"/>
                  <a:pt x="4102" y="142"/>
                  <a:pt x="4102" y="141"/>
                </a:cubicBezTo>
                <a:cubicBezTo>
                  <a:pt x="4102" y="140"/>
                  <a:pt x="4103" y="140"/>
                  <a:pt x="4103" y="139"/>
                </a:cubicBezTo>
                <a:cubicBezTo>
                  <a:pt x="4104" y="138"/>
                  <a:pt x="4105" y="137"/>
                  <a:pt x="4105" y="137"/>
                </a:cubicBezTo>
                <a:cubicBezTo>
                  <a:pt x="4106" y="137"/>
                  <a:pt x="4107" y="136"/>
                  <a:pt x="4109" y="136"/>
                </a:cubicBezTo>
                <a:cubicBezTo>
                  <a:pt x="4110" y="136"/>
                  <a:pt x="4111" y="137"/>
                  <a:pt x="4112" y="137"/>
                </a:cubicBezTo>
                <a:cubicBezTo>
                  <a:pt x="4113" y="137"/>
                  <a:pt x="4113" y="138"/>
                  <a:pt x="4114" y="139"/>
                </a:cubicBezTo>
                <a:cubicBezTo>
                  <a:pt x="4115" y="139"/>
                  <a:pt x="4115" y="140"/>
                  <a:pt x="4115" y="141"/>
                </a:cubicBezTo>
                <a:cubicBezTo>
                  <a:pt x="4116" y="142"/>
                  <a:pt x="4116" y="143"/>
                  <a:pt x="4116" y="144"/>
                </a:cubicBezTo>
                <a:cubicBezTo>
                  <a:pt x="4116" y="145"/>
                  <a:pt x="4116" y="146"/>
                  <a:pt x="4115" y="147"/>
                </a:cubicBezTo>
                <a:moveTo>
                  <a:pt x="4129" y="167"/>
                </a:moveTo>
                <a:cubicBezTo>
                  <a:pt x="4134" y="167"/>
                  <a:pt x="4134" y="167"/>
                  <a:pt x="4134" y="167"/>
                </a:cubicBezTo>
                <a:cubicBezTo>
                  <a:pt x="4134" y="162"/>
                  <a:pt x="4134" y="162"/>
                  <a:pt x="4134" y="162"/>
                </a:cubicBezTo>
                <a:cubicBezTo>
                  <a:pt x="4129" y="162"/>
                  <a:pt x="4129" y="162"/>
                  <a:pt x="4129" y="162"/>
                </a:cubicBezTo>
                <a:lnTo>
                  <a:pt x="4129" y="167"/>
                </a:lnTo>
                <a:close/>
                <a:moveTo>
                  <a:pt x="4129" y="147"/>
                </a:moveTo>
                <a:cubicBezTo>
                  <a:pt x="4134" y="147"/>
                  <a:pt x="4134" y="147"/>
                  <a:pt x="4134" y="147"/>
                </a:cubicBezTo>
                <a:cubicBezTo>
                  <a:pt x="4134" y="142"/>
                  <a:pt x="4134" y="142"/>
                  <a:pt x="4134" y="142"/>
                </a:cubicBezTo>
                <a:cubicBezTo>
                  <a:pt x="4129" y="142"/>
                  <a:pt x="4129" y="142"/>
                  <a:pt x="4129" y="142"/>
                </a:cubicBezTo>
                <a:lnTo>
                  <a:pt x="4129" y="147"/>
                </a:lnTo>
                <a:close/>
                <a:moveTo>
                  <a:pt x="4452" y="141"/>
                </a:moveTo>
                <a:cubicBezTo>
                  <a:pt x="4454" y="143"/>
                  <a:pt x="4455" y="145"/>
                  <a:pt x="4457" y="147"/>
                </a:cubicBezTo>
                <a:cubicBezTo>
                  <a:pt x="4462" y="142"/>
                  <a:pt x="4467" y="139"/>
                  <a:pt x="4473" y="139"/>
                </a:cubicBezTo>
                <a:cubicBezTo>
                  <a:pt x="4480" y="139"/>
                  <a:pt x="4485" y="142"/>
                  <a:pt x="4489" y="147"/>
                </a:cubicBezTo>
                <a:cubicBezTo>
                  <a:pt x="4491" y="145"/>
                  <a:pt x="4493" y="143"/>
                  <a:pt x="4495" y="141"/>
                </a:cubicBezTo>
                <a:cubicBezTo>
                  <a:pt x="4483" y="127"/>
                  <a:pt x="4462" y="129"/>
                  <a:pt x="4452" y="141"/>
                </a:cubicBezTo>
                <a:moveTo>
                  <a:pt x="4597" y="131"/>
                </a:moveTo>
                <a:cubicBezTo>
                  <a:pt x="4545" y="131"/>
                  <a:pt x="4545" y="131"/>
                  <a:pt x="4545" y="131"/>
                </a:cubicBezTo>
                <a:cubicBezTo>
                  <a:pt x="4540" y="131"/>
                  <a:pt x="4537" y="134"/>
                  <a:pt x="4537" y="140"/>
                </a:cubicBezTo>
                <a:cubicBezTo>
                  <a:pt x="4536" y="147"/>
                  <a:pt x="4536" y="153"/>
                  <a:pt x="4537" y="160"/>
                </a:cubicBezTo>
                <a:cubicBezTo>
                  <a:pt x="4537" y="166"/>
                  <a:pt x="4540" y="169"/>
                  <a:pt x="4545" y="169"/>
                </a:cubicBezTo>
                <a:cubicBezTo>
                  <a:pt x="4554" y="169"/>
                  <a:pt x="4562" y="169"/>
                  <a:pt x="4571" y="169"/>
                </a:cubicBezTo>
                <a:cubicBezTo>
                  <a:pt x="4580" y="169"/>
                  <a:pt x="4588" y="169"/>
                  <a:pt x="4597" y="169"/>
                </a:cubicBezTo>
                <a:cubicBezTo>
                  <a:pt x="4602" y="169"/>
                  <a:pt x="4605" y="166"/>
                  <a:pt x="4605" y="160"/>
                </a:cubicBezTo>
                <a:cubicBezTo>
                  <a:pt x="4606" y="153"/>
                  <a:pt x="4605" y="147"/>
                  <a:pt x="4605" y="140"/>
                </a:cubicBezTo>
                <a:cubicBezTo>
                  <a:pt x="4605" y="134"/>
                  <a:pt x="4602" y="131"/>
                  <a:pt x="4597" y="131"/>
                </a:cubicBezTo>
                <a:moveTo>
                  <a:pt x="4602" y="160"/>
                </a:moveTo>
                <a:cubicBezTo>
                  <a:pt x="4602" y="164"/>
                  <a:pt x="4601" y="166"/>
                  <a:pt x="4597" y="166"/>
                </a:cubicBezTo>
                <a:cubicBezTo>
                  <a:pt x="4545" y="166"/>
                  <a:pt x="4545" y="166"/>
                  <a:pt x="4545" y="166"/>
                </a:cubicBezTo>
                <a:cubicBezTo>
                  <a:pt x="4541" y="166"/>
                  <a:pt x="4540" y="164"/>
                  <a:pt x="4540" y="160"/>
                </a:cubicBezTo>
                <a:cubicBezTo>
                  <a:pt x="4540" y="153"/>
                  <a:pt x="4540" y="147"/>
                  <a:pt x="4540" y="140"/>
                </a:cubicBezTo>
                <a:cubicBezTo>
                  <a:pt x="4540" y="136"/>
                  <a:pt x="4541" y="134"/>
                  <a:pt x="4545" y="134"/>
                </a:cubicBezTo>
                <a:cubicBezTo>
                  <a:pt x="4554" y="134"/>
                  <a:pt x="4562" y="134"/>
                  <a:pt x="4571" y="134"/>
                </a:cubicBezTo>
                <a:cubicBezTo>
                  <a:pt x="4580" y="134"/>
                  <a:pt x="4588" y="134"/>
                  <a:pt x="4597" y="134"/>
                </a:cubicBezTo>
                <a:cubicBezTo>
                  <a:pt x="4601" y="134"/>
                  <a:pt x="4602" y="136"/>
                  <a:pt x="4602" y="140"/>
                </a:cubicBezTo>
                <a:cubicBezTo>
                  <a:pt x="4602" y="147"/>
                  <a:pt x="4602" y="153"/>
                  <a:pt x="4602" y="160"/>
                </a:cubicBezTo>
                <a:moveTo>
                  <a:pt x="4473" y="157"/>
                </a:moveTo>
                <a:cubicBezTo>
                  <a:pt x="4470" y="157"/>
                  <a:pt x="4467" y="159"/>
                  <a:pt x="4467" y="163"/>
                </a:cubicBezTo>
                <a:cubicBezTo>
                  <a:pt x="4467" y="166"/>
                  <a:pt x="4470" y="169"/>
                  <a:pt x="4473" y="169"/>
                </a:cubicBezTo>
                <a:cubicBezTo>
                  <a:pt x="4477" y="169"/>
                  <a:pt x="4479" y="166"/>
                  <a:pt x="4479" y="163"/>
                </a:cubicBezTo>
                <a:cubicBezTo>
                  <a:pt x="4479" y="159"/>
                  <a:pt x="4477" y="157"/>
                  <a:pt x="4473" y="157"/>
                </a:cubicBezTo>
                <a:moveTo>
                  <a:pt x="4460" y="151"/>
                </a:moveTo>
                <a:cubicBezTo>
                  <a:pt x="4462" y="152"/>
                  <a:pt x="4464" y="154"/>
                  <a:pt x="4466" y="156"/>
                </a:cubicBezTo>
                <a:cubicBezTo>
                  <a:pt x="4468" y="154"/>
                  <a:pt x="4470" y="153"/>
                  <a:pt x="4473" y="153"/>
                </a:cubicBezTo>
                <a:cubicBezTo>
                  <a:pt x="4476" y="153"/>
                  <a:pt x="4479" y="154"/>
                  <a:pt x="4481" y="156"/>
                </a:cubicBezTo>
                <a:cubicBezTo>
                  <a:pt x="4483" y="154"/>
                  <a:pt x="4485" y="152"/>
                  <a:pt x="4487" y="151"/>
                </a:cubicBezTo>
                <a:cubicBezTo>
                  <a:pt x="4480" y="142"/>
                  <a:pt x="4467" y="142"/>
                  <a:pt x="4460" y="151"/>
                </a:cubicBezTo>
                <a:moveTo>
                  <a:pt x="4547" y="138"/>
                </a:moveTo>
                <a:cubicBezTo>
                  <a:pt x="4545" y="138"/>
                  <a:pt x="4543" y="139"/>
                  <a:pt x="4543" y="142"/>
                </a:cubicBezTo>
                <a:cubicBezTo>
                  <a:pt x="4543" y="147"/>
                  <a:pt x="4543" y="152"/>
                  <a:pt x="4543" y="158"/>
                </a:cubicBezTo>
                <a:cubicBezTo>
                  <a:pt x="4543" y="161"/>
                  <a:pt x="4544" y="162"/>
                  <a:pt x="4548" y="162"/>
                </a:cubicBezTo>
                <a:cubicBezTo>
                  <a:pt x="4560" y="162"/>
                  <a:pt x="4572" y="162"/>
                  <a:pt x="4584" y="162"/>
                </a:cubicBezTo>
                <a:cubicBezTo>
                  <a:pt x="4585" y="162"/>
                  <a:pt x="4585" y="162"/>
                  <a:pt x="4586" y="162"/>
                </a:cubicBezTo>
                <a:cubicBezTo>
                  <a:pt x="4586" y="138"/>
                  <a:pt x="4586" y="138"/>
                  <a:pt x="4586" y="138"/>
                </a:cubicBezTo>
                <a:cubicBezTo>
                  <a:pt x="4586" y="138"/>
                  <a:pt x="4585" y="138"/>
                  <a:pt x="4585" y="138"/>
                </a:cubicBezTo>
                <a:cubicBezTo>
                  <a:pt x="4572" y="138"/>
                  <a:pt x="4560" y="138"/>
                  <a:pt x="4547" y="138"/>
                </a:cubicBezTo>
                <a:moveTo>
                  <a:pt x="4369" y="153"/>
                </a:moveTo>
                <a:cubicBezTo>
                  <a:pt x="4369" y="153"/>
                  <a:pt x="4369" y="153"/>
                  <a:pt x="4369" y="153"/>
                </a:cubicBezTo>
                <a:cubicBezTo>
                  <a:pt x="4366" y="153"/>
                  <a:pt x="4363" y="156"/>
                  <a:pt x="4363" y="159"/>
                </a:cubicBezTo>
                <a:cubicBezTo>
                  <a:pt x="4363" y="164"/>
                  <a:pt x="4363" y="164"/>
                  <a:pt x="4363" y="164"/>
                </a:cubicBezTo>
                <a:cubicBezTo>
                  <a:pt x="4363" y="167"/>
                  <a:pt x="4366" y="170"/>
                  <a:pt x="4369" y="170"/>
                </a:cubicBezTo>
                <a:cubicBezTo>
                  <a:pt x="4369" y="170"/>
                  <a:pt x="4369" y="170"/>
                  <a:pt x="4369" y="170"/>
                </a:cubicBezTo>
                <a:cubicBezTo>
                  <a:pt x="4373" y="170"/>
                  <a:pt x="4375" y="167"/>
                  <a:pt x="4375" y="164"/>
                </a:cubicBezTo>
                <a:cubicBezTo>
                  <a:pt x="4375" y="159"/>
                  <a:pt x="4375" y="159"/>
                  <a:pt x="4375" y="159"/>
                </a:cubicBezTo>
                <a:cubicBezTo>
                  <a:pt x="4375" y="156"/>
                  <a:pt x="4373" y="153"/>
                  <a:pt x="4369" y="153"/>
                </a:cubicBezTo>
                <a:moveTo>
                  <a:pt x="4408" y="132"/>
                </a:moveTo>
                <a:cubicBezTo>
                  <a:pt x="4407" y="132"/>
                  <a:pt x="4407" y="132"/>
                  <a:pt x="4407" y="132"/>
                </a:cubicBezTo>
                <a:cubicBezTo>
                  <a:pt x="4404" y="132"/>
                  <a:pt x="4402" y="135"/>
                  <a:pt x="4402" y="138"/>
                </a:cubicBezTo>
                <a:cubicBezTo>
                  <a:pt x="4402" y="164"/>
                  <a:pt x="4402" y="164"/>
                  <a:pt x="4402" y="164"/>
                </a:cubicBezTo>
                <a:cubicBezTo>
                  <a:pt x="4402" y="167"/>
                  <a:pt x="4404" y="170"/>
                  <a:pt x="4407" y="170"/>
                </a:cubicBezTo>
                <a:cubicBezTo>
                  <a:pt x="4408" y="170"/>
                  <a:pt x="4408" y="170"/>
                  <a:pt x="4408" y="170"/>
                </a:cubicBezTo>
                <a:cubicBezTo>
                  <a:pt x="4411" y="170"/>
                  <a:pt x="4414" y="167"/>
                  <a:pt x="4414" y="164"/>
                </a:cubicBezTo>
                <a:cubicBezTo>
                  <a:pt x="4414" y="138"/>
                  <a:pt x="4414" y="138"/>
                  <a:pt x="4414" y="138"/>
                </a:cubicBezTo>
                <a:cubicBezTo>
                  <a:pt x="4414" y="135"/>
                  <a:pt x="4411" y="132"/>
                  <a:pt x="4408" y="132"/>
                </a:cubicBezTo>
                <a:moveTo>
                  <a:pt x="4268" y="162"/>
                </a:moveTo>
                <a:cubicBezTo>
                  <a:pt x="4257" y="132"/>
                  <a:pt x="4257" y="132"/>
                  <a:pt x="4257" y="132"/>
                </a:cubicBezTo>
                <a:cubicBezTo>
                  <a:pt x="4251" y="132"/>
                  <a:pt x="4251" y="132"/>
                  <a:pt x="4251" y="132"/>
                </a:cubicBezTo>
                <a:cubicBezTo>
                  <a:pt x="4251" y="167"/>
                  <a:pt x="4251" y="167"/>
                  <a:pt x="4251" y="167"/>
                </a:cubicBezTo>
                <a:cubicBezTo>
                  <a:pt x="4255" y="167"/>
                  <a:pt x="4255" y="167"/>
                  <a:pt x="4255" y="167"/>
                </a:cubicBezTo>
                <a:cubicBezTo>
                  <a:pt x="4255" y="138"/>
                  <a:pt x="4255" y="138"/>
                  <a:pt x="4255" y="138"/>
                </a:cubicBezTo>
                <a:cubicBezTo>
                  <a:pt x="4256" y="138"/>
                  <a:pt x="4256" y="138"/>
                  <a:pt x="4256" y="138"/>
                </a:cubicBezTo>
                <a:cubicBezTo>
                  <a:pt x="4266" y="167"/>
                  <a:pt x="4266" y="167"/>
                  <a:pt x="4266" y="167"/>
                </a:cubicBezTo>
                <a:cubicBezTo>
                  <a:pt x="4270" y="167"/>
                  <a:pt x="4270" y="167"/>
                  <a:pt x="4270" y="167"/>
                </a:cubicBezTo>
                <a:cubicBezTo>
                  <a:pt x="4281" y="138"/>
                  <a:pt x="4281" y="138"/>
                  <a:pt x="4281" y="138"/>
                </a:cubicBezTo>
                <a:cubicBezTo>
                  <a:pt x="4281" y="138"/>
                  <a:pt x="4281" y="138"/>
                  <a:pt x="4281" y="138"/>
                </a:cubicBezTo>
                <a:cubicBezTo>
                  <a:pt x="4281" y="167"/>
                  <a:pt x="4281" y="167"/>
                  <a:pt x="4281" y="167"/>
                </a:cubicBezTo>
                <a:cubicBezTo>
                  <a:pt x="4286" y="167"/>
                  <a:pt x="4286" y="167"/>
                  <a:pt x="4286" y="167"/>
                </a:cubicBezTo>
                <a:cubicBezTo>
                  <a:pt x="4286" y="132"/>
                  <a:pt x="4286" y="132"/>
                  <a:pt x="4286" y="132"/>
                </a:cubicBezTo>
                <a:cubicBezTo>
                  <a:pt x="4279" y="132"/>
                  <a:pt x="4279" y="132"/>
                  <a:pt x="4279" y="132"/>
                </a:cubicBezTo>
                <a:lnTo>
                  <a:pt x="4268" y="162"/>
                </a:lnTo>
                <a:close/>
                <a:moveTo>
                  <a:pt x="4389" y="143"/>
                </a:moveTo>
                <a:cubicBezTo>
                  <a:pt x="4388" y="143"/>
                  <a:pt x="4388" y="143"/>
                  <a:pt x="4388" y="143"/>
                </a:cubicBezTo>
                <a:cubicBezTo>
                  <a:pt x="4385" y="143"/>
                  <a:pt x="4382" y="145"/>
                  <a:pt x="4382" y="149"/>
                </a:cubicBezTo>
                <a:cubicBezTo>
                  <a:pt x="4382" y="164"/>
                  <a:pt x="4382" y="164"/>
                  <a:pt x="4382" y="164"/>
                </a:cubicBezTo>
                <a:cubicBezTo>
                  <a:pt x="4382" y="167"/>
                  <a:pt x="4385" y="170"/>
                  <a:pt x="4388" y="170"/>
                </a:cubicBezTo>
                <a:cubicBezTo>
                  <a:pt x="4389" y="170"/>
                  <a:pt x="4389" y="170"/>
                  <a:pt x="4389" y="170"/>
                </a:cubicBezTo>
                <a:cubicBezTo>
                  <a:pt x="4392" y="170"/>
                  <a:pt x="4395" y="167"/>
                  <a:pt x="4395" y="164"/>
                </a:cubicBezTo>
                <a:cubicBezTo>
                  <a:pt x="4395" y="149"/>
                  <a:pt x="4395" y="149"/>
                  <a:pt x="4395" y="149"/>
                </a:cubicBezTo>
                <a:cubicBezTo>
                  <a:pt x="4395" y="145"/>
                  <a:pt x="4392" y="143"/>
                  <a:pt x="4389" y="143"/>
                </a:cubicBezTo>
              </a:path>
            </a:pathLst>
          </a:custGeom>
          <a:solidFill>
            <a:srgbClr val="2F3941"/>
          </a:solidFill>
          <a:ln>
            <a:noFill/>
          </a:ln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9347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Pho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7F783002-8F8A-FBB7-9005-A3E9DA77F3E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E3472D1-4B64-879E-FC55-008D4C09C50F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E2319061-5E8A-C1BC-FF0A-0BE78113563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623C9712-0EE8-55CE-3155-686F26CACB6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3" name="Textplatzhalter 17">
            <a:extLst>
              <a:ext uri="{FF2B5EF4-FFF2-40B4-BE49-F238E27FC236}">
                <a16:creationId xmlns:a16="http://schemas.microsoft.com/office/drawing/2014/main" id="{E06697FA-E812-1C7A-8708-4B639DB0EC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B7053A4A-D0C5-F6C5-19D1-8A8B5CBC7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6" name="Bildplatzhalter 29">
            <a:extLst>
              <a:ext uri="{FF2B5EF4-FFF2-40B4-BE49-F238E27FC236}">
                <a16:creationId xmlns:a16="http://schemas.microsoft.com/office/drawing/2014/main" id="{AB73BCEE-05F0-2AA0-4587-63458D90DCA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98614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/>
            </a:lvl1pPr>
          </a:lstStyle>
          <a:p>
            <a:endParaRPr lang="de-DE"/>
          </a:p>
        </p:txBody>
      </p:sp>
      <p:sp>
        <p:nvSpPr>
          <p:cNvPr id="7" name="Bildplatzhalter 3">
            <a:extLst>
              <a:ext uri="{FF2B5EF4-FFF2-40B4-BE49-F238E27FC236}">
                <a16:creationId xmlns:a16="http://schemas.microsoft.com/office/drawing/2014/main" id="{1581CFC6-F789-6F4B-BCBB-C1486C1530F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498614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endParaRPr lang="de-DE"/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1C1B4717-9EC6-D209-24CD-8E3F4C42003E}"/>
              </a:ext>
            </a:extLst>
          </p:cNvPr>
          <p:cNvGrpSpPr/>
          <p:nvPr userDrawn="1"/>
        </p:nvGrpSpPr>
        <p:grpSpPr>
          <a:xfrm>
            <a:off x="7452799" y="1458000"/>
            <a:ext cx="2311134" cy="4894165"/>
            <a:chOff x="7452799" y="1458000"/>
            <a:chExt cx="2311134" cy="4894165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D8A18D1A-12EA-AFF0-F558-7EFCD8C06A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52799" y="1458000"/>
              <a:ext cx="2311134" cy="4894165"/>
            </a:xfrm>
            <a:custGeom>
              <a:avLst/>
              <a:gdLst>
                <a:gd name="T0" fmla="*/ 1381 w 1617"/>
                <a:gd name="T1" fmla="*/ 0 h 3426"/>
                <a:gd name="T2" fmla="*/ 237 w 1617"/>
                <a:gd name="T3" fmla="*/ 0 h 3426"/>
                <a:gd name="T4" fmla="*/ 0 w 1617"/>
                <a:gd name="T5" fmla="*/ 239 h 3426"/>
                <a:gd name="T6" fmla="*/ 0 w 1617"/>
                <a:gd name="T7" fmla="*/ 3187 h 3426"/>
                <a:gd name="T8" fmla="*/ 237 w 1617"/>
                <a:gd name="T9" fmla="*/ 3426 h 3426"/>
                <a:gd name="T10" fmla="*/ 1381 w 1617"/>
                <a:gd name="T11" fmla="*/ 3426 h 3426"/>
                <a:gd name="T12" fmla="*/ 1617 w 1617"/>
                <a:gd name="T13" fmla="*/ 3187 h 3426"/>
                <a:gd name="T14" fmla="*/ 1617 w 1617"/>
                <a:gd name="T15" fmla="*/ 239 h 3426"/>
                <a:gd name="T16" fmla="*/ 1381 w 1617"/>
                <a:gd name="T17" fmla="*/ 0 h 3426"/>
                <a:gd name="T18" fmla="*/ 1575 w 1617"/>
                <a:gd name="T19" fmla="*/ 3193 h 3426"/>
                <a:gd name="T20" fmla="*/ 1385 w 1617"/>
                <a:gd name="T21" fmla="*/ 3383 h 3426"/>
                <a:gd name="T22" fmla="*/ 233 w 1617"/>
                <a:gd name="T23" fmla="*/ 3383 h 3426"/>
                <a:gd name="T24" fmla="*/ 43 w 1617"/>
                <a:gd name="T25" fmla="*/ 3193 h 3426"/>
                <a:gd name="T26" fmla="*/ 43 w 1617"/>
                <a:gd name="T27" fmla="*/ 233 h 3426"/>
                <a:gd name="T28" fmla="*/ 233 w 1617"/>
                <a:gd name="T29" fmla="*/ 43 h 3426"/>
                <a:gd name="T30" fmla="*/ 417 w 1617"/>
                <a:gd name="T31" fmla="*/ 43 h 3426"/>
                <a:gd name="T32" fmla="*/ 417 w 1617"/>
                <a:gd name="T33" fmla="*/ 77 h 3426"/>
                <a:gd name="T34" fmla="*/ 487 w 1617"/>
                <a:gd name="T35" fmla="*/ 153 h 3426"/>
                <a:gd name="T36" fmla="*/ 1130 w 1617"/>
                <a:gd name="T37" fmla="*/ 153 h 3426"/>
                <a:gd name="T38" fmla="*/ 1201 w 1617"/>
                <a:gd name="T39" fmla="*/ 77 h 3426"/>
                <a:gd name="T40" fmla="*/ 1201 w 1617"/>
                <a:gd name="T41" fmla="*/ 43 h 3426"/>
                <a:gd name="T42" fmla="*/ 1385 w 1617"/>
                <a:gd name="T43" fmla="*/ 43 h 3426"/>
                <a:gd name="T44" fmla="*/ 1575 w 1617"/>
                <a:gd name="T45" fmla="*/ 233 h 3426"/>
                <a:gd name="T46" fmla="*/ 1575 w 1617"/>
                <a:gd name="T47" fmla="*/ 3193 h 3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17" h="3426">
                  <a:moveTo>
                    <a:pt x="1381" y="0"/>
                  </a:moveTo>
                  <a:cubicBezTo>
                    <a:pt x="237" y="0"/>
                    <a:pt x="237" y="0"/>
                    <a:pt x="237" y="0"/>
                  </a:cubicBezTo>
                  <a:cubicBezTo>
                    <a:pt x="98" y="0"/>
                    <a:pt x="0" y="99"/>
                    <a:pt x="0" y="239"/>
                  </a:cubicBezTo>
                  <a:cubicBezTo>
                    <a:pt x="0" y="3187"/>
                    <a:pt x="0" y="3187"/>
                    <a:pt x="0" y="3187"/>
                  </a:cubicBezTo>
                  <a:cubicBezTo>
                    <a:pt x="0" y="3328"/>
                    <a:pt x="98" y="3426"/>
                    <a:pt x="237" y="3426"/>
                  </a:cubicBezTo>
                  <a:cubicBezTo>
                    <a:pt x="1381" y="3426"/>
                    <a:pt x="1381" y="3426"/>
                    <a:pt x="1381" y="3426"/>
                  </a:cubicBezTo>
                  <a:cubicBezTo>
                    <a:pt x="1520" y="3426"/>
                    <a:pt x="1617" y="3328"/>
                    <a:pt x="1617" y="3187"/>
                  </a:cubicBezTo>
                  <a:cubicBezTo>
                    <a:pt x="1617" y="239"/>
                    <a:pt x="1617" y="239"/>
                    <a:pt x="1617" y="239"/>
                  </a:cubicBezTo>
                  <a:cubicBezTo>
                    <a:pt x="1617" y="99"/>
                    <a:pt x="1520" y="0"/>
                    <a:pt x="1381" y="0"/>
                  </a:cubicBezTo>
                  <a:moveTo>
                    <a:pt x="1575" y="3193"/>
                  </a:moveTo>
                  <a:cubicBezTo>
                    <a:pt x="1575" y="3298"/>
                    <a:pt x="1490" y="3383"/>
                    <a:pt x="1385" y="3383"/>
                  </a:cubicBezTo>
                  <a:cubicBezTo>
                    <a:pt x="233" y="3383"/>
                    <a:pt x="233" y="3383"/>
                    <a:pt x="233" y="3383"/>
                  </a:cubicBezTo>
                  <a:cubicBezTo>
                    <a:pt x="128" y="3383"/>
                    <a:pt x="43" y="3298"/>
                    <a:pt x="43" y="3193"/>
                  </a:cubicBezTo>
                  <a:cubicBezTo>
                    <a:pt x="43" y="233"/>
                    <a:pt x="43" y="233"/>
                    <a:pt x="43" y="233"/>
                  </a:cubicBezTo>
                  <a:cubicBezTo>
                    <a:pt x="43" y="128"/>
                    <a:pt x="128" y="43"/>
                    <a:pt x="233" y="43"/>
                  </a:cubicBezTo>
                  <a:cubicBezTo>
                    <a:pt x="417" y="43"/>
                    <a:pt x="417" y="43"/>
                    <a:pt x="417" y="43"/>
                  </a:cubicBezTo>
                  <a:cubicBezTo>
                    <a:pt x="417" y="77"/>
                    <a:pt x="417" y="77"/>
                    <a:pt x="417" y="77"/>
                  </a:cubicBezTo>
                  <a:cubicBezTo>
                    <a:pt x="417" y="108"/>
                    <a:pt x="436" y="153"/>
                    <a:pt x="487" y="153"/>
                  </a:cubicBezTo>
                  <a:cubicBezTo>
                    <a:pt x="1130" y="153"/>
                    <a:pt x="1130" y="153"/>
                    <a:pt x="1130" y="153"/>
                  </a:cubicBezTo>
                  <a:cubicBezTo>
                    <a:pt x="1181" y="153"/>
                    <a:pt x="1201" y="108"/>
                    <a:pt x="1201" y="77"/>
                  </a:cubicBezTo>
                  <a:cubicBezTo>
                    <a:pt x="1201" y="43"/>
                    <a:pt x="1201" y="43"/>
                    <a:pt x="1201" y="43"/>
                  </a:cubicBezTo>
                  <a:cubicBezTo>
                    <a:pt x="1385" y="43"/>
                    <a:pt x="1385" y="43"/>
                    <a:pt x="1385" y="43"/>
                  </a:cubicBezTo>
                  <a:cubicBezTo>
                    <a:pt x="1490" y="43"/>
                    <a:pt x="1575" y="128"/>
                    <a:pt x="1575" y="233"/>
                  </a:cubicBezTo>
                  <a:lnTo>
                    <a:pt x="1575" y="3193"/>
                  </a:lnTo>
                  <a:close/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B6B71F61-B9E6-8098-6B19-A72FF2136CE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31937" y="1530506"/>
              <a:ext cx="552859" cy="60044"/>
            </a:xfrm>
            <a:custGeom>
              <a:avLst/>
              <a:gdLst>
                <a:gd name="T0" fmla="*/ 22 w 387"/>
                <a:gd name="T1" fmla="*/ 0 h 42"/>
                <a:gd name="T2" fmla="*/ 0 w 387"/>
                <a:gd name="T3" fmla="*/ 21 h 42"/>
                <a:gd name="T4" fmla="*/ 22 w 387"/>
                <a:gd name="T5" fmla="*/ 42 h 42"/>
                <a:gd name="T6" fmla="*/ 43 w 387"/>
                <a:gd name="T7" fmla="*/ 21 h 42"/>
                <a:gd name="T8" fmla="*/ 22 w 387"/>
                <a:gd name="T9" fmla="*/ 0 h 42"/>
                <a:gd name="T10" fmla="*/ 376 w 387"/>
                <a:gd name="T11" fmla="*/ 9 h 42"/>
                <a:gd name="T12" fmla="*/ 99 w 387"/>
                <a:gd name="T13" fmla="*/ 9 h 42"/>
                <a:gd name="T14" fmla="*/ 88 w 387"/>
                <a:gd name="T15" fmla="*/ 21 h 42"/>
                <a:gd name="T16" fmla="*/ 88 w 387"/>
                <a:gd name="T17" fmla="*/ 22 h 42"/>
                <a:gd name="T18" fmla="*/ 99 w 387"/>
                <a:gd name="T19" fmla="*/ 33 h 42"/>
                <a:gd name="T20" fmla="*/ 376 w 387"/>
                <a:gd name="T21" fmla="*/ 33 h 42"/>
                <a:gd name="T22" fmla="*/ 387 w 387"/>
                <a:gd name="T23" fmla="*/ 22 h 42"/>
                <a:gd name="T24" fmla="*/ 387 w 387"/>
                <a:gd name="T25" fmla="*/ 21 h 42"/>
                <a:gd name="T26" fmla="*/ 376 w 387"/>
                <a:gd name="T27" fmla="*/ 9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87" h="42">
                  <a:moveTo>
                    <a:pt x="22" y="0"/>
                  </a:moveTo>
                  <a:cubicBezTo>
                    <a:pt x="10" y="0"/>
                    <a:pt x="0" y="9"/>
                    <a:pt x="0" y="21"/>
                  </a:cubicBezTo>
                  <a:cubicBezTo>
                    <a:pt x="0" y="33"/>
                    <a:pt x="10" y="42"/>
                    <a:pt x="22" y="42"/>
                  </a:cubicBezTo>
                  <a:cubicBezTo>
                    <a:pt x="33" y="42"/>
                    <a:pt x="43" y="33"/>
                    <a:pt x="43" y="21"/>
                  </a:cubicBezTo>
                  <a:cubicBezTo>
                    <a:pt x="43" y="9"/>
                    <a:pt x="33" y="0"/>
                    <a:pt x="22" y="0"/>
                  </a:cubicBezTo>
                  <a:moveTo>
                    <a:pt x="376" y="9"/>
                  </a:moveTo>
                  <a:cubicBezTo>
                    <a:pt x="99" y="9"/>
                    <a:pt x="99" y="9"/>
                    <a:pt x="99" y="9"/>
                  </a:cubicBezTo>
                  <a:cubicBezTo>
                    <a:pt x="93" y="9"/>
                    <a:pt x="88" y="14"/>
                    <a:pt x="88" y="21"/>
                  </a:cubicBezTo>
                  <a:cubicBezTo>
                    <a:pt x="88" y="22"/>
                    <a:pt x="88" y="22"/>
                    <a:pt x="88" y="22"/>
                  </a:cubicBezTo>
                  <a:cubicBezTo>
                    <a:pt x="88" y="28"/>
                    <a:pt x="93" y="33"/>
                    <a:pt x="99" y="33"/>
                  </a:cubicBezTo>
                  <a:cubicBezTo>
                    <a:pt x="376" y="33"/>
                    <a:pt x="376" y="33"/>
                    <a:pt x="376" y="33"/>
                  </a:cubicBezTo>
                  <a:cubicBezTo>
                    <a:pt x="382" y="33"/>
                    <a:pt x="387" y="28"/>
                    <a:pt x="387" y="22"/>
                  </a:cubicBezTo>
                  <a:cubicBezTo>
                    <a:pt x="387" y="21"/>
                    <a:pt x="387" y="21"/>
                    <a:pt x="387" y="21"/>
                  </a:cubicBezTo>
                  <a:cubicBezTo>
                    <a:pt x="387" y="14"/>
                    <a:pt x="382" y="9"/>
                    <a:pt x="376" y="9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757996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Pho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7F783002-8F8A-FBB7-9005-A3E9DA77F3E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813" y="1808163"/>
            <a:ext cx="4003622" cy="453707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1pPr>
            <a:lvl2pPr marL="6286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2pPr>
            <a:lvl3pPr marL="10858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3pPr>
            <a:lvl4pPr marL="15430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4pPr>
            <a:lvl5pPr marL="2000250" indent="-171450">
              <a:buFont typeface="Symbol" panose="05050102010706020507" pitchFamily="18" charset="2"/>
              <a:buChar char="-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E3472D1-4B64-879E-FC55-008D4C09C50F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E2319061-5E8A-C1BC-FF0A-0BE78113563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9AFED0C-CF0F-CBAD-24CB-D1CB31E76793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3" name="Textplatzhalter 17">
            <a:extLst>
              <a:ext uri="{FF2B5EF4-FFF2-40B4-BE49-F238E27FC236}">
                <a16:creationId xmlns:a16="http://schemas.microsoft.com/office/drawing/2014/main" id="{E1F924FB-F963-3450-CCD9-0AFE886A842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1DD99F52-D901-3556-A0E7-CCDDBBC6E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Bildplatzhalter 29">
            <a:extLst>
              <a:ext uri="{FF2B5EF4-FFF2-40B4-BE49-F238E27FC236}">
                <a16:creationId xmlns:a16="http://schemas.microsoft.com/office/drawing/2014/main" id="{665C6093-EBD8-B4D7-943D-B17F22BFA1A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Bildplatzhalter 29">
            <a:extLst>
              <a:ext uri="{FF2B5EF4-FFF2-40B4-BE49-F238E27FC236}">
                <a16:creationId xmlns:a16="http://schemas.microsoft.com/office/drawing/2014/main" id="{60EAA060-20E6-1E6D-4657-8D3B1087CDD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731181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1"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7" name="Bildplatzhalter 8">
            <a:extLst>
              <a:ext uri="{FF2B5EF4-FFF2-40B4-BE49-F238E27FC236}">
                <a16:creationId xmlns:a16="http://schemas.microsoft.com/office/drawing/2014/main" id="{91D303DE-CE0A-87CE-F205-1C95F1C1D749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96000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endParaRPr lang="de-DE"/>
          </a:p>
        </p:txBody>
      </p:sp>
      <p:sp>
        <p:nvSpPr>
          <p:cNvPr id="8" name="Bildplatzhalter 16">
            <a:extLst>
              <a:ext uri="{FF2B5EF4-FFF2-40B4-BE49-F238E27FC236}">
                <a16:creationId xmlns:a16="http://schemas.microsoft.com/office/drawing/2014/main" id="{61CA04DE-AC27-90A3-8DC5-D35F2F7374F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731181" y="1505102"/>
            <a:ext cx="2214000" cy="4821659"/>
          </a:xfrm>
          <a:custGeom>
            <a:avLst/>
            <a:gdLst>
              <a:gd name="connsiteX0" fmla="*/ 266012 w 2214000"/>
              <a:gd name="connsiteY0" fmla="*/ 0 h 4821659"/>
              <a:gd name="connsiteX1" fmla="*/ 1947988 w 2214000"/>
              <a:gd name="connsiteY1" fmla="*/ 0 h 4821659"/>
              <a:gd name="connsiteX2" fmla="*/ 2214000 w 2214000"/>
              <a:gd name="connsiteY2" fmla="*/ 266012 h 4821659"/>
              <a:gd name="connsiteX3" fmla="*/ 2214000 w 2214000"/>
              <a:gd name="connsiteY3" fmla="*/ 4555647 h 4821659"/>
              <a:gd name="connsiteX4" fmla="*/ 1947988 w 2214000"/>
              <a:gd name="connsiteY4" fmla="*/ 4821659 h 4821659"/>
              <a:gd name="connsiteX5" fmla="*/ 266012 w 2214000"/>
              <a:gd name="connsiteY5" fmla="*/ 4821659 h 4821659"/>
              <a:gd name="connsiteX6" fmla="*/ 0 w 2214000"/>
              <a:gd name="connsiteY6" fmla="*/ 4555647 h 4821659"/>
              <a:gd name="connsiteX7" fmla="*/ 0 w 2214000"/>
              <a:gd name="connsiteY7" fmla="*/ 266012 h 4821659"/>
              <a:gd name="connsiteX8" fmla="*/ 266012 w 2214000"/>
              <a:gd name="connsiteY8" fmla="*/ 0 h 4821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14000" h="4821659">
                <a:moveTo>
                  <a:pt x="266012" y="0"/>
                </a:moveTo>
                <a:lnTo>
                  <a:pt x="1947988" y="0"/>
                </a:lnTo>
                <a:cubicBezTo>
                  <a:pt x="2094902" y="0"/>
                  <a:pt x="2214000" y="119098"/>
                  <a:pt x="2214000" y="266012"/>
                </a:cubicBezTo>
                <a:lnTo>
                  <a:pt x="2214000" y="4555647"/>
                </a:lnTo>
                <a:cubicBezTo>
                  <a:pt x="2214000" y="4702561"/>
                  <a:pt x="2094902" y="4821659"/>
                  <a:pt x="1947988" y="4821659"/>
                </a:cubicBezTo>
                <a:lnTo>
                  <a:pt x="266012" y="4821659"/>
                </a:lnTo>
                <a:cubicBezTo>
                  <a:pt x="119098" y="4821659"/>
                  <a:pt x="0" y="4702561"/>
                  <a:pt x="0" y="4555647"/>
                </a:cubicBezTo>
                <a:lnTo>
                  <a:pt x="0" y="266012"/>
                </a:lnTo>
                <a:cubicBezTo>
                  <a:pt x="0" y="119098"/>
                  <a:pt x="119098" y="0"/>
                  <a:pt x="266012" y="0"/>
                </a:cubicBezTo>
                <a:close/>
              </a:path>
            </a:pathLst>
          </a:custGeom>
        </p:spPr>
        <p:txBody>
          <a:bodyPr anchor="ctr" anchorCtr="1"/>
          <a:lstStyle/>
          <a:p>
            <a:endParaRPr lang="de-DE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FB7585E6-2F6A-B06D-DE8E-CE590539679B}"/>
              </a:ext>
            </a:extLst>
          </p:cNvPr>
          <p:cNvGrpSpPr/>
          <p:nvPr userDrawn="1"/>
        </p:nvGrpSpPr>
        <p:grpSpPr>
          <a:xfrm>
            <a:off x="6048375" y="1458000"/>
            <a:ext cx="2311134" cy="4894165"/>
            <a:chOff x="6048375" y="1458000"/>
            <a:chExt cx="2311134" cy="489416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7022229A-D63C-C8EB-523F-0F2E845CFD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48375" y="1458000"/>
              <a:ext cx="2311134" cy="4894165"/>
            </a:xfrm>
            <a:custGeom>
              <a:avLst/>
              <a:gdLst>
                <a:gd name="T0" fmla="*/ 1381 w 1617"/>
                <a:gd name="T1" fmla="*/ 0 h 3426"/>
                <a:gd name="T2" fmla="*/ 237 w 1617"/>
                <a:gd name="T3" fmla="*/ 0 h 3426"/>
                <a:gd name="T4" fmla="*/ 0 w 1617"/>
                <a:gd name="T5" fmla="*/ 239 h 3426"/>
                <a:gd name="T6" fmla="*/ 0 w 1617"/>
                <a:gd name="T7" fmla="*/ 3187 h 3426"/>
                <a:gd name="T8" fmla="*/ 237 w 1617"/>
                <a:gd name="T9" fmla="*/ 3426 h 3426"/>
                <a:gd name="T10" fmla="*/ 1381 w 1617"/>
                <a:gd name="T11" fmla="*/ 3426 h 3426"/>
                <a:gd name="T12" fmla="*/ 1617 w 1617"/>
                <a:gd name="T13" fmla="*/ 3187 h 3426"/>
                <a:gd name="T14" fmla="*/ 1617 w 1617"/>
                <a:gd name="T15" fmla="*/ 239 h 3426"/>
                <a:gd name="T16" fmla="*/ 1381 w 1617"/>
                <a:gd name="T17" fmla="*/ 0 h 3426"/>
                <a:gd name="T18" fmla="*/ 1575 w 1617"/>
                <a:gd name="T19" fmla="*/ 3193 h 3426"/>
                <a:gd name="T20" fmla="*/ 1385 w 1617"/>
                <a:gd name="T21" fmla="*/ 3383 h 3426"/>
                <a:gd name="T22" fmla="*/ 233 w 1617"/>
                <a:gd name="T23" fmla="*/ 3383 h 3426"/>
                <a:gd name="T24" fmla="*/ 43 w 1617"/>
                <a:gd name="T25" fmla="*/ 3193 h 3426"/>
                <a:gd name="T26" fmla="*/ 43 w 1617"/>
                <a:gd name="T27" fmla="*/ 233 h 3426"/>
                <a:gd name="T28" fmla="*/ 233 w 1617"/>
                <a:gd name="T29" fmla="*/ 43 h 3426"/>
                <a:gd name="T30" fmla="*/ 417 w 1617"/>
                <a:gd name="T31" fmla="*/ 43 h 3426"/>
                <a:gd name="T32" fmla="*/ 417 w 1617"/>
                <a:gd name="T33" fmla="*/ 77 h 3426"/>
                <a:gd name="T34" fmla="*/ 487 w 1617"/>
                <a:gd name="T35" fmla="*/ 153 h 3426"/>
                <a:gd name="T36" fmla="*/ 1130 w 1617"/>
                <a:gd name="T37" fmla="*/ 153 h 3426"/>
                <a:gd name="T38" fmla="*/ 1201 w 1617"/>
                <a:gd name="T39" fmla="*/ 77 h 3426"/>
                <a:gd name="T40" fmla="*/ 1201 w 1617"/>
                <a:gd name="T41" fmla="*/ 43 h 3426"/>
                <a:gd name="T42" fmla="*/ 1385 w 1617"/>
                <a:gd name="T43" fmla="*/ 43 h 3426"/>
                <a:gd name="T44" fmla="*/ 1575 w 1617"/>
                <a:gd name="T45" fmla="*/ 233 h 3426"/>
                <a:gd name="T46" fmla="*/ 1575 w 1617"/>
                <a:gd name="T47" fmla="*/ 3193 h 3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17" h="3426">
                  <a:moveTo>
                    <a:pt x="1381" y="0"/>
                  </a:moveTo>
                  <a:cubicBezTo>
                    <a:pt x="237" y="0"/>
                    <a:pt x="237" y="0"/>
                    <a:pt x="237" y="0"/>
                  </a:cubicBezTo>
                  <a:cubicBezTo>
                    <a:pt x="98" y="0"/>
                    <a:pt x="0" y="99"/>
                    <a:pt x="0" y="239"/>
                  </a:cubicBezTo>
                  <a:cubicBezTo>
                    <a:pt x="0" y="3187"/>
                    <a:pt x="0" y="3187"/>
                    <a:pt x="0" y="3187"/>
                  </a:cubicBezTo>
                  <a:cubicBezTo>
                    <a:pt x="0" y="3328"/>
                    <a:pt x="98" y="3426"/>
                    <a:pt x="237" y="3426"/>
                  </a:cubicBezTo>
                  <a:cubicBezTo>
                    <a:pt x="1381" y="3426"/>
                    <a:pt x="1381" y="3426"/>
                    <a:pt x="1381" y="3426"/>
                  </a:cubicBezTo>
                  <a:cubicBezTo>
                    <a:pt x="1520" y="3426"/>
                    <a:pt x="1617" y="3328"/>
                    <a:pt x="1617" y="3187"/>
                  </a:cubicBezTo>
                  <a:cubicBezTo>
                    <a:pt x="1617" y="239"/>
                    <a:pt x="1617" y="239"/>
                    <a:pt x="1617" y="239"/>
                  </a:cubicBezTo>
                  <a:cubicBezTo>
                    <a:pt x="1617" y="99"/>
                    <a:pt x="1520" y="0"/>
                    <a:pt x="1381" y="0"/>
                  </a:cubicBezTo>
                  <a:moveTo>
                    <a:pt x="1575" y="3193"/>
                  </a:moveTo>
                  <a:cubicBezTo>
                    <a:pt x="1575" y="3298"/>
                    <a:pt x="1490" y="3383"/>
                    <a:pt x="1385" y="3383"/>
                  </a:cubicBezTo>
                  <a:cubicBezTo>
                    <a:pt x="233" y="3383"/>
                    <a:pt x="233" y="3383"/>
                    <a:pt x="233" y="3383"/>
                  </a:cubicBezTo>
                  <a:cubicBezTo>
                    <a:pt x="128" y="3383"/>
                    <a:pt x="43" y="3298"/>
                    <a:pt x="43" y="3193"/>
                  </a:cubicBezTo>
                  <a:cubicBezTo>
                    <a:pt x="43" y="233"/>
                    <a:pt x="43" y="233"/>
                    <a:pt x="43" y="233"/>
                  </a:cubicBezTo>
                  <a:cubicBezTo>
                    <a:pt x="43" y="128"/>
                    <a:pt x="128" y="43"/>
                    <a:pt x="233" y="43"/>
                  </a:cubicBezTo>
                  <a:cubicBezTo>
                    <a:pt x="417" y="43"/>
                    <a:pt x="417" y="43"/>
                    <a:pt x="417" y="43"/>
                  </a:cubicBezTo>
                  <a:cubicBezTo>
                    <a:pt x="417" y="77"/>
                    <a:pt x="417" y="77"/>
                    <a:pt x="417" y="77"/>
                  </a:cubicBezTo>
                  <a:cubicBezTo>
                    <a:pt x="417" y="108"/>
                    <a:pt x="436" y="153"/>
                    <a:pt x="487" y="153"/>
                  </a:cubicBezTo>
                  <a:cubicBezTo>
                    <a:pt x="1130" y="153"/>
                    <a:pt x="1130" y="153"/>
                    <a:pt x="1130" y="153"/>
                  </a:cubicBezTo>
                  <a:cubicBezTo>
                    <a:pt x="1181" y="153"/>
                    <a:pt x="1201" y="108"/>
                    <a:pt x="1201" y="77"/>
                  </a:cubicBezTo>
                  <a:cubicBezTo>
                    <a:pt x="1201" y="43"/>
                    <a:pt x="1201" y="43"/>
                    <a:pt x="1201" y="43"/>
                  </a:cubicBezTo>
                  <a:cubicBezTo>
                    <a:pt x="1385" y="43"/>
                    <a:pt x="1385" y="43"/>
                    <a:pt x="1385" y="43"/>
                  </a:cubicBezTo>
                  <a:cubicBezTo>
                    <a:pt x="1490" y="43"/>
                    <a:pt x="1575" y="128"/>
                    <a:pt x="1575" y="233"/>
                  </a:cubicBezTo>
                  <a:lnTo>
                    <a:pt x="1575" y="3193"/>
                  </a:lnTo>
                  <a:close/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17E4C207-D9AC-E315-D4F4-0C3A5EE5E6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27513" y="1530506"/>
              <a:ext cx="552859" cy="60044"/>
            </a:xfrm>
            <a:custGeom>
              <a:avLst/>
              <a:gdLst>
                <a:gd name="T0" fmla="*/ 22 w 387"/>
                <a:gd name="T1" fmla="*/ 0 h 42"/>
                <a:gd name="T2" fmla="*/ 0 w 387"/>
                <a:gd name="T3" fmla="*/ 21 h 42"/>
                <a:gd name="T4" fmla="*/ 22 w 387"/>
                <a:gd name="T5" fmla="*/ 42 h 42"/>
                <a:gd name="T6" fmla="*/ 43 w 387"/>
                <a:gd name="T7" fmla="*/ 21 h 42"/>
                <a:gd name="T8" fmla="*/ 22 w 387"/>
                <a:gd name="T9" fmla="*/ 0 h 42"/>
                <a:gd name="T10" fmla="*/ 376 w 387"/>
                <a:gd name="T11" fmla="*/ 9 h 42"/>
                <a:gd name="T12" fmla="*/ 99 w 387"/>
                <a:gd name="T13" fmla="*/ 9 h 42"/>
                <a:gd name="T14" fmla="*/ 88 w 387"/>
                <a:gd name="T15" fmla="*/ 21 h 42"/>
                <a:gd name="T16" fmla="*/ 88 w 387"/>
                <a:gd name="T17" fmla="*/ 22 h 42"/>
                <a:gd name="T18" fmla="*/ 99 w 387"/>
                <a:gd name="T19" fmla="*/ 33 h 42"/>
                <a:gd name="T20" fmla="*/ 376 w 387"/>
                <a:gd name="T21" fmla="*/ 33 h 42"/>
                <a:gd name="T22" fmla="*/ 387 w 387"/>
                <a:gd name="T23" fmla="*/ 22 h 42"/>
                <a:gd name="T24" fmla="*/ 387 w 387"/>
                <a:gd name="T25" fmla="*/ 21 h 42"/>
                <a:gd name="T26" fmla="*/ 376 w 387"/>
                <a:gd name="T27" fmla="*/ 9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87" h="42">
                  <a:moveTo>
                    <a:pt x="22" y="0"/>
                  </a:moveTo>
                  <a:cubicBezTo>
                    <a:pt x="10" y="0"/>
                    <a:pt x="0" y="9"/>
                    <a:pt x="0" y="21"/>
                  </a:cubicBezTo>
                  <a:cubicBezTo>
                    <a:pt x="0" y="33"/>
                    <a:pt x="10" y="42"/>
                    <a:pt x="22" y="42"/>
                  </a:cubicBezTo>
                  <a:cubicBezTo>
                    <a:pt x="33" y="42"/>
                    <a:pt x="43" y="33"/>
                    <a:pt x="43" y="21"/>
                  </a:cubicBezTo>
                  <a:cubicBezTo>
                    <a:pt x="43" y="9"/>
                    <a:pt x="33" y="0"/>
                    <a:pt x="22" y="0"/>
                  </a:cubicBezTo>
                  <a:moveTo>
                    <a:pt x="376" y="9"/>
                  </a:moveTo>
                  <a:cubicBezTo>
                    <a:pt x="99" y="9"/>
                    <a:pt x="99" y="9"/>
                    <a:pt x="99" y="9"/>
                  </a:cubicBezTo>
                  <a:cubicBezTo>
                    <a:pt x="93" y="9"/>
                    <a:pt x="88" y="14"/>
                    <a:pt x="88" y="21"/>
                  </a:cubicBezTo>
                  <a:cubicBezTo>
                    <a:pt x="88" y="22"/>
                    <a:pt x="88" y="22"/>
                    <a:pt x="88" y="22"/>
                  </a:cubicBezTo>
                  <a:cubicBezTo>
                    <a:pt x="88" y="28"/>
                    <a:pt x="93" y="33"/>
                    <a:pt x="99" y="33"/>
                  </a:cubicBezTo>
                  <a:cubicBezTo>
                    <a:pt x="376" y="33"/>
                    <a:pt x="376" y="33"/>
                    <a:pt x="376" y="33"/>
                  </a:cubicBezTo>
                  <a:cubicBezTo>
                    <a:pt x="382" y="33"/>
                    <a:pt x="387" y="28"/>
                    <a:pt x="387" y="22"/>
                  </a:cubicBezTo>
                  <a:cubicBezTo>
                    <a:pt x="387" y="21"/>
                    <a:pt x="387" y="21"/>
                    <a:pt x="387" y="21"/>
                  </a:cubicBezTo>
                  <a:cubicBezTo>
                    <a:pt x="387" y="14"/>
                    <a:pt x="382" y="9"/>
                    <a:pt x="376" y="9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B7166365-F6E0-5C9F-AB02-5D3F33D3D482}"/>
              </a:ext>
            </a:extLst>
          </p:cNvPr>
          <p:cNvGrpSpPr/>
          <p:nvPr userDrawn="1"/>
        </p:nvGrpSpPr>
        <p:grpSpPr>
          <a:xfrm>
            <a:off x="8682614" y="1455063"/>
            <a:ext cx="2311134" cy="4894165"/>
            <a:chOff x="6048375" y="1458000"/>
            <a:chExt cx="2311134" cy="489416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773F2B96-9CDE-0F42-647B-69C874C1DF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48375" y="1458000"/>
              <a:ext cx="2311134" cy="4894165"/>
            </a:xfrm>
            <a:custGeom>
              <a:avLst/>
              <a:gdLst>
                <a:gd name="T0" fmla="*/ 1381 w 1617"/>
                <a:gd name="T1" fmla="*/ 0 h 3426"/>
                <a:gd name="T2" fmla="*/ 237 w 1617"/>
                <a:gd name="T3" fmla="*/ 0 h 3426"/>
                <a:gd name="T4" fmla="*/ 0 w 1617"/>
                <a:gd name="T5" fmla="*/ 239 h 3426"/>
                <a:gd name="T6" fmla="*/ 0 w 1617"/>
                <a:gd name="T7" fmla="*/ 3187 h 3426"/>
                <a:gd name="T8" fmla="*/ 237 w 1617"/>
                <a:gd name="T9" fmla="*/ 3426 h 3426"/>
                <a:gd name="T10" fmla="*/ 1381 w 1617"/>
                <a:gd name="T11" fmla="*/ 3426 h 3426"/>
                <a:gd name="T12" fmla="*/ 1617 w 1617"/>
                <a:gd name="T13" fmla="*/ 3187 h 3426"/>
                <a:gd name="T14" fmla="*/ 1617 w 1617"/>
                <a:gd name="T15" fmla="*/ 239 h 3426"/>
                <a:gd name="T16" fmla="*/ 1381 w 1617"/>
                <a:gd name="T17" fmla="*/ 0 h 3426"/>
                <a:gd name="T18" fmla="*/ 1575 w 1617"/>
                <a:gd name="T19" fmla="*/ 3193 h 3426"/>
                <a:gd name="T20" fmla="*/ 1385 w 1617"/>
                <a:gd name="T21" fmla="*/ 3383 h 3426"/>
                <a:gd name="T22" fmla="*/ 233 w 1617"/>
                <a:gd name="T23" fmla="*/ 3383 h 3426"/>
                <a:gd name="T24" fmla="*/ 43 w 1617"/>
                <a:gd name="T25" fmla="*/ 3193 h 3426"/>
                <a:gd name="T26" fmla="*/ 43 w 1617"/>
                <a:gd name="T27" fmla="*/ 233 h 3426"/>
                <a:gd name="T28" fmla="*/ 233 w 1617"/>
                <a:gd name="T29" fmla="*/ 43 h 3426"/>
                <a:gd name="T30" fmla="*/ 417 w 1617"/>
                <a:gd name="T31" fmla="*/ 43 h 3426"/>
                <a:gd name="T32" fmla="*/ 417 w 1617"/>
                <a:gd name="T33" fmla="*/ 77 h 3426"/>
                <a:gd name="T34" fmla="*/ 487 w 1617"/>
                <a:gd name="T35" fmla="*/ 153 h 3426"/>
                <a:gd name="T36" fmla="*/ 1130 w 1617"/>
                <a:gd name="T37" fmla="*/ 153 h 3426"/>
                <a:gd name="T38" fmla="*/ 1201 w 1617"/>
                <a:gd name="T39" fmla="*/ 77 h 3426"/>
                <a:gd name="T40" fmla="*/ 1201 w 1617"/>
                <a:gd name="T41" fmla="*/ 43 h 3426"/>
                <a:gd name="T42" fmla="*/ 1385 w 1617"/>
                <a:gd name="T43" fmla="*/ 43 h 3426"/>
                <a:gd name="T44" fmla="*/ 1575 w 1617"/>
                <a:gd name="T45" fmla="*/ 233 h 3426"/>
                <a:gd name="T46" fmla="*/ 1575 w 1617"/>
                <a:gd name="T47" fmla="*/ 3193 h 3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17" h="3426">
                  <a:moveTo>
                    <a:pt x="1381" y="0"/>
                  </a:moveTo>
                  <a:cubicBezTo>
                    <a:pt x="237" y="0"/>
                    <a:pt x="237" y="0"/>
                    <a:pt x="237" y="0"/>
                  </a:cubicBezTo>
                  <a:cubicBezTo>
                    <a:pt x="98" y="0"/>
                    <a:pt x="0" y="99"/>
                    <a:pt x="0" y="239"/>
                  </a:cubicBezTo>
                  <a:cubicBezTo>
                    <a:pt x="0" y="3187"/>
                    <a:pt x="0" y="3187"/>
                    <a:pt x="0" y="3187"/>
                  </a:cubicBezTo>
                  <a:cubicBezTo>
                    <a:pt x="0" y="3328"/>
                    <a:pt x="98" y="3426"/>
                    <a:pt x="237" y="3426"/>
                  </a:cubicBezTo>
                  <a:cubicBezTo>
                    <a:pt x="1381" y="3426"/>
                    <a:pt x="1381" y="3426"/>
                    <a:pt x="1381" y="3426"/>
                  </a:cubicBezTo>
                  <a:cubicBezTo>
                    <a:pt x="1520" y="3426"/>
                    <a:pt x="1617" y="3328"/>
                    <a:pt x="1617" y="3187"/>
                  </a:cubicBezTo>
                  <a:cubicBezTo>
                    <a:pt x="1617" y="239"/>
                    <a:pt x="1617" y="239"/>
                    <a:pt x="1617" y="239"/>
                  </a:cubicBezTo>
                  <a:cubicBezTo>
                    <a:pt x="1617" y="99"/>
                    <a:pt x="1520" y="0"/>
                    <a:pt x="1381" y="0"/>
                  </a:cubicBezTo>
                  <a:moveTo>
                    <a:pt x="1575" y="3193"/>
                  </a:moveTo>
                  <a:cubicBezTo>
                    <a:pt x="1575" y="3298"/>
                    <a:pt x="1490" y="3383"/>
                    <a:pt x="1385" y="3383"/>
                  </a:cubicBezTo>
                  <a:cubicBezTo>
                    <a:pt x="233" y="3383"/>
                    <a:pt x="233" y="3383"/>
                    <a:pt x="233" y="3383"/>
                  </a:cubicBezTo>
                  <a:cubicBezTo>
                    <a:pt x="128" y="3383"/>
                    <a:pt x="43" y="3298"/>
                    <a:pt x="43" y="3193"/>
                  </a:cubicBezTo>
                  <a:cubicBezTo>
                    <a:pt x="43" y="233"/>
                    <a:pt x="43" y="233"/>
                    <a:pt x="43" y="233"/>
                  </a:cubicBezTo>
                  <a:cubicBezTo>
                    <a:pt x="43" y="128"/>
                    <a:pt x="128" y="43"/>
                    <a:pt x="233" y="43"/>
                  </a:cubicBezTo>
                  <a:cubicBezTo>
                    <a:pt x="417" y="43"/>
                    <a:pt x="417" y="43"/>
                    <a:pt x="417" y="43"/>
                  </a:cubicBezTo>
                  <a:cubicBezTo>
                    <a:pt x="417" y="77"/>
                    <a:pt x="417" y="77"/>
                    <a:pt x="417" y="77"/>
                  </a:cubicBezTo>
                  <a:cubicBezTo>
                    <a:pt x="417" y="108"/>
                    <a:pt x="436" y="153"/>
                    <a:pt x="487" y="153"/>
                  </a:cubicBezTo>
                  <a:cubicBezTo>
                    <a:pt x="1130" y="153"/>
                    <a:pt x="1130" y="153"/>
                    <a:pt x="1130" y="153"/>
                  </a:cubicBezTo>
                  <a:cubicBezTo>
                    <a:pt x="1181" y="153"/>
                    <a:pt x="1201" y="108"/>
                    <a:pt x="1201" y="77"/>
                  </a:cubicBezTo>
                  <a:cubicBezTo>
                    <a:pt x="1201" y="43"/>
                    <a:pt x="1201" y="43"/>
                    <a:pt x="1201" y="43"/>
                  </a:cubicBezTo>
                  <a:cubicBezTo>
                    <a:pt x="1385" y="43"/>
                    <a:pt x="1385" y="43"/>
                    <a:pt x="1385" y="43"/>
                  </a:cubicBezTo>
                  <a:cubicBezTo>
                    <a:pt x="1490" y="43"/>
                    <a:pt x="1575" y="128"/>
                    <a:pt x="1575" y="233"/>
                  </a:cubicBezTo>
                  <a:lnTo>
                    <a:pt x="1575" y="3193"/>
                  </a:lnTo>
                  <a:close/>
                </a:path>
              </a:pathLst>
            </a:custGeom>
            <a:solidFill>
              <a:srgbClr val="2F3941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568A4237-458E-9EE0-3354-4862DE9645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27513" y="1530506"/>
              <a:ext cx="552859" cy="60044"/>
            </a:xfrm>
            <a:custGeom>
              <a:avLst/>
              <a:gdLst>
                <a:gd name="T0" fmla="*/ 22 w 387"/>
                <a:gd name="T1" fmla="*/ 0 h 42"/>
                <a:gd name="T2" fmla="*/ 0 w 387"/>
                <a:gd name="T3" fmla="*/ 21 h 42"/>
                <a:gd name="T4" fmla="*/ 22 w 387"/>
                <a:gd name="T5" fmla="*/ 42 h 42"/>
                <a:gd name="T6" fmla="*/ 43 w 387"/>
                <a:gd name="T7" fmla="*/ 21 h 42"/>
                <a:gd name="T8" fmla="*/ 22 w 387"/>
                <a:gd name="T9" fmla="*/ 0 h 42"/>
                <a:gd name="T10" fmla="*/ 376 w 387"/>
                <a:gd name="T11" fmla="*/ 9 h 42"/>
                <a:gd name="T12" fmla="*/ 99 w 387"/>
                <a:gd name="T13" fmla="*/ 9 h 42"/>
                <a:gd name="T14" fmla="*/ 88 w 387"/>
                <a:gd name="T15" fmla="*/ 21 h 42"/>
                <a:gd name="T16" fmla="*/ 88 w 387"/>
                <a:gd name="T17" fmla="*/ 22 h 42"/>
                <a:gd name="T18" fmla="*/ 99 w 387"/>
                <a:gd name="T19" fmla="*/ 33 h 42"/>
                <a:gd name="T20" fmla="*/ 376 w 387"/>
                <a:gd name="T21" fmla="*/ 33 h 42"/>
                <a:gd name="T22" fmla="*/ 387 w 387"/>
                <a:gd name="T23" fmla="*/ 22 h 42"/>
                <a:gd name="T24" fmla="*/ 387 w 387"/>
                <a:gd name="T25" fmla="*/ 21 h 42"/>
                <a:gd name="T26" fmla="*/ 376 w 387"/>
                <a:gd name="T27" fmla="*/ 9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87" h="42">
                  <a:moveTo>
                    <a:pt x="22" y="0"/>
                  </a:moveTo>
                  <a:cubicBezTo>
                    <a:pt x="10" y="0"/>
                    <a:pt x="0" y="9"/>
                    <a:pt x="0" y="21"/>
                  </a:cubicBezTo>
                  <a:cubicBezTo>
                    <a:pt x="0" y="33"/>
                    <a:pt x="10" y="42"/>
                    <a:pt x="22" y="42"/>
                  </a:cubicBezTo>
                  <a:cubicBezTo>
                    <a:pt x="33" y="42"/>
                    <a:pt x="43" y="33"/>
                    <a:pt x="43" y="21"/>
                  </a:cubicBezTo>
                  <a:cubicBezTo>
                    <a:pt x="43" y="9"/>
                    <a:pt x="33" y="0"/>
                    <a:pt x="22" y="0"/>
                  </a:cubicBezTo>
                  <a:moveTo>
                    <a:pt x="376" y="9"/>
                  </a:moveTo>
                  <a:cubicBezTo>
                    <a:pt x="99" y="9"/>
                    <a:pt x="99" y="9"/>
                    <a:pt x="99" y="9"/>
                  </a:cubicBezTo>
                  <a:cubicBezTo>
                    <a:pt x="93" y="9"/>
                    <a:pt x="88" y="14"/>
                    <a:pt x="88" y="21"/>
                  </a:cubicBezTo>
                  <a:cubicBezTo>
                    <a:pt x="88" y="22"/>
                    <a:pt x="88" y="22"/>
                    <a:pt x="88" y="22"/>
                  </a:cubicBezTo>
                  <a:cubicBezTo>
                    <a:pt x="88" y="28"/>
                    <a:pt x="93" y="33"/>
                    <a:pt x="99" y="33"/>
                  </a:cubicBezTo>
                  <a:cubicBezTo>
                    <a:pt x="376" y="33"/>
                    <a:pt x="376" y="33"/>
                    <a:pt x="376" y="33"/>
                  </a:cubicBezTo>
                  <a:cubicBezTo>
                    <a:pt x="382" y="33"/>
                    <a:pt x="387" y="28"/>
                    <a:pt x="387" y="22"/>
                  </a:cubicBezTo>
                  <a:cubicBezTo>
                    <a:pt x="387" y="21"/>
                    <a:pt x="387" y="21"/>
                    <a:pt x="387" y="21"/>
                  </a:cubicBezTo>
                  <a:cubicBezTo>
                    <a:pt x="387" y="14"/>
                    <a:pt x="382" y="9"/>
                    <a:pt x="376" y="9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ctr" anchorCtr="1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107883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D2C738C5-CE17-8F75-ADAC-39B90FA84D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64121" y="1295861"/>
            <a:ext cx="2110924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781407F7-B6AC-4E72-B6AC-77BC56A3AE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93435" y="1808163"/>
            <a:ext cx="2039475" cy="44631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26" name="Textplatzhalter 17">
            <a:extLst>
              <a:ext uri="{FF2B5EF4-FFF2-40B4-BE49-F238E27FC236}">
                <a16:creationId xmlns:a16="http://schemas.microsoft.com/office/drawing/2014/main" id="{A091C3CC-3F3F-23FE-602C-3411500BF0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7190" y="2617150"/>
            <a:ext cx="1422872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29" name="Textplatzhalter 24">
            <a:extLst>
              <a:ext uri="{FF2B5EF4-FFF2-40B4-BE49-F238E27FC236}">
                <a16:creationId xmlns:a16="http://schemas.microsoft.com/office/drawing/2014/main" id="{E1B4253D-A3DF-0CF2-D8A6-BD53847BB4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716839" y="3079886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30" name="Textplatzhalter 17">
            <a:extLst>
              <a:ext uri="{FF2B5EF4-FFF2-40B4-BE49-F238E27FC236}">
                <a16:creationId xmlns:a16="http://schemas.microsoft.com/office/drawing/2014/main" id="{96B47188-9DE9-83A5-4351-EF7BE32A85C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08364" y="3942865"/>
            <a:ext cx="2651320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00%</a:t>
            </a:r>
          </a:p>
        </p:txBody>
      </p:sp>
      <p:sp>
        <p:nvSpPr>
          <p:cNvPr id="31" name="Textplatzhalter 24">
            <a:extLst>
              <a:ext uri="{FF2B5EF4-FFF2-40B4-BE49-F238E27FC236}">
                <a16:creationId xmlns:a16="http://schemas.microsoft.com/office/drawing/2014/main" id="{52FB245C-0815-D83A-0EAA-EA17BEF16B1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66461" y="4405601"/>
            <a:ext cx="1656998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32" name="Textplatzhalter 17">
            <a:extLst>
              <a:ext uri="{FF2B5EF4-FFF2-40B4-BE49-F238E27FC236}">
                <a16:creationId xmlns:a16="http://schemas.microsoft.com/office/drawing/2014/main" id="{007CD200-62FF-17FA-0BA7-16E6A6F1EB2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6323" y="5268287"/>
            <a:ext cx="2110924" cy="106966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&gt;00</a:t>
            </a:r>
          </a:p>
        </p:txBody>
      </p:sp>
      <p:sp>
        <p:nvSpPr>
          <p:cNvPr id="33" name="Textplatzhalter 24">
            <a:extLst>
              <a:ext uri="{FF2B5EF4-FFF2-40B4-BE49-F238E27FC236}">
                <a16:creationId xmlns:a16="http://schemas.microsoft.com/office/drawing/2014/main" id="{CC6694AC-DF0F-CE8B-5A82-C6C614FF44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34024" y="5731023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33906E0-6D46-195B-33C1-D09180C9E89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8E9054D-2B23-A000-5E11-8D12948E29A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5F0F97F8-B6AF-0A50-6FE0-FEC64B2BB12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58812" y="1807200"/>
            <a:ext cx="5346000" cy="453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de-DE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91B6F4A6-7DAB-DCBD-BD5F-6E396AA8663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1B329209-7D2D-E1CC-AC68-B3D35C7A894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3C287D80-AE8A-7E22-9EBA-E32FAB71D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7076099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Number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8E9054D-2B23-A000-5E11-8D12948E29A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platzhalter 17">
            <a:extLst>
              <a:ext uri="{FF2B5EF4-FFF2-40B4-BE49-F238E27FC236}">
                <a16:creationId xmlns:a16="http://schemas.microsoft.com/office/drawing/2014/main" id="{464BD83E-8778-CC97-4712-99AFB58E50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64121" y="1295861"/>
            <a:ext cx="2110924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16" name="Textplatzhalter 24">
            <a:extLst>
              <a:ext uri="{FF2B5EF4-FFF2-40B4-BE49-F238E27FC236}">
                <a16:creationId xmlns:a16="http://schemas.microsoft.com/office/drawing/2014/main" id="{FBCB321B-95A1-BEB1-0D24-83F6BEE520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93435" y="1808163"/>
            <a:ext cx="2039475" cy="44631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0ED7772D-CD08-A72F-BA2F-2DBE2B6D554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34007" y="3083836"/>
            <a:ext cx="1422872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</a:t>
            </a:r>
          </a:p>
        </p:txBody>
      </p:sp>
      <p:sp>
        <p:nvSpPr>
          <p:cNvPr id="19" name="Textplatzhalter 24">
            <a:extLst>
              <a:ext uri="{FF2B5EF4-FFF2-40B4-BE49-F238E27FC236}">
                <a16:creationId xmlns:a16="http://schemas.microsoft.com/office/drawing/2014/main" id="{8A4C226E-A367-B142-EA1F-8C4338098F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3656" y="3546572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8AF69B83-0099-07DC-2AF2-62DA1EF8864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08364" y="4594080"/>
            <a:ext cx="2651320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00%</a:t>
            </a:r>
          </a:p>
        </p:txBody>
      </p:sp>
      <p:sp>
        <p:nvSpPr>
          <p:cNvPr id="21" name="Textplatzhalter 24">
            <a:extLst>
              <a:ext uri="{FF2B5EF4-FFF2-40B4-BE49-F238E27FC236}">
                <a16:creationId xmlns:a16="http://schemas.microsoft.com/office/drawing/2014/main" id="{24212708-A85E-62D4-39B6-FC62619C21D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866461" y="5056816"/>
            <a:ext cx="1656998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22" name="Textplatzhalter 17">
            <a:extLst>
              <a:ext uri="{FF2B5EF4-FFF2-40B4-BE49-F238E27FC236}">
                <a16:creationId xmlns:a16="http://schemas.microsoft.com/office/drawing/2014/main" id="{91901F5D-7B87-BE07-0D0B-9793ED04A80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11478" y="5268287"/>
            <a:ext cx="2110924" cy="106966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&gt;00</a:t>
            </a:r>
          </a:p>
        </p:txBody>
      </p:sp>
      <p:sp>
        <p:nvSpPr>
          <p:cNvPr id="23" name="Textplatzhalter 24">
            <a:extLst>
              <a:ext uri="{FF2B5EF4-FFF2-40B4-BE49-F238E27FC236}">
                <a16:creationId xmlns:a16="http://schemas.microsoft.com/office/drawing/2014/main" id="{01264C22-8F84-ACBF-EFF8-2FBCA5FE86E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29179" y="5731023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24" name="Textplatzhalter 17">
            <a:extLst>
              <a:ext uri="{FF2B5EF4-FFF2-40B4-BE49-F238E27FC236}">
                <a16:creationId xmlns:a16="http://schemas.microsoft.com/office/drawing/2014/main" id="{F252CA67-FFA3-A81F-D76A-858E367B66C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58542" y="1638679"/>
            <a:ext cx="2110924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34" name="Textplatzhalter 24">
            <a:extLst>
              <a:ext uri="{FF2B5EF4-FFF2-40B4-BE49-F238E27FC236}">
                <a16:creationId xmlns:a16="http://schemas.microsoft.com/office/drawing/2014/main" id="{90349DD5-DB65-C386-0CB6-8DFE86A1E0A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87856" y="2150981"/>
            <a:ext cx="2039475" cy="44631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35" name="Textplatzhalter 17">
            <a:extLst>
              <a:ext uri="{FF2B5EF4-FFF2-40B4-BE49-F238E27FC236}">
                <a16:creationId xmlns:a16="http://schemas.microsoft.com/office/drawing/2014/main" id="{B5E01315-A857-14B2-E06B-ED59F947E98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1611" y="3511934"/>
            <a:ext cx="1422872" cy="124465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FontTx/>
              <a:buNone/>
              <a:defRPr sz="96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36" name="Textplatzhalter 24">
            <a:extLst>
              <a:ext uri="{FF2B5EF4-FFF2-40B4-BE49-F238E27FC236}">
                <a16:creationId xmlns:a16="http://schemas.microsoft.com/office/drawing/2014/main" id="{125F58F5-82E2-C17F-6D38-86D242329C3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11260" y="3974670"/>
            <a:ext cx="2479185" cy="3753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r>
              <a:rPr lang="de-DE"/>
              <a:t>(Beschreibungstext)</a:t>
            </a:r>
          </a:p>
        </p:txBody>
      </p:sp>
      <p:sp>
        <p:nvSpPr>
          <p:cNvPr id="18" name="Fußzeilenplatzhalter 17">
            <a:extLst>
              <a:ext uri="{FF2B5EF4-FFF2-40B4-BE49-F238E27FC236}">
                <a16:creationId xmlns:a16="http://schemas.microsoft.com/office/drawing/2014/main" id="{3F540321-2A22-AD78-7A4F-44140B73FF2E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5" name="Textplatzhalter 17">
            <a:extLst>
              <a:ext uri="{FF2B5EF4-FFF2-40B4-BE49-F238E27FC236}">
                <a16:creationId xmlns:a16="http://schemas.microsoft.com/office/drawing/2014/main" id="{E5A0ABD8-67E6-183C-CE8C-F8A339A8225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itel 25">
            <a:extLst>
              <a:ext uri="{FF2B5EF4-FFF2-40B4-BE49-F238E27FC236}">
                <a16:creationId xmlns:a16="http://schemas.microsoft.com/office/drawing/2014/main" id="{477D87D7-857F-8715-47C5-A2D6A3915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406761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Number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A7BA29A0-0475-CB59-42A6-F43F0CE81F2A}"/>
              </a:ext>
            </a:extLst>
          </p:cNvPr>
          <p:cNvGrpSpPr/>
          <p:nvPr userDrawn="1"/>
        </p:nvGrpSpPr>
        <p:grpSpPr>
          <a:xfrm>
            <a:off x="4239231" y="4062465"/>
            <a:ext cx="3713538" cy="1296000"/>
            <a:chOff x="4245504" y="4062465"/>
            <a:chExt cx="3713538" cy="1296000"/>
          </a:xfrm>
        </p:grpSpPr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FBD1D0BB-D5D1-451E-362D-0850AB2250B4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245504" y="4062465"/>
              <a:ext cx="0" cy="1296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Gerader Verbinder 7">
              <a:extLst>
                <a:ext uri="{FF2B5EF4-FFF2-40B4-BE49-F238E27FC236}">
                  <a16:creationId xmlns:a16="http://schemas.microsoft.com/office/drawing/2014/main" id="{F3ED77D0-18D5-6B3B-87CB-672BC1E5AB3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7959042" y="4062465"/>
              <a:ext cx="0" cy="1296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platzhalter 17">
            <a:extLst>
              <a:ext uri="{FF2B5EF4-FFF2-40B4-BE49-F238E27FC236}">
                <a16:creationId xmlns:a16="http://schemas.microsoft.com/office/drawing/2014/main" id="{E7B6069A-40C8-94D1-CEED-4528869F144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77538" y="4132505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300</a:t>
            </a:r>
          </a:p>
        </p:txBody>
      </p:sp>
      <p:sp>
        <p:nvSpPr>
          <p:cNvPr id="24" name="Textplatzhalter 24">
            <a:extLst>
              <a:ext uri="{FF2B5EF4-FFF2-40B4-BE49-F238E27FC236}">
                <a16:creationId xmlns:a16="http://schemas.microsoft.com/office/drawing/2014/main" id="{AEA58E8D-4488-9CB9-F626-5C7FA38C9E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77540" y="4898172"/>
            <a:ext cx="1685652" cy="26988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endParaRPr lang="de-DE"/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81F0644D-B565-F04C-F55D-0061E019FFB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77538" y="5212659"/>
            <a:ext cx="1685656" cy="65105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26" name="Textplatzhalter 17">
            <a:extLst>
              <a:ext uri="{FF2B5EF4-FFF2-40B4-BE49-F238E27FC236}">
                <a16:creationId xmlns:a16="http://schemas.microsoft.com/office/drawing/2014/main" id="{CA83C053-EC74-8221-0420-66FC3ABE8C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53172" y="4132505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29" name="Textplatzhalter 24">
            <a:extLst>
              <a:ext uri="{FF2B5EF4-FFF2-40B4-BE49-F238E27FC236}">
                <a16:creationId xmlns:a16="http://schemas.microsoft.com/office/drawing/2014/main" id="{0E2E8157-2D1A-CC25-EF26-EE00ED45533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53174" y="4898172"/>
            <a:ext cx="1685652" cy="26988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endParaRPr lang="de-DE"/>
          </a:p>
        </p:txBody>
      </p:sp>
      <p:sp>
        <p:nvSpPr>
          <p:cNvPr id="30" name="Textplatzhalter 24">
            <a:extLst>
              <a:ext uri="{FF2B5EF4-FFF2-40B4-BE49-F238E27FC236}">
                <a16:creationId xmlns:a16="http://schemas.microsoft.com/office/drawing/2014/main" id="{493D4D73-AAB1-516F-EFB3-C35E3D4944E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53172" y="5212659"/>
            <a:ext cx="1685656" cy="65105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31" name="Textplatzhalter 17">
            <a:extLst>
              <a:ext uri="{FF2B5EF4-FFF2-40B4-BE49-F238E27FC236}">
                <a16:creationId xmlns:a16="http://schemas.microsoft.com/office/drawing/2014/main" id="{A5CC053B-77E9-3D89-5EA6-578756D7BA6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66710" y="4132505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32" name="Textplatzhalter 24">
            <a:extLst>
              <a:ext uri="{FF2B5EF4-FFF2-40B4-BE49-F238E27FC236}">
                <a16:creationId xmlns:a16="http://schemas.microsoft.com/office/drawing/2014/main" id="{ACE9A6AB-AB41-F08B-0FCF-609545138CE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66712" y="4898172"/>
            <a:ext cx="1685652" cy="26988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Projektbeispiele</a:t>
            </a:r>
            <a:br>
              <a:rPr lang="de-DE"/>
            </a:br>
            <a:endParaRPr lang="de-DE"/>
          </a:p>
        </p:txBody>
      </p:sp>
      <p:sp>
        <p:nvSpPr>
          <p:cNvPr id="33" name="Textplatzhalter 24">
            <a:extLst>
              <a:ext uri="{FF2B5EF4-FFF2-40B4-BE49-F238E27FC236}">
                <a16:creationId xmlns:a16="http://schemas.microsoft.com/office/drawing/2014/main" id="{610A1C2C-95D4-5095-F370-2EFD0D93BB3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966710" y="5212659"/>
            <a:ext cx="1685656" cy="65105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34" name="Textplatzhalter 33">
            <a:extLst>
              <a:ext uri="{FF2B5EF4-FFF2-40B4-BE49-F238E27FC236}">
                <a16:creationId xmlns:a16="http://schemas.microsoft.com/office/drawing/2014/main" id="{48D5DE7D-B7B0-B4AE-DACB-4ABEF6F8D7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58811" y="1808163"/>
            <a:ext cx="3580419" cy="70646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>
                <a:solidFill>
                  <a:schemeClr val="tx1"/>
                </a:solidFill>
                <a:latin typeface="+mn-lt"/>
              </a:defRPr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looks like </a:t>
            </a:r>
            <a:r>
              <a:rPr lang="en-GB" sz="1200" b="0" err="1">
                <a:effectLst/>
                <a:latin typeface="+mj-lt"/>
                <a:ea typeface="Open Sans" pitchFamily="2" charset="0"/>
                <a:cs typeface="Sora" pitchFamily="2" charset="0"/>
              </a:rPr>
              <a:t>dolor</a:t>
            </a:r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 sit Latin because</a:t>
            </a:r>
            <a:endParaRPr lang="de-DE"/>
          </a:p>
        </p:txBody>
      </p:sp>
      <p:sp>
        <p:nvSpPr>
          <p:cNvPr id="35" name="Textplatzhalter 24">
            <a:extLst>
              <a:ext uri="{FF2B5EF4-FFF2-40B4-BE49-F238E27FC236}">
                <a16:creationId xmlns:a16="http://schemas.microsoft.com/office/drawing/2014/main" id="{C02373F9-D0E0-094A-737A-AB20359CE99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677538" y="3920770"/>
            <a:ext cx="1685656" cy="18298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000" b="0" spc="3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sz="1200" b="0">
                <a:effectLst/>
                <a:latin typeface="+mj-lt"/>
                <a:ea typeface="Open Sans" pitchFamily="2" charset="0"/>
                <a:cs typeface="Sora" pitchFamily="2" charset="0"/>
              </a:rPr>
              <a:t>Projekte</a:t>
            </a:r>
            <a:endParaRPr lang="de-DE"/>
          </a:p>
        </p:txBody>
      </p:sp>
      <p:sp>
        <p:nvSpPr>
          <p:cNvPr id="36" name="Textplatzhalter 24">
            <a:extLst>
              <a:ext uri="{FF2B5EF4-FFF2-40B4-BE49-F238E27FC236}">
                <a16:creationId xmlns:a16="http://schemas.microsoft.com/office/drawing/2014/main" id="{5DFC2D4C-660D-4062-0F81-9BE7729BEEF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53172" y="3917170"/>
            <a:ext cx="1685656" cy="18298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000" b="0" spc="3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sz="1200" b="0">
                <a:effectLst/>
                <a:latin typeface="+mj-lt"/>
                <a:ea typeface="Open Sans" pitchFamily="2" charset="0"/>
                <a:cs typeface="Sora" pitchFamily="2" charset="0"/>
              </a:rPr>
              <a:t>Projekte</a:t>
            </a:r>
            <a:endParaRPr lang="de-DE"/>
          </a:p>
        </p:txBody>
      </p:sp>
      <p:sp>
        <p:nvSpPr>
          <p:cNvPr id="37" name="Textplatzhalter 24">
            <a:extLst>
              <a:ext uri="{FF2B5EF4-FFF2-40B4-BE49-F238E27FC236}">
                <a16:creationId xmlns:a16="http://schemas.microsoft.com/office/drawing/2014/main" id="{F817B4CC-A1CF-4A82-CCEC-9CA1D438A5C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966710" y="3924678"/>
            <a:ext cx="1685656" cy="18298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1000" b="0" spc="3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sz="1200" b="0">
                <a:effectLst/>
                <a:latin typeface="+mj-lt"/>
                <a:ea typeface="Open Sans" pitchFamily="2" charset="0"/>
                <a:cs typeface="Sora" pitchFamily="2" charset="0"/>
              </a:rPr>
              <a:t>Projekte</a:t>
            </a:r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38CCA27-A28D-4F94-2D7A-F51807EF2577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C1C88693-ED94-4510-BF50-3DE7B29C01B7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0F453C3C-2117-9D5E-31FE-59BCE7938945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AF0DE7D4-C1D7-F785-AADD-53970D2E1DFA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itel 20">
            <a:extLst>
              <a:ext uri="{FF2B5EF4-FFF2-40B4-BE49-F238E27FC236}">
                <a16:creationId xmlns:a16="http://schemas.microsoft.com/office/drawing/2014/main" id="{C9589A59-D16B-D97B-413D-A79FFA51B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69781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Number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A7BA29A0-0475-CB59-42A6-F43F0CE81F2A}"/>
              </a:ext>
            </a:extLst>
          </p:cNvPr>
          <p:cNvGrpSpPr/>
          <p:nvPr userDrawn="1"/>
        </p:nvGrpSpPr>
        <p:grpSpPr>
          <a:xfrm>
            <a:off x="4239231" y="4525761"/>
            <a:ext cx="3713538" cy="1296000"/>
            <a:chOff x="4245504" y="4062465"/>
            <a:chExt cx="3713538" cy="1296000"/>
          </a:xfrm>
        </p:grpSpPr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FBD1D0BB-D5D1-451E-362D-0850AB2250B4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245504" y="4062465"/>
              <a:ext cx="0" cy="1296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Gerader Verbinder 7">
              <a:extLst>
                <a:ext uri="{FF2B5EF4-FFF2-40B4-BE49-F238E27FC236}">
                  <a16:creationId xmlns:a16="http://schemas.microsoft.com/office/drawing/2014/main" id="{F3ED77D0-18D5-6B3B-87CB-672BC1E5AB3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7959042" y="4062465"/>
              <a:ext cx="0" cy="1296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platzhalter 17">
            <a:extLst>
              <a:ext uri="{FF2B5EF4-FFF2-40B4-BE49-F238E27FC236}">
                <a16:creationId xmlns:a16="http://schemas.microsoft.com/office/drawing/2014/main" id="{E7B6069A-40C8-94D1-CEED-4528869F144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77538" y="4595801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1000</a:t>
            </a:r>
          </a:p>
        </p:txBody>
      </p:sp>
      <p:sp>
        <p:nvSpPr>
          <p:cNvPr id="24" name="Textplatzhalter 24">
            <a:extLst>
              <a:ext uri="{FF2B5EF4-FFF2-40B4-BE49-F238E27FC236}">
                <a16:creationId xmlns:a16="http://schemas.microsoft.com/office/drawing/2014/main" id="{AEA58E8D-4488-9CB9-F626-5C7FA38C9E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77540" y="5361468"/>
            <a:ext cx="1685652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26" name="Textplatzhalter 17">
            <a:extLst>
              <a:ext uri="{FF2B5EF4-FFF2-40B4-BE49-F238E27FC236}">
                <a16:creationId xmlns:a16="http://schemas.microsoft.com/office/drawing/2014/main" id="{CA83C053-EC74-8221-0420-66FC3ABE8C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53172" y="4595801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1.1</a:t>
            </a:r>
          </a:p>
        </p:txBody>
      </p:sp>
      <p:sp>
        <p:nvSpPr>
          <p:cNvPr id="29" name="Textplatzhalter 24">
            <a:extLst>
              <a:ext uri="{FF2B5EF4-FFF2-40B4-BE49-F238E27FC236}">
                <a16:creationId xmlns:a16="http://schemas.microsoft.com/office/drawing/2014/main" id="{0E2E8157-2D1A-CC25-EF26-EE00ED45533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53174" y="5361468"/>
            <a:ext cx="1685652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31" name="Textplatzhalter 17">
            <a:extLst>
              <a:ext uri="{FF2B5EF4-FFF2-40B4-BE49-F238E27FC236}">
                <a16:creationId xmlns:a16="http://schemas.microsoft.com/office/drawing/2014/main" id="{A5CC053B-77E9-3D89-5EA6-578756D7BA6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66710" y="4595801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32" name="Textplatzhalter 24">
            <a:extLst>
              <a:ext uri="{FF2B5EF4-FFF2-40B4-BE49-F238E27FC236}">
                <a16:creationId xmlns:a16="http://schemas.microsoft.com/office/drawing/2014/main" id="{ACE9A6AB-AB41-F08B-0FCF-609545138CE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66712" y="5361468"/>
            <a:ext cx="1685652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C1C88693-ED94-4510-BF50-3DE7B29C01B7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B7C1FF4C-BB20-F196-8766-DBFD7C251171}"/>
              </a:ext>
            </a:extLst>
          </p:cNvPr>
          <p:cNvGrpSpPr/>
          <p:nvPr userDrawn="1"/>
        </p:nvGrpSpPr>
        <p:grpSpPr>
          <a:xfrm>
            <a:off x="4239231" y="2378900"/>
            <a:ext cx="3713538" cy="1296000"/>
            <a:chOff x="4245504" y="4062465"/>
            <a:chExt cx="3713538" cy="1296000"/>
          </a:xfrm>
        </p:grpSpPr>
        <p:cxnSp>
          <p:nvCxnSpPr>
            <p:cNvPr id="17" name="Gerader Verbinder 16">
              <a:extLst>
                <a:ext uri="{FF2B5EF4-FFF2-40B4-BE49-F238E27FC236}">
                  <a16:creationId xmlns:a16="http://schemas.microsoft.com/office/drawing/2014/main" id="{58DEA858-43FF-4415-DE89-277020C5EAF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245504" y="4062465"/>
              <a:ext cx="0" cy="1296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94AEF92F-434C-2FFD-CF05-7C8B68850385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7959042" y="4062465"/>
              <a:ext cx="0" cy="1296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0ECD0387-F61D-490D-FE26-5366E11DC75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677538" y="2448940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100</a:t>
            </a:r>
          </a:p>
        </p:txBody>
      </p:sp>
      <p:sp>
        <p:nvSpPr>
          <p:cNvPr id="21" name="Textplatzhalter 24">
            <a:extLst>
              <a:ext uri="{FF2B5EF4-FFF2-40B4-BE49-F238E27FC236}">
                <a16:creationId xmlns:a16="http://schemas.microsoft.com/office/drawing/2014/main" id="{E166CB07-9F81-7EAD-7135-BBEA879EC29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677540" y="3214607"/>
            <a:ext cx="1685652" cy="595829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22" name="Textplatzhalter 17">
            <a:extLst>
              <a:ext uri="{FF2B5EF4-FFF2-40B4-BE49-F238E27FC236}">
                <a16:creationId xmlns:a16="http://schemas.microsoft.com/office/drawing/2014/main" id="{B26F895C-2B40-786C-429E-81F4483FE46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253172" y="2448940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10</a:t>
            </a:r>
          </a:p>
        </p:txBody>
      </p:sp>
      <p:sp>
        <p:nvSpPr>
          <p:cNvPr id="38" name="Textplatzhalter 24">
            <a:extLst>
              <a:ext uri="{FF2B5EF4-FFF2-40B4-BE49-F238E27FC236}">
                <a16:creationId xmlns:a16="http://schemas.microsoft.com/office/drawing/2014/main" id="{5ADD81B7-6B3B-7274-726E-357BB9C52F9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253174" y="3214607"/>
            <a:ext cx="1685652" cy="595829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39" name="Textplatzhalter 17">
            <a:extLst>
              <a:ext uri="{FF2B5EF4-FFF2-40B4-BE49-F238E27FC236}">
                <a16:creationId xmlns:a16="http://schemas.microsoft.com/office/drawing/2014/main" id="{E3D7BC02-47FA-22EB-FE72-4D8D52E04A6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966710" y="2448940"/>
            <a:ext cx="1685657" cy="59862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5000" b="1" baseline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9600" b="1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9600" b="1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9600" b="1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9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1</a:t>
            </a:r>
          </a:p>
        </p:txBody>
      </p:sp>
      <p:sp>
        <p:nvSpPr>
          <p:cNvPr id="40" name="Textplatzhalter 24">
            <a:extLst>
              <a:ext uri="{FF2B5EF4-FFF2-40B4-BE49-F238E27FC236}">
                <a16:creationId xmlns:a16="http://schemas.microsoft.com/office/drawing/2014/main" id="{0F3E8A97-495E-6B17-D01C-EEB4FB8912D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966712" y="3214607"/>
            <a:ext cx="1685652" cy="595829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b="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sz="1200" b="0">
                <a:effectLst/>
                <a:latin typeface="+mj-lt"/>
                <a:ea typeface="Open Sans" pitchFamily="2" charset="0"/>
                <a:cs typeface="Sora" pitchFamily="2" charset="0"/>
              </a:rPr>
              <a:t>The placeholder text, beginning with the line Lorem ipsum</a:t>
            </a:r>
            <a:br>
              <a:rPr lang="de-DE"/>
            </a:br>
            <a:endParaRPr lang="de-DE"/>
          </a:p>
        </p:txBody>
      </p:sp>
      <p:sp>
        <p:nvSpPr>
          <p:cNvPr id="27" name="Fußzeilenplatzhalter 26">
            <a:extLst>
              <a:ext uri="{FF2B5EF4-FFF2-40B4-BE49-F238E27FC236}">
                <a16:creationId xmlns:a16="http://schemas.microsoft.com/office/drawing/2014/main" id="{0040AF57-B67C-460E-D7E6-48C94E6EC6D2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28" name="Textplatzhalter 17">
            <a:extLst>
              <a:ext uri="{FF2B5EF4-FFF2-40B4-BE49-F238E27FC236}">
                <a16:creationId xmlns:a16="http://schemas.microsoft.com/office/drawing/2014/main" id="{DEE89C9F-E119-531D-CA52-7FCE69F811A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Titel 29">
            <a:extLst>
              <a:ext uri="{FF2B5EF4-FFF2-40B4-BE49-F238E27FC236}">
                <a16:creationId xmlns:a16="http://schemas.microsoft.com/office/drawing/2014/main" id="{89FFF096-1A78-86E2-75CB-E2CC18DFA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12496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C1C88693-ED94-4510-BF50-3DE7B29C01B7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0F453C3C-2117-9D5E-31FE-59BCE7938945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8B8F7556-96EA-B1E2-BFA8-9863648E4C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799" y="3827849"/>
            <a:ext cx="10875600" cy="234911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1600" b="1">
                <a:solidFill>
                  <a:schemeClr val="bg1"/>
                </a:solidFill>
              </a:defRPr>
            </a:lvl2pPr>
            <a:lvl3pPr marL="914400" indent="0">
              <a:buNone/>
              <a:defRPr sz="1600" b="1">
                <a:solidFill>
                  <a:schemeClr val="bg1"/>
                </a:solidFill>
              </a:defRPr>
            </a:lvl3pPr>
            <a:lvl4pPr marL="1371600" indent="0">
              <a:buNone/>
              <a:defRPr sz="1600" b="1">
                <a:solidFill>
                  <a:schemeClr val="bg1"/>
                </a:solidFill>
              </a:defRPr>
            </a:lvl4pPr>
            <a:lvl5pPr marL="1828800" indent="0">
              <a:buNone/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BAF04C67-7332-6B98-4844-19C25B7A7A76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9008"/>
          <a:stretch/>
        </p:blipFill>
        <p:spPr>
          <a:xfrm>
            <a:off x="8780393" y="2797200"/>
            <a:ext cx="3411607" cy="2687150"/>
          </a:xfrm>
          <a:prstGeom prst="rect">
            <a:avLst/>
          </a:prstGeom>
        </p:spPr>
      </p:pic>
      <p:sp>
        <p:nvSpPr>
          <p:cNvPr id="22" name="Textplatzhalter 33">
            <a:extLst>
              <a:ext uri="{FF2B5EF4-FFF2-40B4-BE49-F238E27FC236}">
                <a16:creationId xmlns:a16="http://schemas.microsoft.com/office/drawing/2014/main" id="{CEDB01B6-C458-FBA1-6803-6CCC559D95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61660" y="2349140"/>
            <a:ext cx="6371528" cy="11413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6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9600"/>
            </a:lvl2pPr>
            <a:lvl3pPr marL="914400" indent="0">
              <a:buNone/>
              <a:defRPr sz="9600"/>
            </a:lvl3pPr>
            <a:lvl4pPr marL="1371600" indent="0">
              <a:buNone/>
              <a:defRPr sz="9600"/>
            </a:lvl4pPr>
            <a:lvl5pPr marL="1828800" indent="0">
              <a:buNone/>
              <a:defRPr sz="9600"/>
            </a:lvl5pPr>
          </a:lstStyle>
          <a:p>
            <a:pPr lvl="0"/>
            <a:r>
              <a:rPr lang="de-DE"/>
              <a:t>KEYWORD</a:t>
            </a:r>
          </a:p>
        </p:txBody>
      </p:sp>
      <p:pic>
        <p:nvPicPr>
          <p:cNvPr id="27" name="Grafik 26">
            <a:extLst>
              <a:ext uri="{FF2B5EF4-FFF2-40B4-BE49-F238E27FC236}">
                <a16:creationId xmlns:a16="http://schemas.microsoft.com/office/drawing/2014/main" id="{407E59A1-58AD-2329-54E2-FDB78F525BC4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0" y="3552483"/>
            <a:ext cx="658814" cy="137683"/>
          </a:xfrm>
          <a:prstGeom prst="rect">
            <a:avLst/>
          </a:prstGeom>
        </p:spPr>
      </p:pic>
      <p:sp>
        <p:nvSpPr>
          <p:cNvPr id="28" name="Titel 27">
            <a:extLst>
              <a:ext uri="{FF2B5EF4-FFF2-40B4-BE49-F238E27FC236}">
                <a16:creationId xmlns:a16="http://schemas.microsoft.com/office/drawing/2014/main" id="{8AFB02A5-C8B5-E132-F5EB-2E95076CD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8" name="Textplatzhalter 17">
            <a:extLst>
              <a:ext uri="{FF2B5EF4-FFF2-40B4-BE49-F238E27FC236}">
                <a16:creationId xmlns:a16="http://schemas.microsoft.com/office/drawing/2014/main" id="{FD5FE47A-1FCA-8C90-9768-1A6A0D2F875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5361126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C1C88693-ED94-4510-BF50-3DE7B29C01B7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0F453C3C-2117-9D5E-31FE-59BCE7938945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BAF04C67-7332-6B98-4844-19C25B7A7A76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9008"/>
          <a:stretch/>
        </p:blipFill>
        <p:spPr>
          <a:xfrm>
            <a:off x="8780393" y="2797200"/>
            <a:ext cx="3411607" cy="2687150"/>
          </a:xfrm>
          <a:prstGeom prst="rect">
            <a:avLst/>
          </a:pr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A9DDEED-32A8-AE13-038D-DE565225012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8800" y="1807200"/>
            <a:ext cx="10875600" cy="453618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96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1600" b="1">
                <a:solidFill>
                  <a:schemeClr val="bg1"/>
                </a:solidFill>
              </a:defRPr>
            </a:lvl2pPr>
            <a:lvl3pPr marL="914400" indent="0">
              <a:buNone/>
              <a:defRPr sz="1600" b="1">
                <a:solidFill>
                  <a:schemeClr val="bg1"/>
                </a:solidFill>
              </a:defRPr>
            </a:lvl3pPr>
            <a:lvl4pPr marL="1371600" indent="0">
              <a:buNone/>
              <a:defRPr sz="1600" b="1">
                <a:solidFill>
                  <a:schemeClr val="bg1"/>
                </a:solidFill>
              </a:defRPr>
            </a:lvl4pPr>
            <a:lvl5pPr marL="1828800" indent="0">
              <a:buNone/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„Platz für Statements &amp; mehr“</a:t>
            </a:r>
          </a:p>
        </p:txBody>
      </p:sp>
    </p:spTree>
    <p:extLst>
      <p:ext uri="{BB962C8B-B14F-4D97-AF65-F5344CB8AC3E}">
        <p14:creationId xmlns:p14="http://schemas.microsoft.com/office/powerpoint/2010/main" val="6695818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C1C88693-ED94-4510-BF50-3DE7B29C01B7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318005" y="6515100"/>
            <a:ext cx="214905" cy="142876"/>
          </a:xfrm>
          <a:prstGeom prst="rect">
            <a:avLst/>
          </a:prstGeom>
        </p:spPr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0F453C3C-2117-9D5E-31FE-59BCE7938945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BAF04C67-7332-6B98-4844-19C25B7A7A76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9008"/>
          <a:stretch/>
        </p:blipFill>
        <p:spPr>
          <a:xfrm>
            <a:off x="8780393" y="2797200"/>
            <a:ext cx="3411607" cy="2687150"/>
          </a:xfrm>
          <a:prstGeom prst="rect">
            <a:avLst/>
          </a:prstGeom>
        </p:spPr>
      </p:pic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755AED7B-6636-40C8-D589-F19F8981C89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8800" y="1807200"/>
            <a:ext cx="10875600" cy="398843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60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1600" b="1">
                <a:solidFill>
                  <a:schemeClr val="bg1"/>
                </a:solidFill>
              </a:defRPr>
            </a:lvl2pPr>
            <a:lvl3pPr marL="914400" indent="0">
              <a:buNone/>
              <a:defRPr sz="1600" b="1">
                <a:solidFill>
                  <a:schemeClr val="bg1"/>
                </a:solidFill>
              </a:defRPr>
            </a:lvl3pPr>
            <a:lvl4pPr marL="1371600" indent="0">
              <a:buNone/>
              <a:defRPr sz="1600" b="1">
                <a:solidFill>
                  <a:schemeClr val="bg1"/>
                </a:solidFill>
              </a:defRPr>
            </a:lvl4pPr>
            <a:lvl5pPr marL="1828800" indent="0">
              <a:buNone/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„Platz für lange Statements, Sprüche, Zitate &amp; Co.</a:t>
            </a:r>
            <a:br>
              <a:rPr lang="de-DE"/>
            </a:br>
            <a:r>
              <a:rPr lang="de-DE"/>
              <a:t> Mit Quellenangabe </a:t>
            </a:r>
            <a:br>
              <a:rPr lang="de-DE"/>
            </a:br>
            <a:r>
              <a:rPr lang="de-DE"/>
              <a:t>oder Autor“</a:t>
            </a:r>
          </a:p>
        </p:txBody>
      </p:sp>
      <p:sp>
        <p:nvSpPr>
          <p:cNvPr id="7" name="Textplatzhalter 4">
            <a:extLst>
              <a:ext uri="{FF2B5EF4-FFF2-40B4-BE49-F238E27FC236}">
                <a16:creationId xmlns:a16="http://schemas.microsoft.com/office/drawing/2014/main" id="{5E3CF552-AADC-0DD4-FE7B-2754250449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814" y="5957739"/>
            <a:ext cx="10874374" cy="3208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b="0"/>
            </a:lvl2pPr>
            <a:lvl3pPr marL="914400" indent="0" algn="ctr">
              <a:buNone/>
              <a:defRPr b="0"/>
            </a:lvl3pPr>
            <a:lvl4pPr marL="1371600" indent="0" algn="ctr">
              <a:buNone/>
              <a:defRPr b="0"/>
            </a:lvl4pPr>
            <a:lvl5pPr marL="1828800" indent="0" algn="ctr">
              <a:buNone/>
              <a:defRPr b="0"/>
            </a:lvl5pPr>
          </a:lstStyle>
          <a:p>
            <a:pPr lvl="0"/>
            <a:r>
              <a:rPr lang="de-DE"/>
              <a:t>Autor / Quellenangabe</a:t>
            </a:r>
          </a:p>
        </p:txBody>
      </p:sp>
    </p:spTree>
    <p:extLst>
      <p:ext uri="{BB962C8B-B14F-4D97-AF65-F5344CB8AC3E}">
        <p14:creationId xmlns:p14="http://schemas.microsoft.com/office/powerpoint/2010/main" val="11944275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Break 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37976C26-78A6-624E-DAD4-0DE213156E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8541" y="1808163"/>
            <a:ext cx="10885465" cy="13383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600" b="1" cap="all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LUNCH BREAK</a:t>
            </a:r>
          </a:p>
        </p:txBody>
      </p:sp>
      <p:sp>
        <p:nvSpPr>
          <p:cNvPr id="7" name="Textplatzhalter 47">
            <a:extLst>
              <a:ext uri="{FF2B5EF4-FFF2-40B4-BE49-F238E27FC236}">
                <a16:creationId xmlns:a16="http://schemas.microsoft.com/office/drawing/2014/main" id="{76E72628-9A9C-9C8E-A85B-3BCDC0B1AF4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8813" y="3339268"/>
            <a:ext cx="2338828" cy="27874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2200" b="1" spc="0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4000"/>
            </a:lvl2pPr>
            <a:lvl3pPr marL="914400" indent="0">
              <a:buFontTx/>
              <a:buNone/>
              <a:defRPr sz="4000"/>
            </a:lvl3pPr>
            <a:lvl4pPr marL="1371600" indent="0">
              <a:buFontTx/>
              <a:buNone/>
              <a:defRPr sz="4000"/>
            </a:lvl4pPr>
            <a:lvl5pPr marL="1828800" indent="0">
              <a:buFontTx/>
              <a:buNone/>
              <a:defRPr sz="4000"/>
            </a:lvl5pPr>
          </a:lstStyle>
          <a:p>
            <a:pPr lvl="0"/>
            <a:r>
              <a:rPr lang="de-DE"/>
              <a:t>00:00 – 00:00 Uhr</a:t>
            </a:r>
          </a:p>
        </p:txBody>
      </p:sp>
      <p:sp>
        <p:nvSpPr>
          <p:cNvPr id="8" name="Foliennummernplatzhalter 21">
            <a:extLst>
              <a:ext uri="{FF2B5EF4-FFF2-40B4-BE49-F238E27FC236}">
                <a16:creationId xmlns:a16="http://schemas.microsoft.com/office/drawing/2014/main" id="{0F89045D-698C-C921-C774-A0192223B5C6}"/>
              </a:ext>
            </a:extLst>
          </p:cNvPr>
          <p:cNvSpPr txBox="1">
            <a:spLocks/>
          </p:cNvSpPr>
          <p:nvPr userDrawn="1"/>
        </p:nvSpPr>
        <p:spPr>
          <a:xfrm>
            <a:off x="11318005" y="6538125"/>
            <a:ext cx="215183" cy="122917"/>
          </a:xfrm>
          <a:prstGeom prst="rect">
            <a:avLst/>
          </a:prstGeom>
        </p:spPr>
        <p:txBody>
          <a:bodyPr/>
          <a:lstStyle>
            <a:defPPr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>
              <a:solidFill>
                <a:schemeClr val="bg2"/>
              </a:solidFill>
            </a:endParaRP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93F320E8-BC7A-4AFB-91F1-F357DC912366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24" name="Foliennummernplatzhalter 23">
            <a:extLst>
              <a:ext uri="{FF2B5EF4-FFF2-40B4-BE49-F238E27FC236}">
                <a16:creationId xmlns:a16="http://schemas.microsoft.com/office/drawing/2014/main" id="{D17C45FD-4A8C-72AD-38C2-187BFD8EB25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Grafik 2" descr="Ein Bild, das Grafiken, Kreis, Design, Typografie enthält.&#10;&#10;Automatisch generierte Beschreibung">
            <a:extLst>
              <a:ext uri="{FF2B5EF4-FFF2-40B4-BE49-F238E27FC236}">
                <a16:creationId xmlns:a16="http://schemas.microsoft.com/office/drawing/2014/main" id="{75CE4DA9-E39F-FFF3-0F3C-E41A7A9C84B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8540" y="549346"/>
            <a:ext cx="1041663" cy="589362"/>
          </a:xfrm>
          <a:prstGeom prst="rect">
            <a:avLst/>
          </a:prstGeom>
        </p:spPr>
      </p:pic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A6FA596-4020-E10B-5CEC-4835159EACE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04255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Break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37976C26-78A6-624E-DAD4-0DE213156E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8541" y="1808163"/>
            <a:ext cx="10885465" cy="13383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600" b="1" cap="all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KAFFEEPAUSE</a:t>
            </a:r>
          </a:p>
        </p:txBody>
      </p:sp>
      <p:sp>
        <p:nvSpPr>
          <p:cNvPr id="7" name="Textplatzhalter 47">
            <a:extLst>
              <a:ext uri="{FF2B5EF4-FFF2-40B4-BE49-F238E27FC236}">
                <a16:creationId xmlns:a16="http://schemas.microsoft.com/office/drawing/2014/main" id="{76E72628-9A9C-9C8E-A85B-3BCDC0B1AF4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8813" y="3339268"/>
            <a:ext cx="2338828" cy="27874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FontTx/>
              <a:buNone/>
              <a:defRPr sz="2200" b="1" spc="0">
                <a:solidFill>
                  <a:schemeClr val="tx2"/>
                </a:solidFill>
              </a:defRPr>
            </a:lvl1pPr>
            <a:lvl2pPr marL="457200" indent="0">
              <a:buFontTx/>
              <a:buNone/>
              <a:defRPr sz="4000"/>
            </a:lvl2pPr>
            <a:lvl3pPr marL="914400" indent="0">
              <a:buFontTx/>
              <a:buNone/>
              <a:defRPr sz="4000"/>
            </a:lvl3pPr>
            <a:lvl4pPr marL="1371600" indent="0">
              <a:buFontTx/>
              <a:buNone/>
              <a:defRPr sz="4000"/>
            </a:lvl4pPr>
            <a:lvl5pPr marL="1828800" indent="0">
              <a:buFontTx/>
              <a:buNone/>
              <a:defRPr sz="4000"/>
            </a:lvl5pPr>
          </a:lstStyle>
          <a:p>
            <a:pPr lvl="0"/>
            <a:r>
              <a:rPr lang="de-DE"/>
              <a:t>00:00 – 00:00 Uhr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FEB5CC8-23B5-DE3B-0F55-C279A646017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8659E214-4056-E6B0-FFDA-BDF765F2751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4" descr="Ein Bild, das Screenshot, Design, Grafiken, Schrift enthält.&#10;&#10;Automatisch generierte Beschreibung">
            <a:extLst>
              <a:ext uri="{FF2B5EF4-FFF2-40B4-BE49-F238E27FC236}">
                <a16:creationId xmlns:a16="http://schemas.microsoft.com/office/drawing/2014/main" id="{AD806B6A-D752-FDA9-04A7-CABCFF036AF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8813" y="561471"/>
            <a:ext cx="818824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4842376B-F0EA-616B-F39C-745F4BB0A45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38648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Mode/Gray Thank Yo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37976C26-78A6-624E-DAD4-0DE213156E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8541" y="1808163"/>
            <a:ext cx="10885465" cy="133837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9600" b="1" cap="all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THANK YOU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6722D19C-5DE4-5CA1-7053-363A776252C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1533438"/>
            <a:ext cx="658814" cy="137683"/>
          </a:xfrm>
          <a:prstGeom prst="rect">
            <a:avLst/>
          </a:prstGeom>
        </p:spPr>
      </p:pic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2E04811-2901-B3EA-7C35-4129D15D4E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A1CAB64D-67B4-D739-C1CA-6079AC635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91409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Color/Gray Statement 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2E04811-2901-B3EA-7C35-4129D15D4E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C0F428AF-C2EE-CAAD-77D1-46DCFAE8C3E6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008"/>
          <a:stretch/>
        </p:blipFill>
        <p:spPr>
          <a:xfrm>
            <a:off x="8780393" y="2797200"/>
            <a:ext cx="3411607" cy="2687150"/>
          </a:xfrm>
          <a:prstGeom prst="rect">
            <a:avLst/>
          </a:prstGeom>
        </p:spPr>
      </p:pic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7C5F6B72-B52A-A2C8-717A-EBDD4173E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AFCFE5B9-47D9-4BCA-B69F-B9C4D19FB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799" y="3827849"/>
            <a:ext cx="10875600" cy="234911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1600" b="1">
                <a:solidFill>
                  <a:schemeClr val="bg1"/>
                </a:solidFill>
              </a:defRPr>
            </a:lvl2pPr>
            <a:lvl3pPr marL="914400" indent="0">
              <a:buNone/>
              <a:defRPr sz="1600" b="1">
                <a:solidFill>
                  <a:schemeClr val="bg1"/>
                </a:solidFill>
              </a:defRPr>
            </a:lvl3pPr>
            <a:lvl4pPr marL="1371600" indent="0">
              <a:buNone/>
              <a:defRPr sz="1600" b="1">
                <a:solidFill>
                  <a:schemeClr val="bg1"/>
                </a:solidFill>
              </a:defRPr>
            </a:lvl4pPr>
            <a:lvl5pPr marL="1828800" indent="0">
              <a:buNone/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extplatzhalter 33">
            <a:extLst>
              <a:ext uri="{FF2B5EF4-FFF2-40B4-BE49-F238E27FC236}">
                <a16:creationId xmlns:a16="http://schemas.microsoft.com/office/drawing/2014/main" id="{159E1DE8-5EA5-C2CC-4BA1-5C303EEDBF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61660" y="2349140"/>
            <a:ext cx="6371528" cy="11413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6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9600"/>
            </a:lvl2pPr>
            <a:lvl3pPr marL="914400" indent="0">
              <a:buNone/>
              <a:defRPr sz="9600"/>
            </a:lvl3pPr>
            <a:lvl4pPr marL="1371600" indent="0">
              <a:buNone/>
              <a:defRPr sz="9600"/>
            </a:lvl4pPr>
            <a:lvl5pPr marL="1828800" indent="0">
              <a:buNone/>
              <a:defRPr sz="9600"/>
            </a:lvl5pPr>
          </a:lstStyle>
          <a:p>
            <a:pPr lvl="0"/>
            <a:r>
              <a:rPr lang="de-DE"/>
              <a:t>KEYWORD</a:t>
            </a:r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719F2F90-3577-C62F-C009-A54407D6C3E8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60" t="1" r="-1" b="-1"/>
          <a:stretch/>
        </p:blipFill>
        <p:spPr>
          <a:xfrm>
            <a:off x="0" y="3552483"/>
            <a:ext cx="658814" cy="137683"/>
          </a:xfrm>
          <a:prstGeom prst="rect">
            <a:avLst/>
          </a:prstGeom>
        </p:spPr>
      </p:pic>
      <p:sp>
        <p:nvSpPr>
          <p:cNvPr id="19" name="Titel 27">
            <a:extLst>
              <a:ext uri="{FF2B5EF4-FFF2-40B4-BE49-F238E27FC236}">
                <a16:creationId xmlns:a16="http://schemas.microsoft.com/office/drawing/2014/main" id="{B35DE547-C440-A56A-68B8-2ED98976A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522000"/>
            <a:ext cx="6840000" cy="25200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E6866E85-AD94-34F8-6A73-9BEBA000E50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812" y="824400"/>
            <a:ext cx="6840000" cy="252000"/>
          </a:xfrm>
          <a:prstGeom prst="rect">
            <a:avLst/>
          </a:prstGeom>
        </p:spPr>
        <p:txBody>
          <a:bodyPr lIns="0" tIns="0" rIns="0" bIns="0"/>
          <a:lstStyle>
            <a:lvl1pPr>
              <a:defRPr sz="2200" b="1" i="0" cap="all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9209939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Color/Gray Statemen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2E04811-2901-B3EA-7C35-4129D15D4E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C0F428AF-C2EE-CAAD-77D1-46DCFAE8C3E6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008"/>
          <a:stretch/>
        </p:blipFill>
        <p:spPr>
          <a:xfrm>
            <a:off x="8780393" y="2797200"/>
            <a:ext cx="3411607" cy="2687150"/>
          </a:xfrm>
          <a:prstGeom prst="rect">
            <a:avLst/>
          </a:prstGeom>
        </p:spPr>
      </p:pic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CC01564C-B6D9-CDCC-313C-DCC68D6323C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8541" y="1807200"/>
            <a:ext cx="10864647" cy="453618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9600" b="1">
                <a:solidFill>
                  <a:schemeClr val="tx1"/>
                </a:solidFill>
              </a:defRPr>
            </a:lvl1pPr>
            <a:lvl2pPr marL="457200" indent="0">
              <a:buNone/>
              <a:defRPr sz="1600" b="1">
                <a:solidFill>
                  <a:schemeClr val="bg1"/>
                </a:solidFill>
              </a:defRPr>
            </a:lvl2pPr>
            <a:lvl3pPr marL="914400" indent="0">
              <a:buNone/>
              <a:defRPr sz="1600" b="1">
                <a:solidFill>
                  <a:schemeClr val="bg1"/>
                </a:solidFill>
              </a:defRPr>
            </a:lvl3pPr>
            <a:lvl4pPr marL="1371600" indent="0">
              <a:buNone/>
              <a:defRPr sz="1600" b="1">
                <a:solidFill>
                  <a:schemeClr val="bg1"/>
                </a:solidFill>
              </a:defRPr>
            </a:lvl4pPr>
            <a:lvl5pPr marL="1828800" indent="0">
              <a:buNone/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„Platz für Statements &amp; mehr“</a:t>
            </a:r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7C5F6B72-B52A-A2C8-717A-EBDD4173E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66464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Color/Gray Statement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2E04811-2901-B3EA-7C35-4129D15D4E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C0F428AF-C2EE-CAAD-77D1-46DCFAE8C3E6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008"/>
          <a:stretch/>
        </p:blipFill>
        <p:spPr>
          <a:xfrm>
            <a:off x="8780393" y="2797200"/>
            <a:ext cx="3411607" cy="2687150"/>
          </a:xfrm>
          <a:prstGeom prst="rect">
            <a:avLst/>
          </a:prstGeom>
        </p:spPr>
      </p:pic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12D0E927-A9FD-1FB9-97A1-A56EFEEEBAA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8541" y="1807200"/>
            <a:ext cx="10864647" cy="398843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6000" b="1">
                <a:solidFill>
                  <a:schemeClr val="tx1"/>
                </a:solidFill>
              </a:defRPr>
            </a:lvl1pPr>
            <a:lvl2pPr marL="457200" indent="0">
              <a:buNone/>
              <a:defRPr sz="1600" b="1">
                <a:solidFill>
                  <a:schemeClr val="bg1"/>
                </a:solidFill>
              </a:defRPr>
            </a:lvl2pPr>
            <a:lvl3pPr marL="914400" indent="0">
              <a:buNone/>
              <a:defRPr sz="1600" b="1">
                <a:solidFill>
                  <a:schemeClr val="bg1"/>
                </a:solidFill>
              </a:defRPr>
            </a:lvl3pPr>
            <a:lvl4pPr marL="1371600" indent="0">
              <a:buNone/>
              <a:defRPr sz="1600" b="1">
                <a:solidFill>
                  <a:schemeClr val="bg1"/>
                </a:solidFill>
              </a:defRPr>
            </a:lvl4pPr>
            <a:lvl5pPr marL="1828800" indent="0">
              <a:buNone/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„Platz für lange Statements, Sprüche, Zitate &amp; Co.</a:t>
            </a:r>
            <a:br>
              <a:rPr lang="de-DE"/>
            </a:br>
            <a:r>
              <a:rPr lang="de-DE"/>
              <a:t> Mit Quellenangabe </a:t>
            </a:r>
            <a:br>
              <a:rPr lang="de-DE"/>
            </a:br>
            <a:r>
              <a:rPr lang="de-DE"/>
              <a:t>oder Autor“</a:t>
            </a:r>
          </a:p>
        </p:txBody>
      </p:sp>
      <p:sp>
        <p:nvSpPr>
          <p:cNvPr id="6" name="Textplatzhalter 4">
            <a:extLst>
              <a:ext uri="{FF2B5EF4-FFF2-40B4-BE49-F238E27FC236}">
                <a16:creationId xmlns:a16="http://schemas.microsoft.com/office/drawing/2014/main" id="{2CA4C682-9DB8-B78B-353A-8BD5C4A3354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814" y="5957739"/>
            <a:ext cx="10874374" cy="3208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b="1" baseline="0"/>
            </a:lvl1pPr>
            <a:lvl2pPr marL="457200" indent="0" algn="ctr">
              <a:buNone/>
              <a:defRPr b="0"/>
            </a:lvl2pPr>
            <a:lvl3pPr marL="914400" indent="0" algn="ctr">
              <a:buNone/>
              <a:defRPr b="0"/>
            </a:lvl3pPr>
            <a:lvl4pPr marL="1371600" indent="0" algn="ctr">
              <a:buNone/>
              <a:defRPr b="0"/>
            </a:lvl4pPr>
            <a:lvl5pPr marL="1828800" indent="0" algn="ctr">
              <a:buNone/>
              <a:defRPr b="0"/>
            </a:lvl5pPr>
          </a:lstStyle>
          <a:p>
            <a:pPr lvl="0"/>
            <a:r>
              <a:rPr lang="de-DE"/>
              <a:t>Autor / Quellenangabe</a:t>
            </a:r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CC74B447-1E5F-B538-6E0A-33984FB904F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904012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orient="horz" pos="1139" userDrawn="1">
          <p15:clr>
            <a:srgbClr val="FBAE40"/>
          </p15:clr>
        </p15:guide>
      </p15:sldGuideLst>
    </p:ext>
  </p:extLst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layout V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raphic 9">
            <a:extLst>
              <a:ext uri="{FF2B5EF4-FFF2-40B4-BE49-F238E27FC236}">
                <a16:creationId xmlns:a16="http://schemas.microsoft.com/office/drawing/2014/main" id="{6B058AA6-B18B-8EE1-008C-DE1454E86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96" b="641"/>
          <a:stretch>
            <a:fillRect/>
          </a:stretch>
        </p:blipFill>
        <p:spPr bwMode="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4" name="Rectangle18">
            <a:extLst>
              <a:ext uri="{FF2B5EF4-FFF2-40B4-BE49-F238E27FC236}">
                <a16:creationId xmlns:a16="http://schemas.microsoft.com/office/drawing/2014/main" id="{89BB2330-CF5A-7D6B-60EC-B4DC7736B9DB}"/>
              </a:ext>
            </a:extLst>
          </p:cNvPr>
          <p:cNvSpPr/>
          <p:nvPr userDrawn="1"/>
        </p:nvSpPr>
        <p:spPr bwMode="gray">
          <a:xfrm>
            <a:off x="0" y="-10633"/>
            <a:ext cx="12191998" cy="6868633"/>
          </a:xfrm>
          <a:prstGeom prst="rect">
            <a:avLst/>
          </a:prstGeom>
          <a:gradFill>
            <a:gsLst>
              <a:gs pos="22000">
                <a:schemeClr val="accent1">
                  <a:lumMod val="5000"/>
                  <a:lumOff val="95000"/>
                  <a:alpha val="0"/>
                </a:schemeClr>
              </a:gs>
              <a:gs pos="67000">
                <a:srgbClr val="66717B">
                  <a:alpha val="92000"/>
                </a:srgbClr>
              </a:gs>
              <a:gs pos="98000">
                <a:schemeClr val="tx1">
                  <a:alpha val="9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marL="0" indent="0" algn="ctr">
              <a:lnSpc>
                <a:spcPts val="1500"/>
              </a:lnSpc>
              <a:spcAft>
                <a:spcPts val="600"/>
              </a:spcAft>
            </a:pPr>
            <a:endParaRPr lang="en-US" sz="1200" noProof="0">
              <a:solidFill>
                <a:schemeClr val="tx1"/>
              </a:solidFill>
            </a:endParaRPr>
          </a:p>
        </p:txBody>
      </p:sp>
      <p:pic>
        <p:nvPicPr>
          <p:cNvPr id="13" name="Grafik 11">
            <a:extLst>
              <a:ext uri="{FF2B5EF4-FFF2-40B4-BE49-F238E27FC236}">
                <a16:creationId xmlns:a16="http://schemas.microsoft.com/office/drawing/2014/main" id="{AEC24BE7-8D51-D6F7-5489-4A3B77033E6F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78859" y="4940891"/>
            <a:ext cx="9013141" cy="191711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9AB5E9FA-5872-706C-C258-907A239F9C6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60" t="1" r="-1" b="-1"/>
          <a:stretch/>
        </p:blipFill>
        <p:spPr>
          <a:xfrm>
            <a:off x="-1" y="5761763"/>
            <a:ext cx="658814" cy="137683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61276F45-1631-9041-78DB-67BF2ECD8A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58800" y="3408841"/>
            <a:ext cx="10874388" cy="36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bg1"/>
                </a:solidFill>
              </a:defRPr>
            </a:lvl1pPr>
            <a:lvl2pPr marL="0" indent="0" algn="l">
              <a:lnSpc>
                <a:spcPct val="85000"/>
              </a:lnSpc>
              <a:spcBef>
                <a:spcPts val="1000"/>
              </a:spcBef>
              <a:buNone/>
              <a:defRPr sz="1400" b="1" cap="all" baseline="0">
                <a:solidFill>
                  <a:schemeClr val="tx1"/>
                </a:solidFill>
              </a:defRPr>
            </a:lvl2pPr>
            <a:lvl3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3pPr>
            <a:lvl4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4pPr>
            <a:lvl5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5pPr>
            <a:lvl6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6pPr>
            <a:lvl7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7pPr>
            <a:lvl8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8pPr>
            <a:lvl9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E43404A3-B3DF-3512-72CE-1885163455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12" y="549275"/>
            <a:ext cx="28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Date | Location | Event</a:t>
            </a:r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685D7E39-5CBD-C4E8-8E23-1859A20EF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grpSp>
        <p:nvGrpSpPr>
          <p:cNvPr id="63" name="Grafik 13">
            <a:extLst>
              <a:ext uri="{FF2B5EF4-FFF2-40B4-BE49-F238E27FC236}">
                <a16:creationId xmlns:a16="http://schemas.microsoft.com/office/drawing/2014/main" id="{BE5BC6B5-6A14-4225-2EC0-927027197071}"/>
              </a:ext>
            </a:extLst>
          </p:cNvPr>
          <p:cNvGrpSpPr/>
          <p:nvPr userDrawn="1"/>
        </p:nvGrpSpPr>
        <p:grpSpPr>
          <a:xfrm>
            <a:off x="9735258" y="6000795"/>
            <a:ext cx="1791477" cy="442860"/>
            <a:chOff x="8501174" y="2383489"/>
            <a:chExt cx="2699861" cy="667416"/>
          </a:xfrm>
          <a:solidFill>
            <a:schemeClr val="bg1"/>
          </a:solidFill>
        </p:grpSpPr>
        <p:grpSp>
          <p:nvGrpSpPr>
            <p:cNvPr id="64" name="Grafik 13">
              <a:extLst>
                <a:ext uri="{FF2B5EF4-FFF2-40B4-BE49-F238E27FC236}">
                  <a16:creationId xmlns:a16="http://schemas.microsoft.com/office/drawing/2014/main" id="{90C9303C-B081-1DA4-578C-F7217C06DA75}"/>
                </a:ext>
              </a:extLst>
            </p:cNvPr>
            <p:cNvGrpSpPr/>
            <p:nvPr/>
          </p:nvGrpSpPr>
          <p:grpSpPr>
            <a:xfrm>
              <a:off x="9461484" y="2955941"/>
              <a:ext cx="876871" cy="94964"/>
              <a:chOff x="9461484" y="2955941"/>
              <a:chExt cx="876871" cy="94964"/>
            </a:xfrm>
            <a:grpFill/>
          </p:grpSpPr>
          <p:sp>
            <p:nvSpPr>
              <p:cNvPr id="73" name="Freihandform: Form 72">
                <a:extLst>
                  <a:ext uri="{FF2B5EF4-FFF2-40B4-BE49-F238E27FC236}">
                    <a16:creationId xmlns:a16="http://schemas.microsoft.com/office/drawing/2014/main" id="{C2BCC1B1-1F81-B20F-E72E-87CF1A7C8C1A}"/>
                  </a:ext>
                </a:extLst>
              </p:cNvPr>
              <p:cNvSpPr/>
              <p:nvPr/>
            </p:nvSpPr>
            <p:spPr>
              <a:xfrm>
                <a:off x="9461484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8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8 w 64198"/>
                  <a:gd name="connsiteY9" fmla="*/ 83820 h 91725"/>
                  <a:gd name="connsiteX10" fmla="*/ 48577 w 64198"/>
                  <a:gd name="connsiteY10" fmla="*/ 83820 h 91725"/>
                  <a:gd name="connsiteX11" fmla="*/ 47244 w 64198"/>
                  <a:gd name="connsiteY11" fmla="*/ 91726 h 91725"/>
                  <a:gd name="connsiteX12" fmla="*/ 190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8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8" y="83820"/>
                    </a:lnTo>
                    <a:lnTo>
                      <a:pt x="48577" y="83820"/>
                    </a:lnTo>
                    <a:lnTo>
                      <a:pt x="47244" y="91726"/>
                    </a:lnTo>
                    <a:lnTo>
                      <a:pt x="19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74" name="Freihandform: Form 73">
                <a:extLst>
                  <a:ext uri="{FF2B5EF4-FFF2-40B4-BE49-F238E27FC236}">
                    <a16:creationId xmlns:a16="http://schemas.microsoft.com/office/drawing/2014/main" id="{632915ED-231F-F00F-4AA4-CCCDFE3D8EB5}"/>
                  </a:ext>
                </a:extLst>
              </p:cNvPr>
              <p:cNvSpPr/>
              <p:nvPr/>
            </p:nvSpPr>
            <p:spPr>
              <a:xfrm>
                <a:off x="9534636" y="2957560"/>
                <a:ext cx="48387" cy="91725"/>
              </a:xfrm>
              <a:custGeom>
                <a:avLst/>
                <a:gdLst>
                  <a:gd name="connsiteX0" fmla="*/ 0 w 48387"/>
                  <a:gd name="connsiteY0" fmla="*/ 91726 h 91725"/>
                  <a:gd name="connsiteX1" fmla="*/ 19621 w 48387"/>
                  <a:gd name="connsiteY1" fmla="*/ 0 h 91725"/>
                  <a:gd name="connsiteX2" fmla="*/ 28956 w 48387"/>
                  <a:gd name="connsiteY2" fmla="*/ 0 h 91725"/>
                  <a:gd name="connsiteX3" fmla="*/ 10954 w 48387"/>
                  <a:gd name="connsiteY3" fmla="*/ 83820 h 91725"/>
                  <a:gd name="connsiteX4" fmla="*/ 48387 w 48387"/>
                  <a:gd name="connsiteY4" fmla="*/ 83820 h 91725"/>
                  <a:gd name="connsiteX5" fmla="*/ 46958 w 48387"/>
                  <a:gd name="connsiteY5" fmla="*/ 91726 h 91725"/>
                  <a:gd name="connsiteX6" fmla="*/ 95 w 48387"/>
                  <a:gd name="connsiteY6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8387" h="91725">
                    <a:moveTo>
                      <a:pt x="0" y="91726"/>
                    </a:moveTo>
                    <a:lnTo>
                      <a:pt x="19621" y="0"/>
                    </a:lnTo>
                    <a:lnTo>
                      <a:pt x="28956" y="0"/>
                    </a:lnTo>
                    <a:lnTo>
                      <a:pt x="10954" y="83820"/>
                    </a:lnTo>
                    <a:lnTo>
                      <a:pt x="48387" y="83820"/>
                    </a:lnTo>
                    <a:lnTo>
                      <a:pt x="46958" y="91726"/>
                    </a:lnTo>
                    <a:lnTo>
                      <a:pt x="95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75" name="Freihandform: Form 74">
                <a:extLst>
                  <a:ext uri="{FF2B5EF4-FFF2-40B4-BE49-F238E27FC236}">
                    <a16:creationId xmlns:a16="http://schemas.microsoft.com/office/drawing/2014/main" id="{52091995-5F71-5D13-2C23-59FA15AC4EBA}"/>
                  </a:ext>
                </a:extLst>
              </p:cNvPr>
              <p:cNvSpPr/>
              <p:nvPr/>
            </p:nvSpPr>
            <p:spPr>
              <a:xfrm>
                <a:off x="9605216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9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9 w 64198"/>
                  <a:gd name="connsiteY9" fmla="*/ 83820 h 91725"/>
                  <a:gd name="connsiteX10" fmla="*/ 48578 w 64198"/>
                  <a:gd name="connsiteY10" fmla="*/ 83820 h 91725"/>
                  <a:gd name="connsiteX11" fmla="*/ 47244 w 64198"/>
                  <a:gd name="connsiteY11" fmla="*/ 91726 h 91725"/>
                  <a:gd name="connsiteX12" fmla="*/ 191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9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9" y="83820"/>
                    </a:lnTo>
                    <a:lnTo>
                      <a:pt x="48578" y="83820"/>
                    </a:lnTo>
                    <a:lnTo>
                      <a:pt x="47244" y="91726"/>
                    </a:lnTo>
                    <a:lnTo>
                      <a:pt x="19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76" name="Freihandform: Form 75">
                <a:extLst>
                  <a:ext uri="{FF2B5EF4-FFF2-40B4-BE49-F238E27FC236}">
                    <a16:creationId xmlns:a16="http://schemas.microsoft.com/office/drawing/2014/main" id="{2E75EE8A-29A7-2139-FC3F-D06FE6012169}"/>
                  </a:ext>
                </a:extLst>
              </p:cNvPr>
              <p:cNvSpPr/>
              <p:nvPr/>
            </p:nvSpPr>
            <p:spPr>
              <a:xfrm>
                <a:off x="9684179" y="2955941"/>
                <a:ext cx="79247" cy="94869"/>
              </a:xfrm>
              <a:custGeom>
                <a:avLst/>
                <a:gdLst>
                  <a:gd name="connsiteX0" fmla="*/ 60960 w 79247"/>
                  <a:gd name="connsiteY0" fmla="*/ 92012 h 94869"/>
                  <a:gd name="connsiteX1" fmla="*/ 43053 w 79247"/>
                  <a:gd name="connsiteY1" fmla="*/ 94869 h 94869"/>
                  <a:gd name="connsiteX2" fmla="*/ 0 w 79247"/>
                  <a:gd name="connsiteY2" fmla="*/ 54674 h 94869"/>
                  <a:gd name="connsiteX3" fmla="*/ 54673 w 79247"/>
                  <a:gd name="connsiteY3" fmla="*/ 0 h 94869"/>
                  <a:gd name="connsiteX4" fmla="*/ 79248 w 79247"/>
                  <a:gd name="connsiteY4" fmla="*/ 4763 h 94869"/>
                  <a:gd name="connsiteX5" fmla="*/ 76105 w 79247"/>
                  <a:gd name="connsiteY5" fmla="*/ 12382 h 94869"/>
                  <a:gd name="connsiteX6" fmla="*/ 54007 w 79247"/>
                  <a:gd name="connsiteY6" fmla="*/ 7906 h 94869"/>
                  <a:gd name="connsiteX7" fmla="*/ 9049 w 79247"/>
                  <a:gd name="connsiteY7" fmla="*/ 54769 h 94869"/>
                  <a:gd name="connsiteX8" fmla="*/ 42577 w 79247"/>
                  <a:gd name="connsiteY8" fmla="*/ 86963 h 94869"/>
                  <a:gd name="connsiteX9" fmla="*/ 62008 w 79247"/>
                  <a:gd name="connsiteY9" fmla="*/ 83915 h 94869"/>
                  <a:gd name="connsiteX10" fmla="*/ 60960 w 79247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7" h="94869">
                    <a:moveTo>
                      <a:pt x="60960" y="92012"/>
                    </a:moveTo>
                    <a:cubicBezTo>
                      <a:pt x="54293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9" y="0"/>
                      <a:pt x="54673" y="0"/>
                    </a:cubicBezTo>
                    <a:cubicBezTo>
                      <a:pt x="66199" y="0"/>
                      <a:pt x="72961" y="1810"/>
                      <a:pt x="79248" y="4763"/>
                    </a:cubicBezTo>
                    <a:lnTo>
                      <a:pt x="76105" y="12382"/>
                    </a:lnTo>
                    <a:cubicBezTo>
                      <a:pt x="69532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77" name="Freihandform: Form 76">
                <a:extLst>
                  <a:ext uri="{FF2B5EF4-FFF2-40B4-BE49-F238E27FC236}">
                    <a16:creationId xmlns:a16="http://schemas.microsoft.com/office/drawing/2014/main" id="{F3D2E601-AB9F-84C9-62CB-B1EE7BF41296}"/>
                  </a:ext>
                </a:extLst>
              </p:cNvPr>
              <p:cNvSpPr/>
              <p:nvPr/>
            </p:nvSpPr>
            <p:spPr>
              <a:xfrm>
                <a:off x="9781905" y="2957560"/>
                <a:ext cx="66484" cy="91725"/>
              </a:xfrm>
              <a:custGeom>
                <a:avLst/>
                <a:gdLst>
                  <a:gd name="connsiteX0" fmla="*/ 9906 w 66484"/>
                  <a:gd name="connsiteY0" fmla="*/ 91726 h 91725"/>
                  <a:gd name="connsiteX1" fmla="*/ 27813 w 66484"/>
                  <a:gd name="connsiteY1" fmla="*/ 7906 h 91725"/>
                  <a:gd name="connsiteX2" fmla="*/ 0 w 66484"/>
                  <a:gd name="connsiteY2" fmla="*/ 7906 h 91725"/>
                  <a:gd name="connsiteX3" fmla="*/ 1715 w 66484"/>
                  <a:gd name="connsiteY3" fmla="*/ 0 h 91725"/>
                  <a:gd name="connsiteX4" fmla="*/ 66484 w 66484"/>
                  <a:gd name="connsiteY4" fmla="*/ 0 h 91725"/>
                  <a:gd name="connsiteX5" fmla="*/ 64865 w 66484"/>
                  <a:gd name="connsiteY5" fmla="*/ 7906 h 91725"/>
                  <a:gd name="connsiteX6" fmla="*/ 37052 w 66484"/>
                  <a:gd name="connsiteY6" fmla="*/ 7906 h 91725"/>
                  <a:gd name="connsiteX7" fmla="*/ 19431 w 66484"/>
                  <a:gd name="connsiteY7" fmla="*/ 91726 h 91725"/>
                  <a:gd name="connsiteX8" fmla="*/ 10001 w 66484"/>
                  <a:gd name="connsiteY8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6484" h="91725">
                    <a:moveTo>
                      <a:pt x="9906" y="91726"/>
                    </a:moveTo>
                    <a:lnTo>
                      <a:pt x="27813" y="7906"/>
                    </a:lnTo>
                    <a:lnTo>
                      <a:pt x="0" y="7906"/>
                    </a:lnTo>
                    <a:lnTo>
                      <a:pt x="1715" y="0"/>
                    </a:lnTo>
                    <a:lnTo>
                      <a:pt x="66484" y="0"/>
                    </a:lnTo>
                    <a:lnTo>
                      <a:pt x="64865" y="7906"/>
                    </a:lnTo>
                    <a:lnTo>
                      <a:pt x="37052" y="7906"/>
                    </a:lnTo>
                    <a:lnTo>
                      <a:pt x="19431" y="91726"/>
                    </a:lnTo>
                    <a:lnTo>
                      <a:pt x="1000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78" name="Freihandform: Form 77">
                <a:extLst>
                  <a:ext uri="{FF2B5EF4-FFF2-40B4-BE49-F238E27FC236}">
                    <a16:creationId xmlns:a16="http://schemas.microsoft.com/office/drawing/2014/main" id="{629B6AA4-C9C1-7A7D-F47E-0273F1EF8DBE}"/>
                  </a:ext>
                </a:extLst>
              </p:cNvPr>
              <p:cNvSpPr/>
              <p:nvPr/>
            </p:nvSpPr>
            <p:spPr>
              <a:xfrm>
                <a:off x="9852104" y="2957560"/>
                <a:ext cx="65912" cy="91725"/>
              </a:xfrm>
              <a:custGeom>
                <a:avLst/>
                <a:gdLst>
                  <a:gd name="connsiteX0" fmla="*/ 49625 w 65912"/>
                  <a:gd name="connsiteY0" fmla="*/ 91726 h 91725"/>
                  <a:gd name="connsiteX1" fmla="*/ 41910 w 65912"/>
                  <a:gd name="connsiteY1" fmla="*/ 58769 h 91725"/>
                  <a:gd name="connsiteX2" fmla="*/ 29051 w 65912"/>
                  <a:gd name="connsiteY2" fmla="*/ 48482 h 91725"/>
                  <a:gd name="connsiteX3" fmla="*/ 18383 w 65912"/>
                  <a:gd name="connsiteY3" fmla="*/ 48482 h 91725"/>
                  <a:gd name="connsiteX4" fmla="*/ 9144 w 65912"/>
                  <a:gd name="connsiteY4" fmla="*/ 91726 h 91725"/>
                  <a:gd name="connsiteX5" fmla="*/ 0 w 65912"/>
                  <a:gd name="connsiteY5" fmla="*/ 91726 h 91725"/>
                  <a:gd name="connsiteX6" fmla="*/ 20003 w 65912"/>
                  <a:gd name="connsiteY6" fmla="*/ 0 h 91725"/>
                  <a:gd name="connsiteX7" fmla="*/ 42291 w 65912"/>
                  <a:gd name="connsiteY7" fmla="*/ 0 h 91725"/>
                  <a:gd name="connsiteX8" fmla="*/ 65913 w 65912"/>
                  <a:gd name="connsiteY8" fmla="*/ 20479 h 91725"/>
                  <a:gd name="connsiteX9" fmla="*/ 40005 w 65912"/>
                  <a:gd name="connsiteY9" fmla="*/ 45053 h 91725"/>
                  <a:gd name="connsiteX10" fmla="*/ 40005 w 65912"/>
                  <a:gd name="connsiteY10" fmla="*/ 45339 h 91725"/>
                  <a:gd name="connsiteX11" fmla="*/ 49721 w 65912"/>
                  <a:gd name="connsiteY11" fmla="*/ 56007 h 91725"/>
                  <a:gd name="connsiteX12" fmla="*/ 58483 w 65912"/>
                  <a:gd name="connsiteY12" fmla="*/ 91726 h 91725"/>
                  <a:gd name="connsiteX13" fmla="*/ 49530 w 65912"/>
                  <a:gd name="connsiteY13" fmla="*/ 91726 h 91725"/>
                  <a:gd name="connsiteX14" fmla="*/ 29242 w 65912"/>
                  <a:gd name="connsiteY14" fmla="*/ 40672 h 91725"/>
                  <a:gd name="connsiteX15" fmla="*/ 56864 w 65912"/>
                  <a:gd name="connsiteY15" fmla="*/ 21717 h 91725"/>
                  <a:gd name="connsiteX16" fmla="*/ 40291 w 65912"/>
                  <a:gd name="connsiteY16" fmla="*/ 7906 h 91725"/>
                  <a:gd name="connsiteX17" fmla="*/ 27051 w 65912"/>
                  <a:gd name="connsiteY17" fmla="*/ 7906 h 91725"/>
                  <a:gd name="connsiteX18" fmla="*/ 20098 w 65912"/>
                  <a:gd name="connsiteY18" fmla="*/ 40576 h 91725"/>
                  <a:gd name="connsiteX19" fmla="*/ 29242 w 65912"/>
                  <a:gd name="connsiteY19" fmla="*/ 4057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5912" h="91725">
                    <a:moveTo>
                      <a:pt x="49625" y="91726"/>
                    </a:moveTo>
                    <a:lnTo>
                      <a:pt x="41910" y="58769"/>
                    </a:lnTo>
                    <a:cubicBezTo>
                      <a:pt x="39910" y="50578"/>
                      <a:pt x="36481" y="48482"/>
                      <a:pt x="29051" y="48482"/>
                    </a:cubicBezTo>
                    <a:lnTo>
                      <a:pt x="18383" y="48482"/>
                    </a:lnTo>
                    <a:lnTo>
                      <a:pt x="9144" y="91726"/>
                    </a:lnTo>
                    <a:lnTo>
                      <a:pt x="0" y="91726"/>
                    </a:lnTo>
                    <a:lnTo>
                      <a:pt x="20003" y="0"/>
                    </a:lnTo>
                    <a:lnTo>
                      <a:pt x="42291" y="0"/>
                    </a:lnTo>
                    <a:cubicBezTo>
                      <a:pt x="57245" y="0"/>
                      <a:pt x="65913" y="6286"/>
                      <a:pt x="65913" y="20479"/>
                    </a:cubicBezTo>
                    <a:cubicBezTo>
                      <a:pt x="65913" y="34671"/>
                      <a:pt x="55531" y="44291"/>
                      <a:pt x="40005" y="45053"/>
                    </a:cubicBezTo>
                    <a:lnTo>
                      <a:pt x="40005" y="45339"/>
                    </a:lnTo>
                    <a:cubicBezTo>
                      <a:pt x="46577" y="46482"/>
                      <a:pt x="48292" y="49911"/>
                      <a:pt x="49721" y="56007"/>
                    </a:cubicBezTo>
                    <a:lnTo>
                      <a:pt x="58483" y="91726"/>
                    </a:lnTo>
                    <a:lnTo>
                      <a:pt x="49530" y="91726"/>
                    </a:lnTo>
                    <a:close/>
                    <a:moveTo>
                      <a:pt x="29242" y="40672"/>
                    </a:moveTo>
                    <a:cubicBezTo>
                      <a:pt x="45149" y="40672"/>
                      <a:pt x="56864" y="34671"/>
                      <a:pt x="56864" y="21717"/>
                    </a:cubicBezTo>
                    <a:cubicBezTo>
                      <a:pt x="56864" y="11716"/>
                      <a:pt x="50197" y="7906"/>
                      <a:pt x="40291" y="7906"/>
                    </a:cubicBezTo>
                    <a:lnTo>
                      <a:pt x="27051" y="7906"/>
                    </a:lnTo>
                    <a:lnTo>
                      <a:pt x="20098" y="40576"/>
                    </a:lnTo>
                    <a:lnTo>
                      <a:pt x="29242" y="4057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79" name="Freihandform: Form 78">
                <a:extLst>
                  <a:ext uri="{FF2B5EF4-FFF2-40B4-BE49-F238E27FC236}">
                    <a16:creationId xmlns:a16="http://schemas.microsoft.com/office/drawing/2014/main" id="{751A2543-7399-B7A3-CB91-B2C5B8C7B9D8}"/>
                  </a:ext>
                </a:extLst>
              </p:cNvPr>
              <p:cNvSpPr/>
              <p:nvPr/>
            </p:nvSpPr>
            <p:spPr>
              <a:xfrm>
                <a:off x="9939068" y="2956036"/>
                <a:ext cx="83438" cy="94868"/>
              </a:xfrm>
              <a:custGeom>
                <a:avLst/>
                <a:gdLst>
                  <a:gd name="connsiteX0" fmla="*/ 0 w 83438"/>
                  <a:gd name="connsiteY0" fmla="*/ 57436 h 94868"/>
                  <a:gd name="connsiteX1" fmla="*/ 48768 w 83438"/>
                  <a:gd name="connsiteY1" fmla="*/ 0 h 94868"/>
                  <a:gd name="connsiteX2" fmla="*/ 83439 w 83438"/>
                  <a:gd name="connsiteY2" fmla="*/ 37433 h 94868"/>
                  <a:gd name="connsiteX3" fmla="*/ 34671 w 83438"/>
                  <a:gd name="connsiteY3" fmla="*/ 94869 h 94868"/>
                  <a:gd name="connsiteX4" fmla="*/ 0 w 83438"/>
                  <a:gd name="connsiteY4" fmla="*/ 57436 h 94868"/>
                  <a:gd name="connsiteX5" fmla="*/ 74390 w 83438"/>
                  <a:gd name="connsiteY5" fmla="*/ 38481 h 94868"/>
                  <a:gd name="connsiteX6" fmla="*/ 48387 w 83438"/>
                  <a:gd name="connsiteY6" fmla="*/ 7906 h 94868"/>
                  <a:gd name="connsiteX7" fmla="*/ 9144 w 83438"/>
                  <a:gd name="connsiteY7" fmla="*/ 56674 h 94868"/>
                  <a:gd name="connsiteX8" fmla="*/ 35433 w 83438"/>
                  <a:gd name="connsiteY8" fmla="*/ 87058 h 94868"/>
                  <a:gd name="connsiteX9" fmla="*/ 74486 w 83438"/>
                  <a:gd name="connsiteY9" fmla="*/ 38576 h 94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3438" h="94868">
                    <a:moveTo>
                      <a:pt x="0" y="57436"/>
                    </a:moveTo>
                    <a:cubicBezTo>
                      <a:pt x="0" y="28099"/>
                      <a:pt x="18574" y="0"/>
                      <a:pt x="48768" y="0"/>
                    </a:cubicBezTo>
                    <a:cubicBezTo>
                      <a:pt x="70961" y="0"/>
                      <a:pt x="83439" y="14573"/>
                      <a:pt x="83439" y="37433"/>
                    </a:cubicBezTo>
                    <a:cubicBezTo>
                      <a:pt x="83439" y="66866"/>
                      <a:pt x="64865" y="94869"/>
                      <a:pt x="34671" y="94869"/>
                    </a:cubicBezTo>
                    <a:cubicBezTo>
                      <a:pt x="12383" y="94869"/>
                      <a:pt x="0" y="80010"/>
                      <a:pt x="0" y="57436"/>
                    </a:cubicBezTo>
                    <a:close/>
                    <a:moveTo>
                      <a:pt x="74390" y="38481"/>
                    </a:moveTo>
                    <a:cubicBezTo>
                      <a:pt x="74390" y="19717"/>
                      <a:pt x="64961" y="7906"/>
                      <a:pt x="48387" y="7906"/>
                    </a:cubicBezTo>
                    <a:cubicBezTo>
                      <a:pt x="24384" y="7906"/>
                      <a:pt x="9144" y="33623"/>
                      <a:pt x="9144" y="56674"/>
                    </a:cubicBezTo>
                    <a:cubicBezTo>
                      <a:pt x="9144" y="72485"/>
                      <a:pt x="16383" y="87058"/>
                      <a:pt x="35433" y="87058"/>
                    </a:cubicBezTo>
                    <a:cubicBezTo>
                      <a:pt x="59246" y="87058"/>
                      <a:pt x="74486" y="61055"/>
                      <a:pt x="74486" y="38576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80" name="Freihandform: Form 79">
                <a:extLst>
                  <a:ext uri="{FF2B5EF4-FFF2-40B4-BE49-F238E27FC236}">
                    <a16:creationId xmlns:a16="http://schemas.microsoft.com/office/drawing/2014/main" id="{721D424A-623C-2594-F9F2-E611A790B024}"/>
                  </a:ext>
                </a:extLst>
              </p:cNvPr>
              <p:cNvSpPr/>
              <p:nvPr/>
            </p:nvSpPr>
            <p:spPr>
              <a:xfrm>
                <a:off x="10040890" y="2957560"/>
                <a:ext cx="86772" cy="91725"/>
              </a:xfrm>
              <a:custGeom>
                <a:avLst/>
                <a:gdLst>
                  <a:gd name="connsiteX0" fmla="*/ 56579 w 86772"/>
                  <a:gd name="connsiteY0" fmla="*/ 91726 h 91725"/>
                  <a:gd name="connsiteX1" fmla="*/ 26003 w 86772"/>
                  <a:gd name="connsiteY1" fmla="*/ 11049 h 91725"/>
                  <a:gd name="connsiteX2" fmla="*/ 25717 w 86772"/>
                  <a:gd name="connsiteY2" fmla="*/ 11049 h 91725"/>
                  <a:gd name="connsiteX3" fmla="*/ 8382 w 86772"/>
                  <a:gd name="connsiteY3" fmla="*/ 91726 h 91725"/>
                  <a:gd name="connsiteX4" fmla="*/ 0 w 86772"/>
                  <a:gd name="connsiteY4" fmla="*/ 91726 h 91725"/>
                  <a:gd name="connsiteX5" fmla="*/ 19812 w 86772"/>
                  <a:gd name="connsiteY5" fmla="*/ 0 h 91725"/>
                  <a:gd name="connsiteX6" fmla="*/ 30575 w 86772"/>
                  <a:gd name="connsiteY6" fmla="*/ 0 h 91725"/>
                  <a:gd name="connsiteX7" fmla="*/ 61150 w 86772"/>
                  <a:gd name="connsiteY7" fmla="*/ 80677 h 91725"/>
                  <a:gd name="connsiteX8" fmla="*/ 61436 w 86772"/>
                  <a:gd name="connsiteY8" fmla="*/ 80677 h 91725"/>
                  <a:gd name="connsiteX9" fmla="*/ 78486 w 86772"/>
                  <a:gd name="connsiteY9" fmla="*/ 0 h 91725"/>
                  <a:gd name="connsiteX10" fmla="*/ 86773 w 86772"/>
                  <a:gd name="connsiteY10" fmla="*/ 0 h 91725"/>
                  <a:gd name="connsiteX11" fmla="*/ 67342 w 86772"/>
                  <a:gd name="connsiteY11" fmla="*/ 91726 h 91725"/>
                  <a:gd name="connsiteX12" fmla="*/ 56579 w 86772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6772" h="91725">
                    <a:moveTo>
                      <a:pt x="56579" y="91726"/>
                    </a:moveTo>
                    <a:lnTo>
                      <a:pt x="26003" y="11049"/>
                    </a:lnTo>
                    <a:lnTo>
                      <a:pt x="25717" y="11049"/>
                    </a:lnTo>
                    <a:lnTo>
                      <a:pt x="8382" y="91726"/>
                    </a:lnTo>
                    <a:lnTo>
                      <a:pt x="0" y="91726"/>
                    </a:lnTo>
                    <a:lnTo>
                      <a:pt x="19812" y="0"/>
                    </a:lnTo>
                    <a:lnTo>
                      <a:pt x="30575" y="0"/>
                    </a:lnTo>
                    <a:lnTo>
                      <a:pt x="61150" y="80677"/>
                    </a:lnTo>
                    <a:lnTo>
                      <a:pt x="61436" y="80677"/>
                    </a:lnTo>
                    <a:lnTo>
                      <a:pt x="78486" y="0"/>
                    </a:lnTo>
                    <a:lnTo>
                      <a:pt x="86773" y="0"/>
                    </a:lnTo>
                    <a:lnTo>
                      <a:pt x="67342" y="91726"/>
                    </a:lnTo>
                    <a:lnTo>
                      <a:pt x="56579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81" name="Freihandform: Form 80">
                <a:extLst>
                  <a:ext uri="{FF2B5EF4-FFF2-40B4-BE49-F238E27FC236}">
                    <a16:creationId xmlns:a16="http://schemas.microsoft.com/office/drawing/2014/main" id="{06EAC23E-0B69-24EB-C3F4-41BB7AFCD7D1}"/>
                  </a:ext>
                </a:extLst>
              </p:cNvPr>
              <p:cNvSpPr/>
              <p:nvPr/>
            </p:nvSpPr>
            <p:spPr>
              <a:xfrm>
                <a:off x="10141379" y="2957560"/>
                <a:ext cx="28479" cy="91725"/>
              </a:xfrm>
              <a:custGeom>
                <a:avLst/>
                <a:gdLst>
                  <a:gd name="connsiteX0" fmla="*/ 0 w 28479"/>
                  <a:gd name="connsiteY0" fmla="*/ 91726 h 91725"/>
                  <a:gd name="connsiteX1" fmla="*/ 19431 w 28479"/>
                  <a:gd name="connsiteY1" fmla="*/ 0 h 91725"/>
                  <a:gd name="connsiteX2" fmla="*/ 28480 w 28479"/>
                  <a:gd name="connsiteY2" fmla="*/ 0 h 91725"/>
                  <a:gd name="connsiteX3" fmla="*/ 9049 w 28479"/>
                  <a:gd name="connsiteY3" fmla="*/ 91726 h 91725"/>
                  <a:gd name="connsiteX4" fmla="*/ 0 w 28479"/>
                  <a:gd name="connsiteY4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479" h="91725">
                    <a:moveTo>
                      <a:pt x="0" y="91726"/>
                    </a:moveTo>
                    <a:lnTo>
                      <a:pt x="19431" y="0"/>
                    </a:lnTo>
                    <a:lnTo>
                      <a:pt x="28480" y="0"/>
                    </a:lnTo>
                    <a:lnTo>
                      <a:pt x="9049" y="91726"/>
                    </a:lnTo>
                    <a:lnTo>
                      <a:pt x="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82" name="Freihandform: Form 81">
                <a:extLst>
                  <a:ext uri="{FF2B5EF4-FFF2-40B4-BE49-F238E27FC236}">
                    <a16:creationId xmlns:a16="http://schemas.microsoft.com/office/drawing/2014/main" id="{94C203DA-D326-A98F-7E14-3D616978CDCF}"/>
                  </a:ext>
                </a:extLst>
              </p:cNvPr>
              <p:cNvSpPr/>
              <p:nvPr/>
            </p:nvSpPr>
            <p:spPr>
              <a:xfrm>
                <a:off x="10187766" y="2955941"/>
                <a:ext cx="79248" cy="94869"/>
              </a:xfrm>
              <a:custGeom>
                <a:avLst/>
                <a:gdLst>
                  <a:gd name="connsiteX0" fmla="*/ 60960 w 79248"/>
                  <a:gd name="connsiteY0" fmla="*/ 92012 h 94869"/>
                  <a:gd name="connsiteX1" fmla="*/ 43053 w 79248"/>
                  <a:gd name="connsiteY1" fmla="*/ 94869 h 94869"/>
                  <a:gd name="connsiteX2" fmla="*/ 0 w 79248"/>
                  <a:gd name="connsiteY2" fmla="*/ 54674 h 94869"/>
                  <a:gd name="connsiteX3" fmla="*/ 54674 w 79248"/>
                  <a:gd name="connsiteY3" fmla="*/ 0 h 94869"/>
                  <a:gd name="connsiteX4" fmla="*/ 79248 w 79248"/>
                  <a:gd name="connsiteY4" fmla="*/ 4763 h 94869"/>
                  <a:gd name="connsiteX5" fmla="*/ 76105 w 79248"/>
                  <a:gd name="connsiteY5" fmla="*/ 12382 h 94869"/>
                  <a:gd name="connsiteX6" fmla="*/ 54007 w 79248"/>
                  <a:gd name="connsiteY6" fmla="*/ 7906 h 94869"/>
                  <a:gd name="connsiteX7" fmla="*/ 9049 w 79248"/>
                  <a:gd name="connsiteY7" fmla="*/ 54769 h 94869"/>
                  <a:gd name="connsiteX8" fmla="*/ 42577 w 79248"/>
                  <a:gd name="connsiteY8" fmla="*/ 86963 h 94869"/>
                  <a:gd name="connsiteX9" fmla="*/ 62008 w 79248"/>
                  <a:gd name="connsiteY9" fmla="*/ 83915 h 94869"/>
                  <a:gd name="connsiteX10" fmla="*/ 60960 w 79248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8" h="94869">
                    <a:moveTo>
                      <a:pt x="60960" y="92012"/>
                    </a:moveTo>
                    <a:cubicBezTo>
                      <a:pt x="54292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8" y="0"/>
                      <a:pt x="54674" y="0"/>
                    </a:cubicBezTo>
                    <a:cubicBezTo>
                      <a:pt x="66199" y="0"/>
                      <a:pt x="72962" y="1810"/>
                      <a:pt x="79248" y="4763"/>
                    </a:cubicBezTo>
                    <a:lnTo>
                      <a:pt x="76105" y="12382"/>
                    </a:lnTo>
                    <a:cubicBezTo>
                      <a:pt x="69533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83" name="Freihandform: Form 82">
                <a:extLst>
                  <a:ext uri="{FF2B5EF4-FFF2-40B4-BE49-F238E27FC236}">
                    <a16:creationId xmlns:a16="http://schemas.microsoft.com/office/drawing/2014/main" id="{B41B0512-94B5-AD51-D757-09411F7155C3}"/>
                  </a:ext>
                </a:extLst>
              </p:cNvPr>
              <p:cNvSpPr/>
              <p:nvPr/>
            </p:nvSpPr>
            <p:spPr>
              <a:xfrm>
                <a:off x="10272062" y="2955941"/>
                <a:ext cx="66293" cy="94869"/>
              </a:xfrm>
              <a:custGeom>
                <a:avLst/>
                <a:gdLst>
                  <a:gd name="connsiteX0" fmla="*/ 2572 w 66293"/>
                  <a:gd name="connsiteY0" fmla="*/ 81248 h 94869"/>
                  <a:gd name="connsiteX1" fmla="*/ 22193 w 66293"/>
                  <a:gd name="connsiteY1" fmla="*/ 87058 h 94869"/>
                  <a:gd name="connsiteX2" fmla="*/ 47720 w 66293"/>
                  <a:gd name="connsiteY2" fmla="*/ 67437 h 94869"/>
                  <a:gd name="connsiteX3" fmla="*/ 34099 w 66293"/>
                  <a:gd name="connsiteY3" fmla="*/ 49435 h 94869"/>
                  <a:gd name="connsiteX4" fmla="*/ 14002 w 66293"/>
                  <a:gd name="connsiteY4" fmla="*/ 25527 h 94869"/>
                  <a:gd name="connsiteX5" fmla="*/ 45053 w 66293"/>
                  <a:gd name="connsiteY5" fmla="*/ 0 h 94869"/>
                  <a:gd name="connsiteX6" fmla="*/ 66294 w 66293"/>
                  <a:gd name="connsiteY6" fmla="*/ 4096 h 94869"/>
                  <a:gd name="connsiteX7" fmla="*/ 63532 w 66293"/>
                  <a:gd name="connsiteY7" fmla="*/ 12382 h 94869"/>
                  <a:gd name="connsiteX8" fmla="*/ 44863 w 66293"/>
                  <a:gd name="connsiteY8" fmla="*/ 7906 h 94869"/>
                  <a:gd name="connsiteX9" fmla="*/ 23050 w 66293"/>
                  <a:gd name="connsiteY9" fmla="*/ 24860 h 94869"/>
                  <a:gd name="connsiteX10" fmla="*/ 36481 w 66293"/>
                  <a:gd name="connsiteY10" fmla="*/ 40481 h 94869"/>
                  <a:gd name="connsiteX11" fmla="*/ 56864 w 66293"/>
                  <a:gd name="connsiteY11" fmla="*/ 66199 h 94869"/>
                  <a:gd name="connsiteX12" fmla="*/ 22955 w 66293"/>
                  <a:gd name="connsiteY12" fmla="*/ 94869 h 94869"/>
                  <a:gd name="connsiteX13" fmla="*/ 0 w 66293"/>
                  <a:gd name="connsiteY13" fmla="*/ 89916 h 94869"/>
                  <a:gd name="connsiteX14" fmla="*/ 2762 w 66293"/>
                  <a:gd name="connsiteY14" fmla="*/ 81248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6293" h="94869">
                    <a:moveTo>
                      <a:pt x="2572" y="81248"/>
                    </a:moveTo>
                    <a:cubicBezTo>
                      <a:pt x="8096" y="84963"/>
                      <a:pt x="15430" y="87058"/>
                      <a:pt x="22193" y="87058"/>
                    </a:cubicBezTo>
                    <a:cubicBezTo>
                      <a:pt x="34576" y="87058"/>
                      <a:pt x="47720" y="81629"/>
                      <a:pt x="47720" y="67437"/>
                    </a:cubicBezTo>
                    <a:cubicBezTo>
                      <a:pt x="47720" y="59912"/>
                      <a:pt x="42767" y="54959"/>
                      <a:pt x="34099" y="49435"/>
                    </a:cubicBezTo>
                    <a:cubicBezTo>
                      <a:pt x="23241" y="42482"/>
                      <a:pt x="14002" y="36957"/>
                      <a:pt x="14002" y="25527"/>
                    </a:cubicBezTo>
                    <a:cubicBezTo>
                      <a:pt x="14002" y="8477"/>
                      <a:pt x="28099" y="0"/>
                      <a:pt x="45053" y="0"/>
                    </a:cubicBezTo>
                    <a:cubicBezTo>
                      <a:pt x="52768" y="0"/>
                      <a:pt x="59912" y="1333"/>
                      <a:pt x="66294" y="4096"/>
                    </a:cubicBezTo>
                    <a:lnTo>
                      <a:pt x="63532" y="12382"/>
                    </a:lnTo>
                    <a:cubicBezTo>
                      <a:pt x="57626" y="9334"/>
                      <a:pt x="51340" y="7906"/>
                      <a:pt x="44863" y="7906"/>
                    </a:cubicBezTo>
                    <a:cubicBezTo>
                      <a:pt x="34861" y="7906"/>
                      <a:pt x="23050" y="12764"/>
                      <a:pt x="23050" y="24860"/>
                    </a:cubicBezTo>
                    <a:cubicBezTo>
                      <a:pt x="23050" y="31051"/>
                      <a:pt x="27527" y="34957"/>
                      <a:pt x="36481" y="40481"/>
                    </a:cubicBezTo>
                    <a:cubicBezTo>
                      <a:pt x="48673" y="48006"/>
                      <a:pt x="56864" y="54293"/>
                      <a:pt x="56864" y="66199"/>
                    </a:cubicBezTo>
                    <a:cubicBezTo>
                      <a:pt x="56864" y="84868"/>
                      <a:pt x="39814" y="94869"/>
                      <a:pt x="22955" y="94869"/>
                    </a:cubicBezTo>
                    <a:cubicBezTo>
                      <a:pt x="14573" y="94869"/>
                      <a:pt x="6382" y="93440"/>
                      <a:pt x="0" y="89916"/>
                    </a:cubicBezTo>
                    <a:lnTo>
                      <a:pt x="2762" y="8124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  <p:sp>
          <p:nvSpPr>
            <p:cNvPr id="65" name="Freihandform: Form 64">
              <a:extLst>
                <a:ext uri="{FF2B5EF4-FFF2-40B4-BE49-F238E27FC236}">
                  <a16:creationId xmlns:a16="http://schemas.microsoft.com/office/drawing/2014/main" id="{7DC37BA4-E4E8-3F4D-B467-7FD8E814DCD1}"/>
                </a:ext>
              </a:extLst>
            </p:cNvPr>
            <p:cNvSpPr/>
            <p:nvPr/>
          </p:nvSpPr>
          <p:spPr>
            <a:xfrm>
              <a:off x="9491583" y="2527792"/>
              <a:ext cx="408717" cy="379666"/>
            </a:xfrm>
            <a:custGeom>
              <a:avLst/>
              <a:gdLst>
                <a:gd name="connsiteX0" fmla="*/ 80486 w 408717"/>
                <a:gd name="connsiteY0" fmla="*/ 0 h 379666"/>
                <a:gd name="connsiteX1" fmla="*/ 80486 w 408717"/>
                <a:gd name="connsiteY1" fmla="*/ 0 h 379666"/>
                <a:gd name="connsiteX2" fmla="*/ 408718 w 408717"/>
                <a:gd name="connsiteY2" fmla="*/ 0 h 379666"/>
                <a:gd name="connsiteX3" fmla="*/ 389477 w 408717"/>
                <a:gd name="connsiteY3" fmla="*/ 91345 h 379666"/>
                <a:gd name="connsiteX4" fmla="*/ 203168 w 408717"/>
                <a:gd name="connsiteY4" fmla="*/ 91345 h 379666"/>
                <a:gd name="connsiteX5" fmla="*/ 191643 w 408717"/>
                <a:gd name="connsiteY5" fmla="*/ 145161 h 379666"/>
                <a:gd name="connsiteX6" fmla="*/ 369760 w 408717"/>
                <a:gd name="connsiteY6" fmla="*/ 145161 h 379666"/>
                <a:gd name="connsiteX7" fmla="*/ 350520 w 408717"/>
                <a:gd name="connsiteY7" fmla="*/ 236506 h 379666"/>
                <a:gd name="connsiteX8" fmla="*/ 172402 w 408717"/>
                <a:gd name="connsiteY8" fmla="*/ 236506 h 379666"/>
                <a:gd name="connsiteX9" fmla="*/ 161353 w 408717"/>
                <a:gd name="connsiteY9" fmla="*/ 287941 h 379666"/>
                <a:gd name="connsiteX10" fmla="*/ 351282 w 408717"/>
                <a:gd name="connsiteY10" fmla="*/ 287941 h 379666"/>
                <a:gd name="connsiteX11" fmla="*/ 331946 w 408717"/>
                <a:gd name="connsiteY11" fmla="*/ 379667 h 379666"/>
                <a:gd name="connsiteX12" fmla="*/ 0 w 408717"/>
                <a:gd name="connsiteY12" fmla="*/ 379667 h 379666"/>
                <a:gd name="connsiteX13" fmla="*/ 80486 w 408717"/>
                <a:gd name="connsiteY13" fmla="*/ 0 h 379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8717" h="379666">
                  <a:moveTo>
                    <a:pt x="80486" y="0"/>
                  </a:moveTo>
                  <a:lnTo>
                    <a:pt x="80486" y="0"/>
                  </a:lnTo>
                  <a:lnTo>
                    <a:pt x="408718" y="0"/>
                  </a:lnTo>
                  <a:lnTo>
                    <a:pt x="389477" y="91345"/>
                  </a:lnTo>
                  <a:lnTo>
                    <a:pt x="203168" y="91345"/>
                  </a:lnTo>
                  <a:lnTo>
                    <a:pt x="191643" y="145161"/>
                  </a:lnTo>
                  <a:lnTo>
                    <a:pt x="369760" y="145161"/>
                  </a:lnTo>
                  <a:lnTo>
                    <a:pt x="350520" y="236506"/>
                  </a:lnTo>
                  <a:lnTo>
                    <a:pt x="172402" y="236506"/>
                  </a:lnTo>
                  <a:lnTo>
                    <a:pt x="161353" y="287941"/>
                  </a:lnTo>
                  <a:lnTo>
                    <a:pt x="351282" y="287941"/>
                  </a:lnTo>
                  <a:lnTo>
                    <a:pt x="331946" y="379667"/>
                  </a:lnTo>
                  <a:lnTo>
                    <a:pt x="0" y="379667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6" name="Freihandform: Form 65">
              <a:extLst>
                <a:ext uri="{FF2B5EF4-FFF2-40B4-BE49-F238E27FC236}">
                  <a16:creationId xmlns:a16="http://schemas.microsoft.com/office/drawing/2014/main" id="{7EAF8C9B-71A2-080B-3DA0-704F571A95D9}"/>
                </a:ext>
              </a:extLst>
            </p:cNvPr>
            <p:cNvSpPr/>
            <p:nvPr/>
          </p:nvSpPr>
          <p:spPr>
            <a:xfrm>
              <a:off x="9892110" y="2527792"/>
              <a:ext cx="446790" cy="379571"/>
            </a:xfrm>
            <a:custGeom>
              <a:avLst/>
              <a:gdLst>
                <a:gd name="connsiteX0" fmla="*/ 80486 w 446790"/>
                <a:gd name="connsiteY0" fmla="*/ 0 h 379571"/>
                <a:gd name="connsiteX1" fmla="*/ 293846 w 446790"/>
                <a:gd name="connsiteY1" fmla="*/ 0 h 379571"/>
                <a:gd name="connsiteX2" fmla="*/ 438721 w 446790"/>
                <a:gd name="connsiteY2" fmla="*/ 190786 h 379571"/>
                <a:gd name="connsiteX3" fmla="*/ 207264 w 446790"/>
                <a:gd name="connsiteY3" fmla="*/ 379571 h 379571"/>
                <a:gd name="connsiteX4" fmla="*/ 0 w 446790"/>
                <a:gd name="connsiteY4" fmla="*/ 379571 h 379571"/>
                <a:gd name="connsiteX5" fmla="*/ 80486 w 446790"/>
                <a:gd name="connsiteY5" fmla="*/ 0 h 379571"/>
                <a:gd name="connsiteX6" fmla="*/ 165830 w 446790"/>
                <a:gd name="connsiteY6" fmla="*/ 284988 h 379571"/>
                <a:gd name="connsiteX7" fmla="*/ 201930 w 446790"/>
                <a:gd name="connsiteY7" fmla="*/ 284988 h 379571"/>
                <a:gd name="connsiteX8" fmla="*/ 287274 w 446790"/>
                <a:gd name="connsiteY8" fmla="*/ 186690 h 379571"/>
                <a:gd name="connsiteX9" fmla="*/ 243364 w 446790"/>
                <a:gd name="connsiteY9" fmla="*/ 88011 h 379571"/>
                <a:gd name="connsiteX10" fmla="*/ 207264 w 446790"/>
                <a:gd name="connsiteY10" fmla="*/ 88011 h 379571"/>
                <a:gd name="connsiteX11" fmla="*/ 165830 w 446790"/>
                <a:gd name="connsiteY11" fmla="*/ 284988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6790" h="379571">
                  <a:moveTo>
                    <a:pt x="80486" y="0"/>
                  </a:moveTo>
                  <a:lnTo>
                    <a:pt x="293846" y="0"/>
                  </a:lnTo>
                  <a:cubicBezTo>
                    <a:pt x="402622" y="0"/>
                    <a:pt x="471106" y="36576"/>
                    <a:pt x="438721" y="190786"/>
                  </a:cubicBezTo>
                  <a:cubicBezTo>
                    <a:pt x="407956" y="334328"/>
                    <a:pt x="316039" y="379571"/>
                    <a:pt x="207264" y="379571"/>
                  </a:cubicBezTo>
                  <a:lnTo>
                    <a:pt x="0" y="379571"/>
                  </a:lnTo>
                  <a:lnTo>
                    <a:pt x="80486" y="0"/>
                  </a:lnTo>
                  <a:close/>
                  <a:moveTo>
                    <a:pt x="165830" y="284988"/>
                  </a:moveTo>
                  <a:lnTo>
                    <a:pt x="201930" y="284988"/>
                  </a:lnTo>
                  <a:cubicBezTo>
                    <a:pt x="254889" y="284988"/>
                    <a:pt x="274130" y="250031"/>
                    <a:pt x="287274" y="186690"/>
                  </a:cubicBezTo>
                  <a:cubicBezTo>
                    <a:pt x="301276" y="121730"/>
                    <a:pt x="295465" y="88011"/>
                    <a:pt x="243364" y="88011"/>
                  </a:cubicBezTo>
                  <a:lnTo>
                    <a:pt x="207264" y="88011"/>
                  </a:lnTo>
                  <a:lnTo>
                    <a:pt x="165830" y="2849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7" name="Freihandform: Form 66">
              <a:extLst>
                <a:ext uri="{FF2B5EF4-FFF2-40B4-BE49-F238E27FC236}">
                  <a16:creationId xmlns:a16="http://schemas.microsoft.com/office/drawing/2014/main" id="{015DBDAF-1BE0-78EF-A6C6-E748B84A2314}"/>
                </a:ext>
              </a:extLst>
            </p:cNvPr>
            <p:cNvSpPr/>
            <p:nvPr/>
          </p:nvSpPr>
          <p:spPr>
            <a:xfrm>
              <a:off x="10291778" y="2527792"/>
              <a:ext cx="468344" cy="379571"/>
            </a:xfrm>
            <a:custGeom>
              <a:avLst/>
              <a:gdLst>
                <a:gd name="connsiteX0" fmla="*/ 213455 w 468344"/>
                <a:gd name="connsiteY0" fmla="*/ 0 h 379571"/>
                <a:gd name="connsiteX1" fmla="*/ 413766 w 468344"/>
                <a:gd name="connsiteY1" fmla="*/ 0 h 379571"/>
                <a:gd name="connsiteX2" fmla="*/ 468344 w 468344"/>
                <a:gd name="connsiteY2" fmla="*/ 379571 h 379571"/>
                <a:gd name="connsiteX3" fmla="*/ 315659 w 468344"/>
                <a:gd name="connsiteY3" fmla="*/ 379571 h 379571"/>
                <a:gd name="connsiteX4" fmla="*/ 308229 w 468344"/>
                <a:gd name="connsiteY4" fmla="*/ 297275 h 379571"/>
                <a:gd name="connsiteX5" fmla="*/ 185547 w 468344"/>
                <a:gd name="connsiteY5" fmla="*/ 297275 h 379571"/>
                <a:gd name="connsiteX6" fmla="*/ 144875 w 468344"/>
                <a:gd name="connsiteY6" fmla="*/ 379571 h 379571"/>
                <a:gd name="connsiteX7" fmla="*/ 0 w 468344"/>
                <a:gd name="connsiteY7" fmla="*/ 379571 h 379571"/>
                <a:gd name="connsiteX8" fmla="*/ 213360 w 468344"/>
                <a:gd name="connsiteY8" fmla="*/ 0 h 379571"/>
                <a:gd name="connsiteX9" fmla="*/ 224885 w 468344"/>
                <a:gd name="connsiteY9" fmla="*/ 206026 h 379571"/>
                <a:gd name="connsiteX10" fmla="*/ 308991 w 468344"/>
                <a:gd name="connsiteY10" fmla="*/ 206026 h 379571"/>
                <a:gd name="connsiteX11" fmla="*/ 294227 w 468344"/>
                <a:gd name="connsiteY11" fmla="*/ 81439 h 379571"/>
                <a:gd name="connsiteX12" fmla="*/ 292989 w 468344"/>
                <a:gd name="connsiteY12" fmla="*/ 81439 h 379571"/>
                <a:gd name="connsiteX13" fmla="*/ 224885 w 468344"/>
                <a:gd name="connsiteY13" fmla="*/ 206026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68344" h="379571">
                  <a:moveTo>
                    <a:pt x="213455" y="0"/>
                  </a:moveTo>
                  <a:lnTo>
                    <a:pt x="413766" y="0"/>
                  </a:lnTo>
                  <a:lnTo>
                    <a:pt x="468344" y="379571"/>
                  </a:lnTo>
                  <a:lnTo>
                    <a:pt x="315659" y="379571"/>
                  </a:lnTo>
                  <a:lnTo>
                    <a:pt x="308229" y="297275"/>
                  </a:lnTo>
                  <a:lnTo>
                    <a:pt x="185547" y="297275"/>
                  </a:lnTo>
                  <a:lnTo>
                    <a:pt x="144875" y="379571"/>
                  </a:lnTo>
                  <a:lnTo>
                    <a:pt x="0" y="379571"/>
                  </a:lnTo>
                  <a:lnTo>
                    <a:pt x="213360" y="0"/>
                  </a:lnTo>
                  <a:close/>
                  <a:moveTo>
                    <a:pt x="224885" y="206026"/>
                  </a:moveTo>
                  <a:lnTo>
                    <a:pt x="308991" y="206026"/>
                  </a:lnTo>
                  <a:lnTo>
                    <a:pt x="294227" y="81439"/>
                  </a:lnTo>
                  <a:lnTo>
                    <a:pt x="292989" y="81439"/>
                  </a:lnTo>
                  <a:lnTo>
                    <a:pt x="224885" y="2060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8" name="Freihandform: Form 67">
              <a:extLst>
                <a:ext uri="{FF2B5EF4-FFF2-40B4-BE49-F238E27FC236}">
                  <a16:creationId xmlns:a16="http://schemas.microsoft.com/office/drawing/2014/main" id="{667A68EC-7783-24FA-BA3B-F88C7536CC01}"/>
                </a:ext>
              </a:extLst>
            </p:cNvPr>
            <p:cNvSpPr/>
            <p:nvPr/>
          </p:nvSpPr>
          <p:spPr>
            <a:xfrm>
              <a:off x="10789761" y="2521220"/>
              <a:ext cx="411274" cy="392715"/>
            </a:xfrm>
            <a:custGeom>
              <a:avLst/>
              <a:gdLst>
                <a:gd name="connsiteX0" fmla="*/ 350695 w 411274"/>
                <a:gd name="connsiteY0" fmla="*/ 371761 h 392715"/>
                <a:gd name="connsiteX1" fmla="*/ 350695 w 411274"/>
                <a:gd name="connsiteY1" fmla="*/ 371761 h 392715"/>
                <a:gd name="connsiteX2" fmla="*/ 189341 w 411274"/>
                <a:gd name="connsiteY2" fmla="*/ 392716 h 392715"/>
                <a:gd name="connsiteX3" fmla="*/ 5509 w 411274"/>
                <a:gd name="connsiteY3" fmla="*/ 190786 h 392715"/>
                <a:gd name="connsiteX4" fmla="*/ 272590 w 411274"/>
                <a:gd name="connsiteY4" fmla="*/ 0 h 392715"/>
                <a:gd name="connsiteX5" fmla="*/ 411274 w 411274"/>
                <a:gd name="connsiteY5" fmla="*/ 14002 h 392715"/>
                <a:gd name="connsiteX6" fmla="*/ 389462 w 411274"/>
                <a:gd name="connsiteY6" fmla="*/ 116396 h 392715"/>
                <a:gd name="connsiteX7" fmla="*/ 294307 w 411274"/>
                <a:gd name="connsiteY7" fmla="*/ 94583 h 392715"/>
                <a:gd name="connsiteX8" fmla="*/ 151908 w 411274"/>
                <a:gd name="connsiteY8" fmla="*/ 199835 h 392715"/>
                <a:gd name="connsiteX9" fmla="*/ 210582 w 411274"/>
                <a:gd name="connsiteY9" fmla="*/ 297752 h 392715"/>
                <a:gd name="connsiteX10" fmla="*/ 242110 w 411274"/>
                <a:gd name="connsiteY10" fmla="*/ 294418 h 392715"/>
                <a:gd name="connsiteX11" fmla="*/ 263446 w 411274"/>
                <a:gd name="connsiteY11" fmla="*/ 193262 h 392715"/>
                <a:gd name="connsiteX12" fmla="*/ 388224 w 411274"/>
                <a:gd name="connsiteY12" fmla="*/ 193262 h 392715"/>
                <a:gd name="connsiteX13" fmla="*/ 350505 w 411274"/>
                <a:gd name="connsiteY13" fmla="*/ 371761 h 392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11274" h="392715">
                  <a:moveTo>
                    <a:pt x="350695" y="371761"/>
                  </a:moveTo>
                  <a:lnTo>
                    <a:pt x="350695" y="371761"/>
                  </a:lnTo>
                  <a:cubicBezTo>
                    <a:pt x="297736" y="386525"/>
                    <a:pt x="249349" y="392716"/>
                    <a:pt x="189341" y="392716"/>
                  </a:cubicBezTo>
                  <a:cubicBezTo>
                    <a:pt x="63326" y="392716"/>
                    <a:pt x="-23161" y="326041"/>
                    <a:pt x="5509" y="190786"/>
                  </a:cubicBezTo>
                  <a:cubicBezTo>
                    <a:pt x="32179" y="63246"/>
                    <a:pt x="151146" y="0"/>
                    <a:pt x="272590" y="0"/>
                  </a:cubicBezTo>
                  <a:cubicBezTo>
                    <a:pt x="343551" y="0"/>
                    <a:pt x="376889" y="5334"/>
                    <a:pt x="411274" y="14002"/>
                  </a:cubicBezTo>
                  <a:lnTo>
                    <a:pt x="389462" y="116396"/>
                  </a:lnTo>
                  <a:cubicBezTo>
                    <a:pt x="371364" y="104489"/>
                    <a:pt x="334883" y="94583"/>
                    <a:pt x="294307" y="94583"/>
                  </a:cubicBezTo>
                  <a:cubicBezTo>
                    <a:pt x="222107" y="94583"/>
                    <a:pt x="166672" y="130778"/>
                    <a:pt x="151908" y="199835"/>
                  </a:cubicBezTo>
                  <a:cubicBezTo>
                    <a:pt x="140764" y="252032"/>
                    <a:pt x="152289" y="297752"/>
                    <a:pt x="210582" y="297752"/>
                  </a:cubicBezTo>
                  <a:cubicBezTo>
                    <a:pt x="220774" y="297752"/>
                    <a:pt x="232776" y="297752"/>
                    <a:pt x="242110" y="294418"/>
                  </a:cubicBezTo>
                  <a:lnTo>
                    <a:pt x="263446" y="193262"/>
                  </a:lnTo>
                  <a:lnTo>
                    <a:pt x="388224" y="193262"/>
                  </a:lnTo>
                  <a:lnTo>
                    <a:pt x="350505" y="3717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9" name="Freihandform: Form 68">
              <a:extLst>
                <a:ext uri="{FF2B5EF4-FFF2-40B4-BE49-F238E27FC236}">
                  <a16:creationId xmlns:a16="http://schemas.microsoft.com/office/drawing/2014/main" id="{3E784E68-8D95-4B1F-C8EE-EF1D3B86A860}"/>
                </a:ext>
              </a:extLst>
            </p:cNvPr>
            <p:cNvSpPr/>
            <p:nvPr/>
          </p:nvSpPr>
          <p:spPr>
            <a:xfrm>
              <a:off x="8749300" y="2670477"/>
              <a:ext cx="500824" cy="91344"/>
            </a:xfrm>
            <a:custGeom>
              <a:avLst/>
              <a:gdLst>
                <a:gd name="connsiteX0" fmla="*/ 19336 w 500824"/>
                <a:gd name="connsiteY0" fmla="*/ 0 h 91344"/>
                <a:gd name="connsiteX1" fmla="*/ 500824 w 500824"/>
                <a:gd name="connsiteY1" fmla="*/ 0 h 91344"/>
                <a:gd name="connsiteX2" fmla="*/ 481489 w 500824"/>
                <a:gd name="connsiteY2" fmla="*/ 91345 h 91344"/>
                <a:gd name="connsiteX3" fmla="*/ 0 w 500824"/>
                <a:gd name="connsiteY3" fmla="*/ 91345 h 91344"/>
                <a:gd name="connsiteX4" fmla="*/ 19336 w 500824"/>
                <a:gd name="connsiteY4" fmla="*/ 0 h 91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824" h="91344">
                  <a:moveTo>
                    <a:pt x="19336" y="0"/>
                  </a:moveTo>
                  <a:lnTo>
                    <a:pt x="500824" y="0"/>
                  </a:lnTo>
                  <a:lnTo>
                    <a:pt x="481489" y="91345"/>
                  </a:lnTo>
                  <a:lnTo>
                    <a:pt x="0" y="91345"/>
                  </a:lnTo>
                  <a:lnTo>
                    <a:pt x="1933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70" name="Freihandform: Form 69">
              <a:extLst>
                <a:ext uri="{FF2B5EF4-FFF2-40B4-BE49-F238E27FC236}">
                  <a16:creationId xmlns:a16="http://schemas.microsoft.com/office/drawing/2014/main" id="{1BC4F8DD-BEB4-3F08-E0E8-5E8A0248A3D6}"/>
                </a:ext>
              </a:extLst>
            </p:cNvPr>
            <p:cNvSpPr/>
            <p:nvPr/>
          </p:nvSpPr>
          <p:spPr>
            <a:xfrm>
              <a:off x="8810260" y="2383489"/>
              <a:ext cx="500729" cy="90773"/>
            </a:xfrm>
            <a:custGeom>
              <a:avLst/>
              <a:gdLst>
                <a:gd name="connsiteX0" fmla="*/ 19241 w 500729"/>
                <a:gd name="connsiteY0" fmla="*/ 0 h 90773"/>
                <a:gd name="connsiteX1" fmla="*/ 500729 w 500729"/>
                <a:gd name="connsiteY1" fmla="*/ 0 h 90773"/>
                <a:gd name="connsiteX2" fmla="*/ 481489 w 500729"/>
                <a:gd name="connsiteY2" fmla="*/ 90773 h 90773"/>
                <a:gd name="connsiteX3" fmla="*/ 0 w 500729"/>
                <a:gd name="connsiteY3" fmla="*/ 90773 h 90773"/>
                <a:gd name="connsiteX4" fmla="*/ 19241 w 500729"/>
                <a:gd name="connsiteY4" fmla="*/ 0 h 90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729" h="90773">
                  <a:moveTo>
                    <a:pt x="19241" y="0"/>
                  </a:moveTo>
                  <a:lnTo>
                    <a:pt x="500729" y="0"/>
                  </a:lnTo>
                  <a:lnTo>
                    <a:pt x="481489" y="90773"/>
                  </a:lnTo>
                  <a:lnTo>
                    <a:pt x="0" y="90773"/>
                  </a:lnTo>
                  <a:lnTo>
                    <a:pt x="1924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71" name="Freihandform: Form 70">
              <a:extLst>
                <a:ext uri="{FF2B5EF4-FFF2-40B4-BE49-F238E27FC236}">
                  <a16:creationId xmlns:a16="http://schemas.microsoft.com/office/drawing/2014/main" id="{10CEF13C-C579-AD31-9840-F2A7A312A5C0}"/>
                </a:ext>
              </a:extLst>
            </p:cNvPr>
            <p:cNvSpPr/>
            <p:nvPr/>
          </p:nvSpPr>
          <p:spPr>
            <a:xfrm>
              <a:off x="8688340" y="2957560"/>
              <a:ext cx="501015" cy="91725"/>
            </a:xfrm>
            <a:custGeom>
              <a:avLst/>
              <a:gdLst>
                <a:gd name="connsiteX0" fmla="*/ 19431 w 501015"/>
                <a:gd name="connsiteY0" fmla="*/ 0 h 91725"/>
                <a:gd name="connsiteX1" fmla="*/ 501015 w 501015"/>
                <a:gd name="connsiteY1" fmla="*/ 0 h 91725"/>
                <a:gd name="connsiteX2" fmla="*/ 481489 w 501015"/>
                <a:gd name="connsiteY2" fmla="*/ 91726 h 91725"/>
                <a:gd name="connsiteX3" fmla="*/ 0 w 501015"/>
                <a:gd name="connsiteY3" fmla="*/ 91726 h 91725"/>
                <a:gd name="connsiteX4" fmla="*/ 19431 w 501015"/>
                <a:gd name="connsiteY4" fmla="*/ 0 h 91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015" h="91725">
                  <a:moveTo>
                    <a:pt x="19431" y="0"/>
                  </a:moveTo>
                  <a:lnTo>
                    <a:pt x="501015" y="0"/>
                  </a:lnTo>
                  <a:lnTo>
                    <a:pt x="481489" y="91726"/>
                  </a:lnTo>
                  <a:lnTo>
                    <a:pt x="0" y="91726"/>
                  </a:lnTo>
                  <a:lnTo>
                    <a:pt x="1943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72" name="Freihandform: Form 71">
              <a:extLst>
                <a:ext uri="{FF2B5EF4-FFF2-40B4-BE49-F238E27FC236}">
                  <a16:creationId xmlns:a16="http://schemas.microsoft.com/office/drawing/2014/main" id="{FF248F38-A924-65AE-5C16-ED0FD3471DAC}"/>
                </a:ext>
              </a:extLst>
            </p:cNvPr>
            <p:cNvSpPr/>
            <p:nvPr/>
          </p:nvSpPr>
          <p:spPr>
            <a:xfrm>
              <a:off x="8501174" y="2527792"/>
              <a:ext cx="930402" cy="379571"/>
            </a:xfrm>
            <a:custGeom>
              <a:avLst/>
              <a:gdLst>
                <a:gd name="connsiteX0" fmla="*/ 80486 w 930402"/>
                <a:gd name="connsiteY0" fmla="*/ 0 h 379571"/>
                <a:gd name="connsiteX1" fmla="*/ 61055 w 930402"/>
                <a:gd name="connsiteY1" fmla="*/ 91726 h 379571"/>
                <a:gd name="connsiteX2" fmla="*/ 818769 w 930402"/>
                <a:gd name="connsiteY2" fmla="*/ 91345 h 379571"/>
                <a:gd name="connsiteX3" fmla="*/ 776954 w 930402"/>
                <a:gd name="connsiteY3" fmla="*/ 288322 h 379571"/>
                <a:gd name="connsiteX4" fmla="*/ 19336 w 930402"/>
                <a:gd name="connsiteY4" fmla="*/ 288322 h 379571"/>
                <a:gd name="connsiteX5" fmla="*/ 0 w 930402"/>
                <a:gd name="connsiteY5" fmla="*/ 379571 h 379571"/>
                <a:gd name="connsiteX6" fmla="*/ 849916 w 930402"/>
                <a:gd name="connsiteY6" fmla="*/ 379571 h 379571"/>
                <a:gd name="connsiteX7" fmla="*/ 930402 w 930402"/>
                <a:gd name="connsiteY7" fmla="*/ 0 h 379571"/>
                <a:gd name="connsiteX8" fmla="*/ 80486 w 930402"/>
                <a:gd name="connsiteY8" fmla="*/ 0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30402" h="379571">
                  <a:moveTo>
                    <a:pt x="80486" y="0"/>
                  </a:moveTo>
                  <a:lnTo>
                    <a:pt x="61055" y="91726"/>
                  </a:lnTo>
                  <a:lnTo>
                    <a:pt x="818769" y="91345"/>
                  </a:lnTo>
                  <a:lnTo>
                    <a:pt x="776954" y="288322"/>
                  </a:lnTo>
                  <a:lnTo>
                    <a:pt x="19336" y="288322"/>
                  </a:lnTo>
                  <a:lnTo>
                    <a:pt x="0" y="379571"/>
                  </a:lnTo>
                  <a:lnTo>
                    <a:pt x="849916" y="379571"/>
                  </a:lnTo>
                  <a:lnTo>
                    <a:pt x="930402" y="0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3" name="TextBox 28">
            <a:extLst>
              <a:ext uri="{FF2B5EF4-FFF2-40B4-BE49-F238E27FC236}">
                <a16:creationId xmlns:a16="http://schemas.microsoft.com/office/drawing/2014/main" id="{9F6A0094-613D-59A6-786C-24D0E9CC1AFA}"/>
              </a:ext>
            </a:extLst>
          </p:cNvPr>
          <p:cNvSpPr txBox="1"/>
          <p:nvPr userDrawn="1"/>
        </p:nvSpPr>
        <p:spPr bwMode="gray">
          <a:xfrm>
            <a:off x="658813" y="6012423"/>
            <a:ext cx="3263113" cy="3568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YOUR GLOBAL ENGINEERING ​</a:t>
            </a:r>
          </a:p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AND TECHNOLOGY EXPERTS​</a:t>
            </a:r>
            <a:endParaRPr sz="1200" b="1" kern="1200" cap="all" spc="20" baseline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3902299"/>
      </p:ext>
    </p:extLst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layout V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6DC322D7-8BBC-223B-7F6E-E89C38DDCD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" y="40"/>
            <a:ext cx="12191856" cy="6857919"/>
          </a:xfrm>
          <a:prstGeom prst="rect">
            <a:avLst/>
          </a:prstGeom>
        </p:spPr>
      </p:pic>
      <p:sp>
        <p:nvSpPr>
          <p:cNvPr id="7" name="Rectangle18">
            <a:extLst>
              <a:ext uri="{FF2B5EF4-FFF2-40B4-BE49-F238E27FC236}">
                <a16:creationId xmlns:a16="http://schemas.microsoft.com/office/drawing/2014/main" id="{569ACAB2-94B5-4E1F-5E1A-E3042F0B371A}"/>
              </a:ext>
            </a:extLst>
          </p:cNvPr>
          <p:cNvSpPr/>
          <p:nvPr userDrawn="1"/>
        </p:nvSpPr>
        <p:spPr bwMode="gray">
          <a:xfrm>
            <a:off x="1" y="2803161"/>
            <a:ext cx="12191998" cy="4054838"/>
          </a:xfrm>
          <a:prstGeom prst="rect">
            <a:avLst/>
          </a:prstGeom>
          <a:gradFill>
            <a:gsLst>
              <a:gs pos="16000">
                <a:schemeClr val="accent1">
                  <a:alpha val="0"/>
                  <a:lumMod val="0"/>
                  <a:lumOff val="100000"/>
                </a:schemeClr>
              </a:gs>
              <a:gs pos="58000">
                <a:srgbClr val="66717B">
                  <a:alpha val="56000"/>
                </a:srgbClr>
              </a:gs>
              <a:gs pos="100000">
                <a:schemeClr val="tx1">
                  <a:alpha val="9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marL="0" indent="0" algn="ctr">
              <a:lnSpc>
                <a:spcPts val="1500"/>
              </a:lnSpc>
              <a:spcAft>
                <a:spcPts val="600"/>
              </a:spcAft>
            </a:pPr>
            <a:endParaRPr lang="en-US" sz="1200" noProof="0">
              <a:solidFill>
                <a:schemeClr val="tx1"/>
              </a:solidFill>
            </a:endParaRPr>
          </a:p>
        </p:txBody>
      </p:sp>
      <p:sp>
        <p:nvSpPr>
          <p:cNvPr id="8" name="Rectangle18">
            <a:extLst>
              <a:ext uri="{FF2B5EF4-FFF2-40B4-BE49-F238E27FC236}">
                <a16:creationId xmlns:a16="http://schemas.microsoft.com/office/drawing/2014/main" id="{0CF8992D-7906-BF8B-88B0-088974646A53}"/>
              </a:ext>
            </a:extLst>
          </p:cNvPr>
          <p:cNvSpPr/>
          <p:nvPr userDrawn="1"/>
        </p:nvSpPr>
        <p:spPr bwMode="gray">
          <a:xfrm>
            <a:off x="0" y="1573306"/>
            <a:ext cx="12191998" cy="5284694"/>
          </a:xfrm>
          <a:prstGeom prst="rect">
            <a:avLst/>
          </a:prstGeom>
          <a:gradFill>
            <a:gsLst>
              <a:gs pos="16000">
                <a:schemeClr val="accent1">
                  <a:alpha val="0"/>
                  <a:lumMod val="0"/>
                  <a:lumOff val="100000"/>
                </a:schemeClr>
              </a:gs>
              <a:gs pos="58000">
                <a:srgbClr val="66717B">
                  <a:alpha val="56000"/>
                </a:srgbClr>
              </a:gs>
              <a:gs pos="100000">
                <a:schemeClr val="tx1">
                  <a:alpha val="9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marL="0" indent="0" algn="ctr">
              <a:lnSpc>
                <a:spcPts val="1500"/>
              </a:lnSpc>
              <a:spcAft>
                <a:spcPts val="600"/>
              </a:spcAft>
            </a:pPr>
            <a:endParaRPr lang="en-US" sz="1200" noProof="0">
              <a:solidFill>
                <a:schemeClr val="tx1"/>
              </a:solidFill>
            </a:endParaRPr>
          </a:p>
        </p:txBody>
      </p:sp>
      <p:pic>
        <p:nvPicPr>
          <p:cNvPr id="9" name="Grafik 11">
            <a:extLst>
              <a:ext uri="{FF2B5EF4-FFF2-40B4-BE49-F238E27FC236}">
                <a16:creationId xmlns:a16="http://schemas.microsoft.com/office/drawing/2014/main" id="{FA67AE02-F4CB-BEDF-4188-B7FFF06087D3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78859" y="4940891"/>
            <a:ext cx="9013141" cy="1917110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3C8B6D89-E8B9-DAFC-721B-FA4E1FF5CEC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60" t="1" r="-1" b="-1"/>
          <a:stretch/>
        </p:blipFill>
        <p:spPr>
          <a:xfrm>
            <a:off x="-1" y="5761763"/>
            <a:ext cx="658814" cy="137683"/>
          </a:xfrm>
          <a:prstGeom prst="rect">
            <a:avLst/>
          </a:prstGeom>
        </p:spPr>
      </p:pic>
      <p:grpSp>
        <p:nvGrpSpPr>
          <p:cNvPr id="18" name="Graphic 6">
            <a:extLst>
              <a:ext uri="{FF2B5EF4-FFF2-40B4-BE49-F238E27FC236}">
                <a16:creationId xmlns:a16="http://schemas.microsoft.com/office/drawing/2014/main" id="{785F30A6-E529-18E2-041E-AD860F8C5734}"/>
              </a:ext>
            </a:extLst>
          </p:cNvPr>
          <p:cNvGrpSpPr/>
          <p:nvPr userDrawn="1"/>
        </p:nvGrpSpPr>
        <p:grpSpPr>
          <a:xfrm>
            <a:off x="9745468" y="6000795"/>
            <a:ext cx="1776195" cy="432465"/>
            <a:chOff x="5548312" y="3295650"/>
            <a:chExt cx="1095375" cy="266700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471F3A9F-5F29-8334-6981-CA0FE6F4CA6A}"/>
                </a:ext>
              </a:extLst>
            </p:cNvPr>
            <p:cNvSpPr/>
            <p:nvPr/>
          </p:nvSpPr>
          <p:spPr>
            <a:xfrm>
              <a:off x="5949981" y="3353657"/>
              <a:ext cx="161925" cy="152400"/>
            </a:xfrm>
            <a:custGeom>
              <a:avLst/>
              <a:gdLst>
                <a:gd name="connsiteX0" fmla="*/ 32671 w 161925"/>
                <a:gd name="connsiteY0" fmla="*/ 0 h 152400"/>
                <a:gd name="connsiteX1" fmla="*/ 32671 w 161925"/>
                <a:gd name="connsiteY1" fmla="*/ 0 h 152400"/>
                <a:gd name="connsiteX2" fmla="*/ 165735 w 161925"/>
                <a:gd name="connsiteY2" fmla="*/ 0 h 152400"/>
                <a:gd name="connsiteX3" fmla="*/ 157925 w 161925"/>
                <a:gd name="connsiteY3" fmla="*/ 37052 h 152400"/>
                <a:gd name="connsiteX4" fmla="*/ 82391 w 161925"/>
                <a:gd name="connsiteY4" fmla="*/ 37052 h 152400"/>
                <a:gd name="connsiteX5" fmla="*/ 77724 w 161925"/>
                <a:gd name="connsiteY5" fmla="*/ 58865 h 152400"/>
                <a:gd name="connsiteX6" fmla="*/ 150019 w 161925"/>
                <a:gd name="connsiteY6" fmla="*/ 58865 h 152400"/>
                <a:gd name="connsiteX7" fmla="*/ 142113 w 161925"/>
                <a:gd name="connsiteY7" fmla="*/ 95917 h 152400"/>
                <a:gd name="connsiteX8" fmla="*/ 69914 w 161925"/>
                <a:gd name="connsiteY8" fmla="*/ 95917 h 152400"/>
                <a:gd name="connsiteX9" fmla="*/ 65437 w 161925"/>
                <a:gd name="connsiteY9" fmla="*/ 116777 h 152400"/>
                <a:gd name="connsiteX10" fmla="*/ 142494 w 161925"/>
                <a:gd name="connsiteY10" fmla="*/ 116777 h 152400"/>
                <a:gd name="connsiteX11" fmla="*/ 134684 w 161925"/>
                <a:gd name="connsiteY11" fmla="*/ 153924 h 152400"/>
                <a:gd name="connsiteX12" fmla="*/ 0 w 161925"/>
                <a:gd name="connsiteY12" fmla="*/ 15392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152400">
                  <a:moveTo>
                    <a:pt x="32671" y="0"/>
                  </a:moveTo>
                  <a:lnTo>
                    <a:pt x="32671" y="0"/>
                  </a:lnTo>
                  <a:lnTo>
                    <a:pt x="165735" y="0"/>
                  </a:lnTo>
                  <a:lnTo>
                    <a:pt x="157925" y="37052"/>
                  </a:lnTo>
                  <a:lnTo>
                    <a:pt x="82391" y="37052"/>
                  </a:lnTo>
                  <a:lnTo>
                    <a:pt x="77724" y="58865"/>
                  </a:lnTo>
                  <a:lnTo>
                    <a:pt x="150019" y="58865"/>
                  </a:lnTo>
                  <a:lnTo>
                    <a:pt x="142113" y="95917"/>
                  </a:lnTo>
                  <a:lnTo>
                    <a:pt x="69914" y="95917"/>
                  </a:lnTo>
                  <a:lnTo>
                    <a:pt x="65437" y="116777"/>
                  </a:lnTo>
                  <a:lnTo>
                    <a:pt x="142494" y="116777"/>
                  </a:lnTo>
                  <a:lnTo>
                    <a:pt x="134684" y="153924"/>
                  </a:lnTo>
                  <a:lnTo>
                    <a:pt x="0" y="153924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A786C1F0-F7F3-9569-D640-544F75473A9D}"/>
                </a:ext>
              </a:extLst>
            </p:cNvPr>
            <p:cNvSpPr/>
            <p:nvPr/>
          </p:nvSpPr>
          <p:spPr>
            <a:xfrm>
              <a:off x="6112478" y="3353657"/>
              <a:ext cx="180975" cy="152400"/>
            </a:xfrm>
            <a:custGeom>
              <a:avLst/>
              <a:gdLst>
                <a:gd name="connsiteX0" fmla="*/ 67151 w 180975"/>
                <a:gd name="connsiteY0" fmla="*/ 115633 h 152400"/>
                <a:gd name="connsiteX1" fmla="*/ 67151 w 180975"/>
                <a:gd name="connsiteY1" fmla="*/ 115633 h 152400"/>
                <a:gd name="connsiteX2" fmla="*/ 81820 w 180975"/>
                <a:gd name="connsiteY2" fmla="*/ 115633 h 152400"/>
                <a:gd name="connsiteX3" fmla="*/ 116395 w 180975"/>
                <a:gd name="connsiteY3" fmla="*/ 75724 h 152400"/>
                <a:gd name="connsiteX4" fmla="*/ 98584 w 180975"/>
                <a:gd name="connsiteY4" fmla="*/ 35719 h 152400"/>
                <a:gd name="connsiteX5" fmla="*/ 83915 w 180975"/>
                <a:gd name="connsiteY5" fmla="*/ 35719 h 152400"/>
                <a:gd name="connsiteX6" fmla="*/ 67151 w 180975"/>
                <a:gd name="connsiteY6" fmla="*/ 115633 h 152400"/>
                <a:gd name="connsiteX7" fmla="*/ 32576 w 180975"/>
                <a:gd name="connsiteY7" fmla="*/ 0 h 152400"/>
                <a:gd name="connsiteX8" fmla="*/ 32576 w 180975"/>
                <a:gd name="connsiteY8" fmla="*/ 0 h 152400"/>
                <a:gd name="connsiteX9" fmla="*/ 119063 w 180975"/>
                <a:gd name="connsiteY9" fmla="*/ 0 h 152400"/>
                <a:gd name="connsiteX10" fmla="*/ 177832 w 180975"/>
                <a:gd name="connsiteY10" fmla="*/ 77343 h 152400"/>
                <a:gd name="connsiteX11" fmla="*/ 84011 w 180975"/>
                <a:gd name="connsiteY11" fmla="*/ 153924 h 152400"/>
                <a:gd name="connsiteX12" fmla="*/ 0 w 180975"/>
                <a:gd name="connsiteY12" fmla="*/ 153924 h 152400"/>
                <a:gd name="connsiteX13" fmla="*/ 32576 w 180975"/>
                <a:gd name="connsiteY13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975" h="152400">
                  <a:moveTo>
                    <a:pt x="67151" y="115633"/>
                  </a:moveTo>
                  <a:lnTo>
                    <a:pt x="67151" y="115633"/>
                  </a:lnTo>
                  <a:lnTo>
                    <a:pt x="81820" y="115633"/>
                  </a:lnTo>
                  <a:cubicBezTo>
                    <a:pt x="103251" y="115633"/>
                    <a:pt x="111062" y="101441"/>
                    <a:pt x="116395" y="75724"/>
                  </a:cubicBezTo>
                  <a:cubicBezTo>
                    <a:pt x="122111" y="49340"/>
                    <a:pt x="119729" y="35719"/>
                    <a:pt x="98584" y="35719"/>
                  </a:cubicBezTo>
                  <a:lnTo>
                    <a:pt x="83915" y="35719"/>
                  </a:lnTo>
                  <a:lnTo>
                    <a:pt x="67151" y="115633"/>
                  </a:lnTo>
                  <a:close/>
                  <a:moveTo>
                    <a:pt x="32576" y="0"/>
                  </a:moveTo>
                  <a:lnTo>
                    <a:pt x="32576" y="0"/>
                  </a:lnTo>
                  <a:lnTo>
                    <a:pt x="119063" y="0"/>
                  </a:lnTo>
                  <a:cubicBezTo>
                    <a:pt x="163163" y="0"/>
                    <a:pt x="190976" y="14859"/>
                    <a:pt x="177832" y="77343"/>
                  </a:cubicBezTo>
                  <a:cubicBezTo>
                    <a:pt x="165354" y="135541"/>
                    <a:pt x="128111" y="153924"/>
                    <a:pt x="84011" y="153924"/>
                  </a:cubicBezTo>
                  <a:lnTo>
                    <a:pt x="0" y="153924"/>
                  </a:lnTo>
                  <a:lnTo>
                    <a:pt x="32576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ED64822F-A299-0380-71B7-12CD4CBDD32F}"/>
                </a:ext>
              </a:extLst>
            </p:cNvPr>
            <p:cNvSpPr/>
            <p:nvPr/>
          </p:nvSpPr>
          <p:spPr>
            <a:xfrm>
              <a:off x="6274498" y="3353657"/>
              <a:ext cx="180975" cy="152400"/>
            </a:xfrm>
            <a:custGeom>
              <a:avLst/>
              <a:gdLst>
                <a:gd name="connsiteX0" fmla="*/ 91154 w 180975"/>
                <a:gd name="connsiteY0" fmla="*/ 83534 h 152400"/>
                <a:gd name="connsiteX1" fmla="*/ 91154 w 180975"/>
                <a:gd name="connsiteY1" fmla="*/ 83534 h 152400"/>
                <a:gd name="connsiteX2" fmla="*/ 125254 w 180975"/>
                <a:gd name="connsiteY2" fmla="*/ 83534 h 152400"/>
                <a:gd name="connsiteX3" fmla="*/ 119253 w 180975"/>
                <a:gd name="connsiteY3" fmla="*/ 33052 h 152400"/>
                <a:gd name="connsiteX4" fmla="*/ 118777 w 180975"/>
                <a:gd name="connsiteY4" fmla="*/ 33052 h 152400"/>
                <a:gd name="connsiteX5" fmla="*/ 91154 w 180975"/>
                <a:gd name="connsiteY5" fmla="*/ 83534 h 152400"/>
                <a:gd name="connsiteX6" fmla="*/ 86487 w 180975"/>
                <a:gd name="connsiteY6" fmla="*/ 0 h 152400"/>
                <a:gd name="connsiteX7" fmla="*/ 86487 w 180975"/>
                <a:gd name="connsiteY7" fmla="*/ 0 h 152400"/>
                <a:gd name="connsiteX8" fmla="*/ 167735 w 180975"/>
                <a:gd name="connsiteY8" fmla="*/ 0 h 152400"/>
                <a:gd name="connsiteX9" fmla="*/ 189833 w 180975"/>
                <a:gd name="connsiteY9" fmla="*/ 153924 h 152400"/>
                <a:gd name="connsiteX10" fmla="*/ 127921 w 180975"/>
                <a:gd name="connsiteY10" fmla="*/ 153924 h 152400"/>
                <a:gd name="connsiteX11" fmla="*/ 124968 w 180975"/>
                <a:gd name="connsiteY11" fmla="*/ 120587 h 152400"/>
                <a:gd name="connsiteX12" fmla="*/ 75248 w 180975"/>
                <a:gd name="connsiteY12" fmla="*/ 120587 h 152400"/>
                <a:gd name="connsiteX13" fmla="*/ 58769 w 180975"/>
                <a:gd name="connsiteY13" fmla="*/ 153924 h 152400"/>
                <a:gd name="connsiteX14" fmla="*/ 0 w 180975"/>
                <a:gd name="connsiteY14" fmla="*/ 153924 h 152400"/>
                <a:gd name="connsiteX15" fmla="*/ 86487 w 180975"/>
                <a:gd name="connsiteY15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75" h="152400">
                  <a:moveTo>
                    <a:pt x="91154" y="83534"/>
                  </a:moveTo>
                  <a:lnTo>
                    <a:pt x="91154" y="83534"/>
                  </a:lnTo>
                  <a:lnTo>
                    <a:pt x="125254" y="83534"/>
                  </a:lnTo>
                  <a:lnTo>
                    <a:pt x="119253" y="33052"/>
                  </a:lnTo>
                  <a:lnTo>
                    <a:pt x="118777" y="33052"/>
                  </a:lnTo>
                  <a:lnTo>
                    <a:pt x="91154" y="83534"/>
                  </a:lnTo>
                  <a:close/>
                  <a:moveTo>
                    <a:pt x="86487" y="0"/>
                  </a:moveTo>
                  <a:lnTo>
                    <a:pt x="86487" y="0"/>
                  </a:lnTo>
                  <a:lnTo>
                    <a:pt x="167735" y="0"/>
                  </a:lnTo>
                  <a:lnTo>
                    <a:pt x="189833" y="153924"/>
                  </a:lnTo>
                  <a:lnTo>
                    <a:pt x="127921" y="153924"/>
                  </a:lnTo>
                  <a:lnTo>
                    <a:pt x="124968" y="120587"/>
                  </a:lnTo>
                  <a:lnTo>
                    <a:pt x="75248" y="120587"/>
                  </a:lnTo>
                  <a:lnTo>
                    <a:pt x="58769" y="153924"/>
                  </a:lnTo>
                  <a:lnTo>
                    <a:pt x="0" y="153924"/>
                  </a:lnTo>
                  <a:lnTo>
                    <a:pt x="86487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FF766340-74F2-E64A-2256-2EB79E0A8190}"/>
                </a:ext>
              </a:extLst>
            </p:cNvPr>
            <p:cNvSpPr/>
            <p:nvPr/>
          </p:nvSpPr>
          <p:spPr>
            <a:xfrm>
              <a:off x="6476453" y="3350990"/>
              <a:ext cx="161925" cy="152400"/>
            </a:xfrm>
            <a:custGeom>
              <a:avLst/>
              <a:gdLst>
                <a:gd name="connsiteX0" fmla="*/ 142184 w 161925"/>
                <a:gd name="connsiteY0" fmla="*/ 150781 h 152400"/>
                <a:gd name="connsiteX1" fmla="*/ 142184 w 161925"/>
                <a:gd name="connsiteY1" fmla="*/ 150781 h 152400"/>
                <a:gd name="connsiteX2" fmla="*/ 76747 w 161925"/>
                <a:gd name="connsiteY2" fmla="*/ 159258 h 152400"/>
                <a:gd name="connsiteX3" fmla="*/ 2261 w 161925"/>
                <a:gd name="connsiteY3" fmla="*/ 77343 h 152400"/>
                <a:gd name="connsiteX4" fmla="*/ 110561 w 161925"/>
                <a:gd name="connsiteY4" fmla="*/ 0 h 152400"/>
                <a:gd name="connsiteX5" fmla="*/ 166853 w 161925"/>
                <a:gd name="connsiteY5" fmla="*/ 5715 h 152400"/>
                <a:gd name="connsiteX6" fmla="*/ 157995 w 161925"/>
                <a:gd name="connsiteY6" fmla="*/ 47244 h 152400"/>
                <a:gd name="connsiteX7" fmla="*/ 119419 w 161925"/>
                <a:gd name="connsiteY7" fmla="*/ 38386 h 152400"/>
                <a:gd name="connsiteX8" fmla="*/ 61697 w 161925"/>
                <a:gd name="connsiteY8" fmla="*/ 81058 h 152400"/>
                <a:gd name="connsiteX9" fmla="*/ 85510 w 161925"/>
                <a:gd name="connsiteY9" fmla="*/ 120777 h 152400"/>
                <a:gd name="connsiteX10" fmla="*/ 98273 w 161925"/>
                <a:gd name="connsiteY10" fmla="*/ 119444 h 152400"/>
                <a:gd name="connsiteX11" fmla="*/ 106941 w 161925"/>
                <a:gd name="connsiteY11" fmla="*/ 78391 h 152400"/>
                <a:gd name="connsiteX12" fmla="*/ 157519 w 161925"/>
                <a:gd name="connsiteY12" fmla="*/ 78391 h 152400"/>
                <a:gd name="connsiteX13" fmla="*/ 142184 w 161925"/>
                <a:gd name="connsiteY13" fmla="*/ 1507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152400">
                  <a:moveTo>
                    <a:pt x="142184" y="150781"/>
                  </a:moveTo>
                  <a:lnTo>
                    <a:pt x="142184" y="150781"/>
                  </a:lnTo>
                  <a:cubicBezTo>
                    <a:pt x="120752" y="156782"/>
                    <a:pt x="101036" y="159258"/>
                    <a:pt x="76747" y="159258"/>
                  </a:cubicBezTo>
                  <a:cubicBezTo>
                    <a:pt x="25693" y="159258"/>
                    <a:pt x="-9455" y="132207"/>
                    <a:pt x="2261" y="77343"/>
                  </a:cubicBezTo>
                  <a:cubicBezTo>
                    <a:pt x="13024" y="25622"/>
                    <a:pt x="61316" y="0"/>
                    <a:pt x="110561" y="0"/>
                  </a:cubicBezTo>
                  <a:cubicBezTo>
                    <a:pt x="139326" y="0"/>
                    <a:pt x="152851" y="2191"/>
                    <a:pt x="166853" y="5715"/>
                  </a:cubicBezTo>
                  <a:lnTo>
                    <a:pt x="157995" y="47244"/>
                  </a:lnTo>
                  <a:cubicBezTo>
                    <a:pt x="150661" y="42386"/>
                    <a:pt x="135897" y="38386"/>
                    <a:pt x="119419" y="38386"/>
                  </a:cubicBezTo>
                  <a:cubicBezTo>
                    <a:pt x="90177" y="38386"/>
                    <a:pt x="67698" y="53054"/>
                    <a:pt x="61697" y="81058"/>
                  </a:cubicBezTo>
                  <a:cubicBezTo>
                    <a:pt x="57220" y="102203"/>
                    <a:pt x="61888" y="120777"/>
                    <a:pt x="85510" y="120777"/>
                  </a:cubicBezTo>
                  <a:cubicBezTo>
                    <a:pt x="89605" y="120777"/>
                    <a:pt x="94463" y="120777"/>
                    <a:pt x="98273" y="119444"/>
                  </a:cubicBezTo>
                  <a:lnTo>
                    <a:pt x="106941" y="78391"/>
                  </a:lnTo>
                  <a:lnTo>
                    <a:pt x="157519" y="78391"/>
                  </a:lnTo>
                  <a:lnTo>
                    <a:pt x="142184" y="15078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3BD90CD9-1CDD-340F-E147-01913F8EF88C}"/>
                </a:ext>
              </a:extLst>
            </p:cNvPr>
            <p:cNvSpPr/>
            <p:nvPr/>
          </p:nvSpPr>
          <p:spPr>
            <a:xfrm>
              <a:off x="5648991" y="3412046"/>
              <a:ext cx="200025" cy="28575"/>
            </a:xfrm>
            <a:custGeom>
              <a:avLst/>
              <a:gdLst>
                <a:gd name="connsiteX0" fmla="*/ 7811 w 200025"/>
                <a:gd name="connsiteY0" fmla="*/ 0 h 28575"/>
                <a:gd name="connsiteX1" fmla="*/ 7811 w 200025"/>
                <a:gd name="connsiteY1" fmla="*/ 0 h 28575"/>
                <a:gd name="connsiteX2" fmla="*/ 202978 w 200025"/>
                <a:gd name="connsiteY2" fmla="*/ 0 h 28575"/>
                <a:gd name="connsiteX3" fmla="*/ 195167 w 200025"/>
                <a:gd name="connsiteY3" fmla="*/ 37052 h 28575"/>
                <a:gd name="connsiteX4" fmla="*/ 0 w 200025"/>
                <a:gd name="connsiteY4" fmla="*/ 3705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8575">
                  <a:moveTo>
                    <a:pt x="7811" y="0"/>
                  </a:moveTo>
                  <a:lnTo>
                    <a:pt x="7811" y="0"/>
                  </a:lnTo>
                  <a:lnTo>
                    <a:pt x="202978" y="0"/>
                  </a:lnTo>
                  <a:lnTo>
                    <a:pt x="195167" y="37052"/>
                  </a:lnTo>
                  <a:lnTo>
                    <a:pt x="0" y="3705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FE6E4DF6-CEBA-8229-6F3B-319795EEC172}"/>
                </a:ext>
              </a:extLst>
            </p:cNvPr>
            <p:cNvSpPr/>
            <p:nvPr/>
          </p:nvSpPr>
          <p:spPr>
            <a:xfrm>
              <a:off x="5673661" y="3295650"/>
              <a:ext cx="200025" cy="28575"/>
            </a:xfrm>
            <a:custGeom>
              <a:avLst/>
              <a:gdLst>
                <a:gd name="connsiteX0" fmla="*/ 7810 w 200025"/>
                <a:gd name="connsiteY0" fmla="*/ 0 h 28575"/>
                <a:gd name="connsiteX1" fmla="*/ 0 w 200025"/>
                <a:gd name="connsiteY1" fmla="*/ 36862 h 28575"/>
                <a:gd name="connsiteX2" fmla="*/ 194977 w 200025"/>
                <a:gd name="connsiteY2" fmla="*/ 36862 h 28575"/>
                <a:gd name="connsiteX3" fmla="*/ 202978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7810" y="0"/>
                  </a:moveTo>
                  <a:lnTo>
                    <a:pt x="0" y="36862"/>
                  </a:lnTo>
                  <a:lnTo>
                    <a:pt x="194977" y="36862"/>
                  </a:lnTo>
                  <a:lnTo>
                    <a:pt x="202978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8F5EE315-F265-F959-132A-93CFB29A0652}"/>
                </a:ext>
              </a:extLst>
            </p:cNvPr>
            <p:cNvSpPr/>
            <p:nvPr/>
          </p:nvSpPr>
          <p:spPr>
            <a:xfrm>
              <a:off x="5624322" y="3528441"/>
              <a:ext cx="200025" cy="28575"/>
            </a:xfrm>
            <a:custGeom>
              <a:avLst/>
              <a:gdLst>
                <a:gd name="connsiteX0" fmla="*/ 8001 w 200025"/>
                <a:gd name="connsiteY0" fmla="*/ 0 h 28575"/>
                <a:gd name="connsiteX1" fmla="*/ 0 w 200025"/>
                <a:gd name="connsiteY1" fmla="*/ 37243 h 28575"/>
                <a:gd name="connsiteX2" fmla="*/ 195263 w 200025"/>
                <a:gd name="connsiteY2" fmla="*/ 37243 h 28575"/>
                <a:gd name="connsiteX3" fmla="*/ 203073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8001" y="0"/>
                  </a:moveTo>
                  <a:lnTo>
                    <a:pt x="0" y="37243"/>
                  </a:lnTo>
                  <a:lnTo>
                    <a:pt x="195263" y="37243"/>
                  </a:lnTo>
                  <a:lnTo>
                    <a:pt x="203073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EE54975-CA5D-120A-6599-6D76168A9231}"/>
                </a:ext>
              </a:extLst>
            </p:cNvPr>
            <p:cNvSpPr/>
            <p:nvPr/>
          </p:nvSpPr>
          <p:spPr>
            <a:xfrm>
              <a:off x="5548312" y="3354229"/>
              <a:ext cx="371475" cy="152400"/>
            </a:xfrm>
            <a:custGeom>
              <a:avLst/>
              <a:gdLst>
                <a:gd name="connsiteX0" fmla="*/ 344424 w 371475"/>
                <a:gd name="connsiteY0" fmla="*/ 153924 h 152400"/>
                <a:gd name="connsiteX1" fmla="*/ 344424 w 371475"/>
                <a:gd name="connsiteY1" fmla="*/ 153924 h 152400"/>
                <a:gd name="connsiteX2" fmla="*/ 0 w 371475"/>
                <a:gd name="connsiteY2" fmla="*/ 154115 h 152400"/>
                <a:gd name="connsiteX3" fmla="*/ 344424 w 371475"/>
                <a:gd name="connsiteY3" fmla="*/ 153924 h 152400"/>
                <a:gd name="connsiteX4" fmla="*/ 377190 w 371475"/>
                <a:gd name="connsiteY4" fmla="*/ 0 h 152400"/>
                <a:gd name="connsiteX5" fmla="*/ 32576 w 371475"/>
                <a:gd name="connsiteY5" fmla="*/ 0 h 152400"/>
                <a:gd name="connsiteX6" fmla="*/ 24575 w 371475"/>
                <a:gd name="connsiteY6" fmla="*/ 37148 h 152400"/>
                <a:gd name="connsiteX7" fmla="*/ 331946 w 371475"/>
                <a:gd name="connsiteY7" fmla="*/ 36957 h 152400"/>
                <a:gd name="connsiteX8" fmla="*/ 314992 w 371475"/>
                <a:gd name="connsiteY8" fmla="*/ 116872 h 152400"/>
                <a:gd name="connsiteX9" fmla="*/ 8192 w 371475"/>
                <a:gd name="connsiteY9" fmla="*/ 117062 h 152400"/>
                <a:gd name="connsiteX10" fmla="*/ 0 w 371475"/>
                <a:gd name="connsiteY10" fmla="*/ 154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475" h="152400">
                  <a:moveTo>
                    <a:pt x="344424" y="153924"/>
                  </a:moveTo>
                  <a:lnTo>
                    <a:pt x="344424" y="153924"/>
                  </a:lnTo>
                  <a:cubicBezTo>
                    <a:pt x="344424" y="153924"/>
                    <a:pt x="476" y="154115"/>
                    <a:pt x="0" y="154115"/>
                  </a:cubicBezTo>
                  <a:lnTo>
                    <a:pt x="344424" y="153924"/>
                  </a:lnTo>
                  <a:lnTo>
                    <a:pt x="377190" y="0"/>
                  </a:lnTo>
                  <a:cubicBezTo>
                    <a:pt x="377190" y="190"/>
                    <a:pt x="32576" y="0"/>
                    <a:pt x="32576" y="0"/>
                  </a:cubicBezTo>
                  <a:lnTo>
                    <a:pt x="24575" y="37148"/>
                  </a:lnTo>
                  <a:lnTo>
                    <a:pt x="331946" y="36957"/>
                  </a:lnTo>
                  <a:lnTo>
                    <a:pt x="314992" y="116872"/>
                  </a:lnTo>
                  <a:lnTo>
                    <a:pt x="8192" y="117062"/>
                  </a:lnTo>
                  <a:lnTo>
                    <a:pt x="0" y="154019"/>
                  </a:ln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sp>
        <p:nvSpPr>
          <p:cNvPr id="33" name="Subtitle 2">
            <a:extLst>
              <a:ext uri="{FF2B5EF4-FFF2-40B4-BE49-F238E27FC236}">
                <a16:creationId xmlns:a16="http://schemas.microsoft.com/office/drawing/2014/main" id="{D948EAF4-D4D2-C89D-CDF9-806D80157A1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58800" y="3408841"/>
            <a:ext cx="10874388" cy="36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bg1"/>
                </a:solidFill>
              </a:defRPr>
            </a:lvl1pPr>
            <a:lvl2pPr marL="0" indent="0" algn="l">
              <a:lnSpc>
                <a:spcPct val="85000"/>
              </a:lnSpc>
              <a:spcBef>
                <a:spcPts val="1000"/>
              </a:spcBef>
              <a:buNone/>
              <a:defRPr sz="1400" b="1" cap="all" baseline="0">
                <a:solidFill>
                  <a:schemeClr val="tx1"/>
                </a:solidFill>
              </a:defRPr>
            </a:lvl2pPr>
            <a:lvl3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3pPr>
            <a:lvl4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4pPr>
            <a:lvl5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5pPr>
            <a:lvl6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6pPr>
            <a:lvl7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7pPr>
            <a:lvl8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8pPr>
            <a:lvl9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34" name="Textplatzhalter 9">
            <a:extLst>
              <a:ext uri="{FF2B5EF4-FFF2-40B4-BE49-F238E27FC236}">
                <a16:creationId xmlns:a16="http://schemas.microsoft.com/office/drawing/2014/main" id="{05D801B5-CF48-AC23-413C-A0824C011E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12" y="549275"/>
            <a:ext cx="28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Datum | Ort | Event</a:t>
            </a:r>
          </a:p>
        </p:txBody>
      </p:sp>
      <p:sp>
        <p:nvSpPr>
          <p:cNvPr id="35" name="Titel 11">
            <a:extLst>
              <a:ext uri="{FF2B5EF4-FFF2-40B4-BE49-F238E27FC236}">
                <a16:creationId xmlns:a16="http://schemas.microsoft.com/office/drawing/2014/main" id="{A034A183-0448-3B5E-4D9D-B4E312AFD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3837600"/>
            <a:ext cx="10897200" cy="115200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" name="TextBox 28">
            <a:extLst>
              <a:ext uri="{FF2B5EF4-FFF2-40B4-BE49-F238E27FC236}">
                <a16:creationId xmlns:a16="http://schemas.microsoft.com/office/drawing/2014/main" id="{C2839854-5B01-CBB9-228D-1F831A299019}"/>
              </a:ext>
            </a:extLst>
          </p:cNvPr>
          <p:cNvSpPr txBox="1"/>
          <p:nvPr userDrawn="1"/>
        </p:nvSpPr>
        <p:spPr bwMode="gray">
          <a:xfrm>
            <a:off x="658813" y="6012423"/>
            <a:ext cx="3263113" cy="3568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YOUR GLOBAL ENGINEERING ​</a:t>
            </a:r>
          </a:p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AND TECHNOLOGY EXPERTS​</a:t>
            </a:r>
            <a:endParaRPr sz="1200" b="1" kern="1200" cap="all" spc="20" baseline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1853019"/>
      </p:ext>
    </p:extLst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ayout V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18">
            <a:extLst>
              <a:ext uri="{FF2B5EF4-FFF2-40B4-BE49-F238E27FC236}">
                <a16:creationId xmlns:a16="http://schemas.microsoft.com/office/drawing/2014/main" id="{36BB3659-2D41-CD3C-2172-42DF2A86FFC8}"/>
              </a:ext>
            </a:extLst>
          </p:cNvPr>
          <p:cNvSpPr/>
          <p:nvPr userDrawn="1"/>
        </p:nvSpPr>
        <p:spPr bwMode="gray">
          <a:xfrm>
            <a:off x="0" y="1573306"/>
            <a:ext cx="12191998" cy="5284694"/>
          </a:xfrm>
          <a:prstGeom prst="rect">
            <a:avLst/>
          </a:prstGeom>
          <a:gradFill>
            <a:gsLst>
              <a:gs pos="16000">
                <a:schemeClr val="accent1">
                  <a:alpha val="0"/>
                  <a:lumMod val="0"/>
                  <a:lumOff val="100000"/>
                </a:schemeClr>
              </a:gs>
              <a:gs pos="58000">
                <a:srgbClr val="66717B">
                  <a:alpha val="56000"/>
                </a:srgbClr>
              </a:gs>
              <a:gs pos="100000">
                <a:schemeClr val="tx1">
                  <a:alpha val="9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marL="0" indent="0" algn="ctr">
              <a:lnSpc>
                <a:spcPts val="1500"/>
              </a:lnSpc>
              <a:spcAft>
                <a:spcPts val="600"/>
              </a:spcAft>
            </a:pPr>
            <a:endParaRPr lang="en-US" sz="1200" noProof="0">
              <a:solidFill>
                <a:schemeClr val="tx1"/>
              </a:solidFill>
            </a:endParaRPr>
          </a:p>
        </p:txBody>
      </p:sp>
      <p:pic>
        <p:nvPicPr>
          <p:cNvPr id="13" name="Grafik 11">
            <a:extLst>
              <a:ext uri="{FF2B5EF4-FFF2-40B4-BE49-F238E27FC236}">
                <a16:creationId xmlns:a16="http://schemas.microsoft.com/office/drawing/2014/main" id="{AEC24BE7-8D51-D6F7-5489-4A3B77033E6F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78859" y="4940891"/>
            <a:ext cx="9013141" cy="191711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9AB5E9FA-5872-706C-C258-907A239F9C6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60" t="1" r="-1" b="-1"/>
          <a:stretch/>
        </p:blipFill>
        <p:spPr>
          <a:xfrm>
            <a:off x="-1" y="5761763"/>
            <a:ext cx="658814" cy="137683"/>
          </a:xfrm>
          <a:prstGeom prst="rect">
            <a:avLst/>
          </a:prstGeom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43F2E7A0-FA9D-3415-8865-E540BE986B2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60" t="1" r="-1" b="-1"/>
          <a:stretch/>
        </p:blipFill>
        <p:spPr>
          <a:xfrm>
            <a:off x="-1" y="5761763"/>
            <a:ext cx="658814" cy="137683"/>
          </a:xfrm>
          <a:prstGeom prst="rect">
            <a:avLst/>
          </a:prstGeom>
        </p:spPr>
      </p:pic>
      <p:grpSp>
        <p:nvGrpSpPr>
          <p:cNvPr id="7" name="Graphic 6">
            <a:extLst>
              <a:ext uri="{FF2B5EF4-FFF2-40B4-BE49-F238E27FC236}">
                <a16:creationId xmlns:a16="http://schemas.microsoft.com/office/drawing/2014/main" id="{9459EC23-62CB-93C6-14B7-769AD8D50463}"/>
              </a:ext>
            </a:extLst>
          </p:cNvPr>
          <p:cNvGrpSpPr/>
          <p:nvPr userDrawn="1"/>
        </p:nvGrpSpPr>
        <p:grpSpPr>
          <a:xfrm>
            <a:off x="9745468" y="6000795"/>
            <a:ext cx="1776195" cy="432465"/>
            <a:chOff x="5548312" y="3295650"/>
            <a:chExt cx="1095375" cy="266700"/>
          </a:xfrm>
        </p:grpSpPr>
        <p:sp>
          <p:nvSpPr>
            <p:cNvPr id="10" name="Freeform 25">
              <a:extLst>
                <a:ext uri="{FF2B5EF4-FFF2-40B4-BE49-F238E27FC236}">
                  <a16:creationId xmlns:a16="http://schemas.microsoft.com/office/drawing/2014/main" id="{5D92E7E7-3CDF-E948-F6B5-17C793B1FA79}"/>
                </a:ext>
              </a:extLst>
            </p:cNvPr>
            <p:cNvSpPr/>
            <p:nvPr/>
          </p:nvSpPr>
          <p:spPr>
            <a:xfrm>
              <a:off x="5949981" y="3353657"/>
              <a:ext cx="161925" cy="152400"/>
            </a:xfrm>
            <a:custGeom>
              <a:avLst/>
              <a:gdLst>
                <a:gd name="connsiteX0" fmla="*/ 32671 w 161925"/>
                <a:gd name="connsiteY0" fmla="*/ 0 h 152400"/>
                <a:gd name="connsiteX1" fmla="*/ 32671 w 161925"/>
                <a:gd name="connsiteY1" fmla="*/ 0 h 152400"/>
                <a:gd name="connsiteX2" fmla="*/ 165735 w 161925"/>
                <a:gd name="connsiteY2" fmla="*/ 0 h 152400"/>
                <a:gd name="connsiteX3" fmla="*/ 157925 w 161925"/>
                <a:gd name="connsiteY3" fmla="*/ 37052 h 152400"/>
                <a:gd name="connsiteX4" fmla="*/ 82391 w 161925"/>
                <a:gd name="connsiteY4" fmla="*/ 37052 h 152400"/>
                <a:gd name="connsiteX5" fmla="*/ 77724 w 161925"/>
                <a:gd name="connsiteY5" fmla="*/ 58865 h 152400"/>
                <a:gd name="connsiteX6" fmla="*/ 150019 w 161925"/>
                <a:gd name="connsiteY6" fmla="*/ 58865 h 152400"/>
                <a:gd name="connsiteX7" fmla="*/ 142113 w 161925"/>
                <a:gd name="connsiteY7" fmla="*/ 95917 h 152400"/>
                <a:gd name="connsiteX8" fmla="*/ 69914 w 161925"/>
                <a:gd name="connsiteY8" fmla="*/ 95917 h 152400"/>
                <a:gd name="connsiteX9" fmla="*/ 65437 w 161925"/>
                <a:gd name="connsiteY9" fmla="*/ 116777 h 152400"/>
                <a:gd name="connsiteX10" fmla="*/ 142494 w 161925"/>
                <a:gd name="connsiteY10" fmla="*/ 116777 h 152400"/>
                <a:gd name="connsiteX11" fmla="*/ 134684 w 161925"/>
                <a:gd name="connsiteY11" fmla="*/ 153924 h 152400"/>
                <a:gd name="connsiteX12" fmla="*/ 0 w 161925"/>
                <a:gd name="connsiteY12" fmla="*/ 15392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152400">
                  <a:moveTo>
                    <a:pt x="32671" y="0"/>
                  </a:moveTo>
                  <a:lnTo>
                    <a:pt x="32671" y="0"/>
                  </a:lnTo>
                  <a:lnTo>
                    <a:pt x="165735" y="0"/>
                  </a:lnTo>
                  <a:lnTo>
                    <a:pt x="157925" y="37052"/>
                  </a:lnTo>
                  <a:lnTo>
                    <a:pt x="82391" y="37052"/>
                  </a:lnTo>
                  <a:lnTo>
                    <a:pt x="77724" y="58865"/>
                  </a:lnTo>
                  <a:lnTo>
                    <a:pt x="150019" y="58865"/>
                  </a:lnTo>
                  <a:lnTo>
                    <a:pt x="142113" y="95917"/>
                  </a:lnTo>
                  <a:lnTo>
                    <a:pt x="69914" y="95917"/>
                  </a:lnTo>
                  <a:lnTo>
                    <a:pt x="65437" y="116777"/>
                  </a:lnTo>
                  <a:lnTo>
                    <a:pt x="142494" y="116777"/>
                  </a:lnTo>
                  <a:lnTo>
                    <a:pt x="134684" y="153924"/>
                  </a:lnTo>
                  <a:lnTo>
                    <a:pt x="0" y="153924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1" name="Freeform 26">
              <a:extLst>
                <a:ext uri="{FF2B5EF4-FFF2-40B4-BE49-F238E27FC236}">
                  <a16:creationId xmlns:a16="http://schemas.microsoft.com/office/drawing/2014/main" id="{3B351D6C-7E3D-1D0C-EB5D-6DB8F0258599}"/>
                </a:ext>
              </a:extLst>
            </p:cNvPr>
            <p:cNvSpPr/>
            <p:nvPr/>
          </p:nvSpPr>
          <p:spPr>
            <a:xfrm>
              <a:off x="6112478" y="3353657"/>
              <a:ext cx="180975" cy="152400"/>
            </a:xfrm>
            <a:custGeom>
              <a:avLst/>
              <a:gdLst>
                <a:gd name="connsiteX0" fmla="*/ 67151 w 180975"/>
                <a:gd name="connsiteY0" fmla="*/ 115633 h 152400"/>
                <a:gd name="connsiteX1" fmla="*/ 67151 w 180975"/>
                <a:gd name="connsiteY1" fmla="*/ 115633 h 152400"/>
                <a:gd name="connsiteX2" fmla="*/ 81820 w 180975"/>
                <a:gd name="connsiteY2" fmla="*/ 115633 h 152400"/>
                <a:gd name="connsiteX3" fmla="*/ 116395 w 180975"/>
                <a:gd name="connsiteY3" fmla="*/ 75724 h 152400"/>
                <a:gd name="connsiteX4" fmla="*/ 98584 w 180975"/>
                <a:gd name="connsiteY4" fmla="*/ 35719 h 152400"/>
                <a:gd name="connsiteX5" fmla="*/ 83915 w 180975"/>
                <a:gd name="connsiteY5" fmla="*/ 35719 h 152400"/>
                <a:gd name="connsiteX6" fmla="*/ 67151 w 180975"/>
                <a:gd name="connsiteY6" fmla="*/ 115633 h 152400"/>
                <a:gd name="connsiteX7" fmla="*/ 32576 w 180975"/>
                <a:gd name="connsiteY7" fmla="*/ 0 h 152400"/>
                <a:gd name="connsiteX8" fmla="*/ 32576 w 180975"/>
                <a:gd name="connsiteY8" fmla="*/ 0 h 152400"/>
                <a:gd name="connsiteX9" fmla="*/ 119063 w 180975"/>
                <a:gd name="connsiteY9" fmla="*/ 0 h 152400"/>
                <a:gd name="connsiteX10" fmla="*/ 177832 w 180975"/>
                <a:gd name="connsiteY10" fmla="*/ 77343 h 152400"/>
                <a:gd name="connsiteX11" fmla="*/ 84011 w 180975"/>
                <a:gd name="connsiteY11" fmla="*/ 153924 h 152400"/>
                <a:gd name="connsiteX12" fmla="*/ 0 w 180975"/>
                <a:gd name="connsiteY12" fmla="*/ 153924 h 152400"/>
                <a:gd name="connsiteX13" fmla="*/ 32576 w 180975"/>
                <a:gd name="connsiteY13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975" h="152400">
                  <a:moveTo>
                    <a:pt x="67151" y="115633"/>
                  </a:moveTo>
                  <a:lnTo>
                    <a:pt x="67151" y="115633"/>
                  </a:lnTo>
                  <a:lnTo>
                    <a:pt x="81820" y="115633"/>
                  </a:lnTo>
                  <a:cubicBezTo>
                    <a:pt x="103251" y="115633"/>
                    <a:pt x="111062" y="101441"/>
                    <a:pt x="116395" y="75724"/>
                  </a:cubicBezTo>
                  <a:cubicBezTo>
                    <a:pt x="122111" y="49340"/>
                    <a:pt x="119729" y="35719"/>
                    <a:pt x="98584" y="35719"/>
                  </a:cubicBezTo>
                  <a:lnTo>
                    <a:pt x="83915" y="35719"/>
                  </a:lnTo>
                  <a:lnTo>
                    <a:pt x="67151" y="115633"/>
                  </a:lnTo>
                  <a:close/>
                  <a:moveTo>
                    <a:pt x="32576" y="0"/>
                  </a:moveTo>
                  <a:lnTo>
                    <a:pt x="32576" y="0"/>
                  </a:lnTo>
                  <a:lnTo>
                    <a:pt x="119063" y="0"/>
                  </a:lnTo>
                  <a:cubicBezTo>
                    <a:pt x="163163" y="0"/>
                    <a:pt x="190976" y="14859"/>
                    <a:pt x="177832" y="77343"/>
                  </a:cubicBezTo>
                  <a:cubicBezTo>
                    <a:pt x="165354" y="135541"/>
                    <a:pt x="128111" y="153924"/>
                    <a:pt x="84011" y="153924"/>
                  </a:cubicBezTo>
                  <a:lnTo>
                    <a:pt x="0" y="153924"/>
                  </a:lnTo>
                  <a:lnTo>
                    <a:pt x="32576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2" name="Freeform 27">
              <a:extLst>
                <a:ext uri="{FF2B5EF4-FFF2-40B4-BE49-F238E27FC236}">
                  <a16:creationId xmlns:a16="http://schemas.microsoft.com/office/drawing/2014/main" id="{8872E598-0875-04FB-6BF3-FD153ED2A985}"/>
                </a:ext>
              </a:extLst>
            </p:cNvPr>
            <p:cNvSpPr/>
            <p:nvPr/>
          </p:nvSpPr>
          <p:spPr>
            <a:xfrm>
              <a:off x="6274498" y="3353657"/>
              <a:ext cx="180975" cy="152400"/>
            </a:xfrm>
            <a:custGeom>
              <a:avLst/>
              <a:gdLst>
                <a:gd name="connsiteX0" fmla="*/ 91154 w 180975"/>
                <a:gd name="connsiteY0" fmla="*/ 83534 h 152400"/>
                <a:gd name="connsiteX1" fmla="*/ 91154 w 180975"/>
                <a:gd name="connsiteY1" fmla="*/ 83534 h 152400"/>
                <a:gd name="connsiteX2" fmla="*/ 125254 w 180975"/>
                <a:gd name="connsiteY2" fmla="*/ 83534 h 152400"/>
                <a:gd name="connsiteX3" fmla="*/ 119253 w 180975"/>
                <a:gd name="connsiteY3" fmla="*/ 33052 h 152400"/>
                <a:gd name="connsiteX4" fmla="*/ 118777 w 180975"/>
                <a:gd name="connsiteY4" fmla="*/ 33052 h 152400"/>
                <a:gd name="connsiteX5" fmla="*/ 91154 w 180975"/>
                <a:gd name="connsiteY5" fmla="*/ 83534 h 152400"/>
                <a:gd name="connsiteX6" fmla="*/ 86487 w 180975"/>
                <a:gd name="connsiteY6" fmla="*/ 0 h 152400"/>
                <a:gd name="connsiteX7" fmla="*/ 86487 w 180975"/>
                <a:gd name="connsiteY7" fmla="*/ 0 h 152400"/>
                <a:gd name="connsiteX8" fmla="*/ 167735 w 180975"/>
                <a:gd name="connsiteY8" fmla="*/ 0 h 152400"/>
                <a:gd name="connsiteX9" fmla="*/ 189833 w 180975"/>
                <a:gd name="connsiteY9" fmla="*/ 153924 h 152400"/>
                <a:gd name="connsiteX10" fmla="*/ 127921 w 180975"/>
                <a:gd name="connsiteY10" fmla="*/ 153924 h 152400"/>
                <a:gd name="connsiteX11" fmla="*/ 124968 w 180975"/>
                <a:gd name="connsiteY11" fmla="*/ 120587 h 152400"/>
                <a:gd name="connsiteX12" fmla="*/ 75248 w 180975"/>
                <a:gd name="connsiteY12" fmla="*/ 120587 h 152400"/>
                <a:gd name="connsiteX13" fmla="*/ 58769 w 180975"/>
                <a:gd name="connsiteY13" fmla="*/ 153924 h 152400"/>
                <a:gd name="connsiteX14" fmla="*/ 0 w 180975"/>
                <a:gd name="connsiteY14" fmla="*/ 153924 h 152400"/>
                <a:gd name="connsiteX15" fmla="*/ 86487 w 180975"/>
                <a:gd name="connsiteY15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75" h="152400">
                  <a:moveTo>
                    <a:pt x="91154" y="83534"/>
                  </a:moveTo>
                  <a:lnTo>
                    <a:pt x="91154" y="83534"/>
                  </a:lnTo>
                  <a:lnTo>
                    <a:pt x="125254" y="83534"/>
                  </a:lnTo>
                  <a:lnTo>
                    <a:pt x="119253" y="33052"/>
                  </a:lnTo>
                  <a:lnTo>
                    <a:pt x="118777" y="33052"/>
                  </a:lnTo>
                  <a:lnTo>
                    <a:pt x="91154" y="83534"/>
                  </a:lnTo>
                  <a:close/>
                  <a:moveTo>
                    <a:pt x="86487" y="0"/>
                  </a:moveTo>
                  <a:lnTo>
                    <a:pt x="86487" y="0"/>
                  </a:lnTo>
                  <a:lnTo>
                    <a:pt x="167735" y="0"/>
                  </a:lnTo>
                  <a:lnTo>
                    <a:pt x="189833" y="153924"/>
                  </a:lnTo>
                  <a:lnTo>
                    <a:pt x="127921" y="153924"/>
                  </a:lnTo>
                  <a:lnTo>
                    <a:pt x="124968" y="120587"/>
                  </a:lnTo>
                  <a:lnTo>
                    <a:pt x="75248" y="120587"/>
                  </a:lnTo>
                  <a:lnTo>
                    <a:pt x="58769" y="153924"/>
                  </a:lnTo>
                  <a:lnTo>
                    <a:pt x="0" y="153924"/>
                  </a:lnTo>
                  <a:lnTo>
                    <a:pt x="86487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4" name="Freeform 28">
              <a:extLst>
                <a:ext uri="{FF2B5EF4-FFF2-40B4-BE49-F238E27FC236}">
                  <a16:creationId xmlns:a16="http://schemas.microsoft.com/office/drawing/2014/main" id="{180094C8-496B-A90D-5AFB-F1CB6723CF75}"/>
                </a:ext>
              </a:extLst>
            </p:cNvPr>
            <p:cNvSpPr/>
            <p:nvPr/>
          </p:nvSpPr>
          <p:spPr>
            <a:xfrm>
              <a:off x="6476453" y="3350990"/>
              <a:ext cx="161925" cy="152400"/>
            </a:xfrm>
            <a:custGeom>
              <a:avLst/>
              <a:gdLst>
                <a:gd name="connsiteX0" fmla="*/ 142184 w 161925"/>
                <a:gd name="connsiteY0" fmla="*/ 150781 h 152400"/>
                <a:gd name="connsiteX1" fmla="*/ 142184 w 161925"/>
                <a:gd name="connsiteY1" fmla="*/ 150781 h 152400"/>
                <a:gd name="connsiteX2" fmla="*/ 76747 w 161925"/>
                <a:gd name="connsiteY2" fmla="*/ 159258 h 152400"/>
                <a:gd name="connsiteX3" fmla="*/ 2261 w 161925"/>
                <a:gd name="connsiteY3" fmla="*/ 77343 h 152400"/>
                <a:gd name="connsiteX4" fmla="*/ 110561 w 161925"/>
                <a:gd name="connsiteY4" fmla="*/ 0 h 152400"/>
                <a:gd name="connsiteX5" fmla="*/ 166853 w 161925"/>
                <a:gd name="connsiteY5" fmla="*/ 5715 h 152400"/>
                <a:gd name="connsiteX6" fmla="*/ 157995 w 161925"/>
                <a:gd name="connsiteY6" fmla="*/ 47244 h 152400"/>
                <a:gd name="connsiteX7" fmla="*/ 119419 w 161925"/>
                <a:gd name="connsiteY7" fmla="*/ 38386 h 152400"/>
                <a:gd name="connsiteX8" fmla="*/ 61697 w 161925"/>
                <a:gd name="connsiteY8" fmla="*/ 81058 h 152400"/>
                <a:gd name="connsiteX9" fmla="*/ 85510 w 161925"/>
                <a:gd name="connsiteY9" fmla="*/ 120777 h 152400"/>
                <a:gd name="connsiteX10" fmla="*/ 98273 w 161925"/>
                <a:gd name="connsiteY10" fmla="*/ 119444 h 152400"/>
                <a:gd name="connsiteX11" fmla="*/ 106941 w 161925"/>
                <a:gd name="connsiteY11" fmla="*/ 78391 h 152400"/>
                <a:gd name="connsiteX12" fmla="*/ 157519 w 161925"/>
                <a:gd name="connsiteY12" fmla="*/ 78391 h 152400"/>
                <a:gd name="connsiteX13" fmla="*/ 142184 w 161925"/>
                <a:gd name="connsiteY13" fmla="*/ 1507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152400">
                  <a:moveTo>
                    <a:pt x="142184" y="150781"/>
                  </a:moveTo>
                  <a:lnTo>
                    <a:pt x="142184" y="150781"/>
                  </a:lnTo>
                  <a:cubicBezTo>
                    <a:pt x="120752" y="156782"/>
                    <a:pt x="101036" y="159258"/>
                    <a:pt x="76747" y="159258"/>
                  </a:cubicBezTo>
                  <a:cubicBezTo>
                    <a:pt x="25693" y="159258"/>
                    <a:pt x="-9455" y="132207"/>
                    <a:pt x="2261" y="77343"/>
                  </a:cubicBezTo>
                  <a:cubicBezTo>
                    <a:pt x="13024" y="25622"/>
                    <a:pt x="61316" y="0"/>
                    <a:pt x="110561" y="0"/>
                  </a:cubicBezTo>
                  <a:cubicBezTo>
                    <a:pt x="139326" y="0"/>
                    <a:pt x="152851" y="2191"/>
                    <a:pt x="166853" y="5715"/>
                  </a:cubicBezTo>
                  <a:lnTo>
                    <a:pt x="157995" y="47244"/>
                  </a:lnTo>
                  <a:cubicBezTo>
                    <a:pt x="150661" y="42386"/>
                    <a:pt x="135897" y="38386"/>
                    <a:pt x="119419" y="38386"/>
                  </a:cubicBezTo>
                  <a:cubicBezTo>
                    <a:pt x="90177" y="38386"/>
                    <a:pt x="67698" y="53054"/>
                    <a:pt x="61697" y="81058"/>
                  </a:cubicBezTo>
                  <a:cubicBezTo>
                    <a:pt x="57220" y="102203"/>
                    <a:pt x="61888" y="120777"/>
                    <a:pt x="85510" y="120777"/>
                  </a:cubicBezTo>
                  <a:cubicBezTo>
                    <a:pt x="89605" y="120777"/>
                    <a:pt x="94463" y="120777"/>
                    <a:pt x="98273" y="119444"/>
                  </a:cubicBezTo>
                  <a:lnTo>
                    <a:pt x="106941" y="78391"/>
                  </a:lnTo>
                  <a:lnTo>
                    <a:pt x="157519" y="78391"/>
                  </a:lnTo>
                  <a:lnTo>
                    <a:pt x="142184" y="15078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6" name="Freeform 29">
              <a:extLst>
                <a:ext uri="{FF2B5EF4-FFF2-40B4-BE49-F238E27FC236}">
                  <a16:creationId xmlns:a16="http://schemas.microsoft.com/office/drawing/2014/main" id="{B62BACCE-9BE6-DF6C-91D8-32FC4022EE29}"/>
                </a:ext>
              </a:extLst>
            </p:cNvPr>
            <p:cNvSpPr/>
            <p:nvPr/>
          </p:nvSpPr>
          <p:spPr>
            <a:xfrm>
              <a:off x="5648991" y="3412046"/>
              <a:ext cx="200025" cy="28575"/>
            </a:xfrm>
            <a:custGeom>
              <a:avLst/>
              <a:gdLst>
                <a:gd name="connsiteX0" fmla="*/ 7811 w 200025"/>
                <a:gd name="connsiteY0" fmla="*/ 0 h 28575"/>
                <a:gd name="connsiteX1" fmla="*/ 7811 w 200025"/>
                <a:gd name="connsiteY1" fmla="*/ 0 h 28575"/>
                <a:gd name="connsiteX2" fmla="*/ 202978 w 200025"/>
                <a:gd name="connsiteY2" fmla="*/ 0 h 28575"/>
                <a:gd name="connsiteX3" fmla="*/ 195167 w 200025"/>
                <a:gd name="connsiteY3" fmla="*/ 37052 h 28575"/>
                <a:gd name="connsiteX4" fmla="*/ 0 w 200025"/>
                <a:gd name="connsiteY4" fmla="*/ 3705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8575">
                  <a:moveTo>
                    <a:pt x="7811" y="0"/>
                  </a:moveTo>
                  <a:lnTo>
                    <a:pt x="7811" y="0"/>
                  </a:lnTo>
                  <a:lnTo>
                    <a:pt x="202978" y="0"/>
                  </a:lnTo>
                  <a:lnTo>
                    <a:pt x="195167" y="37052"/>
                  </a:lnTo>
                  <a:lnTo>
                    <a:pt x="0" y="3705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7" name="Freeform 30">
              <a:extLst>
                <a:ext uri="{FF2B5EF4-FFF2-40B4-BE49-F238E27FC236}">
                  <a16:creationId xmlns:a16="http://schemas.microsoft.com/office/drawing/2014/main" id="{BBE9EFF2-5572-8E8B-27E6-A9464B56F9F9}"/>
                </a:ext>
              </a:extLst>
            </p:cNvPr>
            <p:cNvSpPr/>
            <p:nvPr/>
          </p:nvSpPr>
          <p:spPr>
            <a:xfrm>
              <a:off x="5673661" y="3295650"/>
              <a:ext cx="200025" cy="28575"/>
            </a:xfrm>
            <a:custGeom>
              <a:avLst/>
              <a:gdLst>
                <a:gd name="connsiteX0" fmla="*/ 7810 w 200025"/>
                <a:gd name="connsiteY0" fmla="*/ 0 h 28575"/>
                <a:gd name="connsiteX1" fmla="*/ 0 w 200025"/>
                <a:gd name="connsiteY1" fmla="*/ 36862 h 28575"/>
                <a:gd name="connsiteX2" fmla="*/ 194977 w 200025"/>
                <a:gd name="connsiteY2" fmla="*/ 36862 h 28575"/>
                <a:gd name="connsiteX3" fmla="*/ 202978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7810" y="0"/>
                  </a:moveTo>
                  <a:lnTo>
                    <a:pt x="0" y="36862"/>
                  </a:lnTo>
                  <a:lnTo>
                    <a:pt x="194977" y="36862"/>
                  </a:lnTo>
                  <a:lnTo>
                    <a:pt x="202978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8" name="Freeform 31">
              <a:extLst>
                <a:ext uri="{FF2B5EF4-FFF2-40B4-BE49-F238E27FC236}">
                  <a16:creationId xmlns:a16="http://schemas.microsoft.com/office/drawing/2014/main" id="{4ED54CFE-41A9-B978-9A3A-4D818D3E2EEA}"/>
                </a:ext>
              </a:extLst>
            </p:cNvPr>
            <p:cNvSpPr/>
            <p:nvPr/>
          </p:nvSpPr>
          <p:spPr>
            <a:xfrm>
              <a:off x="5624322" y="3528441"/>
              <a:ext cx="200025" cy="28575"/>
            </a:xfrm>
            <a:custGeom>
              <a:avLst/>
              <a:gdLst>
                <a:gd name="connsiteX0" fmla="*/ 8001 w 200025"/>
                <a:gd name="connsiteY0" fmla="*/ 0 h 28575"/>
                <a:gd name="connsiteX1" fmla="*/ 0 w 200025"/>
                <a:gd name="connsiteY1" fmla="*/ 37243 h 28575"/>
                <a:gd name="connsiteX2" fmla="*/ 195263 w 200025"/>
                <a:gd name="connsiteY2" fmla="*/ 37243 h 28575"/>
                <a:gd name="connsiteX3" fmla="*/ 203073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8001" y="0"/>
                  </a:moveTo>
                  <a:lnTo>
                    <a:pt x="0" y="37243"/>
                  </a:lnTo>
                  <a:lnTo>
                    <a:pt x="195263" y="37243"/>
                  </a:lnTo>
                  <a:lnTo>
                    <a:pt x="203073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9" name="Freeform 32">
              <a:extLst>
                <a:ext uri="{FF2B5EF4-FFF2-40B4-BE49-F238E27FC236}">
                  <a16:creationId xmlns:a16="http://schemas.microsoft.com/office/drawing/2014/main" id="{C0A02B44-BBED-6A93-C822-A0B4B79F0DF1}"/>
                </a:ext>
              </a:extLst>
            </p:cNvPr>
            <p:cNvSpPr/>
            <p:nvPr/>
          </p:nvSpPr>
          <p:spPr>
            <a:xfrm>
              <a:off x="5548312" y="3354229"/>
              <a:ext cx="371475" cy="152400"/>
            </a:xfrm>
            <a:custGeom>
              <a:avLst/>
              <a:gdLst>
                <a:gd name="connsiteX0" fmla="*/ 344424 w 371475"/>
                <a:gd name="connsiteY0" fmla="*/ 153924 h 152400"/>
                <a:gd name="connsiteX1" fmla="*/ 344424 w 371475"/>
                <a:gd name="connsiteY1" fmla="*/ 153924 h 152400"/>
                <a:gd name="connsiteX2" fmla="*/ 0 w 371475"/>
                <a:gd name="connsiteY2" fmla="*/ 154115 h 152400"/>
                <a:gd name="connsiteX3" fmla="*/ 344424 w 371475"/>
                <a:gd name="connsiteY3" fmla="*/ 153924 h 152400"/>
                <a:gd name="connsiteX4" fmla="*/ 377190 w 371475"/>
                <a:gd name="connsiteY4" fmla="*/ 0 h 152400"/>
                <a:gd name="connsiteX5" fmla="*/ 32576 w 371475"/>
                <a:gd name="connsiteY5" fmla="*/ 0 h 152400"/>
                <a:gd name="connsiteX6" fmla="*/ 24575 w 371475"/>
                <a:gd name="connsiteY6" fmla="*/ 37148 h 152400"/>
                <a:gd name="connsiteX7" fmla="*/ 331946 w 371475"/>
                <a:gd name="connsiteY7" fmla="*/ 36957 h 152400"/>
                <a:gd name="connsiteX8" fmla="*/ 314992 w 371475"/>
                <a:gd name="connsiteY8" fmla="*/ 116872 h 152400"/>
                <a:gd name="connsiteX9" fmla="*/ 8192 w 371475"/>
                <a:gd name="connsiteY9" fmla="*/ 117062 h 152400"/>
                <a:gd name="connsiteX10" fmla="*/ 0 w 371475"/>
                <a:gd name="connsiteY10" fmla="*/ 154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475" h="152400">
                  <a:moveTo>
                    <a:pt x="344424" y="153924"/>
                  </a:moveTo>
                  <a:lnTo>
                    <a:pt x="344424" y="153924"/>
                  </a:lnTo>
                  <a:cubicBezTo>
                    <a:pt x="344424" y="153924"/>
                    <a:pt x="476" y="154115"/>
                    <a:pt x="0" y="154115"/>
                  </a:cubicBezTo>
                  <a:lnTo>
                    <a:pt x="344424" y="153924"/>
                  </a:lnTo>
                  <a:lnTo>
                    <a:pt x="377190" y="0"/>
                  </a:lnTo>
                  <a:cubicBezTo>
                    <a:pt x="377190" y="190"/>
                    <a:pt x="32576" y="0"/>
                    <a:pt x="32576" y="0"/>
                  </a:cubicBezTo>
                  <a:lnTo>
                    <a:pt x="24575" y="37148"/>
                  </a:lnTo>
                  <a:lnTo>
                    <a:pt x="331946" y="36957"/>
                  </a:lnTo>
                  <a:lnTo>
                    <a:pt x="314992" y="116872"/>
                  </a:lnTo>
                  <a:lnTo>
                    <a:pt x="8192" y="117062"/>
                  </a:lnTo>
                  <a:lnTo>
                    <a:pt x="0" y="154019"/>
                  </a:ln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02D21044-5DD0-D831-12D1-7A34701A2C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58800" y="3408841"/>
            <a:ext cx="10874388" cy="36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bg1"/>
                </a:solidFill>
              </a:defRPr>
            </a:lvl1pPr>
            <a:lvl2pPr marL="0" indent="0" algn="l">
              <a:lnSpc>
                <a:spcPct val="85000"/>
              </a:lnSpc>
              <a:spcBef>
                <a:spcPts val="1000"/>
              </a:spcBef>
              <a:buNone/>
              <a:defRPr sz="1400" b="1" cap="all" baseline="0">
                <a:solidFill>
                  <a:schemeClr val="tx1"/>
                </a:solidFill>
              </a:defRPr>
            </a:lvl2pPr>
            <a:lvl3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3pPr>
            <a:lvl4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4pPr>
            <a:lvl5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5pPr>
            <a:lvl6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6pPr>
            <a:lvl7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7pPr>
            <a:lvl8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8pPr>
            <a:lvl9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5" name="Textplatzhalter 9">
            <a:extLst>
              <a:ext uri="{FF2B5EF4-FFF2-40B4-BE49-F238E27FC236}">
                <a16:creationId xmlns:a16="http://schemas.microsoft.com/office/drawing/2014/main" id="{B103D27D-FE72-D7E9-3148-D2A2CBA11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12" y="549275"/>
            <a:ext cx="28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Date | Location | Event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1D064D6-BDD1-E23C-C439-69FB5BE41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extBox 28">
            <a:extLst>
              <a:ext uri="{FF2B5EF4-FFF2-40B4-BE49-F238E27FC236}">
                <a16:creationId xmlns:a16="http://schemas.microsoft.com/office/drawing/2014/main" id="{6CD507E0-76AF-92E6-9265-36EFC243FF5D}"/>
              </a:ext>
            </a:extLst>
          </p:cNvPr>
          <p:cNvSpPr txBox="1"/>
          <p:nvPr userDrawn="1"/>
        </p:nvSpPr>
        <p:spPr bwMode="gray">
          <a:xfrm>
            <a:off x="658813" y="6012423"/>
            <a:ext cx="3263113" cy="3568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YOUR GLOBAL ENGINEERING ​</a:t>
            </a:r>
          </a:p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AND TECHNOLOGY EXPERTS​</a:t>
            </a:r>
            <a:endParaRPr sz="1200" b="1" kern="1200" cap="all" spc="20" baseline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1583818"/>
      </p:ext>
    </p:extLst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ayout V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18">
            <a:extLst>
              <a:ext uri="{FF2B5EF4-FFF2-40B4-BE49-F238E27FC236}">
                <a16:creationId xmlns:a16="http://schemas.microsoft.com/office/drawing/2014/main" id="{7EFAF703-D178-B07D-192F-060644B89D33}"/>
              </a:ext>
            </a:extLst>
          </p:cNvPr>
          <p:cNvSpPr/>
          <p:nvPr userDrawn="1"/>
        </p:nvSpPr>
        <p:spPr bwMode="gray">
          <a:xfrm>
            <a:off x="0" y="1573306"/>
            <a:ext cx="12191998" cy="5284694"/>
          </a:xfrm>
          <a:prstGeom prst="rect">
            <a:avLst/>
          </a:prstGeom>
          <a:gradFill>
            <a:gsLst>
              <a:gs pos="16000">
                <a:schemeClr val="accent1">
                  <a:alpha val="0"/>
                  <a:lumMod val="0"/>
                  <a:lumOff val="100000"/>
                </a:schemeClr>
              </a:gs>
              <a:gs pos="58000">
                <a:srgbClr val="66717B">
                  <a:alpha val="56000"/>
                </a:srgbClr>
              </a:gs>
              <a:gs pos="100000">
                <a:schemeClr val="tx1">
                  <a:alpha val="9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marL="0" indent="0" algn="ctr">
              <a:lnSpc>
                <a:spcPts val="1500"/>
              </a:lnSpc>
              <a:spcAft>
                <a:spcPts val="600"/>
              </a:spcAft>
            </a:pPr>
            <a:endParaRPr lang="en-US" sz="1200" noProof="0">
              <a:solidFill>
                <a:schemeClr val="tx1"/>
              </a:solidFill>
            </a:endParaRPr>
          </a:p>
        </p:txBody>
      </p:sp>
      <p:pic>
        <p:nvPicPr>
          <p:cNvPr id="13" name="Grafik 11">
            <a:extLst>
              <a:ext uri="{FF2B5EF4-FFF2-40B4-BE49-F238E27FC236}">
                <a16:creationId xmlns:a16="http://schemas.microsoft.com/office/drawing/2014/main" id="{AEC24BE7-8D51-D6F7-5489-4A3B77033E6F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78859" y="4940891"/>
            <a:ext cx="9013141" cy="191711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9AB5E9FA-5872-706C-C258-907A239F9C6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60" t="1" r="-1" b="-1"/>
          <a:stretch/>
        </p:blipFill>
        <p:spPr>
          <a:xfrm>
            <a:off x="-1" y="5761763"/>
            <a:ext cx="658814" cy="137683"/>
          </a:xfrm>
          <a:prstGeom prst="rect">
            <a:avLst/>
          </a:prstGeom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43F2E7A0-FA9D-3415-8865-E540BE986B2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60" t="1" r="-1" b="-1"/>
          <a:stretch/>
        </p:blipFill>
        <p:spPr>
          <a:xfrm>
            <a:off x="-1" y="5761763"/>
            <a:ext cx="658814" cy="137683"/>
          </a:xfrm>
          <a:prstGeom prst="rect">
            <a:avLst/>
          </a:prstGeom>
        </p:spPr>
      </p:pic>
      <p:grpSp>
        <p:nvGrpSpPr>
          <p:cNvPr id="5" name="Graphic 6">
            <a:extLst>
              <a:ext uri="{FF2B5EF4-FFF2-40B4-BE49-F238E27FC236}">
                <a16:creationId xmlns:a16="http://schemas.microsoft.com/office/drawing/2014/main" id="{63C8B38E-104B-97F0-93B2-C623605B9302}"/>
              </a:ext>
            </a:extLst>
          </p:cNvPr>
          <p:cNvGrpSpPr/>
          <p:nvPr userDrawn="1"/>
        </p:nvGrpSpPr>
        <p:grpSpPr>
          <a:xfrm>
            <a:off x="9745468" y="6000795"/>
            <a:ext cx="1776195" cy="432465"/>
            <a:chOff x="5548312" y="3295650"/>
            <a:chExt cx="1095375" cy="266700"/>
          </a:xfrm>
        </p:grpSpPr>
        <p:sp>
          <p:nvSpPr>
            <p:cNvPr id="6" name="Freeform 25">
              <a:extLst>
                <a:ext uri="{FF2B5EF4-FFF2-40B4-BE49-F238E27FC236}">
                  <a16:creationId xmlns:a16="http://schemas.microsoft.com/office/drawing/2014/main" id="{61AAF0CA-D4DC-5EA3-61A9-C96A7AFFC002}"/>
                </a:ext>
              </a:extLst>
            </p:cNvPr>
            <p:cNvSpPr/>
            <p:nvPr/>
          </p:nvSpPr>
          <p:spPr>
            <a:xfrm>
              <a:off x="5949981" y="3353657"/>
              <a:ext cx="161925" cy="152400"/>
            </a:xfrm>
            <a:custGeom>
              <a:avLst/>
              <a:gdLst>
                <a:gd name="connsiteX0" fmla="*/ 32671 w 161925"/>
                <a:gd name="connsiteY0" fmla="*/ 0 h 152400"/>
                <a:gd name="connsiteX1" fmla="*/ 32671 w 161925"/>
                <a:gd name="connsiteY1" fmla="*/ 0 h 152400"/>
                <a:gd name="connsiteX2" fmla="*/ 165735 w 161925"/>
                <a:gd name="connsiteY2" fmla="*/ 0 h 152400"/>
                <a:gd name="connsiteX3" fmla="*/ 157925 w 161925"/>
                <a:gd name="connsiteY3" fmla="*/ 37052 h 152400"/>
                <a:gd name="connsiteX4" fmla="*/ 82391 w 161925"/>
                <a:gd name="connsiteY4" fmla="*/ 37052 h 152400"/>
                <a:gd name="connsiteX5" fmla="*/ 77724 w 161925"/>
                <a:gd name="connsiteY5" fmla="*/ 58865 h 152400"/>
                <a:gd name="connsiteX6" fmla="*/ 150019 w 161925"/>
                <a:gd name="connsiteY6" fmla="*/ 58865 h 152400"/>
                <a:gd name="connsiteX7" fmla="*/ 142113 w 161925"/>
                <a:gd name="connsiteY7" fmla="*/ 95917 h 152400"/>
                <a:gd name="connsiteX8" fmla="*/ 69914 w 161925"/>
                <a:gd name="connsiteY8" fmla="*/ 95917 h 152400"/>
                <a:gd name="connsiteX9" fmla="*/ 65437 w 161925"/>
                <a:gd name="connsiteY9" fmla="*/ 116777 h 152400"/>
                <a:gd name="connsiteX10" fmla="*/ 142494 w 161925"/>
                <a:gd name="connsiteY10" fmla="*/ 116777 h 152400"/>
                <a:gd name="connsiteX11" fmla="*/ 134684 w 161925"/>
                <a:gd name="connsiteY11" fmla="*/ 153924 h 152400"/>
                <a:gd name="connsiteX12" fmla="*/ 0 w 161925"/>
                <a:gd name="connsiteY12" fmla="*/ 15392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152400">
                  <a:moveTo>
                    <a:pt x="32671" y="0"/>
                  </a:moveTo>
                  <a:lnTo>
                    <a:pt x="32671" y="0"/>
                  </a:lnTo>
                  <a:lnTo>
                    <a:pt x="165735" y="0"/>
                  </a:lnTo>
                  <a:lnTo>
                    <a:pt x="157925" y="37052"/>
                  </a:lnTo>
                  <a:lnTo>
                    <a:pt x="82391" y="37052"/>
                  </a:lnTo>
                  <a:lnTo>
                    <a:pt x="77724" y="58865"/>
                  </a:lnTo>
                  <a:lnTo>
                    <a:pt x="150019" y="58865"/>
                  </a:lnTo>
                  <a:lnTo>
                    <a:pt x="142113" y="95917"/>
                  </a:lnTo>
                  <a:lnTo>
                    <a:pt x="69914" y="95917"/>
                  </a:lnTo>
                  <a:lnTo>
                    <a:pt x="65437" y="116777"/>
                  </a:lnTo>
                  <a:lnTo>
                    <a:pt x="142494" y="116777"/>
                  </a:lnTo>
                  <a:lnTo>
                    <a:pt x="134684" y="153924"/>
                  </a:lnTo>
                  <a:lnTo>
                    <a:pt x="0" y="153924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7" name="Freeform 26">
              <a:extLst>
                <a:ext uri="{FF2B5EF4-FFF2-40B4-BE49-F238E27FC236}">
                  <a16:creationId xmlns:a16="http://schemas.microsoft.com/office/drawing/2014/main" id="{0C509557-5D28-A195-A92C-ED248F6225DB}"/>
                </a:ext>
              </a:extLst>
            </p:cNvPr>
            <p:cNvSpPr/>
            <p:nvPr/>
          </p:nvSpPr>
          <p:spPr>
            <a:xfrm>
              <a:off x="6112478" y="3353657"/>
              <a:ext cx="180975" cy="152400"/>
            </a:xfrm>
            <a:custGeom>
              <a:avLst/>
              <a:gdLst>
                <a:gd name="connsiteX0" fmla="*/ 67151 w 180975"/>
                <a:gd name="connsiteY0" fmla="*/ 115633 h 152400"/>
                <a:gd name="connsiteX1" fmla="*/ 67151 w 180975"/>
                <a:gd name="connsiteY1" fmla="*/ 115633 h 152400"/>
                <a:gd name="connsiteX2" fmla="*/ 81820 w 180975"/>
                <a:gd name="connsiteY2" fmla="*/ 115633 h 152400"/>
                <a:gd name="connsiteX3" fmla="*/ 116395 w 180975"/>
                <a:gd name="connsiteY3" fmla="*/ 75724 h 152400"/>
                <a:gd name="connsiteX4" fmla="*/ 98584 w 180975"/>
                <a:gd name="connsiteY4" fmla="*/ 35719 h 152400"/>
                <a:gd name="connsiteX5" fmla="*/ 83915 w 180975"/>
                <a:gd name="connsiteY5" fmla="*/ 35719 h 152400"/>
                <a:gd name="connsiteX6" fmla="*/ 67151 w 180975"/>
                <a:gd name="connsiteY6" fmla="*/ 115633 h 152400"/>
                <a:gd name="connsiteX7" fmla="*/ 32576 w 180975"/>
                <a:gd name="connsiteY7" fmla="*/ 0 h 152400"/>
                <a:gd name="connsiteX8" fmla="*/ 32576 w 180975"/>
                <a:gd name="connsiteY8" fmla="*/ 0 h 152400"/>
                <a:gd name="connsiteX9" fmla="*/ 119063 w 180975"/>
                <a:gd name="connsiteY9" fmla="*/ 0 h 152400"/>
                <a:gd name="connsiteX10" fmla="*/ 177832 w 180975"/>
                <a:gd name="connsiteY10" fmla="*/ 77343 h 152400"/>
                <a:gd name="connsiteX11" fmla="*/ 84011 w 180975"/>
                <a:gd name="connsiteY11" fmla="*/ 153924 h 152400"/>
                <a:gd name="connsiteX12" fmla="*/ 0 w 180975"/>
                <a:gd name="connsiteY12" fmla="*/ 153924 h 152400"/>
                <a:gd name="connsiteX13" fmla="*/ 32576 w 180975"/>
                <a:gd name="connsiteY13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975" h="152400">
                  <a:moveTo>
                    <a:pt x="67151" y="115633"/>
                  </a:moveTo>
                  <a:lnTo>
                    <a:pt x="67151" y="115633"/>
                  </a:lnTo>
                  <a:lnTo>
                    <a:pt x="81820" y="115633"/>
                  </a:lnTo>
                  <a:cubicBezTo>
                    <a:pt x="103251" y="115633"/>
                    <a:pt x="111062" y="101441"/>
                    <a:pt x="116395" y="75724"/>
                  </a:cubicBezTo>
                  <a:cubicBezTo>
                    <a:pt x="122111" y="49340"/>
                    <a:pt x="119729" y="35719"/>
                    <a:pt x="98584" y="35719"/>
                  </a:cubicBezTo>
                  <a:lnTo>
                    <a:pt x="83915" y="35719"/>
                  </a:lnTo>
                  <a:lnTo>
                    <a:pt x="67151" y="115633"/>
                  </a:lnTo>
                  <a:close/>
                  <a:moveTo>
                    <a:pt x="32576" y="0"/>
                  </a:moveTo>
                  <a:lnTo>
                    <a:pt x="32576" y="0"/>
                  </a:lnTo>
                  <a:lnTo>
                    <a:pt x="119063" y="0"/>
                  </a:lnTo>
                  <a:cubicBezTo>
                    <a:pt x="163163" y="0"/>
                    <a:pt x="190976" y="14859"/>
                    <a:pt x="177832" y="77343"/>
                  </a:cubicBezTo>
                  <a:cubicBezTo>
                    <a:pt x="165354" y="135541"/>
                    <a:pt x="128111" y="153924"/>
                    <a:pt x="84011" y="153924"/>
                  </a:cubicBezTo>
                  <a:lnTo>
                    <a:pt x="0" y="153924"/>
                  </a:lnTo>
                  <a:lnTo>
                    <a:pt x="32576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0" name="Freeform 27">
              <a:extLst>
                <a:ext uri="{FF2B5EF4-FFF2-40B4-BE49-F238E27FC236}">
                  <a16:creationId xmlns:a16="http://schemas.microsoft.com/office/drawing/2014/main" id="{BA19EE3A-C90C-496E-F016-AD288537BBDE}"/>
                </a:ext>
              </a:extLst>
            </p:cNvPr>
            <p:cNvSpPr/>
            <p:nvPr/>
          </p:nvSpPr>
          <p:spPr>
            <a:xfrm>
              <a:off x="6274498" y="3353657"/>
              <a:ext cx="180975" cy="152400"/>
            </a:xfrm>
            <a:custGeom>
              <a:avLst/>
              <a:gdLst>
                <a:gd name="connsiteX0" fmla="*/ 91154 w 180975"/>
                <a:gd name="connsiteY0" fmla="*/ 83534 h 152400"/>
                <a:gd name="connsiteX1" fmla="*/ 91154 w 180975"/>
                <a:gd name="connsiteY1" fmla="*/ 83534 h 152400"/>
                <a:gd name="connsiteX2" fmla="*/ 125254 w 180975"/>
                <a:gd name="connsiteY2" fmla="*/ 83534 h 152400"/>
                <a:gd name="connsiteX3" fmla="*/ 119253 w 180975"/>
                <a:gd name="connsiteY3" fmla="*/ 33052 h 152400"/>
                <a:gd name="connsiteX4" fmla="*/ 118777 w 180975"/>
                <a:gd name="connsiteY4" fmla="*/ 33052 h 152400"/>
                <a:gd name="connsiteX5" fmla="*/ 91154 w 180975"/>
                <a:gd name="connsiteY5" fmla="*/ 83534 h 152400"/>
                <a:gd name="connsiteX6" fmla="*/ 86487 w 180975"/>
                <a:gd name="connsiteY6" fmla="*/ 0 h 152400"/>
                <a:gd name="connsiteX7" fmla="*/ 86487 w 180975"/>
                <a:gd name="connsiteY7" fmla="*/ 0 h 152400"/>
                <a:gd name="connsiteX8" fmla="*/ 167735 w 180975"/>
                <a:gd name="connsiteY8" fmla="*/ 0 h 152400"/>
                <a:gd name="connsiteX9" fmla="*/ 189833 w 180975"/>
                <a:gd name="connsiteY9" fmla="*/ 153924 h 152400"/>
                <a:gd name="connsiteX10" fmla="*/ 127921 w 180975"/>
                <a:gd name="connsiteY10" fmla="*/ 153924 h 152400"/>
                <a:gd name="connsiteX11" fmla="*/ 124968 w 180975"/>
                <a:gd name="connsiteY11" fmla="*/ 120587 h 152400"/>
                <a:gd name="connsiteX12" fmla="*/ 75248 w 180975"/>
                <a:gd name="connsiteY12" fmla="*/ 120587 h 152400"/>
                <a:gd name="connsiteX13" fmla="*/ 58769 w 180975"/>
                <a:gd name="connsiteY13" fmla="*/ 153924 h 152400"/>
                <a:gd name="connsiteX14" fmla="*/ 0 w 180975"/>
                <a:gd name="connsiteY14" fmla="*/ 153924 h 152400"/>
                <a:gd name="connsiteX15" fmla="*/ 86487 w 180975"/>
                <a:gd name="connsiteY15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75" h="152400">
                  <a:moveTo>
                    <a:pt x="91154" y="83534"/>
                  </a:moveTo>
                  <a:lnTo>
                    <a:pt x="91154" y="83534"/>
                  </a:lnTo>
                  <a:lnTo>
                    <a:pt x="125254" y="83534"/>
                  </a:lnTo>
                  <a:lnTo>
                    <a:pt x="119253" y="33052"/>
                  </a:lnTo>
                  <a:lnTo>
                    <a:pt x="118777" y="33052"/>
                  </a:lnTo>
                  <a:lnTo>
                    <a:pt x="91154" y="83534"/>
                  </a:lnTo>
                  <a:close/>
                  <a:moveTo>
                    <a:pt x="86487" y="0"/>
                  </a:moveTo>
                  <a:lnTo>
                    <a:pt x="86487" y="0"/>
                  </a:lnTo>
                  <a:lnTo>
                    <a:pt x="167735" y="0"/>
                  </a:lnTo>
                  <a:lnTo>
                    <a:pt x="189833" y="153924"/>
                  </a:lnTo>
                  <a:lnTo>
                    <a:pt x="127921" y="153924"/>
                  </a:lnTo>
                  <a:lnTo>
                    <a:pt x="124968" y="120587"/>
                  </a:lnTo>
                  <a:lnTo>
                    <a:pt x="75248" y="120587"/>
                  </a:lnTo>
                  <a:lnTo>
                    <a:pt x="58769" y="153924"/>
                  </a:lnTo>
                  <a:lnTo>
                    <a:pt x="0" y="153924"/>
                  </a:lnTo>
                  <a:lnTo>
                    <a:pt x="86487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1" name="Freeform 28">
              <a:extLst>
                <a:ext uri="{FF2B5EF4-FFF2-40B4-BE49-F238E27FC236}">
                  <a16:creationId xmlns:a16="http://schemas.microsoft.com/office/drawing/2014/main" id="{7F9A2FA7-B7D4-9887-155D-BC2ABFDEBC21}"/>
                </a:ext>
              </a:extLst>
            </p:cNvPr>
            <p:cNvSpPr/>
            <p:nvPr/>
          </p:nvSpPr>
          <p:spPr>
            <a:xfrm>
              <a:off x="6476453" y="3350990"/>
              <a:ext cx="161925" cy="152400"/>
            </a:xfrm>
            <a:custGeom>
              <a:avLst/>
              <a:gdLst>
                <a:gd name="connsiteX0" fmla="*/ 142184 w 161925"/>
                <a:gd name="connsiteY0" fmla="*/ 150781 h 152400"/>
                <a:gd name="connsiteX1" fmla="*/ 142184 w 161925"/>
                <a:gd name="connsiteY1" fmla="*/ 150781 h 152400"/>
                <a:gd name="connsiteX2" fmla="*/ 76747 w 161925"/>
                <a:gd name="connsiteY2" fmla="*/ 159258 h 152400"/>
                <a:gd name="connsiteX3" fmla="*/ 2261 w 161925"/>
                <a:gd name="connsiteY3" fmla="*/ 77343 h 152400"/>
                <a:gd name="connsiteX4" fmla="*/ 110561 w 161925"/>
                <a:gd name="connsiteY4" fmla="*/ 0 h 152400"/>
                <a:gd name="connsiteX5" fmla="*/ 166853 w 161925"/>
                <a:gd name="connsiteY5" fmla="*/ 5715 h 152400"/>
                <a:gd name="connsiteX6" fmla="*/ 157995 w 161925"/>
                <a:gd name="connsiteY6" fmla="*/ 47244 h 152400"/>
                <a:gd name="connsiteX7" fmla="*/ 119419 w 161925"/>
                <a:gd name="connsiteY7" fmla="*/ 38386 h 152400"/>
                <a:gd name="connsiteX8" fmla="*/ 61697 w 161925"/>
                <a:gd name="connsiteY8" fmla="*/ 81058 h 152400"/>
                <a:gd name="connsiteX9" fmla="*/ 85510 w 161925"/>
                <a:gd name="connsiteY9" fmla="*/ 120777 h 152400"/>
                <a:gd name="connsiteX10" fmla="*/ 98273 w 161925"/>
                <a:gd name="connsiteY10" fmla="*/ 119444 h 152400"/>
                <a:gd name="connsiteX11" fmla="*/ 106941 w 161925"/>
                <a:gd name="connsiteY11" fmla="*/ 78391 h 152400"/>
                <a:gd name="connsiteX12" fmla="*/ 157519 w 161925"/>
                <a:gd name="connsiteY12" fmla="*/ 78391 h 152400"/>
                <a:gd name="connsiteX13" fmla="*/ 142184 w 161925"/>
                <a:gd name="connsiteY13" fmla="*/ 1507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152400">
                  <a:moveTo>
                    <a:pt x="142184" y="150781"/>
                  </a:moveTo>
                  <a:lnTo>
                    <a:pt x="142184" y="150781"/>
                  </a:lnTo>
                  <a:cubicBezTo>
                    <a:pt x="120752" y="156782"/>
                    <a:pt x="101036" y="159258"/>
                    <a:pt x="76747" y="159258"/>
                  </a:cubicBezTo>
                  <a:cubicBezTo>
                    <a:pt x="25693" y="159258"/>
                    <a:pt x="-9455" y="132207"/>
                    <a:pt x="2261" y="77343"/>
                  </a:cubicBezTo>
                  <a:cubicBezTo>
                    <a:pt x="13024" y="25622"/>
                    <a:pt x="61316" y="0"/>
                    <a:pt x="110561" y="0"/>
                  </a:cubicBezTo>
                  <a:cubicBezTo>
                    <a:pt x="139326" y="0"/>
                    <a:pt x="152851" y="2191"/>
                    <a:pt x="166853" y="5715"/>
                  </a:cubicBezTo>
                  <a:lnTo>
                    <a:pt x="157995" y="47244"/>
                  </a:lnTo>
                  <a:cubicBezTo>
                    <a:pt x="150661" y="42386"/>
                    <a:pt x="135897" y="38386"/>
                    <a:pt x="119419" y="38386"/>
                  </a:cubicBezTo>
                  <a:cubicBezTo>
                    <a:pt x="90177" y="38386"/>
                    <a:pt x="67698" y="53054"/>
                    <a:pt x="61697" y="81058"/>
                  </a:cubicBezTo>
                  <a:cubicBezTo>
                    <a:pt x="57220" y="102203"/>
                    <a:pt x="61888" y="120777"/>
                    <a:pt x="85510" y="120777"/>
                  </a:cubicBezTo>
                  <a:cubicBezTo>
                    <a:pt x="89605" y="120777"/>
                    <a:pt x="94463" y="120777"/>
                    <a:pt x="98273" y="119444"/>
                  </a:cubicBezTo>
                  <a:lnTo>
                    <a:pt x="106941" y="78391"/>
                  </a:lnTo>
                  <a:lnTo>
                    <a:pt x="157519" y="78391"/>
                  </a:lnTo>
                  <a:lnTo>
                    <a:pt x="142184" y="15078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2" name="Freeform 29">
              <a:extLst>
                <a:ext uri="{FF2B5EF4-FFF2-40B4-BE49-F238E27FC236}">
                  <a16:creationId xmlns:a16="http://schemas.microsoft.com/office/drawing/2014/main" id="{D418160C-3598-2071-4632-C2A5A21523B8}"/>
                </a:ext>
              </a:extLst>
            </p:cNvPr>
            <p:cNvSpPr/>
            <p:nvPr/>
          </p:nvSpPr>
          <p:spPr>
            <a:xfrm>
              <a:off x="5648991" y="3412046"/>
              <a:ext cx="200025" cy="28575"/>
            </a:xfrm>
            <a:custGeom>
              <a:avLst/>
              <a:gdLst>
                <a:gd name="connsiteX0" fmla="*/ 7811 w 200025"/>
                <a:gd name="connsiteY0" fmla="*/ 0 h 28575"/>
                <a:gd name="connsiteX1" fmla="*/ 7811 w 200025"/>
                <a:gd name="connsiteY1" fmla="*/ 0 h 28575"/>
                <a:gd name="connsiteX2" fmla="*/ 202978 w 200025"/>
                <a:gd name="connsiteY2" fmla="*/ 0 h 28575"/>
                <a:gd name="connsiteX3" fmla="*/ 195167 w 200025"/>
                <a:gd name="connsiteY3" fmla="*/ 37052 h 28575"/>
                <a:gd name="connsiteX4" fmla="*/ 0 w 200025"/>
                <a:gd name="connsiteY4" fmla="*/ 3705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8575">
                  <a:moveTo>
                    <a:pt x="7811" y="0"/>
                  </a:moveTo>
                  <a:lnTo>
                    <a:pt x="7811" y="0"/>
                  </a:lnTo>
                  <a:lnTo>
                    <a:pt x="202978" y="0"/>
                  </a:lnTo>
                  <a:lnTo>
                    <a:pt x="195167" y="37052"/>
                  </a:lnTo>
                  <a:lnTo>
                    <a:pt x="0" y="3705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33051EEC-7839-D5DC-78B8-FDCBFEC394BE}"/>
                </a:ext>
              </a:extLst>
            </p:cNvPr>
            <p:cNvSpPr/>
            <p:nvPr/>
          </p:nvSpPr>
          <p:spPr>
            <a:xfrm>
              <a:off x="5673661" y="3295650"/>
              <a:ext cx="200025" cy="28575"/>
            </a:xfrm>
            <a:custGeom>
              <a:avLst/>
              <a:gdLst>
                <a:gd name="connsiteX0" fmla="*/ 7810 w 200025"/>
                <a:gd name="connsiteY0" fmla="*/ 0 h 28575"/>
                <a:gd name="connsiteX1" fmla="*/ 0 w 200025"/>
                <a:gd name="connsiteY1" fmla="*/ 36862 h 28575"/>
                <a:gd name="connsiteX2" fmla="*/ 194977 w 200025"/>
                <a:gd name="connsiteY2" fmla="*/ 36862 h 28575"/>
                <a:gd name="connsiteX3" fmla="*/ 202978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7810" y="0"/>
                  </a:moveTo>
                  <a:lnTo>
                    <a:pt x="0" y="36862"/>
                  </a:lnTo>
                  <a:lnTo>
                    <a:pt x="194977" y="36862"/>
                  </a:lnTo>
                  <a:lnTo>
                    <a:pt x="202978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6" name="Freeform 31">
              <a:extLst>
                <a:ext uri="{FF2B5EF4-FFF2-40B4-BE49-F238E27FC236}">
                  <a16:creationId xmlns:a16="http://schemas.microsoft.com/office/drawing/2014/main" id="{68F398DD-71CF-1814-F575-31E176BB93C4}"/>
                </a:ext>
              </a:extLst>
            </p:cNvPr>
            <p:cNvSpPr/>
            <p:nvPr/>
          </p:nvSpPr>
          <p:spPr>
            <a:xfrm>
              <a:off x="5624322" y="3528441"/>
              <a:ext cx="200025" cy="28575"/>
            </a:xfrm>
            <a:custGeom>
              <a:avLst/>
              <a:gdLst>
                <a:gd name="connsiteX0" fmla="*/ 8001 w 200025"/>
                <a:gd name="connsiteY0" fmla="*/ 0 h 28575"/>
                <a:gd name="connsiteX1" fmla="*/ 0 w 200025"/>
                <a:gd name="connsiteY1" fmla="*/ 37243 h 28575"/>
                <a:gd name="connsiteX2" fmla="*/ 195263 w 200025"/>
                <a:gd name="connsiteY2" fmla="*/ 37243 h 28575"/>
                <a:gd name="connsiteX3" fmla="*/ 203073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8001" y="0"/>
                  </a:moveTo>
                  <a:lnTo>
                    <a:pt x="0" y="37243"/>
                  </a:lnTo>
                  <a:lnTo>
                    <a:pt x="195263" y="37243"/>
                  </a:lnTo>
                  <a:lnTo>
                    <a:pt x="203073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7" name="Freeform 32">
              <a:extLst>
                <a:ext uri="{FF2B5EF4-FFF2-40B4-BE49-F238E27FC236}">
                  <a16:creationId xmlns:a16="http://schemas.microsoft.com/office/drawing/2014/main" id="{38119E14-33A9-F60D-1B6E-319DE9DBD0AC}"/>
                </a:ext>
              </a:extLst>
            </p:cNvPr>
            <p:cNvSpPr/>
            <p:nvPr/>
          </p:nvSpPr>
          <p:spPr>
            <a:xfrm>
              <a:off x="5548312" y="3354229"/>
              <a:ext cx="371475" cy="152400"/>
            </a:xfrm>
            <a:custGeom>
              <a:avLst/>
              <a:gdLst>
                <a:gd name="connsiteX0" fmla="*/ 344424 w 371475"/>
                <a:gd name="connsiteY0" fmla="*/ 153924 h 152400"/>
                <a:gd name="connsiteX1" fmla="*/ 344424 w 371475"/>
                <a:gd name="connsiteY1" fmla="*/ 153924 h 152400"/>
                <a:gd name="connsiteX2" fmla="*/ 0 w 371475"/>
                <a:gd name="connsiteY2" fmla="*/ 154115 h 152400"/>
                <a:gd name="connsiteX3" fmla="*/ 344424 w 371475"/>
                <a:gd name="connsiteY3" fmla="*/ 153924 h 152400"/>
                <a:gd name="connsiteX4" fmla="*/ 377190 w 371475"/>
                <a:gd name="connsiteY4" fmla="*/ 0 h 152400"/>
                <a:gd name="connsiteX5" fmla="*/ 32576 w 371475"/>
                <a:gd name="connsiteY5" fmla="*/ 0 h 152400"/>
                <a:gd name="connsiteX6" fmla="*/ 24575 w 371475"/>
                <a:gd name="connsiteY6" fmla="*/ 37148 h 152400"/>
                <a:gd name="connsiteX7" fmla="*/ 331946 w 371475"/>
                <a:gd name="connsiteY7" fmla="*/ 36957 h 152400"/>
                <a:gd name="connsiteX8" fmla="*/ 314992 w 371475"/>
                <a:gd name="connsiteY8" fmla="*/ 116872 h 152400"/>
                <a:gd name="connsiteX9" fmla="*/ 8192 w 371475"/>
                <a:gd name="connsiteY9" fmla="*/ 117062 h 152400"/>
                <a:gd name="connsiteX10" fmla="*/ 0 w 371475"/>
                <a:gd name="connsiteY10" fmla="*/ 154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475" h="152400">
                  <a:moveTo>
                    <a:pt x="344424" y="153924"/>
                  </a:moveTo>
                  <a:lnTo>
                    <a:pt x="344424" y="153924"/>
                  </a:lnTo>
                  <a:cubicBezTo>
                    <a:pt x="344424" y="153924"/>
                    <a:pt x="476" y="154115"/>
                    <a:pt x="0" y="154115"/>
                  </a:cubicBezTo>
                  <a:lnTo>
                    <a:pt x="344424" y="153924"/>
                  </a:lnTo>
                  <a:lnTo>
                    <a:pt x="377190" y="0"/>
                  </a:lnTo>
                  <a:cubicBezTo>
                    <a:pt x="377190" y="190"/>
                    <a:pt x="32576" y="0"/>
                    <a:pt x="32576" y="0"/>
                  </a:cubicBezTo>
                  <a:lnTo>
                    <a:pt x="24575" y="37148"/>
                  </a:lnTo>
                  <a:lnTo>
                    <a:pt x="331946" y="36957"/>
                  </a:lnTo>
                  <a:lnTo>
                    <a:pt x="314992" y="116872"/>
                  </a:lnTo>
                  <a:lnTo>
                    <a:pt x="8192" y="117062"/>
                  </a:lnTo>
                  <a:lnTo>
                    <a:pt x="0" y="154019"/>
                  </a:ln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A578F399-4BF3-6E84-056E-83E767D7BB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58800" y="3408841"/>
            <a:ext cx="10874388" cy="36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bg1"/>
                </a:solidFill>
              </a:defRPr>
            </a:lvl1pPr>
            <a:lvl2pPr marL="0" indent="0" algn="l">
              <a:lnSpc>
                <a:spcPct val="85000"/>
              </a:lnSpc>
              <a:spcBef>
                <a:spcPts val="1000"/>
              </a:spcBef>
              <a:buNone/>
              <a:defRPr sz="1400" b="1" cap="all" baseline="0">
                <a:solidFill>
                  <a:schemeClr val="tx1"/>
                </a:solidFill>
              </a:defRPr>
            </a:lvl2pPr>
            <a:lvl3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3pPr>
            <a:lvl4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4pPr>
            <a:lvl5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5pPr>
            <a:lvl6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6pPr>
            <a:lvl7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7pPr>
            <a:lvl8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8pPr>
            <a:lvl9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19" name="Textplatzhalter 9">
            <a:extLst>
              <a:ext uri="{FF2B5EF4-FFF2-40B4-BE49-F238E27FC236}">
                <a16:creationId xmlns:a16="http://schemas.microsoft.com/office/drawing/2014/main" id="{444B9BCC-A43D-D0C5-0FB3-A8C4413E054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12" y="549275"/>
            <a:ext cx="28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Date | Location | Event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80D092-3E4C-D184-B5BC-84F5D355B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TextBox 28">
            <a:extLst>
              <a:ext uri="{FF2B5EF4-FFF2-40B4-BE49-F238E27FC236}">
                <a16:creationId xmlns:a16="http://schemas.microsoft.com/office/drawing/2014/main" id="{4FC67E9D-2B2C-4E7B-0BAD-C7B73809342A}"/>
              </a:ext>
            </a:extLst>
          </p:cNvPr>
          <p:cNvSpPr txBox="1"/>
          <p:nvPr userDrawn="1"/>
        </p:nvSpPr>
        <p:spPr bwMode="gray">
          <a:xfrm>
            <a:off x="658813" y="6012423"/>
            <a:ext cx="3263113" cy="3568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YOUR GLOBAL ENGINEERING ​</a:t>
            </a:r>
          </a:p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AND TECHNOLOGY EXPERTS​</a:t>
            </a:r>
            <a:endParaRPr sz="1200" b="1" kern="1200" cap="all" spc="20" baseline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5342380"/>
      </p:ext>
    </p:extLst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ayout V6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18">
            <a:extLst>
              <a:ext uri="{FF2B5EF4-FFF2-40B4-BE49-F238E27FC236}">
                <a16:creationId xmlns:a16="http://schemas.microsoft.com/office/drawing/2014/main" id="{6295FC7A-2714-D6EC-D6B0-6F1C363D09BE}"/>
              </a:ext>
            </a:extLst>
          </p:cNvPr>
          <p:cNvSpPr/>
          <p:nvPr userDrawn="1"/>
        </p:nvSpPr>
        <p:spPr bwMode="gray">
          <a:xfrm>
            <a:off x="0" y="1573306"/>
            <a:ext cx="12191998" cy="5284694"/>
          </a:xfrm>
          <a:prstGeom prst="rect">
            <a:avLst/>
          </a:prstGeom>
          <a:gradFill>
            <a:gsLst>
              <a:gs pos="16000">
                <a:schemeClr val="accent1">
                  <a:alpha val="0"/>
                  <a:lumMod val="0"/>
                  <a:lumOff val="100000"/>
                </a:schemeClr>
              </a:gs>
              <a:gs pos="58000">
                <a:srgbClr val="66717B">
                  <a:alpha val="56000"/>
                </a:srgbClr>
              </a:gs>
              <a:gs pos="100000">
                <a:schemeClr val="tx1">
                  <a:alpha val="9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marL="0" indent="0" algn="ctr">
              <a:lnSpc>
                <a:spcPts val="1500"/>
              </a:lnSpc>
              <a:spcAft>
                <a:spcPts val="600"/>
              </a:spcAft>
            </a:pPr>
            <a:endParaRPr lang="en-US" sz="1200" noProof="0">
              <a:solidFill>
                <a:schemeClr val="tx1"/>
              </a:solidFill>
            </a:endParaRPr>
          </a:p>
        </p:txBody>
      </p:sp>
      <p:pic>
        <p:nvPicPr>
          <p:cNvPr id="13" name="Grafik 11">
            <a:extLst>
              <a:ext uri="{FF2B5EF4-FFF2-40B4-BE49-F238E27FC236}">
                <a16:creationId xmlns:a16="http://schemas.microsoft.com/office/drawing/2014/main" id="{AEC24BE7-8D51-D6F7-5489-4A3B77033E6F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78859" y="4940891"/>
            <a:ext cx="9013141" cy="191711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9AB5E9FA-5872-706C-C258-907A239F9C6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60" t="1" r="-1" b="-1"/>
          <a:stretch/>
        </p:blipFill>
        <p:spPr>
          <a:xfrm>
            <a:off x="-1" y="5761763"/>
            <a:ext cx="658814" cy="137683"/>
          </a:xfrm>
          <a:prstGeom prst="rect">
            <a:avLst/>
          </a:prstGeom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43F2E7A0-FA9D-3415-8865-E540BE986B2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60" t="1" r="-1" b="-1"/>
          <a:stretch/>
        </p:blipFill>
        <p:spPr>
          <a:xfrm>
            <a:off x="-1" y="5761763"/>
            <a:ext cx="658814" cy="137683"/>
          </a:xfrm>
          <a:prstGeom prst="rect">
            <a:avLst/>
          </a:prstGeom>
        </p:spPr>
      </p:pic>
      <p:grpSp>
        <p:nvGrpSpPr>
          <p:cNvPr id="5" name="Graphic 6">
            <a:extLst>
              <a:ext uri="{FF2B5EF4-FFF2-40B4-BE49-F238E27FC236}">
                <a16:creationId xmlns:a16="http://schemas.microsoft.com/office/drawing/2014/main" id="{912C4E18-7E22-B706-19E8-8324526032D5}"/>
              </a:ext>
            </a:extLst>
          </p:cNvPr>
          <p:cNvGrpSpPr/>
          <p:nvPr userDrawn="1"/>
        </p:nvGrpSpPr>
        <p:grpSpPr>
          <a:xfrm>
            <a:off x="9745468" y="6000795"/>
            <a:ext cx="1776195" cy="432465"/>
            <a:chOff x="5548312" y="3295650"/>
            <a:chExt cx="1095375" cy="266700"/>
          </a:xfrm>
          <a:solidFill>
            <a:schemeClr val="tx1"/>
          </a:solidFill>
        </p:grpSpPr>
        <p:sp>
          <p:nvSpPr>
            <p:cNvPr id="6" name="Freeform 25">
              <a:extLst>
                <a:ext uri="{FF2B5EF4-FFF2-40B4-BE49-F238E27FC236}">
                  <a16:creationId xmlns:a16="http://schemas.microsoft.com/office/drawing/2014/main" id="{DA83C0FF-EA8D-DD18-3C51-01351CCC489A}"/>
                </a:ext>
              </a:extLst>
            </p:cNvPr>
            <p:cNvSpPr/>
            <p:nvPr/>
          </p:nvSpPr>
          <p:spPr>
            <a:xfrm>
              <a:off x="5949981" y="3353657"/>
              <a:ext cx="161925" cy="152400"/>
            </a:xfrm>
            <a:custGeom>
              <a:avLst/>
              <a:gdLst>
                <a:gd name="connsiteX0" fmla="*/ 32671 w 161925"/>
                <a:gd name="connsiteY0" fmla="*/ 0 h 152400"/>
                <a:gd name="connsiteX1" fmla="*/ 32671 w 161925"/>
                <a:gd name="connsiteY1" fmla="*/ 0 h 152400"/>
                <a:gd name="connsiteX2" fmla="*/ 165735 w 161925"/>
                <a:gd name="connsiteY2" fmla="*/ 0 h 152400"/>
                <a:gd name="connsiteX3" fmla="*/ 157925 w 161925"/>
                <a:gd name="connsiteY3" fmla="*/ 37052 h 152400"/>
                <a:gd name="connsiteX4" fmla="*/ 82391 w 161925"/>
                <a:gd name="connsiteY4" fmla="*/ 37052 h 152400"/>
                <a:gd name="connsiteX5" fmla="*/ 77724 w 161925"/>
                <a:gd name="connsiteY5" fmla="*/ 58865 h 152400"/>
                <a:gd name="connsiteX6" fmla="*/ 150019 w 161925"/>
                <a:gd name="connsiteY6" fmla="*/ 58865 h 152400"/>
                <a:gd name="connsiteX7" fmla="*/ 142113 w 161925"/>
                <a:gd name="connsiteY7" fmla="*/ 95917 h 152400"/>
                <a:gd name="connsiteX8" fmla="*/ 69914 w 161925"/>
                <a:gd name="connsiteY8" fmla="*/ 95917 h 152400"/>
                <a:gd name="connsiteX9" fmla="*/ 65437 w 161925"/>
                <a:gd name="connsiteY9" fmla="*/ 116777 h 152400"/>
                <a:gd name="connsiteX10" fmla="*/ 142494 w 161925"/>
                <a:gd name="connsiteY10" fmla="*/ 116777 h 152400"/>
                <a:gd name="connsiteX11" fmla="*/ 134684 w 161925"/>
                <a:gd name="connsiteY11" fmla="*/ 153924 h 152400"/>
                <a:gd name="connsiteX12" fmla="*/ 0 w 161925"/>
                <a:gd name="connsiteY12" fmla="*/ 15392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152400">
                  <a:moveTo>
                    <a:pt x="32671" y="0"/>
                  </a:moveTo>
                  <a:lnTo>
                    <a:pt x="32671" y="0"/>
                  </a:lnTo>
                  <a:lnTo>
                    <a:pt x="165735" y="0"/>
                  </a:lnTo>
                  <a:lnTo>
                    <a:pt x="157925" y="37052"/>
                  </a:lnTo>
                  <a:lnTo>
                    <a:pt x="82391" y="37052"/>
                  </a:lnTo>
                  <a:lnTo>
                    <a:pt x="77724" y="58865"/>
                  </a:lnTo>
                  <a:lnTo>
                    <a:pt x="150019" y="58865"/>
                  </a:lnTo>
                  <a:lnTo>
                    <a:pt x="142113" y="95917"/>
                  </a:lnTo>
                  <a:lnTo>
                    <a:pt x="69914" y="95917"/>
                  </a:lnTo>
                  <a:lnTo>
                    <a:pt x="65437" y="116777"/>
                  </a:lnTo>
                  <a:lnTo>
                    <a:pt x="142494" y="116777"/>
                  </a:lnTo>
                  <a:lnTo>
                    <a:pt x="134684" y="153924"/>
                  </a:lnTo>
                  <a:lnTo>
                    <a:pt x="0" y="1539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7" name="Freeform 26">
              <a:extLst>
                <a:ext uri="{FF2B5EF4-FFF2-40B4-BE49-F238E27FC236}">
                  <a16:creationId xmlns:a16="http://schemas.microsoft.com/office/drawing/2014/main" id="{940000FE-8E45-F035-47BD-48E0159CAF33}"/>
                </a:ext>
              </a:extLst>
            </p:cNvPr>
            <p:cNvSpPr/>
            <p:nvPr/>
          </p:nvSpPr>
          <p:spPr>
            <a:xfrm>
              <a:off x="6112478" y="3353657"/>
              <a:ext cx="180975" cy="152400"/>
            </a:xfrm>
            <a:custGeom>
              <a:avLst/>
              <a:gdLst>
                <a:gd name="connsiteX0" fmla="*/ 67151 w 180975"/>
                <a:gd name="connsiteY0" fmla="*/ 115633 h 152400"/>
                <a:gd name="connsiteX1" fmla="*/ 67151 w 180975"/>
                <a:gd name="connsiteY1" fmla="*/ 115633 h 152400"/>
                <a:gd name="connsiteX2" fmla="*/ 81820 w 180975"/>
                <a:gd name="connsiteY2" fmla="*/ 115633 h 152400"/>
                <a:gd name="connsiteX3" fmla="*/ 116395 w 180975"/>
                <a:gd name="connsiteY3" fmla="*/ 75724 h 152400"/>
                <a:gd name="connsiteX4" fmla="*/ 98584 w 180975"/>
                <a:gd name="connsiteY4" fmla="*/ 35719 h 152400"/>
                <a:gd name="connsiteX5" fmla="*/ 83915 w 180975"/>
                <a:gd name="connsiteY5" fmla="*/ 35719 h 152400"/>
                <a:gd name="connsiteX6" fmla="*/ 67151 w 180975"/>
                <a:gd name="connsiteY6" fmla="*/ 115633 h 152400"/>
                <a:gd name="connsiteX7" fmla="*/ 32576 w 180975"/>
                <a:gd name="connsiteY7" fmla="*/ 0 h 152400"/>
                <a:gd name="connsiteX8" fmla="*/ 32576 w 180975"/>
                <a:gd name="connsiteY8" fmla="*/ 0 h 152400"/>
                <a:gd name="connsiteX9" fmla="*/ 119063 w 180975"/>
                <a:gd name="connsiteY9" fmla="*/ 0 h 152400"/>
                <a:gd name="connsiteX10" fmla="*/ 177832 w 180975"/>
                <a:gd name="connsiteY10" fmla="*/ 77343 h 152400"/>
                <a:gd name="connsiteX11" fmla="*/ 84011 w 180975"/>
                <a:gd name="connsiteY11" fmla="*/ 153924 h 152400"/>
                <a:gd name="connsiteX12" fmla="*/ 0 w 180975"/>
                <a:gd name="connsiteY12" fmla="*/ 153924 h 152400"/>
                <a:gd name="connsiteX13" fmla="*/ 32576 w 180975"/>
                <a:gd name="connsiteY13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975" h="152400">
                  <a:moveTo>
                    <a:pt x="67151" y="115633"/>
                  </a:moveTo>
                  <a:lnTo>
                    <a:pt x="67151" y="115633"/>
                  </a:lnTo>
                  <a:lnTo>
                    <a:pt x="81820" y="115633"/>
                  </a:lnTo>
                  <a:cubicBezTo>
                    <a:pt x="103251" y="115633"/>
                    <a:pt x="111062" y="101441"/>
                    <a:pt x="116395" y="75724"/>
                  </a:cubicBezTo>
                  <a:cubicBezTo>
                    <a:pt x="122111" y="49340"/>
                    <a:pt x="119729" y="35719"/>
                    <a:pt x="98584" y="35719"/>
                  </a:cubicBezTo>
                  <a:lnTo>
                    <a:pt x="83915" y="35719"/>
                  </a:lnTo>
                  <a:lnTo>
                    <a:pt x="67151" y="115633"/>
                  </a:lnTo>
                  <a:close/>
                  <a:moveTo>
                    <a:pt x="32576" y="0"/>
                  </a:moveTo>
                  <a:lnTo>
                    <a:pt x="32576" y="0"/>
                  </a:lnTo>
                  <a:lnTo>
                    <a:pt x="119063" y="0"/>
                  </a:lnTo>
                  <a:cubicBezTo>
                    <a:pt x="163163" y="0"/>
                    <a:pt x="190976" y="14859"/>
                    <a:pt x="177832" y="77343"/>
                  </a:cubicBezTo>
                  <a:cubicBezTo>
                    <a:pt x="165354" y="135541"/>
                    <a:pt x="128111" y="153924"/>
                    <a:pt x="84011" y="153924"/>
                  </a:cubicBezTo>
                  <a:lnTo>
                    <a:pt x="0" y="153924"/>
                  </a:lnTo>
                  <a:lnTo>
                    <a:pt x="32576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0" name="Freeform 27">
              <a:extLst>
                <a:ext uri="{FF2B5EF4-FFF2-40B4-BE49-F238E27FC236}">
                  <a16:creationId xmlns:a16="http://schemas.microsoft.com/office/drawing/2014/main" id="{B0B602A3-BFA6-C221-4E13-B75B890261A2}"/>
                </a:ext>
              </a:extLst>
            </p:cNvPr>
            <p:cNvSpPr/>
            <p:nvPr/>
          </p:nvSpPr>
          <p:spPr>
            <a:xfrm>
              <a:off x="6274498" y="3353657"/>
              <a:ext cx="180975" cy="152400"/>
            </a:xfrm>
            <a:custGeom>
              <a:avLst/>
              <a:gdLst>
                <a:gd name="connsiteX0" fmla="*/ 91154 w 180975"/>
                <a:gd name="connsiteY0" fmla="*/ 83534 h 152400"/>
                <a:gd name="connsiteX1" fmla="*/ 91154 w 180975"/>
                <a:gd name="connsiteY1" fmla="*/ 83534 h 152400"/>
                <a:gd name="connsiteX2" fmla="*/ 125254 w 180975"/>
                <a:gd name="connsiteY2" fmla="*/ 83534 h 152400"/>
                <a:gd name="connsiteX3" fmla="*/ 119253 w 180975"/>
                <a:gd name="connsiteY3" fmla="*/ 33052 h 152400"/>
                <a:gd name="connsiteX4" fmla="*/ 118777 w 180975"/>
                <a:gd name="connsiteY4" fmla="*/ 33052 h 152400"/>
                <a:gd name="connsiteX5" fmla="*/ 91154 w 180975"/>
                <a:gd name="connsiteY5" fmla="*/ 83534 h 152400"/>
                <a:gd name="connsiteX6" fmla="*/ 86487 w 180975"/>
                <a:gd name="connsiteY6" fmla="*/ 0 h 152400"/>
                <a:gd name="connsiteX7" fmla="*/ 86487 w 180975"/>
                <a:gd name="connsiteY7" fmla="*/ 0 h 152400"/>
                <a:gd name="connsiteX8" fmla="*/ 167735 w 180975"/>
                <a:gd name="connsiteY8" fmla="*/ 0 h 152400"/>
                <a:gd name="connsiteX9" fmla="*/ 189833 w 180975"/>
                <a:gd name="connsiteY9" fmla="*/ 153924 h 152400"/>
                <a:gd name="connsiteX10" fmla="*/ 127921 w 180975"/>
                <a:gd name="connsiteY10" fmla="*/ 153924 h 152400"/>
                <a:gd name="connsiteX11" fmla="*/ 124968 w 180975"/>
                <a:gd name="connsiteY11" fmla="*/ 120587 h 152400"/>
                <a:gd name="connsiteX12" fmla="*/ 75248 w 180975"/>
                <a:gd name="connsiteY12" fmla="*/ 120587 h 152400"/>
                <a:gd name="connsiteX13" fmla="*/ 58769 w 180975"/>
                <a:gd name="connsiteY13" fmla="*/ 153924 h 152400"/>
                <a:gd name="connsiteX14" fmla="*/ 0 w 180975"/>
                <a:gd name="connsiteY14" fmla="*/ 153924 h 152400"/>
                <a:gd name="connsiteX15" fmla="*/ 86487 w 180975"/>
                <a:gd name="connsiteY15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75" h="152400">
                  <a:moveTo>
                    <a:pt x="91154" y="83534"/>
                  </a:moveTo>
                  <a:lnTo>
                    <a:pt x="91154" y="83534"/>
                  </a:lnTo>
                  <a:lnTo>
                    <a:pt x="125254" y="83534"/>
                  </a:lnTo>
                  <a:lnTo>
                    <a:pt x="119253" y="33052"/>
                  </a:lnTo>
                  <a:lnTo>
                    <a:pt x="118777" y="33052"/>
                  </a:lnTo>
                  <a:lnTo>
                    <a:pt x="91154" y="83534"/>
                  </a:lnTo>
                  <a:close/>
                  <a:moveTo>
                    <a:pt x="86487" y="0"/>
                  </a:moveTo>
                  <a:lnTo>
                    <a:pt x="86487" y="0"/>
                  </a:lnTo>
                  <a:lnTo>
                    <a:pt x="167735" y="0"/>
                  </a:lnTo>
                  <a:lnTo>
                    <a:pt x="189833" y="153924"/>
                  </a:lnTo>
                  <a:lnTo>
                    <a:pt x="127921" y="153924"/>
                  </a:lnTo>
                  <a:lnTo>
                    <a:pt x="124968" y="120587"/>
                  </a:lnTo>
                  <a:lnTo>
                    <a:pt x="75248" y="120587"/>
                  </a:lnTo>
                  <a:lnTo>
                    <a:pt x="58769" y="153924"/>
                  </a:lnTo>
                  <a:lnTo>
                    <a:pt x="0" y="153924"/>
                  </a:lnTo>
                  <a:lnTo>
                    <a:pt x="86487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1" name="Freeform 28">
              <a:extLst>
                <a:ext uri="{FF2B5EF4-FFF2-40B4-BE49-F238E27FC236}">
                  <a16:creationId xmlns:a16="http://schemas.microsoft.com/office/drawing/2014/main" id="{D61DE3DA-109C-BAB3-E888-CFCC3783C868}"/>
                </a:ext>
              </a:extLst>
            </p:cNvPr>
            <p:cNvSpPr/>
            <p:nvPr/>
          </p:nvSpPr>
          <p:spPr>
            <a:xfrm>
              <a:off x="6476453" y="3350990"/>
              <a:ext cx="161925" cy="152400"/>
            </a:xfrm>
            <a:custGeom>
              <a:avLst/>
              <a:gdLst>
                <a:gd name="connsiteX0" fmla="*/ 142184 w 161925"/>
                <a:gd name="connsiteY0" fmla="*/ 150781 h 152400"/>
                <a:gd name="connsiteX1" fmla="*/ 142184 w 161925"/>
                <a:gd name="connsiteY1" fmla="*/ 150781 h 152400"/>
                <a:gd name="connsiteX2" fmla="*/ 76747 w 161925"/>
                <a:gd name="connsiteY2" fmla="*/ 159258 h 152400"/>
                <a:gd name="connsiteX3" fmla="*/ 2261 w 161925"/>
                <a:gd name="connsiteY3" fmla="*/ 77343 h 152400"/>
                <a:gd name="connsiteX4" fmla="*/ 110561 w 161925"/>
                <a:gd name="connsiteY4" fmla="*/ 0 h 152400"/>
                <a:gd name="connsiteX5" fmla="*/ 166853 w 161925"/>
                <a:gd name="connsiteY5" fmla="*/ 5715 h 152400"/>
                <a:gd name="connsiteX6" fmla="*/ 157995 w 161925"/>
                <a:gd name="connsiteY6" fmla="*/ 47244 h 152400"/>
                <a:gd name="connsiteX7" fmla="*/ 119419 w 161925"/>
                <a:gd name="connsiteY7" fmla="*/ 38386 h 152400"/>
                <a:gd name="connsiteX8" fmla="*/ 61697 w 161925"/>
                <a:gd name="connsiteY8" fmla="*/ 81058 h 152400"/>
                <a:gd name="connsiteX9" fmla="*/ 85510 w 161925"/>
                <a:gd name="connsiteY9" fmla="*/ 120777 h 152400"/>
                <a:gd name="connsiteX10" fmla="*/ 98273 w 161925"/>
                <a:gd name="connsiteY10" fmla="*/ 119444 h 152400"/>
                <a:gd name="connsiteX11" fmla="*/ 106941 w 161925"/>
                <a:gd name="connsiteY11" fmla="*/ 78391 h 152400"/>
                <a:gd name="connsiteX12" fmla="*/ 157519 w 161925"/>
                <a:gd name="connsiteY12" fmla="*/ 78391 h 152400"/>
                <a:gd name="connsiteX13" fmla="*/ 142184 w 161925"/>
                <a:gd name="connsiteY13" fmla="*/ 1507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152400">
                  <a:moveTo>
                    <a:pt x="142184" y="150781"/>
                  </a:moveTo>
                  <a:lnTo>
                    <a:pt x="142184" y="150781"/>
                  </a:lnTo>
                  <a:cubicBezTo>
                    <a:pt x="120752" y="156782"/>
                    <a:pt x="101036" y="159258"/>
                    <a:pt x="76747" y="159258"/>
                  </a:cubicBezTo>
                  <a:cubicBezTo>
                    <a:pt x="25693" y="159258"/>
                    <a:pt x="-9455" y="132207"/>
                    <a:pt x="2261" y="77343"/>
                  </a:cubicBezTo>
                  <a:cubicBezTo>
                    <a:pt x="13024" y="25622"/>
                    <a:pt x="61316" y="0"/>
                    <a:pt x="110561" y="0"/>
                  </a:cubicBezTo>
                  <a:cubicBezTo>
                    <a:pt x="139326" y="0"/>
                    <a:pt x="152851" y="2191"/>
                    <a:pt x="166853" y="5715"/>
                  </a:cubicBezTo>
                  <a:lnTo>
                    <a:pt x="157995" y="47244"/>
                  </a:lnTo>
                  <a:cubicBezTo>
                    <a:pt x="150661" y="42386"/>
                    <a:pt x="135897" y="38386"/>
                    <a:pt x="119419" y="38386"/>
                  </a:cubicBezTo>
                  <a:cubicBezTo>
                    <a:pt x="90177" y="38386"/>
                    <a:pt x="67698" y="53054"/>
                    <a:pt x="61697" y="81058"/>
                  </a:cubicBezTo>
                  <a:cubicBezTo>
                    <a:pt x="57220" y="102203"/>
                    <a:pt x="61888" y="120777"/>
                    <a:pt x="85510" y="120777"/>
                  </a:cubicBezTo>
                  <a:cubicBezTo>
                    <a:pt x="89605" y="120777"/>
                    <a:pt x="94463" y="120777"/>
                    <a:pt x="98273" y="119444"/>
                  </a:cubicBezTo>
                  <a:lnTo>
                    <a:pt x="106941" y="78391"/>
                  </a:lnTo>
                  <a:lnTo>
                    <a:pt x="157519" y="78391"/>
                  </a:lnTo>
                  <a:lnTo>
                    <a:pt x="142184" y="15078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2" name="Freeform 29">
              <a:extLst>
                <a:ext uri="{FF2B5EF4-FFF2-40B4-BE49-F238E27FC236}">
                  <a16:creationId xmlns:a16="http://schemas.microsoft.com/office/drawing/2014/main" id="{126EAE3F-E955-5C04-BC2D-1AA20430307C}"/>
                </a:ext>
              </a:extLst>
            </p:cNvPr>
            <p:cNvSpPr/>
            <p:nvPr/>
          </p:nvSpPr>
          <p:spPr>
            <a:xfrm>
              <a:off x="5648991" y="3412046"/>
              <a:ext cx="200025" cy="28575"/>
            </a:xfrm>
            <a:custGeom>
              <a:avLst/>
              <a:gdLst>
                <a:gd name="connsiteX0" fmla="*/ 7811 w 200025"/>
                <a:gd name="connsiteY0" fmla="*/ 0 h 28575"/>
                <a:gd name="connsiteX1" fmla="*/ 7811 w 200025"/>
                <a:gd name="connsiteY1" fmla="*/ 0 h 28575"/>
                <a:gd name="connsiteX2" fmla="*/ 202978 w 200025"/>
                <a:gd name="connsiteY2" fmla="*/ 0 h 28575"/>
                <a:gd name="connsiteX3" fmla="*/ 195167 w 200025"/>
                <a:gd name="connsiteY3" fmla="*/ 37052 h 28575"/>
                <a:gd name="connsiteX4" fmla="*/ 0 w 200025"/>
                <a:gd name="connsiteY4" fmla="*/ 3705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8575">
                  <a:moveTo>
                    <a:pt x="7811" y="0"/>
                  </a:moveTo>
                  <a:lnTo>
                    <a:pt x="7811" y="0"/>
                  </a:lnTo>
                  <a:lnTo>
                    <a:pt x="202978" y="0"/>
                  </a:lnTo>
                  <a:lnTo>
                    <a:pt x="195167" y="37052"/>
                  </a:lnTo>
                  <a:lnTo>
                    <a:pt x="0" y="370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6001DF23-909D-BDCE-C7F3-79984D198339}"/>
                </a:ext>
              </a:extLst>
            </p:cNvPr>
            <p:cNvSpPr/>
            <p:nvPr/>
          </p:nvSpPr>
          <p:spPr>
            <a:xfrm>
              <a:off x="5673661" y="3295650"/>
              <a:ext cx="200025" cy="28575"/>
            </a:xfrm>
            <a:custGeom>
              <a:avLst/>
              <a:gdLst>
                <a:gd name="connsiteX0" fmla="*/ 7810 w 200025"/>
                <a:gd name="connsiteY0" fmla="*/ 0 h 28575"/>
                <a:gd name="connsiteX1" fmla="*/ 0 w 200025"/>
                <a:gd name="connsiteY1" fmla="*/ 36862 h 28575"/>
                <a:gd name="connsiteX2" fmla="*/ 194977 w 200025"/>
                <a:gd name="connsiteY2" fmla="*/ 36862 h 28575"/>
                <a:gd name="connsiteX3" fmla="*/ 202978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7810" y="0"/>
                  </a:moveTo>
                  <a:lnTo>
                    <a:pt x="0" y="36862"/>
                  </a:lnTo>
                  <a:lnTo>
                    <a:pt x="194977" y="36862"/>
                  </a:lnTo>
                  <a:lnTo>
                    <a:pt x="20297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6" name="Freeform 31">
              <a:extLst>
                <a:ext uri="{FF2B5EF4-FFF2-40B4-BE49-F238E27FC236}">
                  <a16:creationId xmlns:a16="http://schemas.microsoft.com/office/drawing/2014/main" id="{0DD641E6-7EB2-A989-A3B2-9CCDC819B2A0}"/>
                </a:ext>
              </a:extLst>
            </p:cNvPr>
            <p:cNvSpPr/>
            <p:nvPr/>
          </p:nvSpPr>
          <p:spPr>
            <a:xfrm>
              <a:off x="5624322" y="3528441"/>
              <a:ext cx="200025" cy="28575"/>
            </a:xfrm>
            <a:custGeom>
              <a:avLst/>
              <a:gdLst>
                <a:gd name="connsiteX0" fmla="*/ 8001 w 200025"/>
                <a:gd name="connsiteY0" fmla="*/ 0 h 28575"/>
                <a:gd name="connsiteX1" fmla="*/ 0 w 200025"/>
                <a:gd name="connsiteY1" fmla="*/ 37243 h 28575"/>
                <a:gd name="connsiteX2" fmla="*/ 195263 w 200025"/>
                <a:gd name="connsiteY2" fmla="*/ 37243 h 28575"/>
                <a:gd name="connsiteX3" fmla="*/ 203073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8001" y="0"/>
                  </a:moveTo>
                  <a:lnTo>
                    <a:pt x="0" y="37243"/>
                  </a:lnTo>
                  <a:lnTo>
                    <a:pt x="195263" y="37243"/>
                  </a:lnTo>
                  <a:lnTo>
                    <a:pt x="20307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7" name="Freeform 32">
              <a:extLst>
                <a:ext uri="{FF2B5EF4-FFF2-40B4-BE49-F238E27FC236}">
                  <a16:creationId xmlns:a16="http://schemas.microsoft.com/office/drawing/2014/main" id="{171BFAA3-43B4-23C1-C855-179D91C48AD1}"/>
                </a:ext>
              </a:extLst>
            </p:cNvPr>
            <p:cNvSpPr/>
            <p:nvPr/>
          </p:nvSpPr>
          <p:spPr>
            <a:xfrm>
              <a:off x="5548312" y="3354229"/>
              <a:ext cx="371475" cy="152400"/>
            </a:xfrm>
            <a:custGeom>
              <a:avLst/>
              <a:gdLst>
                <a:gd name="connsiteX0" fmla="*/ 344424 w 371475"/>
                <a:gd name="connsiteY0" fmla="*/ 153924 h 152400"/>
                <a:gd name="connsiteX1" fmla="*/ 344424 w 371475"/>
                <a:gd name="connsiteY1" fmla="*/ 153924 h 152400"/>
                <a:gd name="connsiteX2" fmla="*/ 0 w 371475"/>
                <a:gd name="connsiteY2" fmla="*/ 154115 h 152400"/>
                <a:gd name="connsiteX3" fmla="*/ 344424 w 371475"/>
                <a:gd name="connsiteY3" fmla="*/ 153924 h 152400"/>
                <a:gd name="connsiteX4" fmla="*/ 377190 w 371475"/>
                <a:gd name="connsiteY4" fmla="*/ 0 h 152400"/>
                <a:gd name="connsiteX5" fmla="*/ 32576 w 371475"/>
                <a:gd name="connsiteY5" fmla="*/ 0 h 152400"/>
                <a:gd name="connsiteX6" fmla="*/ 24575 w 371475"/>
                <a:gd name="connsiteY6" fmla="*/ 37148 h 152400"/>
                <a:gd name="connsiteX7" fmla="*/ 331946 w 371475"/>
                <a:gd name="connsiteY7" fmla="*/ 36957 h 152400"/>
                <a:gd name="connsiteX8" fmla="*/ 314992 w 371475"/>
                <a:gd name="connsiteY8" fmla="*/ 116872 h 152400"/>
                <a:gd name="connsiteX9" fmla="*/ 8192 w 371475"/>
                <a:gd name="connsiteY9" fmla="*/ 117062 h 152400"/>
                <a:gd name="connsiteX10" fmla="*/ 0 w 371475"/>
                <a:gd name="connsiteY10" fmla="*/ 154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475" h="152400">
                  <a:moveTo>
                    <a:pt x="344424" y="153924"/>
                  </a:moveTo>
                  <a:lnTo>
                    <a:pt x="344424" y="153924"/>
                  </a:lnTo>
                  <a:cubicBezTo>
                    <a:pt x="344424" y="153924"/>
                    <a:pt x="476" y="154115"/>
                    <a:pt x="0" y="154115"/>
                  </a:cubicBezTo>
                  <a:lnTo>
                    <a:pt x="344424" y="153924"/>
                  </a:lnTo>
                  <a:lnTo>
                    <a:pt x="377190" y="0"/>
                  </a:lnTo>
                  <a:cubicBezTo>
                    <a:pt x="377190" y="190"/>
                    <a:pt x="32576" y="0"/>
                    <a:pt x="32576" y="0"/>
                  </a:cubicBezTo>
                  <a:lnTo>
                    <a:pt x="24575" y="37148"/>
                  </a:lnTo>
                  <a:lnTo>
                    <a:pt x="331946" y="36957"/>
                  </a:lnTo>
                  <a:lnTo>
                    <a:pt x="314992" y="116872"/>
                  </a:lnTo>
                  <a:lnTo>
                    <a:pt x="8192" y="117062"/>
                  </a:lnTo>
                  <a:lnTo>
                    <a:pt x="0" y="154019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96C5A022-9BF0-4B86-6B01-6C00CE40660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58800" y="3408841"/>
            <a:ext cx="10874388" cy="36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bg1"/>
                </a:solidFill>
              </a:defRPr>
            </a:lvl1pPr>
            <a:lvl2pPr marL="0" indent="0" algn="l">
              <a:lnSpc>
                <a:spcPct val="85000"/>
              </a:lnSpc>
              <a:spcBef>
                <a:spcPts val="1000"/>
              </a:spcBef>
              <a:buNone/>
              <a:defRPr sz="1400" b="1" cap="all" baseline="0">
                <a:solidFill>
                  <a:schemeClr val="tx1"/>
                </a:solidFill>
              </a:defRPr>
            </a:lvl2pPr>
            <a:lvl3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3pPr>
            <a:lvl4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4pPr>
            <a:lvl5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5pPr>
            <a:lvl6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6pPr>
            <a:lvl7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7pPr>
            <a:lvl8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8pPr>
            <a:lvl9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19" name="Textplatzhalter 9">
            <a:extLst>
              <a:ext uri="{FF2B5EF4-FFF2-40B4-BE49-F238E27FC236}">
                <a16:creationId xmlns:a16="http://schemas.microsoft.com/office/drawing/2014/main" id="{211FAC17-37F0-FF9A-8DC2-34375B1FC2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12" y="549275"/>
            <a:ext cx="28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Date | Location | Event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1D32ECD-5ABD-78DA-1B2F-D24353144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TextBox 28">
            <a:extLst>
              <a:ext uri="{FF2B5EF4-FFF2-40B4-BE49-F238E27FC236}">
                <a16:creationId xmlns:a16="http://schemas.microsoft.com/office/drawing/2014/main" id="{F235CD3B-03FB-4DB8-AF6B-A99E138CBD5C}"/>
              </a:ext>
            </a:extLst>
          </p:cNvPr>
          <p:cNvSpPr txBox="1"/>
          <p:nvPr userDrawn="1"/>
        </p:nvSpPr>
        <p:spPr bwMode="gray">
          <a:xfrm>
            <a:off x="658813" y="6012423"/>
            <a:ext cx="3263113" cy="3568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YOUR GLOBAL ENGINEERING ​</a:t>
            </a:r>
          </a:p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AND TECHNOLOGY EXPERTS​</a:t>
            </a:r>
            <a:endParaRPr sz="1200" b="1" kern="1200" cap="all" spc="20" baseline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76142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13">
          <p15:clr>
            <a:srgbClr val="FBAE40"/>
          </p15:clr>
        </p15:guide>
      </p15:sldGuideLst>
    </p:ext>
  </p:extLst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ayout V7">
    <p:bg>
      <p:bgPr>
        <a:gradFill>
          <a:gsLst>
            <a:gs pos="38000">
              <a:schemeClr val="tx1"/>
            </a:gs>
            <a:gs pos="100000">
              <a:schemeClr val="tx1">
                <a:lumMod val="5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>
            <a:extLst>
              <a:ext uri="{FF2B5EF4-FFF2-40B4-BE49-F238E27FC236}">
                <a16:creationId xmlns:a16="http://schemas.microsoft.com/office/drawing/2014/main" id="{0E5380CB-CDF4-761C-C7FB-C90DC1AF1E54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07849" y="2530864"/>
            <a:ext cx="4291591" cy="3075791"/>
          </a:xfrm>
          <a:prstGeom prst="rect">
            <a:avLst/>
          </a:prstGeom>
        </p:spPr>
      </p:pic>
      <p:pic>
        <p:nvPicPr>
          <p:cNvPr id="13" name="Grafik 11">
            <a:extLst>
              <a:ext uri="{FF2B5EF4-FFF2-40B4-BE49-F238E27FC236}">
                <a16:creationId xmlns:a16="http://schemas.microsoft.com/office/drawing/2014/main" id="{AEC24BE7-8D51-D6F7-5489-4A3B77033E6F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78859" y="4940891"/>
            <a:ext cx="9013141" cy="191711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9AB5E9FA-5872-706C-C258-907A239F9C6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60" t="1" r="-1" b="-1"/>
          <a:stretch/>
        </p:blipFill>
        <p:spPr>
          <a:xfrm>
            <a:off x="-1" y="5761763"/>
            <a:ext cx="658814" cy="137683"/>
          </a:xfrm>
          <a:prstGeom prst="rect">
            <a:avLst/>
          </a:prstGeom>
        </p:spPr>
      </p:pic>
      <p:grpSp>
        <p:nvGrpSpPr>
          <p:cNvPr id="4" name="Graphic 6">
            <a:extLst>
              <a:ext uri="{FF2B5EF4-FFF2-40B4-BE49-F238E27FC236}">
                <a16:creationId xmlns:a16="http://schemas.microsoft.com/office/drawing/2014/main" id="{A495EDA8-E86F-1CE0-9FEF-A36D40A39806}"/>
              </a:ext>
            </a:extLst>
          </p:cNvPr>
          <p:cNvGrpSpPr/>
          <p:nvPr userDrawn="1"/>
        </p:nvGrpSpPr>
        <p:grpSpPr>
          <a:xfrm>
            <a:off x="9745468" y="6000795"/>
            <a:ext cx="1776195" cy="432465"/>
            <a:chOff x="5548312" y="3295650"/>
            <a:chExt cx="1095375" cy="266700"/>
          </a:xfrm>
        </p:grpSpPr>
        <p:sp>
          <p:nvSpPr>
            <p:cNvPr id="5" name="Freeform 25">
              <a:extLst>
                <a:ext uri="{FF2B5EF4-FFF2-40B4-BE49-F238E27FC236}">
                  <a16:creationId xmlns:a16="http://schemas.microsoft.com/office/drawing/2014/main" id="{D0B07797-BD44-B818-1A61-86CACDC3B415}"/>
                </a:ext>
              </a:extLst>
            </p:cNvPr>
            <p:cNvSpPr/>
            <p:nvPr/>
          </p:nvSpPr>
          <p:spPr>
            <a:xfrm>
              <a:off x="5949981" y="3353657"/>
              <a:ext cx="161925" cy="152400"/>
            </a:xfrm>
            <a:custGeom>
              <a:avLst/>
              <a:gdLst>
                <a:gd name="connsiteX0" fmla="*/ 32671 w 161925"/>
                <a:gd name="connsiteY0" fmla="*/ 0 h 152400"/>
                <a:gd name="connsiteX1" fmla="*/ 32671 w 161925"/>
                <a:gd name="connsiteY1" fmla="*/ 0 h 152400"/>
                <a:gd name="connsiteX2" fmla="*/ 165735 w 161925"/>
                <a:gd name="connsiteY2" fmla="*/ 0 h 152400"/>
                <a:gd name="connsiteX3" fmla="*/ 157925 w 161925"/>
                <a:gd name="connsiteY3" fmla="*/ 37052 h 152400"/>
                <a:gd name="connsiteX4" fmla="*/ 82391 w 161925"/>
                <a:gd name="connsiteY4" fmla="*/ 37052 h 152400"/>
                <a:gd name="connsiteX5" fmla="*/ 77724 w 161925"/>
                <a:gd name="connsiteY5" fmla="*/ 58865 h 152400"/>
                <a:gd name="connsiteX6" fmla="*/ 150019 w 161925"/>
                <a:gd name="connsiteY6" fmla="*/ 58865 h 152400"/>
                <a:gd name="connsiteX7" fmla="*/ 142113 w 161925"/>
                <a:gd name="connsiteY7" fmla="*/ 95917 h 152400"/>
                <a:gd name="connsiteX8" fmla="*/ 69914 w 161925"/>
                <a:gd name="connsiteY8" fmla="*/ 95917 h 152400"/>
                <a:gd name="connsiteX9" fmla="*/ 65437 w 161925"/>
                <a:gd name="connsiteY9" fmla="*/ 116777 h 152400"/>
                <a:gd name="connsiteX10" fmla="*/ 142494 w 161925"/>
                <a:gd name="connsiteY10" fmla="*/ 116777 h 152400"/>
                <a:gd name="connsiteX11" fmla="*/ 134684 w 161925"/>
                <a:gd name="connsiteY11" fmla="*/ 153924 h 152400"/>
                <a:gd name="connsiteX12" fmla="*/ 0 w 161925"/>
                <a:gd name="connsiteY12" fmla="*/ 15392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152400">
                  <a:moveTo>
                    <a:pt x="32671" y="0"/>
                  </a:moveTo>
                  <a:lnTo>
                    <a:pt x="32671" y="0"/>
                  </a:lnTo>
                  <a:lnTo>
                    <a:pt x="165735" y="0"/>
                  </a:lnTo>
                  <a:lnTo>
                    <a:pt x="157925" y="37052"/>
                  </a:lnTo>
                  <a:lnTo>
                    <a:pt x="82391" y="37052"/>
                  </a:lnTo>
                  <a:lnTo>
                    <a:pt x="77724" y="58865"/>
                  </a:lnTo>
                  <a:lnTo>
                    <a:pt x="150019" y="58865"/>
                  </a:lnTo>
                  <a:lnTo>
                    <a:pt x="142113" y="95917"/>
                  </a:lnTo>
                  <a:lnTo>
                    <a:pt x="69914" y="95917"/>
                  </a:lnTo>
                  <a:lnTo>
                    <a:pt x="65437" y="116777"/>
                  </a:lnTo>
                  <a:lnTo>
                    <a:pt x="142494" y="116777"/>
                  </a:lnTo>
                  <a:lnTo>
                    <a:pt x="134684" y="153924"/>
                  </a:lnTo>
                  <a:lnTo>
                    <a:pt x="0" y="153924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6" name="Freeform 26">
              <a:extLst>
                <a:ext uri="{FF2B5EF4-FFF2-40B4-BE49-F238E27FC236}">
                  <a16:creationId xmlns:a16="http://schemas.microsoft.com/office/drawing/2014/main" id="{B5DAFA87-BD96-A9D1-225B-4BBEEB043AD9}"/>
                </a:ext>
              </a:extLst>
            </p:cNvPr>
            <p:cNvSpPr/>
            <p:nvPr/>
          </p:nvSpPr>
          <p:spPr>
            <a:xfrm>
              <a:off x="6112478" y="3353657"/>
              <a:ext cx="180975" cy="152400"/>
            </a:xfrm>
            <a:custGeom>
              <a:avLst/>
              <a:gdLst>
                <a:gd name="connsiteX0" fmla="*/ 67151 w 180975"/>
                <a:gd name="connsiteY0" fmla="*/ 115633 h 152400"/>
                <a:gd name="connsiteX1" fmla="*/ 67151 w 180975"/>
                <a:gd name="connsiteY1" fmla="*/ 115633 h 152400"/>
                <a:gd name="connsiteX2" fmla="*/ 81820 w 180975"/>
                <a:gd name="connsiteY2" fmla="*/ 115633 h 152400"/>
                <a:gd name="connsiteX3" fmla="*/ 116395 w 180975"/>
                <a:gd name="connsiteY3" fmla="*/ 75724 h 152400"/>
                <a:gd name="connsiteX4" fmla="*/ 98584 w 180975"/>
                <a:gd name="connsiteY4" fmla="*/ 35719 h 152400"/>
                <a:gd name="connsiteX5" fmla="*/ 83915 w 180975"/>
                <a:gd name="connsiteY5" fmla="*/ 35719 h 152400"/>
                <a:gd name="connsiteX6" fmla="*/ 67151 w 180975"/>
                <a:gd name="connsiteY6" fmla="*/ 115633 h 152400"/>
                <a:gd name="connsiteX7" fmla="*/ 32576 w 180975"/>
                <a:gd name="connsiteY7" fmla="*/ 0 h 152400"/>
                <a:gd name="connsiteX8" fmla="*/ 32576 w 180975"/>
                <a:gd name="connsiteY8" fmla="*/ 0 h 152400"/>
                <a:gd name="connsiteX9" fmla="*/ 119063 w 180975"/>
                <a:gd name="connsiteY9" fmla="*/ 0 h 152400"/>
                <a:gd name="connsiteX10" fmla="*/ 177832 w 180975"/>
                <a:gd name="connsiteY10" fmla="*/ 77343 h 152400"/>
                <a:gd name="connsiteX11" fmla="*/ 84011 w 180975"/>
                <a:gd name="connsiteY11" fmla="*/ 153924 h 152400"/>
                <a:gd name="connsiteX12" fmla="*/ 0 w 180975"/>
                <a:gd name="connsiteY12" fmla="*/ 153924 h 152400"/>
                <a:gd name="connsiteX13" fmla="*/ 32576 w 180975"/>
                <a:gd name="connsiteY13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975" h="152400">
                  <a:moveTo>
                    <a:pt x="67151" y="115633"/>
                  </a:moveTo>
                  <a:lnTo>
                    <a:pt x="67151" y="115633"/>
                  </a:lnTo>
                  <a:lnTo>
                    <a:pt x="81820" y="115633"/>
                  </a:lnTo>
                  <a:cubicBezTo>
                    <a:pt x="103251" y="115633"/>
                    <a:pt x="111062" y="101441"/>
                    <a:pt x="116395" y="75724"/>
                  </a:cubicBezTo>
                  <a:cubicBezTo>
                    <a:pt x="122111" y="49340"/>
                    <a:pt x="119729" y="35719"/>
                    <a:pt x="98584" y="35719"/>
                  </a:cubicBezTo>
                  <a:lnTo>
                    <a:pt x="83915" y="35719"/>
                  </a:lnTo>
                  <a:lnTo>
                    <a:pt x="67151" y="115633"/>
                  </a:lnTo>
                  <a:close/>
                  <a:moveTo>
                    <a:pt x="32576" y="0"/>
                  </a:moveTo>
                  <a:lnTo>
                    <a:pt x="32576" y="0"/>
                  </a:lnTo>
                  <a:lnTo>
                    <a:pt x="119063" y="0"/>
                  </a:lnTo>
                  <a:cubicBezTo>
                    <a:pt x="163163" y="0"/>
                    <a:pt x="190976" y="14859"/>
                    <a:pt x="177832" y="77343"/>
                  </a:cubicBezTo>
                  <a:cubicBezTo>
                    <a:pt x="165354" y="135541"/>
                    <a:pt x="128111" y="153924"/>
                    <a:pt x="84011" y="153924"/>
                  </a:cubicBezTo>
                  <a:lnTo>
                    <a:pt x="0" y="153924"/>
                  </a:lnTo>
                  <a:lnTo>
                    <a:pt x="32576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8" name="Freeform 27">
              <a:extLst>
                <a:ext uri="{FF2B5EF4-FFF2-40B4-BE49-F238E27FC236}">
                  <a16:creationId xmlns:a16="http://schemas.microsoft.com/office/drawing/2014/main" id="{4CD5D1EB-6C64-A00D-DAB7-B538C6CA8381}"/>
                </a:ext>
              </a:extLst>
            </p:cNvPr>
            <p:cNvSpPr/>
            <p:nvPr/>
          </p:nvSpPr>
          <p:spPr>
            <a:xfrm>
              <a:off x="6274498" y="3353657"/>
              <a:ext cx="180975" cy="152400"/>
            </a:xfrm>
            <a:custGeom>
              <a:avLst/>
              <a:gdLst>
                <a:gd name="connsiteX0" fmla="*/ 91154 w 180975"/>
                <a:gd name="connsiteY0" fmla="*/ 83534 h 152400"/>
                <a:gd name="connsiteX1" fmla="*/ 91154 w 180975"/>
                <a:gd name="connsiteY1" fmla="*/ 83534 h 152400"/>
                <a:gd name="connsiteX2" fmla="*/ 125254 w 180975"/>
                <a:gd name="connsiteY2" fmla="*/ 83534 h 152400"/>
                <a:gd name="connsiteX3" fmla="*/ 119253 w 180975"/>
                <a:gd name="connsiteY3" fmla="*/ 33052 h 152400"/>
                <a:gd name="connsiteX4" fmla="*/ 118777 w 180975"/>
                <a:gd name="connsiteY4" fmla="*/ 33052 h 152400"/>
                <a:gd name="connsiteX5" fmla="*/ 91154 w 180975"/>
                <a:gd name="connsiteY5" fmla="*/ 83534 h 152400"/>
                <a:gd name="connsiteX6" fmla="*/ 86487 w 180975"/>
                <a:gd name="connsiteY6" fmla="*/ 0 h 152400"/>
                <a:gd name="connsiteX7" fmla="*/ 86487 w 180975"/>
                <a:gd name="connsiteY7" fmla="*/ 0 h 152400"/>
                <a:gd name="connsiteX8" fmla="*/ 167735 w 180975"/>
                <a:gd name="connsiteY8" fmla="*/ 0 h 152400"/>
                <a:gd name="connsiteX9" fmla="*/ 189833 w 180975"/>
                <a:gd name="connsiteY9" fmla="*/ 153924 h 152400"/>
                <a:gd name="connsiteX10" fmla="*/ 127921 w 180975"/>
                <a:gd name="connsiteY10" fmla="*/ 153924 h 152400"/>
                <a:gd name="connsiteX11" fmla="*/ 124968 w 180975"/>
                <a:gd name="connsiteY11" fmla="*/ 120587 h 152400"/>
                <a:gd name="connsiteX12" fmla="*/ 75248 w 180975"/>
                <a:gd name="connsiteY12" fmla="*/ 120587 h 152400"/>
                <a:gd name="connsiteX13" fmla="*/ 58769 w 180975"/>
                <a:gd name="connsiteY13" fmla="*/ 153924 h 152400"/>
                <a:gd name="connsiteX14" fmla="*/ 0 w 180975"/>
                <a:gd name="connsiteY14" fmla="*/ 153924 h 152400"/>
                <a:gd name="connsiteX15" fmla="*/ 86487 w 180975"/>
                <a:gd name="connsiteY15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75" h="152400">
                  <a:moveTo>
                    <a:pt x="91154" y="83534"/>
                  </a:moveTo>
                  <a:lnTo>
                    <a:pt x="91154" y="83534"/>
                  </a:lnTo>
                  <a:lnTo>
                    <a:pt x="125254" y="83534"/>
                  </a:lnTo>
                  <a:lnTo>
                    <a:pt x="119253" y="33052"/>
                  </a:lnTo>
                  <a:lnTo>
                    <a:pt x="118777" y="33052"/>
                  </a:lnTo>
                  <a:lnTo>
                    <a:pt x="91154" y="83534"/>
                  </a:lnTo>
                  <a:close/>
                  <a:moveTo>
                    <a:pt x="86487" y="0"/>
                  </a:moveTo>
                  <a:lnTo>
                    <a:pt x="86487" y="0"/>
                  </a:lnTo>
                  <a:lnTo>
                    <a:pt x="167735" y="0"/>
                  </a:lnTo>
                  <a:lnTo>
                    <a:pt x="189833" y="153924"/>
                  </a:lnTo>
                  <a:lnTo>
                    <a:pt x="127921" y="153924"/>
                  </a:lnTo>
                  <a:lnTo>
                    <a:pt x="124968" y="120587"/>
                  </a:lnTo>
                  <a:lnTo>
                    <a:pt x="75248" y="120587"/>
                  </a:lnTo>
                  <a:lnTo>
                    <a:pt x="58769" y="153924"/>
                  </a:lnTo>
                  <a:lnTo>
                    <a:pt x="0" y="153924"/>
                  </a:lnTo>
                  <a:lnTo>
                    <a:pt x="86487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0" name="Freeform 28">
              <a:extLst>
                <a:ext uri="{FF2B5EF4-FFF2-40B4-BE49-F238E27FC236}">
                  <a16:creationId xmlns:a16="http://schemas.microsoft.com/office/drawing/2014/main" id="{86D5FA52-8A86-0FEE-0839-1F0216B22C8B}"/>
                </a:ext>
              </a:extLst>
            </p:cNvPr>
            <p:cNvSpPr/>
            <p:nvPr/>
          </p:nvSpPr>
          <p:spPr>
            <a:xfrm>
              <a:off x="6476453" y="3350990"/>
              <a:ext cx="161925" cy="152400"/>
            </a:xfrm>
            <a:custGeom>
              <a:avLst/>
              <a:gdLst>
                <a:gd name="connsiteX0" fmla="*/ 142184 w 161925"/>
                <a:gd name="connsiteY0" fmla="*/ 150781 h 152400"/>
                <a:gd name="connsiteX1" fmla="*/ 142184 w 161925"/>
                <a:gd name="connsiteY1" fmla="*/ 150781 h 152400"/>
                <a:gd name="connsiteX2" fmla="*/ 76747 w 161925"/>
                <a:gd name="connsiteY2" fmla="*/ 159258 h 152400"/>
                <a:gd name="connsiteX3" fmla="*/ 2261 w 161925"/>
                <a:gd name="connsiteY3" fmla="*/ 77343 h 152400"/>
                <a:gd name="connsiteX4" fmla="*/ 110561 w 161925"/>
                <a:gd name="connsiteY4" fmla="*/ 0 h 152400"/>
                <a:gd name="connsiteX5" fmla="*/ 166853 w 161925"/>
                <a:gd name="connsiteY5" fmla="*/ 5715 h 152400"/>
                <a:gd name="connsiteX6" fmla="*/ 157995 w 161925"/>
                <a:gd name="connsiteY6" fmla="*/ 47244 h 152400"/>
                <a:gd name="connsiteX7" fmla="*/ 119419 w 161925"/>
                <a:gd name="connsiteY7" fmla="*/ 38386 h 152400"/>
                <a:gd name="connsiteX8" fmla="*/ 61697 w 161925"/>
                <a:gd name="connsiteY8" fmla="*/ 81058 h 152400"/>
                <a:gd name="connsiteX9" fmla="*/ 85510 w 161925"/>
                <a:gd name="connsiteY9" fmla="*/ 120777 h 152400"/>
                <a:gd name="connsiteX10" fmla="*/ 98273 w 161925"/>
                <a:gd name="connsiteY10" fmla="*/ 119444 h 152400"/>
                <a:gd name="connsiteX11" fmla="*/ 106941 w 161925"/>
                <a:gd name="connsiteY11" fmla="*/ 78391 h 152400"/>
                <a:gd name="connsiteX12" fmla="*/ 157519 w 161925"/>
                <a:gd name="connsiteY12" fmla="*/ 78391 h 152400"/>
                <a:gd name="connsiteX13" fmla="*/ 142184 w 161925"/>
                <a:gd name="connsiteY13" fmla="*/ 1507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152400">
                  <a:moveTo>
                    <a:pt x="142184" y="150781"/>
                  </a:moveTo>
                  <a:lnTo>
                    <a:pt x="142184" y="150781"/>
                  </a:lnTo>
                  <a:cubicBezTo>
                    <a:pt x="120752" y="156782"/>
                    <a:pt x="101036" y="159258"/>
                    <a:pt x="76747" y="159258"/>
                  </a:cubicBezTo>
                  <a:cubicBezTo>
                    <a:pt x="25693" y="159258"/>
                    <a:pt x="-9455" y="132207"/>
                    <a:pt x="2261" y="77343"/>
                  </a:cubicBezTo>
                  <a:cubicBezTo>
                    <a:pt x="13024" y="25622"/>
                    <a:pt x="61316" y="0"/>
                    <a:pt x="110561" y="0"/>
                  </a:cubicBezTo>
                  <a:cubicBezTo>
                    <a:pt x="139326" y="0"/>
                    <a:pt x="152851" y="2191"/>
                    <a:pt x="166853" y="5715"/>
                  </a:cubicBezTo>
                  <a:lnTo>
                    <a:pt x="157995" y="47244"/>
                  </a:lnTo>
                  <a:cubicBezTo>
                    <a:pt x="150661" y="42386"/>
                    <a:pt x="135897" y="38386"/>
                    <a:pt x="119419" y="38386"/>
                  </a:cubicBezTo>
                  <a:cubicBezTo>
                    <a:pt x="90177" y="38386"/>
                    <a:pt x="67698" y="53054"/>
                    <a:pt x="61697" y="81058"/>
                  </a:cubicBezTo>
                  <a:cubicBezTo>
                    <a:pt x="57220" y="102203"/>
                    <a:pt x="61888" y="120777"/>
                    <a:pt x="85510" y="120777"/>
                  </a:cubicBezTo>
                  <a:cubicBezTo>
                    <a:pt x="89605" y="120777"/>
                    <a:pt x="94463" y="120777"/>
                    <a:pt x="98273" y="119444"/>
                  </a:cubicBezTo>
                  <a:lnTo>
                    <a:pt x="106941" y="78391"/>
                  </a:lnTo>
                  <a:lnTo>
                    <a:pt x="157519" y="78391"/>
                  </a:lnTo>
                  <a:lnTo>
                    <a:pt x="142184" y="15078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1" name="Freeform 29">
              <a:extLst>
                <a:ext uri="{FF2B5EF4-FFF2-40B4-BE49-F238E27FC236}">
                  <a16:creationId xmlns:a16="http://schemas.microsoft.com/office/drawing/2014/main" id="{6AD35A30-3D9E-4120-3AA9-F4CBA87E0443}"/>
                </a:ext>
              </a:extLst>
            </p:cNvPr>
            <p:cNvSpPr/>
            <p:nvPr/>
          </p:nvSpPr>
          <p:spPr>
            <a:xfrm>
              <a:off x="5648991" y="3412046"/>
              <a:ext cx="200025" cy="28575"/>
            </a:xfrm>
            <a:custGeom>
              <a:avLst/>
              <a:gdLst>
                <a:gd name="connsiteX0" fmla="*/ 7811 w 200025"/>
                <a:gd name="connsiteY0" fmla="*/ 0 h 28575"/>
                <a:gd name="connsiteX1" fmla="*/ 7811 w 200025"/>
                <a:gd name="connsiteY1" fmla="*/ 0 h 28575"/>
                <a:gd name="connsiteX2" fmla="*/ 202978 w 200025"/>
                <a:gd name="connsiteY2" fmla="*/ 0 h 28575"/>
                <a:gd name="connsiteX3" fmla="*/ 195167 w 200025"/>
                <a:gd name="connsiteY3" fmla="*/ 37052 h 28575"/>
                <a:gd name="connsiteX4" fmla="*/ 0 w 200025"/>
                <a:gd name="connsiteY4" fmla="*/ 3705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8575">
                  <a:moveTo>
                    <a:pt x="7811" y="0"/>
                  </a:moveTo>
                  <a:lnTo>
                    <a:pt x="7811" y="0"/>
                  </a:lnTo>
                  <a:lnTo>
                    <a:pt x="202978" y="0"/>
                  </a:lnTo>
                  <a:lnTo>
                    <a:pt x="195167" y="37052"/>
                  </a:lnTo>
                  <a:lnTo>
                    <a:pt x="0" y="3705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1901599E-B0BC-3B7C-F34E-52EC4E481424}"/>
                </a:ext>
              </a:extLst>
            </p:cNvPr>
            <p:cNvSpPr/>
            <p:nvPr/>
          </p:nvSpPr>
          <p:spPr>
            <a:xfrm>
              <a:off x="5673661" y="3295650"/>
              <a:ext cx="200025" cy="28575"/>
            </a:xfrm>
            <a:custGeom>
              <a:avLst/>
              <a:gdLst>
                <a:gd name="connsiteX0" fmla="*/ 7810 w 200025"/>
                <a:gd name="connsiteY0" fmla="*/ 0 h 28575"/>
                <a:gd name="connsiteX1" fmla="*/ 0 w 200025"/>
                <a:gd name="connsiteY1" fmla="*/ 36862 h 28575"/>
                <a:gd name="connsiteX2" fmla="*/ 194977 w 200025"/>
                <a:gd name="connsiteY2" fmla="*/ 36862 h 28575"/>
                <a:gd name="connsiteX3" fmla="*/ 202978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7810" y="0"/>
                  </a:moveTo>
                  <a:lnTo>
                    <a:pt x="0" y="36862"/>
                  </a:lnTo>
                  <a:lnTo>
                    <a:pt x="194977" y="36862"/>
                  </a:lnTo>
                  <a:lnTo>
                    <a:pt x="202978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6" name="Freeform 31">
              <a:extLst>
                <a:ext uri="{FF2B5EF4-FFF2-40B4-BE49-F238E27FC236}">
                  <a16:creationId xmlns:a16="http://schemas.microsoft.com/office/drawing/2014/main" id="{C7C936B4-DD0F-72F7-F7C8-B229DC4BEBA9}"/>
                </a:ext>
              </a:extLst>
            </p:cNvPr>
            <p:cNvSpPr/>
            <p:nvPr/>
          </p:nvSpPr>
          <p:spPr>
            <a:xfrm>
              <a:off x="5624322" y="3528441"/>
              <a:ext cx="200025" cy="28575"/>
            </a:xfrm>
            <a:custGeom>
              <a:avLst/>
              <a:gdLst>
                <a:gd name="connsiteX0" fmla="*/ 8001 w 200025"/>
                <a:gd name="connsiteY0" fmla="*/ 0 h 28575"/>
                <a:gd name="connsiteX1" fmla="*/ 0 w 200025"/>
                <a:gd name="connsiteY1" fmla="*/ 37243 h 28575"/>
                <a:gd name="connsiteX2" fmla="*/ 195263 w 200025"/>
                <a:gd name="connsiteY2" fmla="*/ 37243 h 28575"/>
                <a:gd name="connsiteX3" fmla="*/ 203073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8001" y="0"/>
                  </a:moveTo>
                  <a:lnTo>
                    <a:pt x="0" y="37243"/>
                  </a:lnTo>
                  <a:lnTo>
                    <a:pt x="195263" y="37243"/>
                  </a:lnTo>
                  <a:lnTo>
                    <a:pt x="203073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7" name="Freeform 32">
              <a:extLst>
                <a:ext uri="{FF2B5EF4-FFF2-40B4-BE49-F238E27FC236}">
                  <a16:creationId xmlns:a16="http://schemas.microsoft.com/office/drawing/2014/main" id="{0D155637-759A-0307-B157-81E275590FE4}"/>
                </a:ext>
              </a:extLst>
            </p:cNvPr>
            <p:cNvSpPr/>
            <p:nvPr/>
          </p:nvSpPr>
          <p:spPr>
            <a:xfrm>
              <a:off x="5548312" y="3354229"/>
              <a:ext cx="371475" cy="152400"/>
            </a:xfrm>
            <a:custGeom>
              <a:avLst/>
              <a:gdLst>
                <a:gd name="connsiteX0" fmla="*/ 344424 w 371475"/>
                <a:gd name="connsiteY0" fmla="*/ 153924 h 152400"/>
                <a:gd name="connsiteX1" fmla="*/ 344424 w 371475"/>
                <a:gd name="connsiteY1" fmla="*/ 153924 h 152400"/>
                <a:gd name="connsiteX2" fmla="*/ 0 w 371475"/>
                <a:gd name="connsiteY2" fmla="*/ 154115 h 152400"/>
                <a:gd name="connsiteX3" fmla="*/ 344424 w 371475"/>
                <a:gd name="connsiteY3" fmla="*/ 153924 h 152400"/>
                <a:gd name="connsiteX4" fmla="*/ 377190 w 371475"/>
                <a:gd name="connsiteY4" fmla="*/ 0 h 152400"/>
                <a:gd name="connsiteX5" fmla="*/ 32576 w 371475"/>
                <a:gd name="connsiteY5" fmla="*/ 0 h 152400"/>
                <a:gd name="connsiteX6" fmla="*/ 24575 w 371475"/>
                <a:gd name="connsiteY6" fmla="*/ 37148 h 152400"/>
                <a:gd name="connsiteX7" fmla="*/ 331946 w 371475"/>
                <a:gd name="connsiteY7" fmla="*/ 36957 h 152400"/>
                <a:gd name="connsiteX8" fmla="*/ 314992 w 371475"/>
                <a:gd name="connsiteY8" fmla="*/ 116872 h 152400"/>
                <a:gd name="connsiteX9" fmla="*/ 8192 w 371475"/>
                <a:gd name="connsiteY9" fmla="*/ 117062 h 152400"/>
                <a:gd name="connsiteX10" fmla="*/ 0 w 371475"/>
                <a:gd name="connsiteY10" fmla="*/ 154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475" h="152400">
                  <a:moveTo>
                    <a:pt x="344424" y="153924"/>
                  </a:moveTo>
                  <a:lnTo>
                    <a:pt x="344424" y="153924"/>
                  </a:lnTo>
                  <a:cubicBezTo>
                    <a:pt x="344424" y="153924"/>
                    <a:pt x="476" y="154115"/>
                    <a:pt x="0" y="154115"/>
                  </a:cubicBezTo>
                  <a:lnTo>
                    <a:pt x="344424" y="153924"/>
                  </a:lnTo>
                  <a:lnTo>
                    <a:pt x="377190" y="0"/>
                  </a:lnTo>
                  <a:cubicBezTo>
                    <a:pt x="377190" y="190"/>
                    <a:pt x="32576" y="0"/>
                    <a:pt x="32576" y="0"/>
                  </a:cubicBezTo>
                  <a:lnTo>
                    <a:pt x="24575" y="37148"/>
                  </a:lnTo>
                  <a:lnTo>
                    <a:pt x="331946" y="36957"/>
                  </a:lnTo>
                  <a:lnTo>
                    <a:pt x="314992" y="116872"/>
                  </a:lnTo>
                  <a:lnTo>
                    <a:pt x="8192" y="117062"/>
                  </a:lnTo>
                  <a:lnTo>
                    <a:pt x="0" y="154019"/>
                  </a:ln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sp>
        <p:nvSpPr>
          <p:cNvPr id="2" name="Subtitle 2">
            <a:extLst>
              <a:ext uri="{FF2B5EF4-FFF2-40B4-BE49-F238E27FC236}">
                <a16:creationId xmlns:a16="http://schemas.microsoft.com/office/drawing/2014/main" id="{7758FBCE-635D-BCC0-C9A4-681AE172FDB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58800" y="3408841"/>
            <a:ext cx="10874388" cy="36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bg1"/>
                </a:solidFill>
              </a:defRPr>
            </a:lvl1pPr>
            <a:lvl2pPr marL="0" indent="0" algn="l">
              <a:lnSpc>
                <a:spcPct val="85000"/>
              </a:lnSpc>
              <a:spcBef>
                <a:spcPts val="1000"/>
              </a:spcBef>
              <a:buNone/>
              <a:defRPr sz="1400" b="1" cap="all" baseline="0">
                <a:solidFill>
                  <a:schemeClr val="tx1"/>
                </a:solidFill>
              </a:defRPr>
            </a:lvl2pPr>
            <a:lvl3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3pPr>
            <a:lvl4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4pPr>
            <a:lvl5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5pPr>
            <a:lvl6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6pPr>
            <a:lvl7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7pPr>
            <a:lvl8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8pPr>
            <a:lvl9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7" name="Textplatzhalter 9">
            <a:extLst>
              <a:ext uri="{FF2B5EF4-FFF2-40B4-BE49-F238E27FC236}">
                <a16:creationId xmlns:a16="http://schemas.microsoft.com/office/drawing/2014/main" id="{3E8A2758-6F9D-D8B3-B09A-6672A40EEF3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12" y="549275"/>
            <a:ext cx="28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Date | Location | Event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012B3884-A8C6-5F5D-ADDA-63CCA46E8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Box 28">
            <a:extLst>
              <a:ext uri="{FF2B5EF4-FFF2-40B4-BE49-F238E27FC236}">
                <a16:creationId xmlns:a16="http://schemas.microsoft.com/office/drawing/2014/main" id="{2A6346E4-27DA-D1B1-711B-3685BF10CDEB}"/>
              </a:ext>
            </a:extLst>
          </p:cNvPr>
          <p:cNvSpPr txBox="1"/>
          <p:nvPr userDrawn="1"/>
        </p:nvSpPr>
        <p:spPr bwMode="gray">
          <a:xfrm>
            <a:off x="658813" y="6012423"/>
            <a:ext cx="3263113" cy="3568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YOUR GLOBAL ENGINEERING ​</a:t>
            </a:r>
          </a:p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AND TECHNOLOGY EXPERTS​</a:t>
            </a:r>
            <a:endParaRPr sz="1200" b="1" kern="1200" cap="all" spc="20" baseline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53444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13" userDrawn="1">
          <p15:clr>
            <a:srgbClr val="FBAE40"/>
          </p15:clr>
        </p15:guide>
      </p15:sldGuideLst>
    </p:ext>
  </p:extLst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ayout V8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18">
            <a:extLst>
              <a:ext uri="{FF2B5EF4-FFF2-40B4-BE49-F238E27FC236}">
                <a16:creationId xmlns:a16="http://schemas.microsoft.com/office/drawing/2014/main" id="{60DCAAEF-7030-B121-05CE-7FF693F3C9E5}"/>
              </a:ext>
            </a:extLst>
          </p:cNvPr>
          <p:cNvSpPr/>
          <p:nvPr userDrawn="1"/>
        </p:nvSpPr>
        <p:spPr bwMode="gray">
          <a:xfrm>
            <a:off x="1" y="0"/>
            <a:ext cx="12191998" cy="6858000"/>
          </a:xfrm>
          <a:prstGeom prst="rect">
            <a:avLst/>
          </a:prstGeom>
          <a:gradFill>
            <a:gsLst>
              <a:gs pos="38000">
                <a:schemeClr val="tx1"/>
              </a:gs>
              <a:gs pos="100000">
                <a:schemeClr val="tx1">
                  <a:lumMod val="50000"/>
                </a:schemeClr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marL="0" indent="0" algn="ctr">
              <a:lnSpc>
                <a:spcPts val="1500"/>
              </a:lnSpc>
              <a:spcAft>
                <a:spcPts val="600"/>
              </a:spcAft>
            </a:pPr>
            <a:endParaRPr lang="en-US" sz="1200" noProof="0">
              <a:solidFill>
                <a:schemeClr val="tx1"/>
              </a:solidFill>
            </a:endParaRP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9AB5E9FA-5872-706C-C258-907A239F9C6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5761763"/>
            <a:ext cx="658814" cy="137683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EA5FEE3E-E035-295E-C82B-3142662F447F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07849" y="2530864"/>
            <a:ext cx="4291591" cy="3075791"/>
          </a:xfrm>
          <a:prstGeom prst="rect">
            <a:avLst/>
          </a:prstGeom>
        </p:spPr>
      </p:pic>
      <p:pic>
        <p:nvPicPr>
          <p:cNvPr id="2" name="Grafik 11">
            <a:extLst>
              <a:ext uri="{FF2B5EF4-FFF2-40B4-BE49-F238E27FC236}">
                <a16:creationId xmlns:a16="http://schemas.microsoft.com/office/drawing/2014/main" id="{88E6323C-FD83-C7BF-B1AC-70BD6A5B7F1D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78859" y="4940891"/>
            <a:ext cx="9013141" cy="1917110"/>
          </a:xfrm>
          <a:prstGeom prst="rect">
            <a:avLst/>
          </a:prstGeom>
        </p:spPr>
      </p:pic>
      <p:grpSp>
        <p:nvGrpSpPr>
          <p:cNvPr id="18" name="Graphic 6">
            <a:extLst>
              <a:ext uri="{FF2B5EF4-FFF2-40B4-BE49-F238E27FC236}">
                <a16:creationId xmlns:a16="http://schemas.microsoft.com/office/drawing/2014/main" id="{964F4ED9-A58A-ABC4-ED3A-FD99BC63E285}"/>
              </a:ext>
            </a:extLst>
          </p:cNvPr>
          <p:cNvGrpSpPr/>
          <p:nvPr userDrawn="1"/>
        </p:nvGrpSpPr>
        <p:grpSpPr>
          <a:xfrm>
            <a:off x="9745468" y="6000795"/>
            <a:ext cx="1776195" cy="432465"/>
            <a:chOff x="5548312" y="3295650"/>
            <a:chExt cx="1095375" cy="266700"/>
          </a:xfrm>
          <a:solidFill>
            <a:schemeClr val="tx1"/>
          </a:solidFill>
        </p:grpSpPr>
        <p:sp>
          <p:nvSpPr>
            <p:cNvPr id="19" name="Freeform 25">
              <a:extLst>
                <a:ext uri="{FF2B5EF4-FFF2-40B4-BE49-F238E27FC236}">
                  <a16:creationId xmlns:a16="http://schemas.microsoft.com/office/drawing/2014/main" id="{E2DAA0E2-6393-A14E-77D3-C19DA98CFF7B}"/>
                </a:ext>
              </a:extLst>
            </p:cNvPr>
            <p:cNvSpPr/>
            <p:nvPr/>
          </p:nvSpPr>
          <p:spPr>
            <a:xfrm>
              <a:off x="5949981" y="3353657"/>
              <a:ext cx="161925" cy="152400"/>
            </a:xfrm>
            <a:custGeom>
              <a:avLst/>
              <a:gdLst>
                <a:gd name="connsiteX0" fmla="*/ 32671 w 161925"/>
                <a:gd name="connsiteY0" fmla="*/ 0 h 152400"/>
                <a:gd name="connsiteX1" fmla="*/ 32671 w 161925"/>
                <a:gd name="connsiteY1" fmla="*/ 0 h 152400"/>
                <a:gd name="connsiteX2" fmla="*/ 165735 w 161925"/>
                <a:gd name="connsiteY2" fmla="*/ 0 h 152400"/>
                <a:gd name="connsiteX3" fmla="*/ 157925 w 161925"/>
                <a:gd name="connsiteY3" fmla="*/ 37052 h 152400"/>
                <a:gd name="connsiteX4" fmla="*/ 82391 w 161925"/>
                <a:gd name="connsiteY4" fmla="*/ 37052 h 152400"/>
                <a:gd name="connsiteX5" fmla="*/ 77724 w 161925"/>
                <a:gd name="connsiteY5" fmla="*/ 58865 h 152400"/>
                <a:gd name="connsiteX6" fmla="*/ 150019 w 161925"/>
                <a:gd name="connsiteY6" fmla="*/ 58865 h 152400"/>
                <a:gd name="connsiteX7" fmla="*/ 142113 w 161925"/>
                <a:gd name="connsiteY7" fmla="*/ 95917 h 152400"/>
                <a:gd name="connsiteX8" fmla="*/ 69914 w 161925"/>
                <a:gd name="connsiteY8" fmla="*/ 95917 h 152400"/>
                <a:gd name="connsiteX9" fmla="*/ 65437 w 161925"/>
                <a:gd name="connsiteY9" fmla="*/ 116777 h 152400"/>
                <a:gd name="connsiteX10" fmla="*/ 142494 w 161925"/>
                <a:gd name="connsiteY10" fmla="*/ 116777 h 152400"/>
                <a:gd name="connsiteX11" fmla="*/ 134684 w 161925"/>
                <a:gd name="connsiteY11" fmla="*/ 153924 h 152400"/>
                <a:gd name="connsiteX12" fmla="*/ 0 w 161925"/>
                <a:gd name="connsiteY12" fmla="*/ 15392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152400">
                  <a:moveTo>
                    <a:pt x="32671" y="0"/>
                  </a:moveTo>
                  <a:lnTo>
                    <a:pt x="32671" y="0"/>
                  </a:lnTo>
                  <a:lnTo>
                    <a:pt x="165735" y="0"/>
                  </a:lnTo>
                  <a:lnTo>
                    <a:pt x="157925" y="37052"/>
                  </a:lnTo>
                  <a:lnTo>
                    <a:pt x="82391" y="37052"/>
                  </a:lnTo>
                  <a:lnTo>
                    <a:pt x="77724" y="58865"/>
                  </a:lnTo>
                  <a:lnTo>
                    <a:pt x="150019" y="58865"/>
                  </a:lnTo>
                  <a:lnTo>
                    <a:pt x="142113" y="95917"/>
                  </a:lnTo>
                  <a:lnTo>
                    <a:pt x="69914" y="95917"/>
                  </a:lnTo>
                  <a:lnTo>
                    <a:pt x="65437" y="116777"/>
                  </a:lnTo>
                  <a:lnTo>
                    <a:pt x="142494" y="116777"/>
                  </a:lnTo>
                  <a:lnTo>
                    <a:pt x="134684" y="153924"/>
                  </a:lnTo>
                  <a:lnTo>
                    <a:pt x="0" y="1539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0" name="Freeform 26">
              <a:extLst>
                <a:ext uri="{FF2B5EF4-FFF2-40B4-BE49-F238E27FC236}">
                  <a16:creationId xmlns:a16="http://schemas.microsoft.com/office/drawing/2014/main" id="{EDF21ED6-BBDA-B316-3E6C-CCD575780495}"/>
                </a:ext>
              </a:extLst>
            </p:cNvPr>
            <p:cNvSpPr/>
            <p:nvPr/>
          </p:nvSpPr>
          <p:spPr>
            <a:xfrm>
              <a:off x="6112478" y="3353657"/>
              <a:ext cx="180975" cy="152400"/>
            </a:xfrm>
            <a:custGeom>
              <a:avLst/>
              <a:gdLst>
                <a:gd name="connsiteX0" fmla="*/ 67151 w 180975"/>
                <a:gd name="connsiteY0" fmla="*/ 115633 h 152400"/>
                <a:gd name="connsiteX1" fmla="*/ 67151 w 180975"/>
                <a:gd name="connsiteY1" fmla="*/ 115633 h 152400"/>
                <a:gd name="connsiteX2" fmla="*/ 81820 w 180975"/>
                <a:gd name="connsiteY2" fmla="*/ 115633 h 152400"/>
                <a:gd name="connsiteX3" fmla="*/ 116395 w 180975"/>
                <a:gd name="connsiteY3" fmla="*/ 75724 h 152400"/>
                <a:gd name="connsiteX4" fmla="*/ 98584 w 180975"/>
                <a:gd name="connsiteY4" fmla="*/ 35719 h 152400"/>
                <a:gd name="connsiteX5" fmla="*/ 83915 w 180975"/>
                <a:gd name="connsiteY5" fmla="*/ 35719 h 152400"/>
                <a:gd name="connsiteX6" fmla="*/ 67151 w 180975"/>
                <a:gd name="connsiteY6" fmla="*/ 115633 h 152400"/>
                <a:gd name="connsiteX7" fmla="*/ 32576 w 180975"/>
                <a:gd name="connsiteY7" fmla="*/ 0 h 152400"/>
                <a:gd name="connsiteX8" fmla="*/ 32576 w 180975"/>
                <a:gd name="connsiteY8" fmla="*/ 0 h 152400"/>
                <a:gd name="connsiteX9" fmla="*/ 119063 w 180975"/>
                <a:gd name="connsiteY9" fmla="*/ 0 h 152400"/>
                <a:gd name="connsiteX10" fmla="*/ 177832 w 180975"/>
                <a:gd name="connsiteY10" fmla="*/ 77343 h 152400"/>
                <a:gd name="connsiteX11" fmla="*/ 84011 w 180975"/>
                <a:gd name="connsiteY11" fmla="*/ 153924 h 152400"/>
                <a:gd name="connsiteX12" fmla="*/ 0 w 180975"/>
                <a:gd name="connsiteY12" fmla="*/ 153924 h 152400"/>
                <a:gd name="connsiteX13" fmla="*/ 32576 w 180975"/>
                <a:gd name="connsiteY13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975" h="152400">
                  <a:moveTo>
                    <a:pt x="67151" y="115633"/>
                  </a:moveTo>
                  <a:lnTo>
                    <a:pt x="67151" y="115633"/>
                  </a:lnTo>
                  <a:lnTo>
                    <a:pt x="81820" y="115633"/>
                  </a:lnTo>
                  <a:cubicBezTo>
                    <a:pt x="103251" y="115633"/>
                    <a:pt x="111062" y="101441"/>
                    <a:pt x="116395" y="75724"/>
                  </a:cubicBezTo>
                  <a:cubicBezTo>
                    <a:pt x="122111" y="49340"/>
                    <a:pt x="119729" y="35719"/>
                    <a:pt x="98584" y="35719"/>
                  </a:cubicBezTo>
                  <a:lnTo>
                    <a:pt x="83915" y="35719"/>
                  </a:lnTo>
                  <a:lnTo>
                    <a:pt x="67151" y="115633"/>
                  </a:lnTo>
                  <a:close/>
                  <a:moveTo>
                    <a:pt x="32576" y="0"/>
                  </a:moveTo>
                  <a:lnTo>
                    <a:pt x="32576" y="0"/>
                  </a:lnTo>
                  <a:lnTo>
                    <a:pt x="119063" y="0"/>
                  </a:lnTo>
                  <a:cubicBezTo>
                    <a:pt x="163163" y="0"/>
                    <a:pt x="190976" y="14859"/>
                    <a:pt x="177832" y="77343"/>
                  </a:cubicBezTo>
                  <a:cubicBezTo>
                    <a:pt x="165354" y="135541"/>
                    <a:pt x="128111" y="153924"/>
                    <a:pt x="84011" y="153924"/>
                  </a:cubicBezTo>
                  <a:lnTo>
                    <a:pt x="0" y="153924"/>
                  </a:lnTo>
                  <a:lnTo>
                    <a:pt x="32576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1" name="Freeform 27">
              <a:extLst>
                <a:ext uri="{FF2B5EF4-FFF2-40B4-BE49-F238E27FC236}">
                  <a16:creationId xmlns:a16="http://schemas.microsoft.com/office/drawing/2014/main" id="{C9DF41AC-4B4A-ED58-AC7F-9B915DE5E329}"/>
                </a:ext>
              </a:extLst>
            </p:cNvPr>
            <p:cNvSpPr/>
            <p:nvPr/>
          </p:nvSpPr>
          <p:spPr>
            <a:xfrm>
              <a:off x="6274498" y="3353657"/>
              <a:ext cx="180975" cy="152400"/>
            </a:xfrm>
            <a:custGeom>
              <a:avLst/>
              <a:gdLst>
                <a:gd name="connsiteX0" fmla="*/ 91154 w 180975"/>
                <a:gd name="connsiteY0" fmla="*/ 83534 h 152400"/>
                <a:gd name="connsiteX1" fmla="*/ 91154 w 180975"/>
                <a:gd name="connsiteY1" fmla="*/ 83534 h 152400"/>
                <a:gd name="connsiteX2" fmla="*/ 125254 w 180975"/>
                <a:gd name="connsiteY2" fmla="*/ 83534 h 152400"/>
                <a:gd name="connsiteX3" fmla="*/ 119253 w 180975"/>
                <a:gd name="connsiteY3" fmla="*/ 33052 h 152400"/>
                <a:gd name="connsiteX4" fmla="*/ 118777 w 180975"/>
                <a:gd name="connsiteY4" fmla="*/ 33052 h 152400"/>
                <a:gd name="connsiteX5" fmla="*/ 91154 w 180975"/>
                <a:gd name="connsiteY5" fmla="*/ 83534 h 152400"/>
                <a:gd name="connsiteX6" fmla="*/ 86487 w 180975"/>
                <a:gd name="connsiteY6" fmla="*/ 0 h 152400"/>
                <a:gd name="connsiteX7" fmla="*/ 86487 w 180975"/>
                <a:gd name="connsiteY7" fmla="*/ 0 h 152400"/>
                <a:gd name="connsiteX8" fmla="*/ 167735 w 180975"/>
                <a:gd name="connsiteY8" fmla="*/ 0 h 152400"/>
                <a:gd name="connsiteX9" fmla="*/ 189833 w 180975"/>
                <a:gd name="connsiteY9" fmla="*/ 153924 h 152400"/>
                <a:gd name="connsiteX10" fmla="*/ 127921 w 180975"/>
                <a:gd name="connsiteY10" fmla="*/ 153924 h 152400"/>
                <a:gd name="connsiteX11" fmla="*/ 124968 w 180975"/>
                <a:gd name="connsiteY11" fmla="*/ 120587 h 152400"/>
                <a:gd name="connsiteX12" fmla="*/ 75248 w 180975"/>
                <a:gd name="connsiteY12" fmla="*/ 120587 h 152400"/>
                <a:gd name="connsiteX13" fmla="*/ 58769 w 180975"/>
                <a:gd name="connsiteY13" fmla="*/ 153924 h 152400"/>
                <a:gd name="connsiteX14" fmla="*/ 0 w 180975"/>
                <a:gd name="connsiteY14" fmla="*/ 153924 h 152400"/>
                <a:gd name="connsiteX15" fmla="*/ 86487 w 180975"/>
                <a:gd name="connsiteY15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75" h="152400">
                  <a:moveTo>
                    <a:pt x="91154" y="83534"/>
                  </a:moveTo>
                  <a:lnTo>
                    <a:pt x="91154" y="83534"/>
                  </a:lnTo>
                  <a:lnTo>
                    <a:pt x="125254" y="83534"/>
                  </a:lnTo>
                  <a:lnTo>
                    <a:pt x="119253" y="33052"/>
                  </a:lnTo>
                  <a:lnTo>
                    <a:pt x="118777" y="33052"/>
                  </a:lnTo>
                  <a:lnTo>
                    <a:pt x="91154" y="83534"/>
                  </a:lnTo>
                  <a:close/>
                  <a:moveTo>
                    <a:pt x="86487" y="0"/>
                  </a:moveTo>
                  <a:lnTo>
                    <a:pt x="86487" y="0"/>
                  </a:lnTo>
                  <a:lnTo>
                    <a:pt x="167735" y="0"/>
                  </a:lnTo>
                  <a:lnTo>
                    <a:pt x="189833" y="153924"/>
                  </a:lnTo>
                  <a:lnTo>
                    <a:pt x="127921" y="153924"/>
                  </a:lnTo>
                  <a:lnTo>
                    <a:pt x="124968" y="120587"/>
                  </a:lnTo>
                  <a:lnTo>
                    <a:pt x="75248" y="120587"/>
                  </a:lnTo>
                  <a:lnTo>
                    <a:pt x="58769" y="153924"/>
                  </a:lnTo>
                  <a:lnTo>
                    <a:pt x="0" y="153924"/>
                  </a:lnTo>
                  <a:lnTo>
                    <a:pt x="86487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2" name="Freeform 28">
              <a:extLst>
                <a:ext uri="{FF2B5EF4-FFF2-40B4-BE49-F238E27FC236}">
                  <a16:creationId xmlns:a16="http://schemas.microsoft.com/office/drawing/2014/main" id="{5438CC2D-23CB-37D9-8D7F-1279AEC07319}"/>
                </a:ext>
              </a:extLst>
            </p:cNvPr>
            <p:cNvSpPr/>
            <p:nvPr/>
          </p:nvSpPr>
          <p:spPr>
            <a:xfrm>
              <a:off x="6476453" y="3350990"/>
              <a:ext cx="161925" cy="152400"/>
            </a:xfrm>
            <a:custGeom>
              <a:avLst/>
              <a:gdLst>
                <a:gd name="connsiteX0" fmla="*/ 142184 w 161925"/>
                <a:gd name="connsiteY0" fmla="*/ 150781 h 152400"/>
                <a:gd name="connsiteX1" fmla="*/ 142184 w 161925"/>
                <a:gd name="connsiteY1" fmla="*/ 150781 h 152400"/>
                <a:gd name="connsiteX2" fmla="*/ 76747 w 161925"/>
                <a:gd name="connsiteY2" fmla="*/ 159258 h 152400"/>
                <a:gd name="connsiteX3" fmla="*/ 2261 w 161925"/>
                <a:gd name="connsiteY3" fmla="*/ 77343 h 152400"/>
                <a:gd name="connsiteX4" fmla="*/ 110561 w 161925"/>
                <a:gd name="connsiteY4" fmla="*/ 0 h 152400"/>
                <a:gd name="connsiteX5" fmla="*/ 166853 w 161925"/>
                <a:gd name="connsiteY5" fmla="*/ 5715 h 152400"/>
                <a:gd name="connsiteX6" fmla="*/ 157995 w 161925"/>
                <a:gd name="connsiteY6" fmla="*/ 47244 h 152400"/>
                <a:gd name="connsiteX7" fmla="*/ 119419 w 161925"/>
                <a:gd name="connsiteY7" fmla="*/ 38386 h 152400"/>
                <a:gd name="connsiteX8" fmla="*/ 61697 w 161925"/>
                <a:gd name="connsiteY8" fmla="*/ 81058 h 152400"/>
                <a:gd name="connsiteX9" fmla="*/ 85510 w 161925"/>
                <a:gd name="connsiteY9" fmla="*/ 120777 h 152400"/>
                <a:gd name="connsiteX10" fmla="*/ 98273 w 161925"/>
                <a:gd name="connsiteY10" fmla="*/ 119444 h 152400"/>
                <a:gd name="connsiteX11" fmla="*/ 106941 w 161925"/>
                <a:gd name="connsiteY11" fmla="*/ 78391 h 152400"/>
                <a:gd name="connsiteX12" fmla="*/ 157519 w 161925"/>
                <a:gd name="connsiteY12" fmla="*/ 78391 h 152400"/>
                <a:gd name="connsiteX13" fmla="*/ 142184 w 161925"/>
                <a:gd name="connsiteY13" fmla="*/ 1507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152400">
                  <a:moveTo>
                    <a:pt x="142184" y="150781"/>
                  </a:moveTo>
                  <a:lnTo>
                    <a:pt x="142184" y="150781"/>
                  </a:lnTo>
                  <a:cubicBezTo>
                    <a:pt x="120752" y="156782"/>
                    <a:pt x="101036" y="159258"/>
                    <a:pt x="76747" y="159258"/>
                  </a:cubicBezTo>
                  <a:cubicBezTo>
                    <a:pt x="25693" y="159258"/>
                    <a:pt x="-9455" y="132207"/>
                    <a:pt x="2261" y="77343"/>
                  </a:cubicBezTo>
                  <a:cubicBezTo>
                    <a:pt x="13024" y="25622"/>
                    <a:pt x="61316" y="0"/>
                    <a:pt x="110561" y="0"/>
                  </a:cubicBezTo>
                  <a:cubicBezTo>
                    <a:pt x="139326" y="0"/>
                    <a:pt x="152851" y="2191"/>
                    <a:pt x="166853" y="5715"/>
                  </a:cubicBezTo>
                  <a:lnTo>
                    <a:pt x="157995" y="47244"/>
                  </a:lnTo>
                  <a:cubicBezTo>
                    <a:pt x="150661" y="42386"/>
                    <a:pt x="135897" y="38386"/>
                    <a:pt x="119419" y="38386"/>
                  </a:cubicBezTo>
                  <a:cubicBezTo>
                    <a:pt x="90177" y="38386"/>
                    <a:pt x="67698" y="53054"/>
                    <a:pt x="61697" y="81058"/>
                  </a:cubicBezTo>
                  <a:cubicBezTo>
                    <a:pt x="57220" y="102203"/>
                    <a:pt x="61888" y="120777"/>
                    <a:pt x="85510" y="120777"/>
                  </a:cubicBezTo>
                  <a:cubicBezTo>
                    <a:pt x="89605" y="120777"/>
                    <a:pt x="94463" y="120777"/>
                    <a:pt x="98273" y="119444"/>
                  </a:cubicBezTo>
                  <a:lnTo>
                    <a:pt x="106941" y="78391"/>
                  </a:lnTo>
                  <a:lnTo>
                    <a:pt x="157519" y="78391"/>
                  </a:lnTo>
                  <a:lnTo>
                    <a:pt x="142184" y="15078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3" name="Freeform 29">
              <a:extLst>
                <a:ext uri="{FF2B5EF4-FFF2-40B4-BE49-F238E27FC236}">
                  <a16:creationId xmlns:a16="http://schemas.microsoft.com/office/drawing/2014/main" id="{D477EFD2-CE13-B276-CB26-105EBE8C7CA3}"/>
                </a:ext>
              </a:extLst>
            </p:cNvPr>
            <p:cNvSpPr/>
            <p:nvPr/>
          </p:nvSpPr>
          <p:spPr>
            <a:xfrm>
              <a:off x="5648991" y="3412046"/>
              <a:ext cx="200025" cy="28575"/>
            </a:xfrm>
            <a:custGeom>
              <a:avLst/>
              <a:gdLst>
                <a:gd name="connsiteX0" fmla="*/ 7811 w 200025"/>
                <a:gd name="connsiteY0" fmla="*/ 0 h 28575"/>
                <a:gd name="connsiteX1" fmla="*/ 7811 w 200025"/>
                <a:gd name="connsiteY1" fmla="*/ 0 h 28575"/>
                <a:gd name="connsiteX2" fmla="*/ 202978 w 200025"/>
                <a:gd name="connsiteY2" fmla="*/ 0 h 28575"/>
                <a:gd name="connsiteX3" fmla="*/ 195167 w 200025"/>
                <a:gd name="connsiteY3" fmla="*/ 37052 h 28575"/>
                <a:gd name="connsiteX4" fmla="*/ 0 w 200025"/>
                <a:gd name="connsiteY4" fmla="*/ 3705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8575">
                  <a:moveTo>
                    <a:pt x="7811" y="0"/>
                  </a:moveTo>
                  <a:lnTo>
                    <a:pt x="7811" y="0"/>
                  </a:lnTo>
                  <a:lnTo>
                    <a:pt x="202978" y="0"/>
                  </a:lnTo>
                  <a:lnTo>
                    <a:pt x="195167" y="37052"/>
                  </a:lnTo>
                  <a:lnTo>
                    <a:pt x="0" y="370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4" name="Freeform 30">
              <a:extLst>
                <a:ext uri="{FF2B5EF4-FFF2-40B4-BE49-F238E27FC236}">
                  <a16:creationId xmlns:a16="http://schemas.microsoft.com/office/drawing/2014/main" id="{E0E230B6-91AD-D33B-2F15-F26BB2B79165}"/>
                </a:ext>
              </a:extLst>
            </p:cNvPr>
            <p:cNvSpPr/>
            <p:nvPr/>
          </p:nvSpPr>
          <p:spPr>
            <a:xfrm>
              <a:off x="5673661" y="3295650"/>
              <a:ext cx="200025" cy="28575"/>
            </a:xfrm>
            <a:custGeom>
              <a:avLst/>
              <a:gdLst>
                <a:gd name="connsiteX0" fmla="*/ 7810 w 200025"/>
                <a:gd name="connsiteY0" fmla="*/ 0 h 28575"/>
                <a:gd name="connsiteX1" fmla="*/ 0 w 200025"/>
                <a:gd name="connsiteY1" fmla="*/ 36862 h 28575"/>
                <a:gd name="connsiteX2" fmla="*/ 194977 w 200025"/>
                <a:gd name="connsiteY2" fmla="*/ 36862 h 28575"/>
                <a:gd name="connsiteX3" fmla="*/ 202978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7810" y="0"/>
                  </a:moveTo>
                  <a:lnTo>
                    <a:pt x="0" y="36862"/>
                  </a:lnTo>
                  <a:lnTo>
                    <a:pt x="194977" y="36862"/>
                  </a:lnTo>
                  <a:lnTo>
                    <a:pt x="20297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7" name="Freeform 31">
              <a:extLst>
                <a:ext uri="{FF2B5EF4-FFF2-40B4-BE49-F238E27FC236}">
                  <a16:creationId xmlns:a16="http://schemas.microsoft.com/office/drawing/2014/main" id="{F47EA0AF-A533-C53B-458C-C4D17673F584}"/>
                </a:ext>
              </a:extLst>
            </p:cNvPr>
            <p:cNvSpPr/>
            <p:nvPr/>
          </p:nvSpPr>
          <p:spPr>
            <a:xfrm>
              <a:off x="5624322" y="3528441"/>
              <a:ext cx="200025" cy="28575"/>
            </a:xfrm>
            <a:custGeom>
              <a:avLst/>
              <a:gdLst>
                <a:gd name="connsiteX0" fmla="*/ 8001 w 200025"/>
                <a:gd name="connsiteY0" fmla="*/ 0 h 28575"/>
                <a:gd name="connsiteX1" fmla="*/ 0 w 200025"/>
                <a:gd name="connsiteY1" fmla="*/ 37243 h 28575"/>
                <a:gd name="connsiteX2" fmla="*/ 195263 w 200025"/>
                <a:gd name="connsiteY2" fmla="*/ 37243 h 28575"/>
                <a:gd name="connsiteX3" fmla="*/ 203073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8001" y="0"/>
                  </a:moveTo>
                  <a:lnTo>
                    <a:pt x="0" y="37243"/>
                  </a:lnTo>
                  <a:lnTo>
                    <a:pt x="195263" y="37243"/>
                  </a:lnTo>
                  <a:lnTo>
                    <a:pt x="20307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8" name="Freeform 32">
              <a:extLst>
                <a:ext uri="{FF2B5EF4-FFF2-40B4-BE49-F238E27FC236}">
                  <a16:creationId xmlns:a16="http://schemas.microsoft.com/office/drawing/2014/main" id="{20EFD3A3-7E90-3C56-65C3-734EDAABB279}"/>
                </a:ext>
              </a:extLst>
            </p:cNvPr>
            <p:cNvSpPr/>
            <p:nvPr/>
          </p:nvSpPr>
          <p:spPr>
            <a:xfrm>
              <a:off x="5548312" y="3354229"/>
              <a:ext cx="371475" cy="152400"/>
            </a:xfrm>
            <a:custGeom>
              <a:avLst/>
              <a:gdLst>
                <a:gd name="connsiteX0" fmla="*/ 344424 w 371475"/>
                <a:gd name="connsiteY0" fmla="*/ 153924 h 152400"/>
                <a:gd name="connsiteX1" fmla="*/ 344424 w 371475"/>
                <a:gd name="connsiteY1" fmla="*/ 153924 h 152400"/>
                <a:gd name="connsiteX2" fmla="*/ 0 w 371475"/>
                <a:gd name="connsiteY2" fmla="*/ 154115 h 152400"/>
                <a:gd name="connsiteX3" fmla="*/ 344424 w 371475"/>
                <a:gd name="connsiteY3" fmla="*/ 153924 h 152400"/>
                <a:gd name="connsiteX4" fmla="*/ 377190 w 371475"/>
                <a:gd name="connsiteY4" fmla="*/ 0 h 152400"/>
                <a:gd name="connsiteX5" fmla="*/ 32576 w 371475"/>
                <a:gd name="connsiteY5" fmla="*/ 0 h 152400"/>
                <a:gd name="connsiteX6" fmla="*/ 24575 w 371475"/>
                <a:gd name="connsiteY6" fmla="*/ 37148 h 152400"/>
                <a:gd name="connsiteX7" fmla="*/ 331946 w 371475"/>
                <a:gd name="connsiteY7" fmla="*/ 36957 h 152400"/>
                <a:gd name="connsiteX8" fmla="*/ 314992 w 371475"/>
                <a:gd name="connsiteY8" fmla="*/ 116872 h 152400"/>
                <a:gd name="connsiteX9" fmla="*/ 8192 w 371475"/>
                <a:gd name="connsiteY9" fmla="*/ 117062 h 152400"/>
                <a:gd name="connsiteX10" fmla="*/ 0 w 371475"/>
                <a:gd name="connsiteY10" fmla="*/ 154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475" h="152400">
                  <a:moveTo>
                    <a:pt x="344424" y="153924"/>
                  </a:moveTo>
                  <a:lnTo>
                    <a:pt x="344424" y="153924"/>
                  </a:lnTo>
                  <a:cubicBezTo>
                    <a:pt x="344424" y="153924"/>
                    <a:pt x="476" y="154115"/>
                    <a:pt x="0" y="154115"/>
                  </a:cubicBezTo>
                  <a:lnTo>
                    <a:pt x="344424" y="153924"/>
                  </a:lnTo>
                  <a:lnTo>
                    <a:pt x="377190" y="0"/>
                  </a:lnTo>
                  <a:cubicBezTo>
                    <a:pt x="377190" y="190"/>
                    <a:pt x="32576" y="0"/>
                    <a:pt x="32576" y="0"/>
                  </a:cubicBezTo>
                  <a:lnTo>
                    <a:pt x="24575" y="37148"/>
                  </a:lnTo>
                  <a:lnTo>
                    <a:pt x="331946" y="36957"/>
                  </a:lnTo>
                  <a:lnTo>
                    <a:pt x="314992" y="116872"/>
                  </a:lnTo>
                  <a:lnTo>
                    <a:pt x="8192" y="117062"/>
                  </a:lnTo>
                  <a:lnTo>
                    <a:pt x="0" y="154019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sp>
        <p:nvSpPr>
          <p:cNvPr id="4" name="Subtitle 2">
            <a:extLst>
              <a:ext uri="{FF2B5EF4-FFF2-40B4-BE49-F238E27FC236}">
                <a16:creationId xmlns:a16="http://schemas.microsoft.com/office/drawing/2014/main" id="{4E30917C-6E1D-0EF2-151C-4F5571269FE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58800" y="3408841"/>
            <a:ext cx="10874388" cy="36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bg1"/>
                </a:solidFill>
              </a:defRPr>
            </a:lvl1pPr>
            <a:lvl2pPr marL="0" indent="0" algn="l">
              <a:lnSpc>
                <a:spcPct val="85000"/>
              </a:lnSpc>
              <a:spcBef>
                <a:spcPts val="1000"/>
              </a:spcBef>
              <a:buNone/>
              <a:defRPr sz="1400" b="1" cap="all" baseline="0">
                <a:solidFill>
                  <a:schemeClr val="tx1"/>
                </a:solidFill>
              </a:defRPr>
            </a:lvl2pPr>
            <a:lvl3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3pPr>
            <a:lvl4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4pPr>
            <a:lvl5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5pPr>
            <a:lvl6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6pPr>
            <a:lvl7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7pPr>
            <a:lvl8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8pPr>
            <a:lvl9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5" name="Textplatzhalter 9">
            <a:extLst>
              <a:ext uri="{FF2B5EF4-FFF2-40B4-BE49-F238E27FC236}">
                <a16:creationId xmlns:a16="http://schemas.microsoft.com/office/drawing/2014/main" id="{02360B38-0C53-FD5C-27CC-F1920F1642F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12" y="549275"/>
            <a:ext cx="28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Date | Location | Event</a:t>
            </a: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B5BE0780-3689-53ED-73AE-2E4F36520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6" name="TextBox 28">
            <a:extLst>
              <a:ext uri="{FF2B5EF4-FFF2-40B4-BE49-F238E27FC236}">
                <a16:creationId xmlns:a16="http://schemas.microsoft.com/office/drawing/2014/main" id="{2B4F15D6-D274-FFDD-4D29-63386A204075}"/>
              </a:ext>
            </a:extLst>
          </p:cNvPr>
          <p:cNvSpPr txBox="1"/>
          <p:nvPr userDrawn="1"/>
        </p:nvSpPr>
        <p:spPr bwMode="gray">
          <a:xfrm>
            <a:off x="658813" y="6012423"/>
            <a:ext cx="3263113" cy="3568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YOUR GLOBAL ENGINEERING ​</a:t>
            </a:r>
          </a:p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AND TECHNOLOGY EXPERTS​</a:t>
            </a:r>
            <a:endParaRPr sz="1200" b="1" kern="1200" cap="all" spc="20" baseline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38101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13" userDrawn="1">
          <p15:clr>
            <a:srgbClr val="FBAE40"/>
          </p15:clr>
        </p15:guide>
      </p15:sldGuideLst>
    </p:ext>
  </p:extLst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ayout V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1">
            <a:extLst>
              <a:ext uri="{FF2B5EF4-FFF2-40B4-BE49-F238E27FC236}">
                <a16:creationId xmlns:a16="http://schemas.microsoft.com/office/drawing/2014/main" id="{AEC24BE7-8D51-D6F7-5489-4A3B77033E6F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78859" y="4940891"/>
            <a:ext cx="9013141" cy="191711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9AB5E9FA-5872-706C-C258-907A239F9C6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5761763"/>
            <a:ext cx="658814" cy="137683"/>
          </a:xfrm>
          <a:prstGeom prst="rect">
            <a:avLst/>
          </a:prstGeom>
        </p:spPr>
      </p:pic>
      <p:grpSp>
        <p:nvGrpSpPr>
          <p:cNvPr id="28" name="Graphic 6">
            <a:extLst>
              <a:ext uri="{FF2B5EF4-FFF2-40B4-BE49-F238E27FC236}">
                <a16:creationId xmlns:a16="http://schemas.microsoft.com/office/drawing/2014/main" id="{22EBA2E1-1A72-5848-8407-FF23EEF7AF10}"/>
              </a:ext>
            </a:extLst>
          </p:cNvPr>
          <p:cNvGrpSpPr/>
          <p:nvPr userDrawn="1"/>
        </p:nvGrpSpPr>
        <p:grpSpPr>
          <a:xfrm>
            <a:off x="9745468" y="6000795"/>
            <a:ext cx="1776195" cy="432465"/>
            <a:chOff x="5548312" y="3295650"/>
            <a:chExt cx="1095375" cy="266700"/>
          </a:xfrm>
        </p:grpSpPr>
        <p:sp>
          <p:nvSpPr>
            <p:cNvPr id="29" name="Freeform 25">
              <a:extLst>
                <a:ext uri="{FF2B5EF4-FFF2-40B4-BE49-F238E27FC236}">
                  <a16:creationId xmlns:a16="http://schemas.microsoft.com/office/drawing/2014/main" id="{D72DDF01-1B9F-BBB2-C8A1-60068D22149E}"/>
                </a:ext>
              </a:extLst>
            </p:cNvPr>
            <p:cNvSpPr/>
            <p:nvPr/>
          </p:nvSpPr>
          <p:spPr>
            <a:xfrm>
              <a:off x="5949981" y="3353657"/>
              <a:ext cx="161925" cy="152400"/>
            </a:xfrm>
            <a:custGeom>
              <a:avLst/>
              <a:gdLst>
                <a:gd name="connsiteX0" fmla="*/ 32671 w 161925"/>
                <a:gd name="connsiteY0" fmla="*/ 0 h 152400"/>
                <a:gd name="connsiteX1" fmla="*/ 32671 w 161925"/>
                <a:gd name="connsiteY1" fmla="*/ 0 h 152400"/>
                <a:gd name="connsiteX2" fmla="*/ 165735 w 161925"/>
                <a:gd name="connsiteY2" fmla="*/ 0 h 152400"/>
                <a:gd name="connsiteX3" fmla="*/ 157925 w 161925"/>
                <a:gd name="connsiteY3" fmla="*/ 37052 h 152400"/>
                <a:gd name="connsiteX4" fmla="*/ 82391 w 161925"/>
                <a:gd name="connsiteY4" fmla="*/ 37052 h 152400"/>
                <a:gd name="connsiteX5" fmla="*/ 77724 w 161925"/>
                <a:gd name="connsiteY5" fmla="*/ 58865 h 152400"/>
                <a:gd name="connsiteX6" fmla="*/ 150019 w 161925"/>
                <a:gd name="connsiteY6" fmla="*/ 58865 h 152400"/>
                <a:gd name="connsiteX7" fmla="*/ 142113 w 161925"/>
                <a:gd name="connsiteY7" fmla="*/ 95917 h 152400"/>
                <a:gd name="connsiteX8" fmla="*/ 69914 w 161925"/>
                <a:gd name="connsiteY8" fmla="*/ 95917 h 152400"/>
                <a:gd name="connsiteX9" fmla="*/ 65437 w 161925"/>
                <a:gd name="connsiteY9" fmla="*/ 116777 h 152400"/>
                <a:gd name="connsiteX10" fmla="*/ 142494 w 161925"/>
                <a:gd name="connsiteY10" fmla="*/ 116777 h 152400"/>
                <a:gd name="connsiteX11" fmla="*/ 134684 w 161925"/>
                <a:gd name="connsiteY11" fmla="*/ 153924 h 152400"/>
                <a:gd name="connsiteX12" fmla="*/ 0 w 161925"/>
                <a:gd name="connsiteY12" fmla="*/ 15392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152400">
                  <a:moveTo>
                    <a:pt x="32671" y="0"/>
                  </a:moveTo>
                  <a:lnTo>
                    <a:pt x="32671" y="0"/>
                  </a:lnTo>
                  <a:lnTo>
                    <a:pt x="165735" y="0"/>
                  </a:lnTo>
                  <a:lnTo>
                    <a:pt x="157925" y="37052"/>
                  </a:lnTo>
                  <a:lnTo>
                    <a:pt x="82391" y="37052"/>
                  </a:lnTo>
                  <a:lnTo>
                    <a:pt x="77724" y="58865"/>
                  </a:lnTo>
                  <a:lnTo>
                    <a:pt x="150019" y="58865"/>
                  </a:lnTo>
                  <a:lnTo>
                    <a:pt x="142113" y="95917"/>
                  </a:lnTo>
                  <a:lnTo>
                    <a:pt x="69914" y="95917"/>
                  </a:lnTo>
                  <a:lnTo>
                    <a:pt x="65437" y="116777"/>
                  </a:lnTo>
                  <a:lnTo>
                    <a:pt x="142494" y="116777"/>
                  </a:lnTo>
                  <a:lnTo>
                    <a:pt x="134684" y="153924"/>
                  </a:lnTo>
                  <a:lnTo>
                    <a:pt x="0" y="153924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0" name="Freeform 26">
              <a:extLst>
                <a:ext uri="{FF2B5EF4-FFF2-40B4-BE49-F238E27FC236}">
                  <a16:creationId xmlns:a16="http://schemas.microsoft.com/office/drawing/2014/main" id="{D861A907-D9EE-A4C6-E0E2-268047FBDB9D}"/>
                </a:ext>
              </a:extLst>
            </p:cNvPr>
            <p:cNvSpPr/>
            <p:nvPr/>
          </p:nvSpPr>
          <p:spPr>
            <a:xfrm>
              <a:off x="6112478" y="3353657"/>
              <a:ext cx="180975" cy="152400"/>
            </a:xfrm>
            <a:custGeom>
              <a:avLst/>
              <a:gdLst>
                <a:gd name="connsiteX0" fmla="*/ 67151 w 180975"/>
                <a:gd name="connsiteY0" fmla="*/ 115633 h 152400"/>
                <a:gd name="connsiteX1" fmla="*/ 67151 w 180975"/>
                <a:gd name="connsiteY1" fmla="*/ 115633 h 152400"/>
                <a:gd name="connsiteX2" fmla="*/ 81820 w 180975"/>
                <a:gd name="connsiteY2" fmla="*/ 115633 h 152400"/>
                <a:gd name="connsiteX3" fmla="*/ 116395 w 180975"/>
                <a:gd name="connsiteY3" fmla="*/ 75724 h 152400"/>
                <a:gd name="connsiteX4" fmla="*/ 98584 w 180975"/>
                <a:gd name="connsiteY4" fmla="*/ 35719 h 152400"/>
                <a:gd name="connsiteX5" fmla="*/ 83915 w 180975"/>
                <a:gd name="connsiteY5" fmla="*/ 35719 h 152400"/>
                <a:gd name="connsiteX6" fmla="*/ 67151 w 180975"/>
                <a:gd name="connsiteY6" fmla="*/ 115633 h 152400"/>
                <a:gd name="connsiteX7" fmla="*/ 32576 w 180975"/>
                <a:gd name="connsiteY7" fmla="*/ 0 h 152400"/>
                <a:gd name="connsiteX8" fmla="*/ 32576 w 180975"/>
                <a:gd name="connsiteY8" fmla="*/ 0 h 152400"/>
                <a:gd name="connsiteX9" fmla="*/ 119063 w 180975"/>
                <a:gd name="connsiteY9" fmla="*/ 0 h 152400"/>
                <a:gd name="connsiteX10" fmla="*/ 177832 w 180975"/>
                <a:gd name="connsiteY10" fmla="*/ 77343 h 152400"/>
                <a:gd name="connsiteX11" fmla="*/ 84011 w 180975"/>
                <a:gd name="connsiteY11" fmla="*/ 153924 h 152400"/>
                <a:gd name="connsiteX12" fmla="*/ 0 w 180975"/>
                <a:gd name="connsiteY12" fmla="*/ 153924 h 152400"/>
                <a:gd name="connsiteX13" fmla="*/ 32576 w 180975"/>
                <a:gd name="connsiteY13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975" h="152400">
                  <a:moveTo>
                    <a:pt x="67151" y="115633"/>
                  </a:moveTo>
                  <a:lnTo>
                    <a:pt x="67151" y="115633"/>
                  </a:lnTo>
                  <a:lnTo>
                    <a:pt x="81820" y="115633"/>
                  </a:lnTo>
                  <a:cubicBezTo>
                    <a:pt x="103251" y="115633"/>
                    <a:pt x="111062" y="101441"/>
                    <a:pt x="116395" y="75724"/>
                  </a:cubicBezTo>
                  <a:cubicBezTo>
                    <a:pt x="122111" y="49340"/>
                    <a:pt x="119729" y="35719"/>
                    <a:pt x="98584" y="35719"/>
                  </a:cubicBezTo>
                  <a:lnTo>
                    <a:pt x="83915" y="35719"/>
                  </a:lnTo>
                  <a:lnTo>
                    <a:pt x="67151" y="115633"/>
                  </a:lnTo>
                  <a:close/>
                  <a:moveTo>
                    <a:pt x="32576" y="0"/>
                  </a:moveTo>
                  <a:lnTo>
                    <a:pt x="32576" y="0"/>
                  </a:lnTo>
                  <a:lnTo>
                    <a:pt x="119063" y="0"/>
                  </a:lnTo>
                  <a:cubicBezTo>
                    <a:pt x="163163" y="0"/>
                    <a:pt x="190976" y="14859"/>
                    <a:pt x="177832" y="77343"/>
                  </a:cubicBezTo>
                  <a:cubicBezTo>
                    <a:pt x="165354" y="135541"/>
                    <a:pt x="128111" y="153924"/>
                    <a:pt x="84011" y="153924"/>
                  </a:cubicBezTo>
                  <a:lnTo>
                    <a:pt x="0" y="153924"/>
                  </a:lnTo>
                  <a:lnTo>
                    <a:pt x="32576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1" name="Freeform 27">
              <a:extLst>
                <a:ext uri="{FF2B5EF4-FFF2-40B4-BE49-F238E27FC236}">
                  <a16:creationId xmlns:a16="http://schemas.microsoft.com/office/drawing/2014/main" id="{13809077-FF08-BA9F-7798-FE3884A35857}"/>
                </a:ext>
              </a:extLst>
            </p:cNvPr>
            <p:cNvSpPr/>
            <p:nvPr/>
          </p:nvSpPr>
          <p:spPr>
            <a:xfrm>
              <a:off x="6274498" y="3353657"/>
              <a:ext cx="180975" cy="152400"/>
            </a:xfrm>
            <a:custGeom>
              <a:avLst/>
              <a:gdLst>
                <a:gd name="connsiteX0" fmla="*/ 91154 w 180975"/>
                <a:gd name="connsiteY0" fmla="*/ 83534 h 152400"/>
                <a:gd name="connsiteX1" fmla="*/ 91154 w 180975"/>
                <a:gd name="connsiteY1" fmla="*/ 83534 h 152400"/>
                <a:gd name="connsiteX2" fmla="*/ 125254 w 180975"/>
                <a:gd name="connsiteY2" fmla="*/ 83534 h 152400"/>
                <a:gd name="connsiteX3" fmla="*/ 119253 w 180975"/>
                <a:gd name="connsiteY3" fmla="*/ 33052 h 152400"/>
                <a:gd name="connsiteX4" fmla="*/ 118777 w 180975"/>
                <a:gd name="connsiteY4" fmla="*/ 33052 h 152400"/>
                <a:gd name="connsiteX5" fmla="*/ 91154 w 180975"/>
                <a:gd name="connsiteY5" fmla="*/ 83534 h 152400"/>
                <a:gd name="connsiteX6" fmla="*/ 86487 w 180975"/>
                <a:gd name="connsiteY6" fmla="*/ 0 h 152400"/>
                <a:gd name="connsiteX7" fmla="*/ 86487 w 180975"/>
                <a:gd name="connsiteY7" fmla="*/ 0 h 152400"/>
                <a:gd name="connsiteX8" fmla="*/ 167735 w 180975"/>
                <a:gd name="connsiteY8" fmla="*/ 0 h 152400"/>
                <a:gd name="connsiteX9" fmla="*/ 189833 w 180975"/>
                <a:gd name="connsiteY9" fmla="*/ 153924 h 152400"/>
                <a:gd name="connsiteX10" fmla="*/ 127921 w 180975"/>
                <a:gd name="connsiteY10" fmla="*/ 153924 h 152400"/>
                <a:gd name="connsiteX11" fmla="*/ 124968 w 180975"/>
                <a:gd name="connsiteY11" fmla="*/ 120587 h 152400"/>
                <a:gd name="connsiteX12" fmla="*/ 75248 w 180975"/>
                <a:gd name="connsiteY12" fmla="*/ 120587 h 152400"/>
                <a:gd name="connsiteX13" fmla="*/ 58769 w 180975"/>
                <a:gd name="connsiteY13" fmla="*/ 153924 h 152400"/>
                <a:gd name="connsiteX14" fmla="*/ 0 w 180975"/>
                <a:gd name="connsiteY14" fmla="*/ 153924 h 152400"/>
                <a:gd name="connsiteX15" fmla="*/ 86487 w 180975"/>
                <a:gd name="connsiteY15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75" h="152400">
                  <a:moveTo>
                    <a:pt x="91154" y="83534"/>
                  </a:moveTo>
                  <a:lnTo>
                    <a:pt x="91154" y="83534"/>
                  </a:lnTo>
                  <a:lnTo>
                    <a:pt x="125254" y="83534"/>
                  </a:lnTo>
                  <a:lnTo>
                    <a:pt x="119253" y="33052"/>
                  </a:lnTo>
                  <a:lnTo>
                    <a:pt x="118777" y="33052"/>
                  </a:lnTo>
                  <a:lnTo>
                    <a:pt x="91154" y="83534"/>
                  </a:lnTo>
                  <a:close/>
                  <a:moveTo>
                    <a:pt x="86487" y="0"/>
                  </a:moveTo>
                  <a:lnTo>
                    <a:pt x="86487" y="0"/>
                  </a:lnTo>
                  <a:lnTo>
                    <a:pt x="167735" y="0"/>
                  </a:lnTo>
                  <a:lnTo>
                    <a:pt x="189833" y="153924"/>
                  </a:lnTo>
                  <a:lnTo>
                    <a:pt x="127921" y="153924"/>
                  </a:lnTo>
                  <a:lnTo>
                    <a:pt x="124968" y="120587"/>
                  </a:lnTo>
                  <a:lnTo>
                    <a:pt x="75248" y="120587"/>
                  </a:lnTo>
                  <a:lnTo>
                    <a:pt x="58769" y="153924"/>
                  </a:lnTo>
                  <a:lnTo>
                    <a:pt x="0" y="153924"/>
                  </a:lnTo>
                  <a:lnTo>
                    <a:pt x="86487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2" name="Freeform 28">
              <a:extLst>
                <a:ext uri="{FF2B5EF4-FFF2-40B4-BE49-F238E27FC236}">
                  <a16:creationId xmlns:a16="http://schemas.microsoft.com/office/drawing/2014/main" id="{0DDA109D-7CCA-7C83-4811-786547131BA7}"/>
                </a:ext>
              </a:extLst>
            </p:cNvPr>
            <p:cNvSpPr/>
            <p:nvPr/>
          </p:nvSpPr>
          <p:spPr>
            <a:xfrm>
              <a:off x="6476453" y="3350990"/>
              <a:ext cx="161925" cy="152400"/>
            </a:xfrm>
            <a:custGeom>
              <a:avLst/>
              <a:gdLst>
                <a:gd name="connsiteX0" fmla="*/ 142184 w 161925"/>
                <a:gd name="connsiteY0" fmla="*/ 150781 h 152400"/>
                <a:gd name="connsiteX1" fmla="*/ 142184 w 161925"/>
                <a:gd name="connsiteY1" fmla="*/ 150781 h 152400"/>
                <a:gd name="connsiteX2" fmla="*/ 76747 w 161925"/>
                <a:gd name="connsiteY2" fmla="*/ 159258 h 152400"/>
                <a:gd name="connsiteX3" fmla="*/ 2261 w 161925"/>
                <a:gd name="connsiteY3" fmla="*/ 77343 h 152400"/>
                <a:gd name="connsiteX4" fmla="*/ 110561 w 161925"/>
                <a:gd name="connsiteY4" fmla="*/ 0 h 152400"/>
                <a:gd name="connsiteX5" fmla="*/ 166853 w 161925"/>
                <a:gd name="connsiteY5" fmla="*/ 5715 h 152400"/>
                <a:gd name="connsiteX6" fmla="*/ 157995 w 161925"/>
                <a:gd name="connsiteY6" fmla="*/ 47244 h 152400"/>
                <a:gd name="connsiteX7" fmla="*/ 119419 w 161925"/>
                <a:gd name="connsiteY7" fmla="*/ 38386 h 152400"/>
                <a:gd name="connsiteX8" fmla="*/ 61697 w 161925"/>
                <a:gd name="connsiteY8" fmla="*/ 81058 h 152400"/>
                <a:gd name="connsiteX9" fmla="*/ 85510 w 161925"/>
                <a:gd name="connsiteY9" fmla="*/ 120777 h 152400"/>
                <a:gd name="connsiteX10" fmla="*/ 98273 w 161925"/>
                <a:gd name="connsiteY10" fmla="*/ 119444 h 152400"/>
                <a:gd name="connsiteX11" fmla="*/ 106941 w 161925"/>
                <a:gd name="connsiteY11" fmla="*/ 78391 h 152400"/>
                <a:gd name="connsiteX12" fmla="*/ 157519 w 161925"/>
                <a:gd name="connsiteY12" fmla="*/ 78391 h 152400"/>
                <a:gd name="connsiteX13" fmla="*/ 142184 w 161925"/>
                <a:gd name="connsiteY13" fmla="*/ 1507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152400">
                  <a:moveTo>
                    <a:pt x="142184" y="150781"/>
                  </a:moveTo>
                  <a:lnTo>
                    <a:pt x="142184" y="150781"/>
                  </a:lnTo>
                  <a:cubicBezTo>
                    <a:pt x="120752" y="156782"/>
                    <a:pt x="101036" y="159258"/>
                    <a:pt x="76747" y="159258"/>
                  </a:cubicBezTo>
                  <a:cubicBezTo>
                    <a:pt x="25693" y="159258"/>
                    <a:pt x="-9455" y="132207"/>
                    <a:pt x="2261" y="77343"/>
                  </a:cubicBezTo>
                  <a:cubicBezTo>
                    <a:pt x="13024" y="25622"/>
                    <a:pt x="61316" y="0"/>
                    <a:pt x="110561" y="0"/>
                  </a:cubicBezTo>
                  <a:cubicBezTo>
                    <a:pt x="139326" y="0"/>
                    <a:pt x="152851" y="2191"/>
                    <a:pt x="166853" y="5715"/>
                  </a:cubicBezTo>
                  <a:lnTo>
                    <a:pt x="157995" y="47244"/>
                  </a:lnTo>
                  <a:cubicBezTo>
                    <a:pt x="150661" y="42386"/>
                    <a:pt x="135897" y="38386"/>
                    <a:pt x="119419" y="38386"/>
                  </a:cubicBezTo>
                  <a:cubicBezTo>
                    <a:pt x="90177" y="38386"/>
                    <a:pt x="67698" y="53054"/>
                    <a:pt x="61697" y="81058"/>
                  </a:cubicBezTo>
                  <a:cubicBezTo>
                    <a:pt x="57220" y="102203"/>
                    <a:pt x="61888" y="120777"/>
                    <a:pt x="85510" y="120777"/>
                  </a:cubicBezTo>
                  <a:cubicBezTo>
                    <a:pt x="89605" y="120777"/>
                    <a:pt x="94463" y="120777"/>
                    <a:pt x="98273" y="119444"/>
                  </a:cubicBezTo>
                  <a:lnTo>
                    <a:pt x="106941" y="78391"/>
                  </a:lnTo>
                  <a:lnTo>
                    <a:pt x="157519" y="78391"/>
                  </a:lnTo>
                  <a:lnTo>
                    <a:pt x="142184" y="15078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3" name="Freeform 29">
              <a:extLst>
                <a:ext uri="{FF2B5EF4-FFF2-40B4-BE49-F238E27FC236}">
                  <a16:creationId xmlns:a16="http://schemas.microsoft.com/office/drawing/2014/main" id="{169B1ADD-4369-AA34-5009-CD8853739666}"/>
                </a:ext>
              </a:extLst>
            </p:cNvPr>
            <p:cNvSpPr/>
            <p:nvPr/>
          </p:nvSpPr>
          <p:spPr>
            <a:xfrm>
              <a:off x="5648991" y="3412046"/>
              <a:ext cx="200025" cy="28575"/>
            </a:xfrm>
            <a:custGeom>
              <a:avLst/>
              <a:gdLst>
                <a:gd name="connsiteX0" fmla="*/ 7811 w 200025"/>
                <a:gd name="connsiteY0" fmla="*/ 0 h 28575"/>
                <a:gd name="connsiteX1" fmla="*/ 7811 w 200025"/>
                <a:gd name="connsiteY1" fmla="*/ 0 h 28575"/>
                <a:gd name="connsiteX2" fmla="*/ 202978 w 200025"/>
                <a:gd name="connsiteY2" fmla="*/ 0 h 28575"/>
                <a:gd name="connsiteX3" fmla="*/ 195167 w 200025"/>
                <a:gd name="connsiteY3" fmla="*/ 37052 h 28575"/>
                <a:gd name="connsiteX4" fmla="*/ 0 w 200025"/>
                <a:gd name="connsiteY4" fmla="*/ 3705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8575">
                  <a:moveTo>
                    <a:pt x="7811" y="0"/>
                  </a:moveTo>
                  <a:lnTo>
                    <a:pt x="7811" y="0"/>
                  </a:lnTo>
                  <a:lnTo>
                    <a:pt x="202978" y="0"/>
                  </a:lnTo>
                  <a:lnTo>
                    <a:pt x="195167" y="37052"/>
                  </a:lnTo>
                  <a:lnTo>
                    <a:pt x="0" y="3705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4" name="Freeform 30">
              <a:extLst>
                <a:ext uri="{FF2B5EF4-FFF2-40B4-BE49-F238E27FC236}">
                  <a16:creationId xmlns:a16="http://schemas.microsoft.com/office/drawing/2014/main" id="{2DC3A3DA-7C07-BF32-8320-ED93F01A091B}"/>
                </a:ext>
              </a:extLst>
            </p:cNvPr>
            <p:cNvSpPr/>
            <p:nvPr/>
          </p:nvSpPr>
          <p:spPr>
            <a:xfrm>
              <a:off x="5673661" y="3295650"/>
              <a:ext cx="200025" cy="28575"/>
            </a:xfrm>
            <a:custGeom>
              <a:avLst/>
              <a:gdLst>
                <a:gd name="connsiteX0" fmla="*/ 7810 w 200025"/>
                <a:gd name="connsiteY0" fmla="*/ 0 h 28575"/>
                <a:gd name="connsiteX1" fmla="*/ 0 w 200025"/>
                <a:gd name="connsiteY1" fmla="*/ 36862 h 28575"/>
                <a:gd name="connsiteX2" fmla="*/ 194977 w 200025"/>
                <a:gd name="connsiteY2" fmla="*/ 36862 h 28575"/>
                <a:gd name="connsiteX3" fmla="*/ 202978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7810" y="0"/>
                  </a:moveTo>
                  <a:lnTo>
                    <a:pt x="0" y="36862"/>
                  </a:lnTo>
                  <a:lnTo>
                    <a:pt x="194977" y="36862"/>
                  </a:lnTo>
                  <a:lnTo>
                    <a:pt x="202978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5" name="Freeform 31">
              <a:extLst>
                <a:ext uri="{FF2B5EF4-FFF2-40B4-BE49-F238E27FC236}">
                  <a16:creationId xmlns:a16="http://schemas.microsoft.com/office/drawing/2014/main" id="{611DEEAE-790C-6D49-FA0F-3531E9F26B62}"/>
                </a:ext>
              </a:extLst>
            </p:cNvPr>
            <p:cNvSpPr/>
            <p:nvPr/>
          </p:nvSpPr>
          <p:spPr>
            <a:xfrm>
              <a:off x="5624322" y="3528441"/>
              <a:ext cx="200025" cy="28575"/>
            </a:xfrm>
            <a:custGeom>
              <a:avLst/>
              <a:gdLst>
                <a:gd name="connsiteX0" fmla="*/ 8001 w 200025"/>
                <a:gd name="connsiteY0" fmla="*/ 0 h 28575"/>
                <a:gd name="connsiteX1" fmla="*/ 0 w 200025"/>
                <a:gd name="connsiteY1" fmla="*/ 37243 h 28575"/>
                <a:gd name="connsiteX2" fmla="*/ 195263 w 200025"/>
                <a:gd name="connsiteY2" fmla="*/ 37243 h 28575"/>
                <a:gd name="connsiteX3" fmla="*/ 203073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8001" y="0"/>
                  </a:moveTo>
                  <a:lnTo>
                    <a:pt x="0" y="37243"/>
                  </a:lnTo>
                  <a:lnTo>
                    <a:pt x="195263" y="37243"/>
                  </a:lnTo>
                  <a:lnTo>
                    <a:pt x="203073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6" name="Freeform 32">
              <a:extLst>
                <a:ext uri="{FF2B5EF4-FFF2-40B4-BE49-F238E27FC236}">
                  <a16:creationId xmlns:a16="http://schemas.microsoft.com/office/drawing/2014/main" id="{C4227EFD-E711-3A9D-E7FF-27E0148D90FA}"/>
                </a:ext>
              </a:extLst>
            </p:cNvPr>
            <p:cNvSpPr/>
            <p:nvPr/>
          </p:nvSpPr>
          <p:spPr>
            <a:xfrm>
              <a:off x="5548312" y="3354229"/>
              <a:ext cx="371475" cy="152400"/>
            </a:xfrm>
            <a:custGeom>
              <a:avLst/>
              <a:gdLst>
                <a:gd name="connsiteX0" fmla="*/ 344424 w 371475"/>
                <a:gd name="connsiteY0" fmla="*/ 153924 h 152400"/>
                <a:gd name="connsiteX1" fmla="*/ 344424 w 371475"/>
                <a:gd name="connsiteY1" fmla="*/ 153924 h 152400"/>
                <a:gd name="connsiteX2" fmla="*/ 0 w 371475"/>
                <a:gd name="connsiteY2" fmla="*/ 154115 h 152400"/>
                <a:gd name="connsiteX3" fmla="*/ 344424 w 371475"/>
                <a:gd name="connsiteY3" fmla="*/ 153924 h 152400"/>
                <a:gd name="connsiteX4" fmla="*/ 377190 w 371475"/>
                <a:gd name="connsiteY4" fmla="*/ 0 h 152400"/>
                <a:gd name="connsiteX5" fmla="*/ 32576 w 371475"/>
                <a:gd name="connsiteY5" fmla="*/ 0 h 152400"/>
                <a:gd name="connsiteX6" fmla="*/ 24575 w 371475"/>
                <a:gd name="connsiteY6" fmla="*/ 37148 h 152400"/>
                <a:gd name="connsiteX7" fmla="*/ 331946 w 371475"/>
                <a:gd name="connsiteY7" fmla="*/ 36957 h 152400"/>
                <a:gd name="connsiteX8" fmla="*/ 314992 w 371475"/>
                <a:gd name="connsiteY8" fmla="*/ 116872 h 152400"/>
                <a:gd name="connsiteX9" fmla="*/ 8192 w 371475"/>
                <a:gd name="connsiteY9" fmla="*/ 117062 h 152400"/>
                <a:gd name="connsiteX10" fmla="*/ 0 w 371475"/>
                <a:gd name="connsiteY10" fmla="*/ 154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475" h="152400">
                  <a:moveTo>
                    <a:pt x="344424" y="153924"/>
                  </a:moveTo>
                  <a:lnTo>
                    <a:pt x="344424" y="153924"/>
                  </a:lnTo>
                  <a:cubicBezTo>
                    <a:pt x="344424" y="153924"/>
                    <a:pt x="476" y="154115"/>
                    <a:pt x="0" y="154115"/>
                  </a:cubicBezTo>
                  <a:lnTo>
                    <a:pt x="344424" y="153924"/>
                  </a:lnTo>
                  <a:lnTo>
                    <a:pt x="377190" y="0"/>
                  </a:lnTo>
                  <a:cubicBezTo>
                    <a:pt x="377190" y="190"/>
                    <a:pt x="32576" y="0"/>
                    <a:pt x="32576" y="0"/>
                  </a:cubicBezTo>
                  <a:lnTo>
                    <a:pt x="24575" y="37148"/>
                  </a:lnTo>
                  <a:lnTo>
                    <a:pt x="331946" y="36957"/>
                  </a:lnTo>
                  <a:lnTo>
                    <a:pt x="314992" y="116872"/>
                  </a:lnTo>
                  <a:lnTo>
                    <a:pt x="8192" y="117062"/>
                  </a:lnTo>
                  <a:lnTo>
                    <a:pt x="0" y="154019"/>
                  </a:ln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sp>
        <p:nvSpPr>
          <p:cNvPr id="5" name="Subtitle 2">
            <a:extLst>
              <a:ext uri="{FF2B5EF4-FFF2-40B4-BE49-F238E27FC236}">
                <a16:creationId xmlns:a16="http://schemas.microsoft.com/office/drawing/2014/main" id="{E6818D1A-7DD0-8696-D518-4E087883B5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58800" y="3408841"/>
            <a:ext cx="10874388" cy="36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1pPr>
            <a:lvl2pPr marL="0" indent="0" algn="l">
              <a:lnSpc>
                <a:spcPct val="85000"/>
              </a:lnSpc>
              <a:spcBef>
                <a:spcPts val="1000"/>
              </a:spcBef>
              <a:buNone/>
              <a:defRPr sz="1400" b="1" cap="all" baseline="0">
                <a:solidFill>
                  <a:schemeClr val="tx1"/>
                </a:solidFill>
              </a:defRPr>
            </a:lvl2pPr>
            <a:lvl3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3pPr>
            <a:lvl4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4pPr>
            <a:lvl5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5pPr>
            <a:lvl6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6pPr>
            <a:lvl7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7pPr>
            <a:lvl8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8pPr>
            <a:lvl9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6" name="Textplatzhalter 9">
            <a:extLst>
              <a:ext uri="{FF2B5EF4-FFF2-40B4-BE49-F238E27FC236}">
                <a16:creationId xmlns:a16="http://schemas.microsoft.com/office/drawing/2014/main" id="{228B6DAB-7B2A-F88C-BBA0-D94830B432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12" y="549275"/>
            <a:ext cx="28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="1" baseline="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Date | Location | Event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5BDC61D-BADD-56D2-DC4D-9D3C430F7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Box 28">
            <a:extLst>
              <a:ext uri="{FF2B5EF4-FFF2-40B4-BE49-F238E27FC236}">
                <a16:creationId xmlns:a16="http://schemas.microsoft.com/office/drawing/2014/main" id="{6398A9B1-1A17-950D-E945-C40D13A7ABFC}"/>
              </a:ext>
            </a:extLst>
          </p:cNvPr>
          <p:cNvSpPr txBox="1"/>
          <p:nvPr userDrawn="1"/>
        </p:nvSpPr>
        <p:spPr bwMode="gray">
          <a:xfrm>
            <a:off x="658813" y="6012423"/>
            <a:ext cx="3263113" cy="3568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 GLOBAL </a:t>
            </a:r>
            <a:r>
              <a:rPr lang="en-US" sz="1200" b="1" kern="1200" cap="all" spc="20" baseline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ENGINEERING</a:t>
            </a:r>
            <a:r>
              <a:rPr lang="en-US" sz="1200" b="1" kern="1200" cap="all" spc="2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​</a:t>
            </a:r>
          </a:p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</a:t>
            </a:r>
            <a:r>
              <a:rPr lang="en-US" sz="1200" b="1" kern="1200" cap="all" spc="20" baseline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TECHNOLOGY</a:t>
            </a:r>
            <a:r>
              <a:rPr lang="en-US" sz="1200" b="1" kern="1200" cap="all" spc="2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EXPERTS​</a:t>
            </a:r>
            <a:endParaRPr sz="1200" b="1" kern="1200" cap="all" spc="20" baseline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737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13" userDrawn="1">
          <p15:clr>
            <a:srgbClr val="FBAE40"/>
          </p15:clr>
        </p15:guide>
      </p15:sldGuideLst>
    </p:ext>
  </p:extLst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layout V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1">
            <a:extLst>
              <a:ext uri="{FF2B5EF4-FFF2-40B4-BE49-F238E27FC236}">
                <a16:creationId xmlns:a16="http://schemas.microsoft.com/office/drawing/2014/main" id="{AEC24BE7-8D51-D6F7-5489-4A3B77033E6F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78859" y="4940891"/>
            <a:ext cx="9013141" cy="191711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9AB5E9FA-5872-706C-C258-907A239F9C6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5761763"/>
            <a:ext cx="658814" cy="137683"/>
          </a:xfrm>
          <a:prstGeom prst="rect">
            <a:avLst/>
          </a:prstGeom>
        </p:spPr>
      </p:pic>
      <p:grpSp>
        <p:nvGrpSpPr>
          <p:cNvPr id="28" name="Graphic 6">
            <a:extLst>
              <a:ext uri="{FF2B5EF4-FFF2-40B4-BE49-F238E27FC236}">
                <a16:creationId xmlns:a16="http://schemas.microsoft.com/office/drawing/2014/main" id="{22EBA2E1-1A72-5848-8407-FF23EEF7AF10}"/>
              </a:ext>
            </a:extLst>
          </p:cNvPr>
          <p:cNvGrpSpPr/>
          <p:nvPr userDrawn="1"/>
        </p:nvGrpSpPr>
        <p:grpSpPr>
          <a:xfrm>
            <a:off x="9745468" y="6000795"/>
            <a:ext cx="1776195" cy="432465"/>
            <a:chOff x="5548312" y="3295650"/>
            <a:chExt cx="1095375" cy="266700"/>
          </a:xfrm>
          <a:solidFill>
            <a:schemeClr val="tx1"/>
          </a:solidFill>
        </p:grpSpPr>
        <p:sp>
          <p:nvSpPr>
            <p:cNvPr id="29" name="Freeform 25">
              <a:extLst>
                <a:ext uri="{FF2B5EF4-FFF2-40B4-BE49-F238E27FC236}">
                  <a16:creationId xmlns:a16="http://schemas.microsoft.com/office/drawing/2014/main" id="{D72DDF01-1B9F-BBB2-C8A1-60068D22149E}"/>
                </a:ext>
              </a:extLst>
            </p:cNvPr>
            <p:cNvSpPr/>
            <p:nvPr/>
          </p:nvSpPr>
          <p:spPr>
            <a:xfrm>
              <a:off x="5949981" y="3353657"/>
              <a:ext cx="161925" cy="152400"/>
            </a:xfrm>
            <a:custGeom>
              <a:avLst/>
              <a:gdLst>
                <a:gd name="connsiteX0" fmla="*/ 32671 w 161925"/>
                <a:gd name="connsiteY0" fmla="*/ 0 h 152400"/>
                <a:gd name="connsiteX1" fmla="*/ 32671 w 161925"/>
                <a:gd name="connsiteY1" fmla="*/ 0 h 152400"/>
                <a:gd name="connsiteX2" fmla="*/ 165735 w 161925"/>
                <a:gd name="connsiteY2" fmla="*/ 0 h 152400"/>
                <a:gd name="connsiteX3" fmla="*/ 157925 w 161925"/>
                <a:gd name="connsiteY3" fmla="*/ 37052 h 152400"/>
                <a:gd name="connsiteX4" fmla="*/ 82391 w 161925"/>
                <a:gd name="connsiteY4" fmla="*/ 37052 h 152400"/>
                <a:gd name="connsiteX5" fmla="*/ 77724 w 161925"/>
                <a:gd name="connsiteY5" fmla="*/ 58865 h 152400"/>
                <a:gd name="connsiteX6" fmla="*/ 150019 w 161925"/>
                <a:gd name="connsiteY6" fmla="*/ 58865 h 152400"/>
                <a:gd name="connsiteX7" fmla="*/ 142113 w 161925"/>
                <a:gd name="connsiteY7" fmla="*/ 95917 h 152400"/>
                <a:gd name="connsiteX8" fmla="*/ 69914 w 161925"/>
                <a:gd name="connsiteY8" fmla="*/ 95917 h 152400"/>
                <a:gd name="connsiteX9" fmla="*/ 65437 w 161925"/>
                <a:gd name="connsiteY9" fmla="*/ 116777 h 152400"/>
                <a:gd name="connsiteX10" fmla="*/ 142494 w 161925"/>
                <a:gd name="connsiteY10" fmla="*/ 116777 h 152400"/>
                <a:gd name="connsiteX11" fmla="*/ 134684 w 161925"/>
                <a:gd name="connsiteY11" fmla="*/ 153924 h 152400"/>
                <a:gd name="connsiteX12" fmla="*/ 0 w 161925"/>
                <a:gd name="connsiteY12" fmla="*/ 15392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152400">
                  <a:moveTo>
                    <a:pt x="32671" y="0"/>
                  </a:moveTo>
                  <a:lnTo>
                    <a:pt x="32671" y="0"/>
                  </a:lnTo>
                  <a:lnTo>
                    <a:pt x="165735" y="0"/>
                  </a:lnTo>
                  <a:lnTo>
                    <a:pt x="157925" y="37052"/>
                  </a:lnTo>
                  <a:lnTo>
                    <a:pt x="82391" y="37052"/>
                  </a:lnTo>
                  <a:lnTo>
                    <a:pt x="77724" y="58865"/>
                  </a:lnTo>
                  <a:lnTo>
                    <a:pt x="150019" y="58865"/>
                  </a:lnTo>
                  <a:lnTo>
                    <a:pt x="142113" y="95917"/>
                  </a:lnTo>
                  <a:lnTo>
                    <a:pt x="69914" y="95917"/>
                  </a:lnTo>
                  <a:lnTo>
                    <a:pt x="65437" y="116777"/>
                  </a:lnTo>
                  <a:lnTo>
                    <a:pt x="142494" y="116777"/>
                  </a:lnTo>
                  <a:lnTo>
                    <a:pt x="134684" y="153924"/>
                  </a:lnTo>
                  <a:lnTo>
                    <a:pt x="0" y="1539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0" name="Freeform 26">
              <a:extLst>
                <a:ext uri="{FF2B5EF4-FFF2-40B4-BE49-F238E27FC236}">
                  <a16:creationId xmlns:a16="http://schemas.microsoft.com/office/drawing/2014/main" id="{D861A907-D9EE-A4C6-E0E2-268047FBDB9D}"/>
                </a:ext>
              </a:extLst>
            </p:cNvPr>
            <p:cNvSpPr/>
            <p:nvPr/>
          </p:nvSpPr>
          <p:spPr>
            <a:xfrm>
              <a:off x="6112478" y="3353657"/>
              <a:ext cx="180975" cy="152400"/>
            </a:xfrm>
            <a:custGeom>
              <a:avLst/>
              <a:gdLst>
                <a:gd name="connsiteX0" fmla="*/ 67151 w 180975"/>
                <a:gd name="connsiteY0" fmla="*/ 115633 h 152400"/>
                <a:gd name="connsiteX1" fmla="*/ 67151 w 180975"/>
                <a:gd name="connsiteY1" fmla="*/ 115633 h 152400"/>
                <a:gd name="connsiteX2" fmla="*/ 81820 w 180975"/>
                <a:gd name="connsiteY2" fmla="*/ 115633 h 152400"/>
                <a:gd name="connsiteX3" fmla="*/ 116395 w 180975"/>
                <a:gd name="connsiteY3" fmla="*/ 75724 h 152400"/>
                <a:gd name="connsiteX4" fmla="*/ 98584 w 180975"/>
                <a:gd name="connsiteY4" fmla="*/ 35719 h 152400"/>
                <a:gd name="connsiteX5" fmla="*/ 83915 w 180975"/>
                <a:gd name="connsiteY5" fmla="*/ 35719 h 152400"/>
                <a:gd name="connsiteX6" fmla="*/ 67151 w 180975"/>
                <a:gd name="connsiteY6" fmla="*/ 115633 h 152400"/>
                <a:gd name="connsiteX7" fmla="*/ 32576 w 180975"/>
                <a:gd name="connsiteY7" fmla="*/ 0 h 152400"/>
                <a:gd name="connsiteX8" fmla="*/ 32576 w 180975"/>
                <a:gd name="connsiteY8" fmla="*/ 0 h 152400"/>
                <a:gd name="connsiteX9" fmla="*/ 119063 w 180975"/>
                <a:gd name="connsiteY9" fmla="*/ 0 h 152400"/>
                <a:gd name="connsiteX10" fmla="*/ 177832 w 180975"/>
                <a:gd name="connsiteY10" fmla="*/ 77343 h 152400"/>
                <a:gd name="connsiteX11" fmla="*/ 84011 w 180975"/>
                <a:gd name="connsiteY11" fmla="*/ 153924 h 152400"/>
                <a:gd name="connsiteX12" fmla="*/ 0 w 180975"/>
                <a:gd name="connsiteY12" fmla="*/ 153924 h 152400"/>
                <a:gd name="connsiteX13" fmla="*/ 32576 w 180975"/>
                <a:gd name="connsiteY13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975" h="152400">
                  <a:moveTo>
                    <a:pt x="67151" y="115633"/>
                  </a:moveTo>
                  <a:lnTo>
                    <a:pt x="67151" y="115633"/>
                  </a:lnTo>
                  <a:lnTo>
                    <a:pt x="81820" y="115633"/>
                  </a:lnTo>
                  <a:cubicBezTo>
                    <a:pt x="103251" y="115633"/>
                    <a:pt x="111062" y="101441"/>
                    <a:pt x="116395" y="75724"/>
                  </a:cubicBezTo>
                  <a:cubicBezTo>
                    <a:pt x="122111" y="49340"/>
                    <a:pt x="119729" y="35719"/>
                    <a:pt x="98584" y="35719"/>
                  </a:cubicBezTo>
                  <a:lnTo>
                    <a:pt x="83915" y="35719"/>
                  </a:lnTo>
                  <a:lnTo>
                    <a:pt x="67151" y="115633"/>
                  </a:lnTo>
                  <a:close/>
                  <a:moveTo>
                    <a:pt x="32576" y="0"/>
                  </a:moveTo>
                  <a:lnTo>
                    <a:pt x="32576" y="0"/>
                  </a:lnTo>
                  <a:lnTo>
                    <a:pt x="119063" y="0"/>
                  </a:lnTo>
                  <a:cubicBezTo>
                    <a:pt x="163163" y="0"/>
                    <a:pt x="190976" y="14859"/>
                    <a:pt x="177832" y="77343"/>
                  </a:cubicBezTo>
                  <a:cubicBezTo>
                    <a:pt x="165354" y="135541"/>
                    <a:pt x="128111" y="153924"/>
                    <a:pt x="84011" y="153924"/>
                  </a:cubicBezTo>
                  <a:lnTo>
                    <a:pt x="0" y="153924"/>
                  </a:lnTo>
                  <a:lnTo>
                    <a:pt x="32576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1" name="Freeform 27">
              <a:extLst>
                <a:ext uri="{FF2B5EF4-FFF2-40B4-BE49-F238E27FC236}">
                  <a16:creationId xmlns:a16="http://schemas.microsoft.com/office/drawing/2014/main" id="{13809077-FF08-BA9F-7798-FE3884A35857}"/>
                </a:ext>
              </a:extLst>
            </p:cNvPr>
            <p:cNvSpPr/>
            <p:nvPr/>
          </p:nvSpPr>
          <p:spPr>
            <a:xfrm>
              <a:off x="6274498" y="3353657"/>
              <a:ext cx="180975" cy="152400"/>
            </a:xfrm>
            <a:custGeom>
              <a:avLst/>
              <a:gdLst>
                <a:gd name="connsiteX0" fmla="*/ 91154 w 180975"/>
                <a:gd name="connsiteY0" fmla="*/ 83534 h 152400"/>
                <a:gd name="connsiteX1" fmla="*/ 91154 w 180975"/>
                <a:gd name="connsiteY1" fmla="*/ 83534 h 152400"/>
                <a:gd name="connsiteX2" fmla="*/ 125254 w 180975"/>
                <a:gd name="connsiteY2" fmla="*/ 83534 h 152400"/>
                <a:gd name="connsiteX3" fmla="*/ 119253 w 180975"/>
                <a:gd name="connsiteY3" fmla="*/ 33052 h 152400"/>
                <a:gd name="connsiteX4" fmla="*/ 118777 w 180975"/>
                <a:gd name="connsiteY4" fmla="*/ 33052 h 152400"/>
                <a:gd name="connsiteX5" fmla="*/ 91154 w 180975"/>
                <a:gd name="connsiteY5" fmla="*/ 83534 h 152400"/>
                <a:gd name="connsiteX6" fmla="*/ 86487 w 180975"/>
                <a:gd name="connsiteY6" fmla="*/ 0 h 152400"/>
                <a:gd name="connsiteX7" fmla="*/ 86487 w 180975"/>
                <a:gd name="connsiteY7" fmla="*/ 0 h 152400"/>
                <a:gd name="connsiteX8" fmla="*/ 167735 w 180975"/>
                <a:gd name="connsiteY8" fmla="*/ 0 h 152400"/>
                <a:gd name="connsiteX9" fmla="*/ 189833 w 180975"/>
                <a:gd name="connsiteY9" fmla="*/ 153924 h 152400"/>
                <a:gd name="connsiteX10" fmla="*/ 127921 w 180975"/>
                <a:gd name="connsiteY10" fmla="*/ 153924 h 152400"/>
                <a:gd name="connsiteX11" fmla="*/ 124968 w 180975"/>
                <a:gd name="connsiteY11" fmla="*/ 120587 h 152400"/>
                <a:gd name="connsiteX12" fmla="*/ 75248 w 180975"/>
                <a:gd name="connsiteY12" fmla="*/ 120587 h 152400"/>
                <a:gd name="connsiteX13" fmla="*/ 58769 w 180975"/>
                <a:gd name="connsiteY13" fmla="*/ 153924 h 152400"/>
                <a:gd name="connsiteX14" fmla="*/ 0 w 180975"/>
                <a:gd name="connsiteY14" fmla="*/ 153924 h 152400"/>
                <a:gd name="connsiteX15" fmla="*/ 86487 w 180975"/>
                <a:gd name="connsiteY15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75" h="152400">
                  <a:moveTo>
                    <a:pt x="91154" y="83534"/>
                  </a:moveTo>
                  <a:lnTo>
                    <a:pt x="91154" y="83534"/>
                  </a:lnTo>
                  <a:lnTo>
                    <a:pt x="125254" y="83534"/>
                  </a:lnTo>
                  <a:lnTo>
                    <a:pt x="119253" y="33052"/>
                  </a:lnTo>
                  <a:lnTo>
                    <a:pt x="118777" y="33052"/>
                  </a:lnTo>
                  <a:lnTo>
                    <a:pt x="91154" y="83534"/>
                  </a:lnTo>
                  <a:close/>
                  <a:moveTo>
                    <a:pt x="86487" y="0"/>
                  </a:moveTo>
                  <a:lnTo>
                    <a:pt x="86487" y="0"/>
                  </a:lnTo>
                  <a:lnTo>
                    <a:pt x="167735" y="0"/>
                  </a:lnTo>
                  <a:lnTo>
                    <a:pt x="189833" y="153924"/>
                  </a:lnTo>
                  <a:lnTo>
                    <a:pt x="127921" y="153924"/>
                  </a:lnTo>
                  <a:lnTo>
                    <a:pt x="124968" y="120587"/>
                  </a:lnTo>
                  <a:lnTo>
                    <a:pt x="75248" y="120587"/>
                  </a:lnTo>
                  <a:lnTo>
                    <a:pt x="58769" y="153924"/>
                  </a:lnTo>
                  <a:lnTo>
                    <a:pt x="0" y="153924"/>
                  </a:lnTo>
                  <a:lnTo>
                    <a:pt x="86487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2" name="Freeform 28">
              <a:extLst>
                <a:ext uri="{FF2B5EF4-FFF2-40B4-BE49-F238E27FC236}">
                  <a16:creationId xmlns:a16="http://schemas.microsoft.com/office/drawing/2014/main" id="{0DDA109D-7CCA-7C83-4811-786547131BA7}"/>
                </a:ext>
              </a:extLst>
            </p:cNvPr>
            <p:cNvSpPr/>
            <p:nvPr/>
          </p:nvSpPr>
          <p:spPr>
            <a:xfrm>
              <a:off x="6476453" y="3350990"/>
              <a:ext cx="161925" cy="152400"/>
            </a:xfrm>
            <a:custGeom>
              <a:avLst/>
              <a:gdLst>
                <a:gd name="connsiteX0" fmla="*/ 142184 w 161925"/>
                <a:gd name="connsiteY0" fmla="*/ 150781 h 152400"/>
                <a:gd name="connsiteX1" fmla="*/ 142184 w 161925"/>
                <a:gd name="connsiteY1" fmla="*/ 150781 h 152400"/>
                <a:gd name="connsiteX2" fmla="*/ 76747 w 161925"/>
                <a:gd name="connsiteY2" fmla="*/ 159258 h 152400"/>
                <a:gd name="connsiteX3" fmla="*/ 2261 w 161925"/>
                <a:gd name="connsiteY3" fmla="*/ 77343 h 152400"/>
                <a:gd name="connsiteX4" fmla="*/ 110561 w 161925"/>
                <a:gd name="connsiteY4" fmla="*/ 0 h 152400"/>
                <a:gd name="connsiteX5" fmla="*/ 166853 w 161925"/>
                <a:gd name="connsiteY5" fmla="*/ 5715 h 152400"/>
                <a:gd name="connsiteX6" fmla="*/ 157995 w 161925"/>
                <a:gd name="connsiteY6" fmla="*/ 47244 h 152400"/>
                <a:gd name="connsiteX7" fmla="*/ 119419 w 161925"/>
                <a:gd name="connsiteY7" fmla="*/ 38386 h 152400"/>
                <a:gd name="connsiteX8" fmla="*/ 61697 w 161925"/>
                <a:gd name="connsiteY8" fmla="*/ 81058 h 152400"/>
                <a:gd name="connsiteX9" fmla="*/ 85510 w 161925"/>
                <a:gd name="connsiteY9" fmla="*/ 120777 h 152400"/>
                <a:gd name="connsiteX10" fmla="*/ 98273 w 161925"/>
                <a:gd name="connsiteY10" fmla="*/ 119444 h 152400"/>
                <a:gd name="connsiteX11" fmla="*/ 106941 w 161925"/>
                <a:gd name="connsiteY11" fmla="*/ 78391 h 152400"/>
                <a:gd name="connsiteX12" fmla="*/ 157519 w 161925"/>
                <a:gd name="connsiteY12" fmla="*/ 78391 h 152400"/>
                <a:gd name="connsiteX13" fmla="*/ 142184 w 161925"/>
                <a:gd name="connsiteY13" fmla="*/ 1507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152400">
                  <a:moveTo>
                    <a:pt x="142184" y="150781"/>
                  </a:moveTo>
                  <a:lnTo>
                    <a:pt x="142184" y="150781"/>
                  </a:lnTo>
                  <a:cubicBezTo>
                    <a:pt x="120752" y="156782"/>
                    <a:pt x="101036" y="159258"/>
                    <a:pt x="76747" y="159258"/>
                  </a:cubicBezTo>
                  <a:cubicBezTo>
                    <a:pt x="25693" y="159258"/>
                    <a:pt x="-9455" y="132207"/>
                    <a:pt x="2261" y="77343"/>
                  </a:cubicBezTo>
                  <a:cubicBezTo>
                    <a:pt x="13024" y="25622"/>
                    <a:pt x="61316" y="0"/>
                    <a:pt x="110561" y="0"/>
                  </a:cubicBezTo>
                  <a:cubicBezTo>
                    <a:pt x="139326" y="0"/>
                    <a:pt x="152851" y="2191"/>
                    <a:pt x="166853" y="5715"/>
                  </a:cubicBezTo>
                  <a:lnTo>
                    <a:pt x="157995" y="47244"/>
                  </a:lnTo>
                  <a:cubicBezTo>
                    <a:pt x="150661" y="42386"/>
                    <a:pt x="135897" y="38386"/>
                    <a:pt x="119419" y="38386"/>
                  </a:cubicBezTo>
                  <a:cubicBezTo>
                    <a:pt x="90177" y="38386"/>
                    <a:pt x="67698" y="53054"/>
                    <a:pt x="61697" y="81058"/>
                  </a:cubicBezTo>
                  <a:cubicBezTo>
                    <a:pt x="57220" y="102203"/>
                    <a:pt x="61888" y="120777"/>
                    <a:pt x="85510" y="120777"/>
                  </a:cubicBezTo>
                  <a:cubicBezTo>
                    <a:pt x="89605" y="120777"/>
                    <a:pt x="94463" y="120777"/>
                    <a:pt x="98273" y="119444"/>
                  </a:cubicBezTo>
                  <a:lnTo>
                    <a:pt x="106941" y="78391"/>
                  </a:lnTo>
                  <a:lnTo>
                    <a:pt x="157519" y="78391"/>
                  </a:lnTo>
                  <a:lnTo>
                    <a:pt x="142184" y="15078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3" name="Freeform 29">
              <a:extLst>
                <a:ext uri="{FF2B5EF4-FFF2-40B4-BE49-F238E27FC236}">
                  <a16:creationId xmlns:a16="http://schemas.microsoft.com/office/drawing/2014/main" id="{169B1ADD-4369-AA34-5009-CD8853739666}"/>
                </a:ext>
              </a:extLst>
            </p:cNvPr>
            <p:cNvSpPr/>
            <p:nvPr/>
          </p:nvSpPr>
          <p:spPr>
            <a:xfrm>
              <a:off x="5648991" y="3412046"/>
              <a:ext cx="200025" cy="28575"/>
            </a:xfrm>
            <a:custGeom>
              <a:avLst/>
              <a:gdLst>
                <a:gd name="connsiteX0" fmla="*/ 7811 w 200025"/>
                <a:gd name="connsiteY0" fmla="*/ 0 h 28575"/>
                <a:gd name="connsiteX1" fmla="*/ 7811 w 200025"/>
                <a:gd name="connsiteY1" fmla="*/ 0 h 28575"/>
                <a:gd name="connsiteX2" fmla="*/ 202978 w 200025"/>
                <a:gd name="connsiteY2" fmla="*/ 0 h 28575"/>
                <a:gd name="connsiteX3" fmla="*/ 195167 w 200025"/>
                <a:gd name="connsiteY3" fmla="*/ 37052 h 28575"/>
                <a:gd name="connsiteX4" fmla="*/ 0 w 200025"/>
                <a:gd name="connsiteY4" fmla="*/ 3705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8575">
                  <a:moveTo>
                    <a:pt x="7811" y="0"/>
                  </a:moveTo>
                  <a:lnTo>
                    <a:pt x="7811" y="0"/>
                  </a:lnTo>
                  <a:lnTo>
                    <a:pt x="202978" y="0"/>
                  </a:lnTo>
                  <a:lnTo>
                    <a:pt x="195167" y="37052"/>
                  </a:lnTo>
                  <a:lnTo>
                    <a:pt x="0" y="370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4" name="Freeform 30">
              <a:extLst>
                <a:ext uri="{FF2B5EF4-FFF2-40B4-BE49-F238E27FC236}">
                  <a16:creationId xmlns:a16="http://schemas.microsoft.com/office/drawing/2014/main" id="{2DC3A3DA-7C07-BF32-8320-ED93F01A091B}"/>
                </a:ext>
              </a:extLst>
            </p:cNvPr>
            <p:cNvSpPr/>
            <p:nvPr/>
          </p:nvSpPr>
          <p:spPr>
            <a:xfrm>
              <a:off x="5673661" y="3295650"/>
              <a:ext cx="200025" cy="28575"/>
            </a:xfrm>
            <a:custGeom>
              <a:avLst/>
              <a:gdLst>
                <a:gd name="connsiteX0" fmla="*/ 7810 w 200025"/>
                <a:gd name="connsiteY0" fmla="*/ 0 h 28575"/>
                <a:gd name="connsiteX1" fmla="*/ 0 w 200025"/>
                <a:gd name="connsiteY1" fmla="*/ 36862 h 28575"/>
                <a:gd name="connsiteX2" fmla="*/ 194977 w 200025"/>
                <a:gd name="connsiteY2" fmla="*/ 36862 h 28575"/>
                <a:gd name="connsiteX3" fmla="*/ 202978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7810" y="0"/>
                  </a:moveTo>
                  <a:lnTo>
                    <a:pt x="0" y="36862"/>
                  </a:lnTo>
                  <a:lnTo>
                    <a:pt x="194977" y="36862"/>
                  </a:lnTo>
                  <a:lnTo>
                    <a:pt x="20297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5" name="Freeform 31">
              <a:extLst>
                <a:ext uri="{FF2B5EF4-FFF2-40B4-BE49-F238E27FC236}">
                  <a16:creationId xmlns:a16="http://schemas.microsoft.com/office/drawing/2014/main" id="{611DEEAE-790C-6D49-FA0F-3531E9F26B62}"/>
                </a:ext>
              </a:extLst>
            </p:cNvPr>
            <p:cNvSpPr/>
            <p:nvPr/>
          </p:nvSpPr>
          <p:spPr>
            <a:xfrm>
              <a:off x="5624322" y="3528441"/>
              <a:ext cx="200025" cy="28575"/>
            </a:xfrm>
            <a:custGeom>
              <a:avLst/>
              <a:gdLst>
                <a:gd name="connsiteX0" fmla="*/ 8001 w 200025"/>
                <a:gd name="connsiteY0" fmla="*/ 0 h 28575"/>
                <a:gd name="connsiteX1" fmla="*/ 0 w 200025"/>
                <a:gd name="connsiteY1" fmla="*/ 37243 h 28575"/>
                <a:gd name="connsiteX2" fmla="*/ 195263 w 200025"/>
                <a:gd name="connsiteY2" fmla="*/ 37243 h 28575"/>
                <a:gd name="connsiteX3" fmla="*/ 203073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8001" y="0"/>
                  </a:moveTo>
                  <a:lnTo>
                    <a:pt x="0" y="37243"/>
                  </a:lnTo>
                  <a:lnTo>
                    <a:pt x="195263" y="37243"/>
                  </a:lnTo>
                  <a:lnTo>
                    <a:pt x="20307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6" name="Freeform 32">
              <a:extLst>
                <a:ext uri="{FF2B5EF4-FFF2-40B4-BE49-F238E27FC236}">
                  <a16:creationId xmlns:a16="http://schemas.microsoft.com/office/drawing/2014/main" id="{C4227EFD-E711-3A9D-E7FF-27E0148D90FA}"/>
                </a:ext>
              </a:extLst>
            </p:cNvPr>
            <p:cNvSpPr/>
            <p:nvPr/>
          </p:nvSpPr>
          <p:spPr>
            <a:xfrm>
              <a:off x="5548312" y="3354229"/>
              <a:ext cx="371475" cy="152400"/>
            </a:xfrm>
            <a:custGeom>
              <a:avLst/>
              <a:gdLst>
                <a:gd name="connsiteX0" fmla="*/ 344424 w 371475"/>
                <a:gd name="connsiteY0" fmla="*/ 153924 h 152400"/>
                <a:gd name="connsiteX1" fmla="*/ 344424 w 371475"/>
                <a:gd name="connsiteY1" fmla="*/ 153924 h 152400"/>
                <a:gd name="connsiteX2" fmla="*/ 0 w 371475"/>
                <a:gd name="connsiteY2" fmla="*/ 154115 h 152400"/>
                <a:gd name="connsiteX3" fmla="*/ 344424 w 371475"/>
                <a:gd name="connsiteY3" fmla="*/ 153924 h 152400"/>
                <a:gd name="connsiteX4" fmla="*/ 377190 w 371475"/>
                <a:gd name="connsiteY4" fmla="*/ 0 h 152400"/>
                <a:gd name="connsiteX5" fmla="*/ 32576 w 371475"/>
                <a:gd name="connsiteY5" fmla="*/ 0 h 152400"/>
                <a:gd name="connsiteX6" fmla="*/ 24575 w 371475"/>
                <a:gd name="connsiteY6" fmla="*/ 37148 h 152400"/>
                <a:gd name="connsiteX7" fmla="*/ 331946 w 371475"/>
                <a:gd name="connsiteY7" fmla="*/ 36957 h 152400"/>
                <a:gd name="connsiteX8" fmla="*/ 314992 w 371475"/>
                <a:gd name="connsiteY8" fmla="*/ 116872 h 152400"/>
                <a:gd name="connsiteX9" fmla="*/ 8192 w 371475"/>
                <a:gd name="connsiteY9" fmla="*/ 117062 h 152400"/>
                <a:gd name="connsiteX10" fmla="*/ 0 w 371475"/>
                <a:gd name="connsiteY10" fmla="*/ 154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475" h="152400">
                  <a:moveTo>
                    <a:pt x="344424" y="153924"/>
                  </a:moveTo>
                  <a:lnTo>
                    <a:pt x="344424" y="153924"/>
                  </a:lnTo>
                  <a:cubicBezTo>
                    <a:pt x="344424" y="153924"/>
                    <a:pt x="476" y="154115"/>
                    <a:pt x="0" y="154115"/>
                  </a:cubicBezTo>
                  <a:lnTo>
                    <a:pt x="344424" y="153924"/>
                  </a:lnTo>
                  <a:lnTo>
                    <a:pt x="377190" y="0"/>
                  </a:lnTo>
                  <a:cubicBezTo>
                    <a:pt x="377190" y="190"/>
                    <a:pt x="32576" y="0"/>
                    <a:pt x="32576" y="0"/>
                  </a:cubicBezTo>
                  <a:lnTo>
                    <a:pt x="24575" y="37148"/>
                  </a:lnTo>
                  <a:lnTo>
                    <a:pt x="331946" y="36957"/>
                  </a:lnTo>
                  <a:lnTo>
                    <a:pt x="314992" y="116872"/>
                  </a:lnTo>
                  <a:lnTo>
                    <a:pt x="8192" y="117062"/>
                  </a:lnTo>
                  <a:lnTo>
                    <a:pt x="0" y="154019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sp>
        <p:nvSpPr>
          <p:cNvPr id="5" name="Subtitle 2">
            <a:extLst>
              <a:ext uri="{FF2B5EF4-FFF2-40B4-BE49-F238E27FC236}">
                <a16:creationId xmlns:a16="http://schemas.microsoft.com/office/drawing/2014/main" id="{17479F5C-224D-8B7C-F2FD-977023DAA09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58800" y="3408841"/>
            <a:ext cx="10874388" cy="36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1pPr>
            <a:lvl2pPr marL="0" indent="0" algn="l">
              <a:lnSpc>
                <a:spcPct val="85000"/>
              </a:lnSpc>
              <a:spcBef>
                <a:spcPts val="1000"/>
              </a:spcBef>
              <a:buNone/>
              <a:defRPr sz="1400" b="1" cap="all" baseline="0">
                <a:solidFill>
                  <a:schemeClr val="tx1"/>
                </a:solidFill>
              </a:defRPr>
            </a:lvl2pPr>
            <a:lvl3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3pPr>
            <a:lvl4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4pPr>
            <a:lvl5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5pPr>
            <a:lvl6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6pPr>
            <a:lvl7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7pPr>
            <a:lvl8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8pPr>
            <a:lvl9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6" name="Textplatzhalter 9">
            <a:extLst>
              <a:ext uri="{FF2B5EF4-FFF2-40B4-BE49-F238E27FC236}">
                <a16:creationId xmlns:a16="http://schemas.microsoft.com/office/drawing/2014/main" id="{A6406C3D-77E4-9144-4AC7-86AC3731C5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12" y="549275"/>
            <a:ext cx="28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="1" baseline="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Date | Location | Event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7924D16-B51D-E393-4E0B-3DE89186D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Box 28">
            <a:extLst>
              <a:ext uri="{FF2B5EF4-FFF2-40B4-BE49-F238E27FC236}">
                <a16:creationId xmlns:a16="http://schemas.microsoft.com/office/drawing/2014/main" id="{236BAD02-63B1-64D2-F416-78DAEE4624EE}"/>
              </a:ext>
            </a:extLst>
          </p:cNvPr>
          <p:cNvSpPr txBox="1"/>
          <p:nvPr userDrawn="1"/>
        </p:nvSpPr>
        <p:spPr bwMode="gray">
          <a:xfrm>
            <a:off x="658813" y="6012423"/>
            <a:ext cx="3263113" cy="3568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 GLOBAL </a:t>
            </a:r>
            <a:r>
              <a:rPr lang="en-US" sz="1200" b="1" kern="1200" cap="all" spc="20" baseline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ENGINEERING</a:t>
            </a:r>
            <a:r>
              <a:rPr lang="en-US" sz="1200" b="1" kern="1200" cap="all" spc="2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​</a:t>
            </a:r>
          </a:p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</a:t>
            </a:r>
            <a:r>
              <a:rPr lang="en-US" sz="1200" b="1" kern="1200" cap="all" spc="20" baseline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TECHNOLOGY</a:t>
            </a:r>
            <a:r>
              <a:rPr lang="en-US" sz="1200" b="1" kern="1200" cap="all" spc="2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EXPERTS​</a:t>
            </a:r>
            <a:endParaRPr sz="1200" b="1" kern="1200" cap="all" spc="20" baseline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61029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13" userDrawn="1">
          <p15:clr>
            <a:srgbClr val="FBAE40"/>
          </p15:clr>
        </p15:guide>
      </p15:sldGuideLst>
    </p:ext>
  </p:extLst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ayout V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1">
            <a:extLst>
              <a:ext uri="{FF2B5EF4-FFF2-40B4-BE49-F238E27FC236}">
                <a16:creationId xmlns:a16="http://schemas.microsoft.com/office/drawing/2014/main" id="{AEC24BE7-8D51-D6F7-5489-4A3B77033E6F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78859" y="4940891"/>
            <a:ext cx="9013141" cy="191711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9AB5E9FA-5872-706C-C258-907A239F9C6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5761763"/>
            <a:ext cx="658814" cy="137683"/>
          </a:xfrm>
          <a:prstGeom prst="rect">
            <a:avLst/>
          </a:prstGeom>
        </p:spPr>
      </p:pic>
      <p:grpSp>
        <p:nvGrpSpPr>
          <p:cNvPr id="28" name="Graphic 6">
            <a:extLst>
              <a:ext uri="{FF2B5EF4-FFF2-40B4-BE49-F238E27FC236}">
                <a16:creationId xmlns:a16="http://schemas.microsoft.com/office/drawing/2014/main" id="{22EBA2E1-1A72-5848-8407-FF23EEF7AF10}"/>
              </a:ext>
            </a:extLst>
          </p:cNvPr>
          <p:cNvGrpSpPr/>
          <p:nvPr userDrawn="1"/>
        </p:nvGrpSpPr>
        <p:grpSpPr>
          <a:xfrm>
            <a:off x="9745468" y="6000795"/>
            <a:ext cx="1776195" cy="432465"/>
            <a:chOff x="5548312" y="3295650"/>
            <a:chExt cx="1095375" cy="266700"/>
          </a:xfrm>
        </p:grpSpPr>
        <p:sp>
          <p:nvSpPr>
            <p:cNvPr id="29" name="Freeform 25">
              <a:extLst>
                <a:ext uri="{FF2B5EF4-FFF2-40B4-BE49-F238E27FC236}">
                  <a16:creationId xmlns:a16="http://schemas.microsoft.com/office/drawing/2014/main" id="{D72DDF01-1B9F-BBB2-C8A1-60068D22149E}"/>
                </a:ext>
              </a:extLst>
            </p:cNvPr>
            <p:cNvSpPr/>
            <p:nvPr/>
          </p:nvSpPr>
          <p:spPr>
            <a:xfrm>
              <a:off x="5949981" y="3353657"/>
              <a:ext cx="161925" cy="152400"/>
            </a:xfrm>
            <a:custGeom>
              <a:avLst/>
              <a:gdLst>
                <a:gd name="connsiteX0" fmla="*/ 32671 w 161925"/>
                <a:gd name="connsiteY0" fmla="*/ 0 h 152400"/>
                <a:gd name="connsiteX1" fmla="*/ 32671 w 161925"/>
                <a:gd name="connsiteY1" fmla="*/ 0 h 152400"/>
                <a:gd name="connsiteX2" fmla="*/ 165735 w 161925"/>
                <a:gd name="connsiteY2" fmla="*/ 0 h 152400"/>
                <a:gd name="connsiteX3" fmla="*/ 157925 w 161925"/>
                <a:gd name="connsiteY3" fmla="*/ 37052 h 152400"/>
                <a:gd name="connsiteX4" fmla="*/ 82391 w 161925"/>
                <a:gd name="connsiteY4" fmla="*/ 37052 h 152400"/>
                <a:gd name="connsiteX5" fmla="*/ 77724 w 161925"/>
                <a:gd name="connsiteY5" fmla="*/ 58865 h 152400"/>
                <a:gd name="connsiteX6" fmla="*/ 150019 w 161925"/>
                <a:gd name="connsiteY6" fmla="*/ 58865 h 152400"/>
                <a:gd name="connsiteX7" fmla="*/ 142113 w 161925"/>
                <a:gd name="connsiteY7" fmla="*/ 95917 h 152400"/>
                <a:gd name="connsiteX8" fmla="*/ 69914 w 161925"/>
                <a:gd name="connsiteY8" fmla="*/ 95917 h 152400"/>
                <a:gd name="connsiteX9" fmla="*/ 65437 w 161925"/>
                <a:gd name="connsiteY9" fmla="*/ 116777 h 152400"/>
                <a:gd name="connsiteX10" fmla="*/ 142494 w 161925"/>
                <a:gd name="connsiteY10" fmla="*/ 116777 h 152400"/>
                <a:gd name="connsiteX11" fmla="*/ 134684 w 161925"/>
                <a:gd name="connsiteY11" fmla="*/ 153924 h 152400"/>
                <a:gd name="connsiteX12" fmla="*/ 0 w 161925"/>
                <a:gd name="connsiteY12" fmla="*/ 15392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152400">
                  <a:moveTo>
                    <a:pt x="32671" y="0"/>
                  </a:moveTo>
                  <a:lnTo>
                    <a:pt x="32671" y="0"/>
                  </a:lnTo>
                  <a:lnTo>
                    <a:pt x="165735" y="0"/>
                  </a:lnTo>
                  <a:lnTo>
                    <a:pt x="157925" y="37052"/>
                  </a:lnTo>
                  <a:lnTo>
                    <a:pt x="82391" y="37052"/>
                  </a:lnTo>
                  <a:lnTo>
                    <a:pt x="77724" y="58865"/>
                  </a:lnTo>
                  <a:lnTo>
                    <a:pt x="150019" y="58865"/>
                  </a:lnTo>
                  <a:lnTo>
                    <a:pt x="142113" y="95917"/>
                  </a:lnTo>
                  <a:lnTo>
                    <a:pt x="69914" y="95917"/>
                  </a:lnTo>
                  <a:lnTo>
                    <a:pt x="65437" y="116777"/>
                  </a:lnTo>
                  <a:lnTo>
                    <a:pt x="142494" y="116777"/>
                  </a:lnTo>
                  <a:lnTo>
                    <a:pt x="134684" y="153924"/>
                  </a:lnTo>
                  <a:lnTo>
                    <a:pt x="0" y="153924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0" name="Freeform 26">
              <a:extLst>
                <a:ext uri="{FF2B5EF4-FFF2-40B4-BE49-F238E27FC236}">
                  <a16:creationId xmlns:a16="http://schemas.microsoft.com/office/drawing/2014/main" id="{D861A907-D9EE-A4C6-E0E2-268047FBDB9D}"/>
                </a:ext>
              </a:extLst>
            </p:cNvPr>
            <p:cNvSpPr/>
            <p:nvPr/>
          </p:nvSpPr>
          <p:spPr>
            <a:xfrm>
              <a:off x="6112478" y="3353657"/>
              <a:ext cx="180975" cy="152400"/>
            </a:xfrm>
            <a:custGeom>
              <a:avLst/>
              <a:gdLst>
                <a:gd name="connsiteX0" fmla="*/ 67151 w 180975"/>
                <a:gd name="connsiteY0" fmla="*/ 115633 h 152400"/>
                <a:gd name="connsiteX1" fmla="*/ 67151 w 180975"/>
                <a:gd name="connsiteY1" fmla="*/ 115633 h 152400"/>
                <a:gd name="connsiteX2" fmla="*/ 81820 w 180975"/>
                <a:gd name="connsiteY2" fmla="*/ 115633 h 152400"/>
                <a:gd name="connsiteX3" fmla="*/ 116395 w 180975"/>
                <a:gd name="connsiteY3" fmla="*/ 75724 h 152400"/>
                <a:gd name="connsiteX4" fmla="*/ 98584 w 180975"/>
                <a:gd name="connsiteY4" fmla="*/ 35719 h 152400"/>
                <a:gd name="connsiteX5" fmla="*/ 83915 w 180975"/>
                <a:gd name="connsiteY5" fmla="*/ 35719 h 152400"/>
                <a:gd name="connsiteX6" fmla="*/ 67151 w 180975"/>
                <a:gd name="connsiteY6" fmla="*/ 115633 h 152400"/>
                <a:gd name="connsiteX7" fmla="*/ 32576 w 180975"/>
                <a:gd name="connsiteY7" fmla="*/ 0 h 152400"/>
                <a:gd name="connsiteX8" fmla="*/ 32576 w 180975"/>
                <a:gd name="connsiteY8" fmla="*/ 0 h 152400"/>
                <a:gd name="connsiteX9" fmla="*/ 119063 w 180975"/>
                <a:gd name="connsiteY9" fmla="*/ 0 h 152400"/>
                <a:gd name="connsiteX10" fmla="*/ 177832 w 180975"/>
                <a:gd name="connsiteY10" fmla="*/ 77343 h 152400"/>
                <a:gd name="connsiteX11" fmla="*/ 84011 w 180975"/>
                <a:gd name="connsiteY11" fmla="*/ 153924 h 152400"/>
                <a:gd name="connsiteX12" fmla="*/ 0 w 180975"/>
                <a:gd name="connsiteY12" fmla="*/ 153924 h 152400"/>
                <a:gd name="connsiteX13" fmla="*/ 32576 w 180975"/>
                <a:gd name="connsiteY13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975" h="152400">
                  <a:moveTo>
                    <a:pt x="67151" y="115633"/>
                  </a:moveTo>
                  <a:lnTo>
                    <a:pt x="67151" y="115633"/>
                  </a:lnTo>
                  <a:lnTo>
                    <a:pt x="81820" y="115633"/>
                  </a:lnTo>
                  <a:cubicBezTo>
                    <a:pt x="103251" y="115633"/>
                    <a:pt x="111062" y="101441"/>
                    <a:pt x="116395" y="75724"/>
                  </a:cubicBezTo>
                  <a:cubicBezTo>
                    <a:pt x="122111" y="49340"/>
                    <a:pt x="119729" y="35719"/>
                    <a:pt x="98584" y="35719"/>
                  </a:cubicBezTo>
                  <a:lnTo>
                    <a:pt x="83915" y="35719"/>
                  </a:lnTo>
                  <a:lnTo>
                    <a:pt x="67151" y="115633"/>
                  </a:lnTo>
                  <a:close/>
                  <a:moveTo>
                    <a:pt x="32576" y="0"/>
                  </a:moveTo>
                  <a:lnTo>
                    <a:pt x="32576" y="0"/>
                  </a:lnTo>
                  <a:lnTo>
                    <a:pt x="119063" y="0"/>
                  </a:lnTo>
                  <a:cubicBezTo>
                    <a:pt x="163163" y="0"/>
                    <a:pt x="190976" y="14859"/>
                    <a:pt x="177832" y="77343"/>
                  </a:cubicBezTo>
                  <a:cubicBezTo>
                    <a:pt x="165354" y="135541"/>
                    <a:pt x="128111" y="153924"/>
                    <a:pt x="84011" y="153924"/>
                  </a:cubicBezTo>
                  <a:lnTo>
                    <a:pt x="0" y="153924"/>
                  </a:lnTo>
                  <a:lnTo>
                    <a:pt x="32576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1" name="Freeform 27">
              <a:extLst>
                <a:ext uri="{FF2B5EF4-FFF2-40B4-BE49-F238E27FC236}">
                  <a16:creationId xmlns:a16="http://schemas.microsoft.com/office/drawing/2014/main" id="{13809077-FF08-BA9F-7798-FE3884A35857}"/>
                </a:ext>
              </a:extLst>
            </p:cNvPr>
            <p:cNvSpPr/>
            <p:nvPr/>
          </p:nvSpPr>
          <p:spPr>
            <a:xfrm>
              <a:off x="6274498" y="3353657"/>
              <a:ext cx="180975" cy="152400"/>
            </a:xfrm>
            <a:custGeom>
              <a:avLst/>
              <a:gdLst>
                <a:gd name="connsiteX0" fmla="*/ 91154 w 180975"/>
                <a:gd name="connsiteY0" fmla="*/ 83534 h 152400"/>
                <a:gd name="connsiteX1" fmla="*/ 91154 w 180975"/>
                <a:gd name="connsiteY1" fmla="*/ 83534 h 152400"/>
                <a:gd name="connsiteX2" fmla="*/ 125254 w 180975"/>
                <a:gd name="connsiteY2" fmla="*/ 83534 h 152400"/>
                <a:gd name="connsiteX3" fmla="*/ 119253 w 180975"/>
                <a:gd name="connsiteY3" fmla="*/ 33052 h 152400"/>
                <a:gd name="connsiteX4" fmla="*/ 118777 w 180975"/>
                <a:gd name="connsiteY4" fmla="*/ 33052 h 152400"/>
                <a:gd name="connsiteX5" fmla="*/ 91154 w 180975"/>
                <a:gd name="connsiteY5" fmla="*/ 83534 h 152400"/>
                <a:gd name="connsiteX6" fmla="*/ 86487 w 180975"/>
                <a:gd name="connsiteY6" fmla="*/ 0 h 152400"/>
                <a:gd name="connsiteX7" fmla="*/ 86487 w 180975"/>
                <a:gd name="connsiteY7" fmla="*/ 0 h 152400"/>
                <a:gd name="connsiteX8" fmla="*/ 167735 w 180975"/>
                <a:gd name="connsiteY8" fmla="*/ 0 h 152400"/>
                <a:gd name="connsiteX9" fmla="*/ 189833 w 180975"/>
                <a:gd name="connsiteY9" fmla="*/ 153924 h 152400"/>
                <a:gd name="connsiteX10" fmla="*/ 127921 w 180975"/>
                <a:gd name="connsiteY10" fmla="*/ 153924 h 152400"/>
                <a:gd name="connsiteX11" fmla="*/ 124968 w 180975"/>
                <a:gd name="connsiteY11" fmla="*/ 120587 h 152400"/>
                <a:gd name="connsiteX12" fmla="*/ 75248 w 180975"/>
                <a:gd name="connsiteY12" fmla="*/ 120587 h 152400"/>
                <a:gd name="connsiteX13" fmla="*/ 58769 w 180975"/>
                <a:gd name="connsiteY13" fmla="*/ 153924 h 152400"/>
                <a:gd name="connsiteX14" fmla="*/ 0 w 180975"/>
                <a:gd name="connsiteY14" fmla="*/ 153924 h 152400"/>
                <a:gd name="connsiteX15" fmla="*/ 86487 w 180975"/>
                <a:gd name="connsiteY15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75" h="152400">
                  <a:moveTo>
                    <a:pt x="91154" y="83534"/>
                  </a:moveTo>
                  <a:lnTo>
                    <a:pt x="91154" y="83534"/>
                  </a:lnTo>
                  <a:lnTo>
                    <a:pt x="125254" y="83534"/>
                  </a:lnTo>
                  <a:lnTo>
                    <a:pt x="119253" y="33052"/>
                  </a:lnTo>
                  <a:lnTo>
                    <a:pt x="118777" y="33052"/>
                  </a:lnTo>
                  <a:lnTo>
                    <a:pt x="91154" y="83534"/>
                  </a:lnTo>
                  <a:close/>
                  <a:moveTo>
                    <a:pt x="86487" y="0"/>
                  </a:moveTo>
                  <a:lnTo>
                    <a:pt x="86487" y="0"/>
                  </a:lnTo>
                  <a:lnTo>
                    <a:pt x="167735" y="0"/>
                  </a:lnTo>
                  <a:lnTo>
                    <a:pt x="189833" y="153924"/>
                  </a:lnTo>
                  <a:lnTo>
                    <a:pt x="127921" y="153924"/>
                  </a:lnTo>
                  <a:lnTo>
                    <a:pt x="124968" y="120587"/>
                  </a:lnTo>
                  <a:lnTo>
                    <a:pt x="75248" y="120587"/>
                  </a:lnTo>
                  <a:lnTo>
                    <a:pt x="58769" y="153924"/>
                  </a:lnTo>
                  <a:lnTo>
                    <a:pt x="0" y="153924"/>
                  </a:lnTo>
                  <a:lnTo>
                    <a:pt x="86487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2" name="Freeform 28">
              <a:extLst>
                <a:ext uri="{FF2B5EF4-FFF2-40B4-BE49-F238E27FC236}">
                  <a16:creationId xmlns:a16="http://schemas.microsoft.com/office/drawing/2014/main" id="{0DDA109D-7CCA-7C83-4811-786547131BA7}"/>
                </a:ext>
              </a:extLst>
            </p:cNvPr>
            <p:cNvSpPr/>
            <p:nvPr/>
          </p:nvSpPr>
          <p:spPr>
            <a:xfrm>
              <a:off x="6476453" y="3350990"/>
              <a:ext cx="161925" cy="152400"/>
            </a:xfrm>
            <a:custGeom>
              <a:avLst/>
              <a:gdLst>
                <a:gd name="connsiteX0" fmla="*/ 142184 w 161925"/>
                <a:gd name="connsiteY0" fmla="*/ 150781 h 152400"/>
                <a:gd name="connsiteX1" fmla="*/ 142184 w 161925"/>
                <a:gd name="connsiteY1" fmla="*/ 150781 h 152400"/>
                <a:gd name="connsiteX2" fmla="*/ 76747 w 161925"/>
                <a:gd name="connsiteY2" fmla="*/ 159258 h 152400"/>
                <a:gd name="connsiteX3" fmla="*/ 2261 w 161925"/>
                <a:gd name="connsiteY3" fmla="*/ 77343 h 152400"/>
                <a:gd name="connsiteX4" fmla="*/ 110561 w 161925"/>
                <a:gd name="connsiteY4" fmla="*/ 0 h 152400"/>
                <a:gd name="connsiteX5" fmla="*/ 166853 w 161925"/>
                <a:gd name="connsiteY5" fmla="*/ 5715 h 152400"/>
                <a:gd name="connsiteX6" fmla="*/ 157995 w 161925"/>
                <a:gd name="connsiteY6" fmla="*/ 47244 h 152400"/>
                <a:gd name="connsiteX7" fmla="*/ 119419 w 161925"/>
                <a:gd name="connsiteY7" fmla="*/ 38386 h 152400"/>
                <a:gd name="connsiteX8" fmla="*/ 61697 w 161925"/>
                <a:gd name="connsiteY8" fmla="*/ 81058 h 152400"/>
                <a:gd name="connsiteX9" fmla="*/ 85510 w 161925"/>
                <a:gd name="connsiteY9" fmla="*/ 120777 h 152400"/>
                <a:gd name="connsiteX10" fmla="*/ 98273 w 161925"/>
                <a:gd name="connsiteY10" fmla="*/ 119444 h 152400"/>
                <a:gd name="connsiteX11" fmla="*/ 106941 w 161925"/>
                <a:gd name="connsiteY11" fmla="*/ 78391 h 152400"/>
                <a:gd name="connsiteX12" fmla="*/ 157519 w 161925"/>
                <a:gd name="connsiteY12" fmla="*/ 78391 h 152400"/>
                <a:gd name="connsiteX13" fmla="*/ 142184 w 161925"/>
                <a:gd name="connsiteY13" fmla="*/ 1507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152400">
                  <a:moveTo>
                    <a:pt x="142184" y="150781"/>
                  </a:moveTo>
                  <a:lnTo>
                    <a:pt x="142184" y="150781"/>
                  </a:lnTo>
                  <a:cubicBezTo>
                    <a:pt x="120752" y="156782"/>
                    <a:pt x="101036" y="159258"/>
                    <a:pt x="76747" y="159258"/>
                  </a:cubicBezTo>
                  <a:cubicBezTo>
                    <a:pt x="25693" y="159258"/>
                    <a:pt x="-9455" y="132207"/>
                    <a:pt x="2261" y="77343"/>
                  </a:cubicBezTo>
                  <a:cubicBezTo>
                    <a:pt x="13024" y="25622"/>
                    <a:pt x="61316" y="0"/>
                    <a:pt x="110561" y="0"/>
                  </a:cubicBezTo>
                  <a:cubicBezTo>
                    <a:pt x="139326" y="0"/>
                    <a:pt x="152851" y="2191"/>
                    <a:pt x="166853" y="5715"/>
                  </a:cubicBezTo>
                  <a:lnTo>
                    <a:pt x="157995" y="47244"/>
                  </a:lnTo>
                  <a:cubicBezTo>
                    <a:pt x="150661" y="42386"/>
                    <a:pt x="135897" y="38386"/>
                    <a:pt x="119419" y="38386"/>
                  </a:cubicBezTo>
                  <a:cubicBezTo>
                    <a:pt x="90177" y="38386"/>
                    <a:pt x="67698" y="53054"/>
                    <a:pt x="61697" y="81058"/>
                  </a:cubicBezTo>
                  <a:cubicBezTo>
                    <a:pt x="57220" y="102203"/>
                    <a:pt x="61888" y="120777"/>
                    <a:pt x="85510" y="120777"/>
                  </a:cubicBezTo>
                  <a:cubicBezTo>
                    <a:pt x="89605" y="120777"/>
                    <a:pt x="94463" y="120777"/>
                    <a:pt x="98273" y="119444"/>
                  </a:cubicBezTo>
                  <a:lnTo>
                    <a:pt x="106941" y="78391"/>
                  </a:lnTo>
                  <a:lnTo>
                    <a:pt x="157519" y="78391"/>
                  </a:lnTo>
                  <a:lnTo>
                    <a:pt x="142184" y="15078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3" name="Freeform 29">
              <a:extLst>
                <a:ext uri="{FF2B5EF4-FFF2-40B4-BE49-F238E27FC236}">
                  <a16:creationId xmlns:a16="http://schemas.microsoft.com/office/drawing/2014/main" id="{169B1ADD-4369-AA34-5009-CD8853739666}"/>
                </a:ext>
              </a:extLst>
            </p:cNvPr>
            <p:cNvSpPr/>
            <p:nvPr/>
          </p:nvSpPr>
          <p:spPr>
            <a:xfrm>
              <a:off x="5648991" y="3412046"/>
              <a:ext cx="200025" cy="28575"/>
            </a:xfrm>
            <a:custGeom>
              <a:avLst/>
              <a:gdLst>
                <a:gd name="connsiteX0" fmla="*/ 7811 w 200025"/>
                <a:gd name="connsiteY0" fmla="*/ 0 h 28575"/>
                <a:gd name="connsiteX1" fmla="*/ 7811 w 200025"/>
                <a:gd name="connsiteY1" fmla="*/ 0 h 28575"/>
                <a:gd name="connsiteX2" fmla="*/ 202978 w 200025"/>
                <a:gd name="connsiteY2" fmla="*/ 0 h 28575"/>
                <a:gd name="connsiteX3" fmla="*/ 195167 w 200025"/>
                <a:gd name="connsiteY3" fmla="*/ 37052 h 28575"/>
                <a:gd name="connsiteX4" fmla="*/ 0 w 200025"/>
                <a:gd name="connsiteY4" fmla="*/ 3705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8575">
                  <a:moveTo>
                    <a:pt x="7811" y="0"/>
                  </a:moveTo>
                  <a:lnTo>
                    <a:pt x="7811" y="0"/>
                  </a:lnTo>
                  <a:lnTo>
                    <a:pt x="202978" y="0"/>
                  </a:lnTo>
                  <a:lnTo>
                    <a:pt x="195167" y="37052"/>
                  </a:lnTo>
                  <a:lnTo>
                    <a:pt x="0" y="3705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4" name="Freeform 30">
              <a:extLst>
                <a:ext uri="{FF2B5EF4-FFF2-40B4-BE49-F238E27FC236}">
                  <a16:creationId xmlns:a16="http://schemas.microsoft.com/office/drawing/2014/main" id="{2DC3A3DA-7C07-BF32-8320-ED93F01A091B}"/>
                </a:ext>
              </a:extLst>
            </p:cNvPr>
            <p:cNvSpPr/>
            <p:nvPr/>
          </p:nvSpPr>
          <p:spPr>
            <a:xfrm>
              <a:off x="5673661" y="3295650"/>
              <a:ext cx="200025" cy="28575"/>
            </a:xfrm>
            <a:custGeom>
              <a:avLst/>
              <a:gdLst>
                <a:gd name="connsiteX0" fmla="*/ 7810 w 200025"/>
                <a:gd name="connsiteY0" fmla="*/ 0 h 28575"/>
                <a:gd name="connsiteX1" fmla="*/ 0 w 200025"/>
                <a:gd name="connsiteY1" fmla="*/ 36862 h 28575"/>
                <a:gd name="connsiteX2" fmla="*/ 194977 w 200025"/>
                <a:gd name="connsiteY2" fmla="*/ 36862 h 28575"/>
                <a:gd name="connsiteX3" fmla="*/ 202978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7810" y="0"/>
                  </a:moveTo>
                  <a:lnTo>
                    <a:pt x="0" y="36862"/>
                  </a:lnTo>
                  <a:lnTo>
                    <a:pt x="194977" y="36862"/>
                  </a:lnTo>
                  <a:lnTo>
                    <a:pt x="202978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5" name="Freeform 31">
              <a:extLst>
                <a:ext uri="{FF2B5EF4-FFF2-40B4-BE49-F238E27FC236}">
                  <a16:creationId xmlns:a16="http://schemas.microsoft.com/office/drawing/2014/main" id="{611DEEAE-790C-6D49-FA0F-3531E9F26B62}"/>
                </a:ext>
              </a:extLst>
            </p:cNvPr>
            <p:cNvSpPr/>
            <p:nvPr/>
          </p:nvSpPr>
          <p:spPr>
            <a:xfrm>
              <a:off x="5624322" y="3528441"/>
              <a:ext cx="200025" cy="28575"/>
            </a:xfrm>
            <a:custGeom>
              <a:avLst/>
              <a:gdLst>
                <a:gd name="connsiteX0" fmla="*/ 8001 w 200025"/>
                <a:gd name="connsiteY0" fmla="*/ 0 h 28575"/>
                <a:gd name="connsiteX1" fmla="*/ 0 w 200025"/>
                <a:gd name="connsiteY1" fmla="*/ 37243 h 28575"/>
                <a:gd name="connsiteX2" fmla="*/ 195263 w 200025"/>
                <a:gd name="connsiteY2" fmla="*/ 37243 h 28575"/>
                <a:gd name="connsiteX3" fmla="*/ 203073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8001" y="0"/>
                  </a:moveTo>
                  <a:lnTo>
                    <a:pt x="0" y="37243"/>
                  </a:lnTo>
                  <a:lnTo>
                    <a:pt x="195263" y="37243"/>
                  </a:lnTo>
                  <a:lnTo>
                    <a:pt x="203073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36" name="Freeform 32">
              <a:extLst>
                <a:ext uri="{FF2B5EF4-FFF2-40B4-BE49-F238E27FC236}">
                  <a16:creationId xmlns:a16="http://schemas.microsoft.com/office/drawing/2014/main" id="{C4227EFD-E711-3A9D-E7FF-27E0148D90FA}"/>
                </a:ext>
              </a:extLst>
            </p:cNvPr>
            <p:cNvSpPr/>
            <p:nvPr/>
          </p:nvSpPr>
          <p:spPr>
            <a:xfrm>
              <a:off x="5548312" y="3354229"/>
              <a:ext cx="371475" cy="152400"/>
            </a:xfrm>
            <a:custGeom>
              <a:avLst/>
              <a:gdLst>
                <a:gd name="connsiteX0" fmla="*/ 344424 w 371475"/>
                <a:gd name="connsiteY0" fmla="*/ 153924 h 152400"/>
                <a:gd name="connsiteX1" fmla="*/ 344424 w 371475"/>
                <a:gd name="connsiteY1" fmla="*/ 153924 h 152400"/>
                <a:gd name="connsiteX2" fmla="*/ 0 w 371475"/>
                <a:gd name="connsiteY2" fmla="*/ 154115 h 152400"/>
                <a:gd name="connsiteX3" fmla="*/ 344424 w 371475"/>
                <a:gd name="connsiteY3" fmla="*/ 153924 h 152400"/>
                <a:gd name="connsiteX4" fmla="*/ 377190 w 371475"/>
                <a:gd name="connsiteY4" fmla="*/ 0 h 152400"/>
                <a:gd name="connsiteX5" fmla="*/ 32576 w 371475"/>
                <a:gd name="connsiteY5" fmla="*/ 0 h 152400"/>
                <a:gd name="connsiteX6" fmla="*/ 24575 w 371475"/>
                <a:gd name="connsiteY6" fmla="*/ 37148 h 152400"/>
                <a:gd name="connsiteX7" fmla="*/ 331946 w 371475"/>
                <a:gd name="connsiteY7" fmla="*/ 36957 h 152400"/>
                <a:gd name="connsiteX8" fmla="*/ 314992 w 371475"/>
                <a:gd name="connsiteY8" fmla="*/ 116872 h 152400"/>
                <a:gd name="connsiteX9" fmla="*/ 8192 w 371475"/>
                <a:gd name="connsiteY9" fmla="*/ 117062 h 152400"/>
                <a:gd name="connsiteX10" fmla="*/ 0 w 371475"/>
                <a:gd name="connsiteY10" fmla="*/ 154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475" h="152400">
                  <a:moveTo>
                    <a:pt x="344424" y="153924"/>
                  </a:moveTo>
                  <a:lnTo>
                    <a:pt x="344424" y="153924"/>
                  </a:lnTo>
                  <a:cubicBezTo>
                    <a:pt x="344424" y="153924"/>
                    <a:pt x="476" y="154115"/>
                    <a:pt x="0" y="154115"/>
                  </a:cubicBezTo>
                  <a:lnTo>
                    <a:pt x="344424" y="153924"/>
                  </a:lnTo>
                  <a:lnTo>
                    <a:pt x="377190" y="0"/>
                  </a:lnTo>
                  <a:cubicBezTo>
                    <a:pt x="377190" y="190"/>
                    <a:pt x="32576" y="0"/>
                    <a:pt x="32576" y="0"/>
                  </a:cubicBezTo>
                  <a:lnTo>
                    <a:pt x="24575" y="37148"/>
                  </a:lnTo>
                  <a:lnTo>
                    <a:pt x="331946" y="36957"/>
                  </a:lnTo>
                  <a:lnTo>
                    <a:pt x="314992" y="116872"/>
                  </a:lnTo>
                  <a:lnTo>
                    <a:pt x="8192" y="117062"/>
                  </a:lnTo>
                  <a:lnTo>
                    <a:pt x="0" y="154019"/>
                  </a:ln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sp>
        <p:nvSpPr>
          <p:cNvPr id="5" name="Subtitle 2">
            <a:extLst>
              <a:ext uri="{FF2B5EF4-FFF2-40B4-BE49-F238E27FC236}">
                <a16:creationId xmlns:a16="http://schemas.microsoft.com/office/drawing/2014/main" id="{0FEED951-38EE-AB8F-14D9-0EF6220A3CC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58800" y="3408841"/>
            <a:ext cx="10874388" cy="360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1pPr>
            <a:lvl2pPr marL="0" indent="0" algn="l">
              <a:lnSpc>
                <a:spcPct val="85000"/>
              </a:lnSpc>
              <a:spcBef>
                <a:spcPts val="1000"/>
              </a:spcBef>
              <a:buNone/>
              <a:defRPr sz="1400" b="1" cap="all" baseline="0">
                <a:solidFill>
                  <a:schemeClr val="tx1"/>
                </a:solidFill>
              </a:defRPr>
            </a:lvl2pPr>
            <a:lvl3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3pPr>
            <a:lvl4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4pPr>
            <a:lvl5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5pPr>
            <a:lvl6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6pPr>
            <a:lvl7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7pPr>
            <a:lvl8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8pPr>
            <a:lvl9pPr marL="0" indent="0" algn="l">
              <a:lnSpc>
                <a:spcPct val="85000"/>
              </a:lnSpc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6" name="Textplatzhalter 9">
            <a:extLst>
              <a:ext uri="{FF2B5EF4-FFF2-40B4-BE49-F238E27FC236}">
                <a16:creationId xmlns:a16="http://schemas.microsoft.com/office/drawing/2014/main" id="{E526FA65-5B8A-24CA-DF10-EC0FDCB25A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12" y="549275"/>
            <a:ext cx="28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="1" baseline="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Date | Location | Event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C6BAA26-3B19-D816-292E-78FB5D2C4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Box 28">
            <a:extLst>
              <a:ext uri="{FF2B5EF4-FFF2-40B4-BE49-F238E27FC236}">
                <a16:creationId xmlns:a16="http://schemas.microsoft.com/office/drawing/2014/main" id="{E7EA48AC-3E10-3390-EE6F-A94072E972C1}"/>
              </a:ext>
            </a:extLst>
          </p:cNvPr>
          <p:cNvSpPr txBox="1"/>
          <p:nvPr userDrawn="1"/>
        </p:nvSpPr>
        <p:spPr bwMode="gray">
          <a:xfrm>
            <a:off x="658813" y="6012423"/>
            <a:ext cx="3263113" cy="3568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 GLOBAL </a:t>
            </a:r>
            <a:r>
              <a:rPr lang="en-US" sz="1200" b="1" kern="1200" cap="all" spc="20" baseline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ENGINEERING</a:t>
            </a:r>
            <a:r>
              <a:rPr lang="en-US" sz="1200" b="1" kern="1200" cap="all" spc="2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​</a:t>
            </a:r>
          </a:p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</a:t>
            </a:r>
            <a:r>
              <a:rPr lang="en-US" sz="1200" b="1" kern="1200" cap="all" spc="20" baseline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TECHNOLOGY</a:t>
            </a:r>
            <a:r>
              <a:rPr lang="en-US" sz="1200" b="1" kern="1200" cap="all" spc="2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EXPERTS​</a:t>
            </a:r>
            <a:endParaRPr sz="1200" b="1" kern="1200" cap="all" spc="20" baseline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59279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13" userDrawn="1">
          <p15:clr>
            <a:srgbClr val="FBAE40"/>
          </p15:clr>
        </p15:guide>
      </p15:sldGuideLst>
    </p:ext>
  </p:extLst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ustomer presentation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3CB26E22-6CC9-6E39-95BC-6E7188815F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8532E051-F042-7AD8-6375-4FF39A5AC390}"/>
              </a:ext>
            </a:extLst>
          </p:cNvPr>
          <p:cNvSpPr/>
          <p:nvPr userDrawn="1"/>
        </p:nvSpPr>
        <p:spPr bwMode="gray">
          <a:xfrm>
            <a:off x="0" y="1"/>
            <a:ext cx="12202162" cy="6858000"/>
          </a:xfrm>
          <a:prstGeom prst="rect">
            <a:avLst/>
          </a:prstGeom>
          <a:gradFill flip="none" rotWithShape="1">
            <a:gsLst>
              <a:gs pos="0">
                <a:srgbClr val="4E5E69">
                  <a:lumMod val="54000"/>
                </a:srgbClr>
              </a:gs>
              <a:gs pos="49000">
                <a:schemeClr val="tx1">
                  <a:shade val="67500"/>
                  <a:satMod val="115000"/>
                  <a:alpha val="56000"/>
                </a:schemeClr>
              </a:gs>
              <a:gs pos="100000">
                <a:schemeClr val="tx1">
                  <a:shade val="100000"/>
                  <a:satMod val="115000"/>
                  <a:alpha val="64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marL="0" indent="0" algn="ctr">
              <a:lnSpc>
                <a:spcPts val="1500"/>
              </a:lnSpc>
              <a:spcAft>
                <a:spcPts val="600"/>
              </a:spcAft>
            </a:pPr>
            <a:endParaRPr lang="de-DE" sz="1200">
              <a:solidFill>
                <a:schemeClr val="tx1"/>
              </a:solidFill>
            </a:endParaRP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AD7E509B-B20B-BAD1-CE09-613C8FD26A04}"/>
              </a:ext>
            </a:extLst>
          </p:cNvPr>
          <p:cNvCxnSpPr>
            <a:cxnSpLocks/>
          </p:cNvCxnSpPr>
          <p:nvPr userDrawn="1"/>
        </p:nvCxnSpPr>
        <p:spPr bwMode="gray">
          <a:xfrm rot="720000">
            <a:off x="6096000" y="2614071"/>
            <a:ext cx="0" cy="1629858"/>
          </a:xfrm>
          <a:prstGeom prst="line">
            <a:avLst/>
          </a:prstGeom>
          <a:ln w="28575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aphic 6">
            <a:extLst>
              <a:ext uri="{FF2B5EF4-FFF2-40B4-BE49-F238E27FC236}">
                <a16:creationId xmlns:a16="http://schemas.microsoft.com/office/drawing/2014/main" id="{0DA03A7A-BB68-4906-C25F-22F7EBA19044}"/>
              </a:ext>
            </a:extLst>
          </p:cNvPr>
          <p:cNvGrpSpPr/>
          <p:nvPr userDrawn="1"/>
        </p:nvGrpSpPr>
        <p:grpSpPr>
          <a:xfrm>
            <a:off x="7004961" y="3006888"/>
            <a:ext cx="3750568" cy="913182"/>
            <a:chOff x="5548312" y="3295650"/>
            <a:chExt cx="1095375" cy="266700"/>
          </a:xfrm>
        </p:grpSpPr>
        <p:sp>
          <p:nvSpPr>
            <p:cNvPr id="10" name="Freeform 25">
              <a:extLst>
                <a:ext uri="{FF2B5EF4-FFF2-40B4-BE49-F238E27FC236}">
                  <a16:creationId xmlns:a16="http://schemas.microsoft.com/office/drawing/2014/main" id="{A9CF9D7E-8F1C-919D-D405-62182C657E44}"/>
                </a:ext>
              </a:extLst>
            </p:cNvPr>
            <p:cNvSpPr/>
            <p:nvPr/>
          </p:nvSpPr>
          <p:spPr>
            <a:xfrm>
              <a:off x="5949981" y="3353657"/>
              <a:ext cx="161925" cy="152400"/>
            </a:xfrm>
            <a:custGeom>
              <a:avLst/>
              <a:gdLst>
                <a:gd name="connsiteX0" fmla="*/ 32671 w 161925"/>
                <a:gd name="connsiteY0" fmla="*/ 0 h 152400"/>
                <a:gd name="connsiteX1" fmla="*/ 32671 w 161925"/>
                <a:gd name="connsiteY1" fmla="*/ 0 h 152400"/>
                <a:gd name="connsiteX2" fmla="*/ 165735 w 161925"/>
                <a:gd name="connsiteY2" fmla="*/ 0 h 152400"/>
                <a:gd name="connsiteX3" fmla="*/ 157925 w 161925"/>
                <a:gd name="connsiteY3" fmla="*/ 37052 h 152400"/>
                <a:gd name="connsiteX4" fmla="*/ 82391 w 161925"/>
                <a:gd name="connsiteY4" fmla="*/ 37052 h 152400"/>
                <a:gd name="connsiteX5" fmla="*/ 77724 w 161925"/>
                <a:gd name="connsiteY5" fmla="*/ 58865 h 152400"/>
                <a:gd name="connsiteX6" fmla="*/ 150019 w 161925"/>
                <a:gd name="connsiteY6" fmla="*/ 58865 h 152400"/>
                <a:gd name="connsiteX7" fmla="*/ 142113 w 161925"/>
                <a:gd name="connsiteY7" fmla="*/ 95917 h 152400"/>
                <a:gd name="connsiteX8" fmla="*/ 69914 w 161925"/>
                <a:gd name="connsiteY8" fmla="*/ 95917 h 152400"/>
                <a:gd name="connsiteX9" fmla="*/ 65437 w 161925"/>
                <a:gd name="connsiteY9" fmla="*/ 116777 h 152400"/>
                <a:gd name="connsiteX10" fmla="*/ 142494 w 161925"/>
                <a:gd name="connsiteY10" fmla="*/ 116777 h 152400"/>
                <a:gd name="connsiteX11" fmla="*/ 134684 w 161925"/>
                <a:gd name="connsiteY11" fmla="*/ 153924 h 152400"/>
                <a:gd name="connsiteX12" fmla="*/ 0 w 161925"/>
                <a:gd name="connsiteY12" fmla="*/ 15392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152400">
                  <a:moveTo>
                    <a:pt x="32671" y="0"/>
                  </a:moveTo>
                  <a:lnTo>
                    <a:pt x="32671" y="0"/>
                  </a:lnTo>
                  <a:lnTo>
                    <a:pt x="165735" y="0"/>
                  </a:lnTo>
                  <a:lnTo>
                    <a:pt x="157925" y="37052"/>
                  </a:lnTo>
                  <a:lnTo>
                    <a:pt x="82391" y="37052"/>
                  </a:lnTo>
                  <a:lnTo>
                    <a:pt x="77724" y="58865"/>
                  </a:lnTo>
                  <a:lnTo>
                    <a:pt x="150019" y="58865"/>
                  </a:lnTo>
                  <a:lnTo>
                    <a:pt x="142113" y="95917"/>
                  </a:lnTo>
                  <a:lnTo>
                    <a:pt x="69914" y="95917"/>
                  </a:lnTo>
                  <a:lnTo>
                    <a:pt x="65437" y="116777"/>
                  </a:lnTo>
                  <a:lnTo>
                    <a:pt x="142494" y="116777"/>
                  </a:lnTo>
                  <a:lnTo>
                    <a:pt x="134684" y="153924"/>
                  </a:lnTo>
                  <a:lnTo>
                    <a:pt x="0" y="153924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1" name="Freeform 26">
              <a:extLst>
                <a:ext uri="{FF2B5EF4-FFF2-40B4-BE49-F238E27FC236}">
                  <a16:creationId xmlns:a16="http://schemas.microsoft.com/office/drawing/2014/main" id="{D7ABAF45-9994-241F-75BC-4FBA75A84DDE}"/>
                </a:ext>
              </a:extLst>
            </p:cNvPr>
            <p:cNvSpPr/>
            <p:nvPr/>
          </p:nvSpPr>
          <p:spPr>
            <a:xfrm>
              <a:off x="6112478" y="3353657"/>
              <a:ext cx="180975" cy="152400"/>
            </a:xfrm>
            <a:custGeom>
              <a:avLst/>
              <a:gdLst>
                <a:gd name="connsiteX0" fmla="*/ 67151 w 180975"/>
                <a:gd name="connsiteY0" fmla="*/ 115633 h 152400"/>
                <a:gd name="connsiteX1" fmla="*/ 67151 w 180975"/>
                <a:gd name="connsiteY1" fmla="*/ 115633 h 152400"/>
                <a:gd name="connsiteX2" fmla="*/ 81820 w 180975"/>
                <a:gd name="connsiteY2" fmla="*/ 115633 h 152400"/>
                <a:gd name="connsiteX3" fmla="*/ 116395 w 180975"/>
                <a:gd name="connsiteY3" fmla="*/ 75724 h 152400"/>
                <a:gd name="connsiteX4" fmla="*/ 98584 w 180975"/>
                <a:gd name="connsiteY4" fmla="*/ 35719 h 152400"/>
                <a:gd name="connsiteX5" fmla="*/ 83915 w 180975"/>
                <a:gd name="connsiteY5" fmla="*/ 35719 h 152400"/>
                <a:gd name="connsiteX6" fmla="*/ 67151 w 180975"/>
                <a:gd name="connsiteY6" fmla="*/ 115633 h 152400"/>
                <a:gd name="connsiteX7" fmla="*/ 32576 w 180975"/>
                <a:gd name="connsiteY7" fmla="*/ 0 h 152400"/>
                <a:gd name="connsiteX8" fmla="*/ 32576 w 180975"/>
                <a:gd name="connsiteY8" fmla="*/ 0 h 152400"/>
                <a:gd name="connsiteX9" fmla="*/ 119063 w 180975"/>
                <a:gd name="connsiteY9" fmla="*/ 0 h 152400"/>
                <a:gd name="connsiteX10" fmla="*/ 177832 w 180975"/>
                <a:gd name="connsiteY10" fmla="*/ 77343 h 152400"/>
                <a:gd name="connsiteX11" fmla="*/ 84011 w 180975"/>
                <a:gd name="connsiteY11" fmla="*/ 153924 h 152400"/>
                <a:gd name="connsiteX12" fmla="*/ 0 w 180975"/>
                <a:gd name="connsiteY12" fmla="*/ 153924 h 152400"/>
                <a:gd name="connsiteX13" fmla="*/ 32576 w 180975"/>
                <a:gd name="connsiteY13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975" h="152400">
                  <a:moveTo>
                    <a:pt x="67151" y="115633"/>
                  </a:moveTo>
                  <a:lnTo>
                    <a:pt x="67151" y="115633"/>
                  </a:lnTo>
                  <a:lnTo>
                    <a:pt x="81820" y="115633"/>
                  </a:lnTo>
                  <a:cubicBezTo>
                    <a:pt x="103251" y="115633"/>
                    <a:pt x="111062" y="101441"/>
                    <a:pt x="116395" y="75724"/>
                  </a:cubicBezTo>
                  <a:cubicBezTo>
                    <a:pt x="122111" y="49340"/>
                    <a:pt x="119729" y="35719"/>
                    <a:pt x="98584" y="35719"/>
                  </a:cubicBezTo>
                  <a:lnTo>
                    <a:pt x="83915" y="35719"/>
                  </a:lnTo>
                  <a:lnTo>
                    <a:pt x="67151" y="115633"/>
                  </a:lnTo>
                  <a:close/>
                  <a:moveTo>
                    <a:pt x="32576" y="0"/>
                  </a:moveTo>
                  <a:lnTo>
                    <a:pt x="32576" y="0"/>
                  </a:lnTo>
                  <a:lnTo>
                    <a:pt x="119063" y="0"/>
                  </a:lnTo>
                  <a:cubicBezTo>
                    <a:pt x="163163" y="0"/>
                    <a:pt x="190976" y="14859"/>
                    <a:pt x="177832" y="77343"/>
                  </a:cubicBezTo>
                  <a:cubicBezTo>
                    <a:pt x="165354" y="135541"/>
                    <a:pt x="128111" y="153924"/>
                    <a:pt x="84011" y="153924"/>
                  </a:cubicBezTo>
                  <a:lnTo>
                    <a:pt x="0" y="153924"/>
                  </a:lnTo>
                  <a:lnTo>
                    <a:pt x="32576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4" name="Freeform 27">
              <a:extLst>
                <a:ext uri="{FF2B5EF4-FFF2-40B4-BE49-F238E27FC236}">
                  <a16:creationId xmlns:a16="http://schemas.microsoft.com/office/drawing/2014/main" id="{562636FD-A2AD-9FB0-7404-B6EF4800C93F}"/>
                </a:ext>
              </a:extLst>
            </p:cNvPr>
            <p:cNvSpPr/>
            <p:nvPr/>
          </p:nvSpPr>
          <p:spPr>
            <a:xfrm>
              <a:off x="6274498" y="3353657"/>
              <a:ext cx="180975" cy="152400"/>
            </a:xfrm>
            <a:custGeom>
              <a:avLst/>
              <a:gdLst>
                <a:gd name="connsiteX0" fmla="*/ 91154 w 180975"/>
                <a:gd name="connsiteY0" fmla="*/ 83534 h 152400"/>
                <a:gd name="connsiteX1" fmla="*/ 91154 w 180975"/>
                <a:gd name="connsiteY1" fmla="*/ 83534 h 152400"/>
                <a:gd name="connsiteX2" fmla="*/ 125254 w 180975"/>
                <a:gd name="connsiteY2" fmla="*/ 83534 h 152400"/>
                <a:gd name="connsiteX3" fmla="*/ 119253 w 180975"/>
                <a:gd name="connsiteY3" fmla="*/ 33052 h 152400"/>
                <a:gd name="connsiteX4" fmla="*/ 118777 w 180975"/>
                <a:gd name="connsiteY4" fmla="*/ 33052 h 152400"/>
                <a:gd name="connsiteX5" fmla="*/ 91154 w 180975"/>
                <a:gd name="connsiteY5" fmla="*/ 83534 h 152400"/>
                <a:gd name="connsiteX6" fmla="*/ 86487 w 180975"/>
                <a:gd name="connsiteY6" fmla="*/ 0 h 152400"/>
                <a:gd name="connsiteX7" fmla="*/ 86487 w 180975"/>
                <a:gd name="connsiteY7" fmla="*/ 0 h 152400"/>
                <a:gd name="connsiteX8" fmla="*/ 167735 w 180975"/>
                <a:gd name="connsiteY8" fmla="*/ 0 h 152400"/>
                <a:gd name="connsiteX9" fmla="*/ 189833 w 180975"/>
                <a:gd name="connsiteY9" fmla="*/ 153924 h 152400"/>
                <a:gd name="connsiteX10" fmla="*/ 127921 w 180975"/>
                <a:gd name="connsiteY10" fmla="*/ 153924 h 152400"/>
                <a:gd name="connsiteX11" fmla="*/ 124968 w 180975"/>
                <a:gd name="connsiteY11" fmla="*/ 120587 h 152400"/>
                <a:gd name="connsiteX12" fmla="*/ 75248 w 180975"/>
                <a:gd name="connsiteY12" fmla="*/ 120587 h 152400"/>
                <a:gd name="connsiteX13" fmla="*/ 58769 w 180975"/>
                <a:gd name="connsiteY13" fmla="*/ 153924 h 152400"/>
                <a:gd name="connsiteX14" fmla="*/ 0 w 180975"/>
                <a:gd name="connsiteY14" fmla="*/ 153924 h 152400"/>
                <a:gd name="connsiteX15" fmla="*/ 86487 w 180975"/>
                <a:gd name="connsiteY15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75" h="152400">
                  <a:moveTo>
                    <a:pt x="91154" y="83534"/>
                  </a:moveTo>
                  <a:lnTo>
                    <a:pt x="91154" y="83534"/>
                  </a:lnTo>
                  <a:lnTo>
                    <a:pt x="125254" y="83534"/>
                  </a:lnTo>
                  <a:lnTo>
                    <a:pt x="119253" y="33052"/>
                  </a:lnTo>
                  <a:lnTo>
                    <a:pt x="118777" y="33052"/>
                  </a:lnTo>
                  <a:lnTo>
                    <a:pt x="91154" y="83534"/>
                  </a:lnTo>
                  <a:close/>
                  <a:moveTo>
                    <a:pt x="86487" y="0"/>
                  </a:moveTo>
                  <a:lnTo>
                    <a:pt x="86487" y="0"/>
                  </a:lnTo>
                  <a:lnTo>
                    <a:pt x="167735" y="0"/>
                  </a:lnTo>
                  <a:lnTo>
                    <a:pt x="189833" y="153924"/>
                  </a:lnTo>
                  <a:lnTo>
                    <a:pt x="127921" y="153924"/>
                  </a:lnTo>
                  <a:lnTo>
                    <a:pt x="124968" y="120587"/>
                  </a:lnTo>
                  <a:lnTo>
                    <a:pt x="75248" y="120587"/>
                  </a:lnTo>
                  <a:lnTo>
                    <a:pt x="58769" y="153924"/>
                  </a:lnTo>
                  <a:lnTo>
                    <a:pt x="0" y="153924"/>
                  </a:lnTo>
                  <a:lnTo>
                    <a:pt x="86487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6" name="Freeform 28">
              <a:extLst>
                <a:ext uri="{FF2B5EF4-FFF2-40B4-BE49-F238E27FC236}">
                  <a16:creationId xmlns:a16="http://schemas.microsoft.com/office/drawing/2014/main" id="{361B6C2C-B1B4-CF52-2005-EA7ACAC6BFA8}"/>
                </a:ext>
              </a:extLst>
            </p:cNvPr>
            <p:cNvSpPr/>
            <p:nvPr/>
          </p:nvSpPr>
          <p:spPr>
            <a:xfrm>
              <a:off x="6476453" y="3350990"/>
              <a:ext cx="161925" cy="152400"/>
            </a:xfrm>
            <a:custGeom>
              <a:avLst/>
              <a:gdLst>
                <a:gd name="connsiteX0" fmla="*/ 142184 w 161925"/>
                <a:gd name="connsiteY0" fmla="*/ 150781 h 152400"/>
                <a:gd name="connsiteX1" fmla="*/ 142184 w 161925"/>
                <a:gd name="connsiteY1" fmla="*/ 150781 h 152400"/>
                <a:gd name="connsiteX2" fmla="*/ 76747 w 161925"/>
                <a:gd name="connsiteY2" fmla="*/ 159258 h 152400"/>
                <a:gd name="connsiteX3" fmla="*/ 2261 w 161925"/>
                <a:gd name="connsiteY3" fmla="*/ 77343 h 152400"/>
                <a:gd name="connsiteX4" fmla="*/ 110561 w 161925"/>
                <a:gd name="connsiteY4" fmla="*/ 0 h 152400"/>
                <a:gd name="connsiteX5" fmla="*/ 166853 w 161925"/>
                <a:gd name="connsiteY5" fmla="*/ 5715 h 152400"/>
                <a:gd name="connsiteX6" fmla="*/ 157995 w 161925"/>
                <a:gd name="connsiteY6" fmla="*/ 47244 h 152400"/>
                <a:gd name="connsiteX7" fmla="*/ 119419 w 161925"/>
                <a:gd name="connsiteY7" fmla="*/ 38386 h 152400"/>
                <a:gd name="connsiteX8" fmla="*/ 61697 w 161925"/>
                <a:gd name="connsiteY8" fmla="*/ 81058 h 152400"/>
                <a:gd name="connsiteX9" fmla="*/ 85510 w 161925"/>
                <a:gd name="connsiteY9" fmla="*/ 120777 h 152400"/>
                <a:gd name="connsiteX10" fmla="*/ 98273 w 161925"/>
                <a:gd name="connsiteY10" fmla="*/ 119444 h 152400"/>
                <a:gd name="connsiteX11" fmla="*/ 106941 w 161925"/>
                <a:gd name="connsiteY11" fmla="*/ 78391 h 152400"/>
                <a:gd name="connsiteX12" fmla="*/ 157519 w 161925"/>
                <a:gd name="connsiteY12" fmla="*/ 78391 h 152400"/>
                <a:gd name="connsiteX13" fmla="*/ 142184 w 161925"/>
                <a:gd name="connsiteY13" fmla="*/ 1507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152400">
                  <a:moveTo>
                    <a:pt x="142184" y="150781"/>
                  </a:moveTo>
                  <a:lnTo>
                    <a:pt x="142184" y="150781"/>
                  </a:lnTo>
                  <a:cubicBezTo>
                    <a:pt x="120752" y="156782"/>
                    <a:pt x="101036" y="159258"/>
                    <a:pt x="76747" y="159258"/>
                  </a:cubicBezTo>
                  <a:cubicBezTo>
                    <a:pt x="25693" y="159258"/>
                    <a:pt x="-9455" y="132207"/>
                    <a:pt x="2261" y="77343"/>
                  </a:cubicBezTo>
                  <a:cubicBezTo>
                    <a:pt x="13024" y="25622"/>
                    <a:pt x="61316" y="0"/>
                    <a:pt x="110561" y="0"/>
                  </a:cubicBezTo>
                  <a:cubicBezTo>
                    <a:pt x="139326" y="0"/>
                    <a:pt x="152851" y="2191"/>
                    <a:pt x="166853" y="5715"/>
                  </a:cubicBezTo>
                  <a:lnTo>
                    <a:pt x="157995" y="47244"/>
                  </a:lnTo>
                  <a:cubicBezTo>
                    <a:pt x="150661" y="42386"/>
                    <a:pt x="135897" y="38386"/>
                    <a:pt x="119419" y="38386"/>
                  </a:cubicBezTo>
                  <a:cubicBezTo>
                    <a:pt x="90177" y="38386"/>
                    <a:pt x="67698" y="53054"/>
                    <a:pt x="61697" y="81058"/>
                  </a:cubicBezTo>
                  <a:cubicBezTo>
                    <a:pt x="57220" y="102203"/>
                    <a:pt x="61888" y="120777"/>
                    <a:pt x="85510" y="120777"/>
                  </a:cubicBezTo>
                  <a:cubicBezTo>
                    <a:pt x="89605" y="120777"/>
                    <a:pt x="94463" y="120777"/>
                    <a:pt x="98273" y="119444"/>
                  </a:cubicBezTo>
                  <a:lnTo>
                    <a:pt x="106941" y="78391"/>
                  </a:lnTo>
                  <a:lnTo>
                    <a:pt x="157519" y="78391"/>
                  </a:lnTo>
                  <a:lnTo>
                    <a:pt x="142184" y="15078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7" name="Freeform 29">
              <a:extLst>
                <a:ext uri="{FF2B5EF4-FFF2-40B4-BE49-F238E27FC236}">
                  <a16:creationId xmlns:a16="http://schemas.microsoft.com/office/drawing/2014/main" id="{3D89AB33-AB13-2B05-3B27-97A37783759C}"/>
                </a:ext>
              </a:extLst>
            </p:cNvPr>
            <p:cNvSpPr/>
            <p:nvPr/>
          </p:nvSpPr>
          <p:spPr>
            <a:xfrm>
              <a:off x="5648991" y="3412046"/>
              <a:ext cx="200025" cy="28575"/>
            </a:xfrm>
            <a:custGeom>
              <a:avLst/>
              <a:gdLst>
                <a:gd name="connsiteX0" fmla="*/ 7811 w 200025"/>
                <a:gd name="connsiteY0" fmla="*/ 0 h 28575"/>
                <a:gd name="connsiteX1" fmla="*/ 7811 w 200025"/>
                <a:gd name="connsiteY1" fmla="*/ 0 h 28575"/>
                <a:gd name="connsiteX2" fmla="*/ 202978 w 200025"/>
                <a:gd name="connsiteY2" fmla="*/ 0 h 28575"/>
                <a:gd name="connsiteX3" fmla="*/ 195167 w 200025"/>
                <a:gd name="connsiteY3" fmla="*/ 37052 h 28575"/>
                <a:gd name="connsiteX4" fmla="*/ 0 w 200025"/>
                <a:gd name="connsiteY4" fmla="*/ 3705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8575">
                  <a:moveTo>
                    <a:pt x="7811" y="0"/>
                  </a:moveTo>
                  <a:lnTo>
                    <a:pt x="7811" y="0"/>
                  </a:lnTo>
                  <a:lnTo>
                    <a:pt x="202978" y="0"/>
                  </a:lnTo>
                  <a:lnTo>
                    <a:pt x="195167" y="37052"/>
                  </a:lnTo>
                  <a:lnTo>
                    <a:pt x="0" y="3705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8" name="Freeform 30">
              <a:extLst>
                <a:ext uri="{FF2B5EF4-FFF2-40B4-BE49-F238E27FC236}">
                  <a16:creationId xmlns:a16="http://schemas.microsoft.com/office/drawing/2014/main" id="{C2029AB5-18FB-81BB-77EB-AF15DE9AF36B}"/>
                </a:ext>
              </a:extLst>
            </p:cNvPr>
            <p:cNvSpPr/>
            <p:nvPr/>
          </p:nvSpPr>
          <p:spPr>
            <a:xfrm>
              <a:off x="5673661" y="3295650"/>
              <a:ext cx="200025" cy="28575"/>
            </a:xfrm>
            <a:custGeom>
              <a:avLst/>
              <a:gdLst>
                <a:gd name="connsiteX0" fmla="*/ 7810 w 200025"/>
                <a:gd name="connsiteY0" fmla="*/ 0 h 28575"/>
                <a:gd name="connsiteX1" fmla="*/ 0 w 200025"/>
                <a:gd name="connsiteY1" fmla="*/ 36862 h 28575"/>
                <a:gd name="connsiteX2" fmla="*/ 194977 w 200025"/>
                <a:gd name="connsiteY2" fmla="*/ 36862 h 28575"/>
                <a:gd name="connsiteX3" fmla="*/ 202978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7810" y="0"/>
                  </a:moveTo>
                  <a:lnTo>
                    <a:pt x="0" y="36862"/>
                  </a:lnTo>
                  <a:lnTo>
                    <a:pt x="194977" y="36862"/>
                  </a:lnTo>
                  <a:lnTo>
                    <a:pt x="202978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9" name="Freeform 31">
              <a:extLst>
                <a:ext uri="{FF2B5EF4-FFF2-40B4-BE49-F238E27FC236}">
                  <a16:creationId xmlns:a16="http://schemas.microsoft.com/office/drawing/2014/main" id="{868622FF-EDC0-CB8A-C8E7-DC0FED40462B}"/>
                </a:ext>
              </a:extLst>
            </p:cNvPr>
            <p:cNvSpPr/>
            <p:nvPr/>
          </p:nvSpPr>
          <p:spPr>
            <a:xfrm>
              <a:off x="5624322" y="3528441"/>
              <a:ext cx="200025" cy="28575"/>
            </a:xfrm>
            <a:custGeom>
              <a:avLst/>
              <a:gdLst>
                <a:gd name="connsiteX0" fmla="*/ 8001 w 200025"/>
                <a:gd name="connsiteY0" fmla="*/ 0 h 28575"/>
                <a:gd name="connsiteX1" fmla="*/ 0 w 200025"/>
                <a:gd name="connsiteY1" fmla="*/ 37243 h 28575"/>
                <a:gd name="connsiteX2" fmla="*/ 195263 w 200025"/>
                <a:gd name="connsiteY2" fmla="*/ 37243 h 28575"/>
                <a:gd name="connsiteX3" fmla="*/ 203073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8001" y="0"/>
                  </a:moveTo>
                  <a:lnTo>
                    <a:pt x="0" y="37243"/>
                  </a:lnTo>
                  <a:lnTo>
                    <a:pt x="195263" y="37243"/>
                  </a:lnTo>
                  <a:lnTo>
                    <a:pt x="203073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0" name="Freeform 32">
              <a:extLst>
                <a:ext uri="{FF2B5EF4-FFF2-40B4-BE49-F238E27FC236}">
                  <a16:creationId xmlns:a16="http://schemas.microsoft.com/office/drawing/2014/main" id="{E2CC7DB8-7499-6019-5F39-BB7D21E59ED8}"/>
                </a:ext>
              </a:extLst>
            </p:cNvPr>
            <p:cNvSpPr/>
            <p:nvPr/>
          </p:nvSpPr>
          <p:spPr>
            <a:xfrm>
              <a:off x="5548312" y="3354229"/>
              <a:ext cx="371475" cy="152400"/>
            </a:xfrm>
            <a:custGeom>
              <a:avLst/>
              <a:gdLst>
                <a:gd name="connsiteX0" fmla="*/ 344424 w 371475"/>
                <a:gd name="connsiteY0" fmla="*/ 153924 h 152400"/>
                <a:gd name="connsiteX1" fmla="*/ 344424 w 371475"/>
                <a:gd name="connsiteY1" fmla="*/ 153924 h 152400"/>
                <a:gd name="connsiteX2" fmla="*/ 0 w 371475"/>
                <a:gd name="connsiteY2" fmla="*/ 154115 h 152400"/>
                <a:gd name="connsiteX3" fmla="*/ 344424 w 371475"/>
                <a:gd name="connsiteY3" fmla="*/ 153924 h 152400"/>
                <a:gd name="connsiteX4" fmla="*/ 377190 w 371475"/>
                <a:gd name="connsiteY4" fmla="*/ 0 h 152400"/>
                <a:gd name="connsiteX5" fmla="*/ 32576 w 371475"/>
                <a:gd name="connsiteY5" fmla="*/ 0 h 152400"/>
                <a:gd name="connsiteX6" fmla="*/ 24575 w 371475"/>
                <a:gd name="connsiteY6" fmla="*/ 37148 h 152400"/>
                <a:gd name="connsiteX7" fmla="*/ 331946 w 371475"/>
                <a:gd name="connsiteY7" fmla="*/ 36957 h 152400"/>
                <a:gd name="connsiteX8" fmla="*/ 314992 w 371475"/>
                <a:gd name="connsiteY8" fmla="*/ 116872 h 152400"/>
                <a:gd name="connsiteX9" fmla="*/ 8192 w 371475"/>
                <a:gd name="connsiteY9" fmla="*/ 117062 h 152400"/>
                <a:gd name="connsiteX10" fmla="*/ 0 w 371475"/>
                <a:gd name="connsiteY10" fmla="*/ 154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475" h="152400">
                  <a:moveTo>
                    <a:pt x="344424" y="153924"/>
                  </a:moveTo>
                  <a:lnTo>
                    <a:pt x="344424" y="153924"/>
                  </a:lnTo>
                  <a:cubicBezTo>
                    <a:pt x="344424" y="153924"/>
                    <a:pt x="476" y="154115"/>
                    <a:pt x="0" y="154115"/>
                  </a:cubicBezTo>
                  <a:lnTo>
                    <a:pt x="344424" y="153924"/>
                  </a:lnTo>
                  <a:lnTo>
                    <a:pt x="377190" y="0"/>
                  </a:lnTo>
                  <a:cubicBezTo>
                    <a:pt x="377190" y="190"/>
                    <a:pt x="32576" y="0"/>
                    <a:pt x="32576" y="0"/>
                  </a:cubicBezTo>
                  <a:lnTo>
                    <a:pt x="24575" y="37148"/>
                  </a:lnTo>
                  <a:lnTo>
                    <a:pt x="331946" y="36957"/>
                  </a:lnTo>
                  <a:lnTo>
                    <a:pt x="314992" y="116872"/>
                  </a:lnTo>
                  <a:lnTo>
                    <a:pt x="8192" y="117062"/>
                  </a:lnTo>
                  <a:lnTo>
                    <a:pt x="0" y="154019"/>
                  </a:ln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pic>
        <p:nvPicPr>
          <p:cNvPr id="15" name="Grafik 14">
            <a:extLst>
              <a:ext uri="{FF2B5EF4-FFF2-40B4-BE49-F238E27FC236}">
                <a16:creationId xmlns:a16="http://schemas.microsoft.com/office/drawing/2014/main" id="{9AB5E9FA-5872-706C-C258-907A239F9C6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5761763"/>
            <a:ext cx="658814" cy="137683"/>
          </a:xfrm>
          <a:prstGeom prst="rect">
            <a:avLst/>
          </a:prstGeom>
        </p:spPr>
      </p:pic>
      <p:sp>
        <p:nvSpPr>
          <p:cNvPr id="24" name="Inhaltsplatzhalter 23">
            <a:extLst>
              <a:ext uri="{FF2B5EF4-FFF2-40B4-BE49-F238E27FC236}">
                <a16:creationId xmlns:a16="http://schemas.microsoft.com/office/drawing/2014/main" id="{A061DA01-B727-636A-D452-C253DEDC22A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030288" y="3006888"/>
            <a:ext cx="4322762" cy="11064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Kundenlogo</a:t>
            </a:r>
          </a:p>
        </p:txBody>
      </p:sp>
      <p:pic>
        <p:nvPicPr>
          <p:cNvPr id="6" name="Grafik 11">
            <a:extLst>
              <a:ext uri="{FF2B5EF4-FFF2-40B4-BE49-F238E27FC236}">
                <a16:creationId xmlns:a16="http://schemas.microsoft.com/office/drawing/2014/main" id="{09266F1D-8BBF-2E2B-1233-35841EC5626B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78859" y="4940891"/>
            <a:ext cx="9013141" cy="1917110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22F19C80-1675-2919-E0B6-813DD5CD41B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14449" y="5811551"/>
            <a:ext cx="866184" cy="752213"/>
          </a:xfrm>
          <a:prstGeom prst="rect">
            <a:avLst/>
          </a:prstGeom>
        </p:spPr>
      </p:pic>
      <p:sp>
        <p:nvSpPr>
          <p:cNvPr id="13" name="Textplatzhalter 9">
            <a:extLst>
              <a:ext uri="{FF2B5EF4-FFF2-40B4-BE49-F238E27FC236}">
                <a16:creationId xmlns:a16="http://schemas.microsoft.com/office/drawing/2014/main" id="{F465E27F-93B4-7803-5A0A-2FFA5EC1D59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812" y="549275"/>
            <a:ext cx="28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Date | Location | Event</a:t>
            </a:r>
          </a:p>
        </p:txBody>
      </p:sp>
      <p:sp>
        <p:nvSpPr>
          <p:cNvPr id="2" name="TextBox 28">
            <a:extLst>
              <a:ext uri="{FF2B5EF4-FFF2-40B4-BE49-F238E27FC236}">
                <a16:creationId xmlns:a16="http://schemas.microsoft.com/office/drawing/2014/main" id="{1E3EDB97-7B6C-3B9B-8333-F1EAFFF3DD7E}"/>
              </a:ext>
            </a:extLst>
          </p:cNvPr>
          <p:cNvSpPr txBox="1"/>
          <p:nvPr userDrawn="1"/>
        </p:nvSpPr>
        <p:spPr bwMode="gray">
          <a:xfrm>
            <a:off x="658813" y="6012423"/>
            <a:ext cx="3263113" cy="3568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YOUR GLOBAL ENGINEERING ​</a:t>
            </a:r>
          </a:p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AND TECHNOLOGY EXPERTS​</a:t>
            </a:r>
            <a:endParaRPr sz="1200" b="1" kern="1200" cap="all" spc="20" baseline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04963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13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</p15:sldGuideLst>
    </p:ext>
  </p:extLst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ustomer presentation V3">
    <p:bg>
      <p:bgPr>
        <a:gradFill>
          <a:gsLst>
            <a:gs pos="0">
              <a:schemeClr val="tx1"/>
            </a:gs>
            <a:gs pos="100000">
              <a:srgbClr val="2F394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1">
            <a:extLst>
              <a:ext uri="{FF2B5EF4-FFF2-40B4-BE49-F238E27FC236}">
                <a16:creationId xmlns:a16="http://schemas.microsoft.com/office/drawing/2014/main" id="{AEC24BE7-8D51-D6F7-5489-4A3B77033E6F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78859" y="4940891"/>
            <a:ext cx="9013141" cy="191711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9AB5E9FA-5872-706C-C258-907A239F9C6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5761763"/>
            <a:ext cx="658814" cy="137683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A1A4E86A-C1FB-53A0-8963-4CF4522D7909}"/>
              </a:ext>
            </a:extLst>
          </p:cNvPr>
          <p:cNvCxnSpPr>
            <a:cxnSpLocks/>
          </p:cNvCxnSpPr>
          <p:nvPr userDrawn="1"/>
        </p:nvCxnSpPr>
        <p:spPr bwMode="gray">
          <a:xfrm rot="720000">
            <a:off x="6096000" y="2614071"/>
            <a:ext cx="0" cy="1629858"/>
          </a:xfrm>
          <a:prstGeom prst="line">
            <a:avLst/>
          </a:prstGeom>
          <a:ln w="28575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aphic 6">
            <a:extLst>
              <a:ext uri="{FF2B5EF4-FFF2-40B4-BE49-F238E27FC236}">
                <a16:creationId xmlns:a16="http://schemas.microsoft.com/office/drawing/2014/main" id="{EC8465CC-5C9A-3F06-374F-D1423A4E630D}"/>
              </a:ext>
            </a:extLst>
          </p:cNvPr>
          <p:cNvGrpSpPr/>
          <p:nvPr userDrawn="1"/>
        </p:nvGrpSpPr>
        <p:grpSpPr>
          <a:xfrm>
            <a:off x="7004961" y="3006888"/>
            <a:ext cx="3750568" cy="913182"/>
            <a:chOff x="5548312" y="3295650"/>
            <a:chExt cx="1095375" cy="266700"/>
          </a:xfrm>
        </p:grpSpPr>
        <p:sp>
          <p:nvSpPr>
            <p:cNvPr id="7" name="Freeform 25">
              <a:extLst>
                <a:ext uri="{FF2B5EF4-FFF2-40B4-BE49-F238E27FC236}">
                  <a16:creationId xmlns:a16="http://schemas.microsoft.com/office/drawing/2014/main" id="{C7B2A9CA-F633-6CD5-D776-A051DA2D07B7}"/>
                </a:ext>
              </a:extLst>
            </p:cNvPr>
            <p:cNvSpPr/>
            <p:nvPr/>
          </p:nvSpPr>
          <p:spPr>
            <a:xfrm>
              <a:off x="5949981" y="3353657"/>
              <a:ext cx="161925" cy="152400"/>
            </a:xfrm>
            <a:custGeom>
              <a:avLst/>
              <a:gdLst>
                <a:gd name="connsiteX0" fmla="*/ 32671 w 161925"/>
                <a:gd name="connsiteY0" fmla="*/ 0 h 152400"/>
                <a:gd name="connsiteX1" fmla="*/ 32671 w 161925"/>
                <a:gd name="connsiteY1" fmla="*/ 0 h 152400"/>
                <a:gd name="connsiteX2" fmla="*/ 165735 w 161925"/>
                <a:gd name="connsiteY2" fmla="*/ 0 h 152400"/>
                <a:gd name="connsiteX3" fmla="*/ 157925 w 161925"/>
                <a:gd name="connsiteY3" fmla="*/ 37052 h 152400"/>
                <a:gd name="connsiteX4" fmla="*/ 82391 w 161925"/>
                <a:gd name="connsiteY4" fmla="*/ 37052 h 152400"/>
                <a:gd name="connsiteX5" fmla="*/ 77724 w 161925"/>
                <a:gd name="connsiteY5" fmla="*/ 58865 h 152400"/>
                <a:gd name="connsiteX6" fmla="*/ 150019 w 161925"/>
                <a:gd name="connsiteY6" fmla="*/ 58865 h 152400"/>
                <a:gd name="connsiteX7" fmla="*/ 142113 w 161925"/>
                <a:gd name="connsiteY7" fmla="*/ 95917 h 152400"/>
                <a:gd name="connsiteX8" fmla="*/ 69914 w 161925"/>
                <a:gd name="connsiteY8" fmla="*/ 95917 h 152400"/>
                <a:gd name="connsiteX9" fmla="*/ 65437 w 161925"/>
                <a:gd name="connsiteY9" fmla="*/ 116777 h 152400"/>
                <a:gd name="connsiteX10" fmla="*/ 142494 w 161925"/>
                <a:gd name="connsiteY10" fmla="*/ 116777 h 152400"/>
                <a:gd name="connsiteX11" fmla="*/ 134684 w 161925"/>
                <a:gd name="connsiteY11" fmla="*/ 153924 h 152400"/>
                <a:gd name="connsiteX12" fmla="*/ 0 w 161925"/>
                <a:gd name="connsiteY12" fmla="*/ 15392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152400">
                  <a:moveTo>
                    <a:pt x="32671" y="0"/>
                  </a:moveTo>
                  <a:lnTo>
                    <a:pt x="32671" y="0"/>
                  </a:lnTo>
                  <a:lnTo>
                    <a:pt x="165735" y="0"/>
                  </a:lnTo>
                  <a:lnTo>
                    <a:pt x="157925" y="37052"/>
                  </a:lnTo>
                  <a:lnTo>
                    <a:pt x="82391" y="37052"/>
                  </a:lnTo>
                  <a:lnTo>
                    <a:pt x="77724" y="58865"/>
                  </a:lnTo>
                  <a:lnTo>
                    <a:pt x="150019" y="58865"/>
                  </a:lnTo>
                  <a:lnTo>
                    <a:pt x="142113" y="95917"/>
                  </a:lnTo>
                  <a:lnTo>
                    <a:pt x="69914" y="95917"/>
                  </a:lnTo>
                  <a:lnTo>
                    <a:pt x="65437" y="116777"/>
                  </a:lnTo>
                  <a:lnTo>
                    <a:pt x="142494" y="116777"/>
                  </a:lnTo>
                  <a:lnTo>
                    <a:pt x="134684" y="153924"/>
                  </a:lnTo>
                  <a:lnTo>
                    <a:pt x="0" y="153924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8" name="Freeform 26">
              <a:extLst>
                <a:ext uri="{FF2B5EF4-FFF2-40B4-BE49-F238E27FC236}">
                  <a16:creationId xmlns:a16="http://schemas.microsoft.com/office/drawing/2014/main" id="{0F4B6F0E-3C5A-E539-C123-5482752D72F9}"/>
                </a:ext>
              </a:extLst>
            </p:cNvPr>
            <p:cNvSpPr/>
            <p:nvPr/>
          </p:nvSpPr>
          <p:spPr>
            <a:xfrm>
              <a:off x="6112478" y="3353657"/>
              <a:ext cx="180975" cy="152400"/>
            </a:xfrm>
            <a:custGeom>
              <a:avLst/>
              <a:gdLst>
                <a:gd name="connsiteX0" fmla="*/ 67151 w 180975"/>
                <a:gd name="connsiteY0" fmla="*/ 115633 h 152400"/>
                <a:gd name="connsiteX1" fmla="*/ 67151 w 180975"/>
                <a:gd name="connsiteY1" fmla="*/ 115633 h 152400"/>
                <a:gd name="connsiteX2" fmla="*/ 81820 w 180975"/>
                <a:gd name="connsiteY2" fmla="*/ 115633 h 152400"/>
                <a:gd name="connsiteX3" fmla="*/ 116395 w 180975"/>
                <a:gd name="connsiteY3" fmla="*/ 75724 h 152400"/>
                <a:gd name="connsiteX4" fmla="*/ 98584 w 180975"/>
                <a:gd name="connsiteY4" fmla="*/ 35719 h 152400"/>
                <a:gd name="connsiteX5" fmla="*/ 83915 w 180975"/>
                <a:gd name="connsiteY5" fmla="*/ 35719 h 152400"/>
                <a:gd name="connsiteX6" fmla="*/ 67151 w 180975"/>
                <a:gd name="connsiteY6" fmla="*/ 115633 h 152400"/>
                <a:gd name="connsiteX7" fmla="*/ 32576 w 180975"/>
                <a:gd name="connsiteY7" fmla="*/ 0 h 152400"/>
                <a:gd name="connsiteX8" fmla="*/ 32576 w 180975"/>
                <a:gd name="connsiteY8" fmla="*/ 0 h 152400"/>
                <a:gd name="connsiteX9" fmla="*/ 119063 w 180975"/>
                <a:gd name="connsiteY9" fmla="*/ 0 h 152400"/>
                <a:gd name="connsiteX10" fmla="*/ 177832 w 180975"/>
                <a:gd name="connsiteY10" fmla="*/ 77343 h 152400"/>
                <a:gd name="connsiteX11" fmla="*/ 84011 w 180975"/>
                <a:gd name="connsiteY11" fmla="*/ 153924 h 152400"/>
                <a:gd name="connsiteX12" fmla="*/ 0 w 180975"/>
                <a:gd name="connsiteY12" fmla="*/ 153924 h 152400"/>
                <a:gd name="connsiteX13" fmla="*/ 32576 w 180975"/>
                <a:gd name="connsiteY13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975" h="152400">
                  <a:moveTo>
                    <a:pt x="67151" y="115633"/>
                  </a:moveTo>
                  <a:lnTo>
                    <a:pt x="67151" y="115633"/>
                  </a:lnTo>
                  <a:lnTo>
                    <a:pt x="81820" y="115633"/>
                  </a:lnTo>
                  <a:cubicBezTo>
                    <a:pt x="103251" y="115633"/>
                    <a:pt x="111062" y="101441"/>
                    <a:pt x="116395" y="75724"/>
                  </a:cubicBezTo>
                  <a:cubicBezTo>
                    <a:pt x="122111" y="49340"/>
                    <a:pt x="119729" y="35719"/>
                    <a:pt x="98584" y="35719"/>
                  </a:cubicBezTo>
                  <a:lnTo>
                    <a:pt x="83915" y="35719"/>
                  </a:lnTo>
                  <a:lnTo>
                    <a:pt x="67151" y="115633"/>
                  </a:lnTo>
                  <a:close/>
                  <a:moveTo>
                    <a:pt x="32576" y="0"/>
                  </a:moveTo>
                  <a:lnTo>
                    <a:pt x="32576" y="0"/>
                  </a:lnTo>
                  <a:lnTo>
                    <a:pt x="119063" y="0"/>
                  </a:lnTo>
                  <a:cubicBezTo>
                    <a:pt x="163163" y="0"/>
                    <a:pt x="190976" y="14859"/>
                    <a:pt x="177832" y="77343"/>
                  </a:cubicBezTo>
                  <a:cubicBezTo>
                    <a:pt x="165354" y="135541"/>
                    <a:pt x="128111" y="153924"/>
                    <a:pt x="84011" y="153924"/>
                  </a:cubicBezTo>
                  <a:lnTo>
                    <a:pt x="0" y="153924"/>
                  </a:lnTo>
                  <a:lnTo>
                    <a:pt x="32576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0" name="Freeform 27">
              <a:extLst>
                <a:ext uri="{FF2B5EF4-FFF2-40B4-BE49-F238E27FC236}">
                  <a16:creationId xmlns:a16="http://schemas.microsoft.com/office/drawing/2014/main" id="{A42A36E9-F814-263A-0A2A-78105D9FD4AF}"/>
                </a:ext>
              </a:extLst>
            </p:cNvPr>
            <p:cNvSpPr/>
            <p:nvPr/>
          </p:nvSpPr>
          <p:spPr>
            <a:xfrm>
              <a:off x="6274498" y="3353657"/>
              <a:ext cx="180975" cy="152400"/>
            </a:xfrm>
            <a:custGeom>
              <a:avLst/>
              <a:gdLst>
                <a:gd name="connsiteX0" fmla="*/ 91154 w 180975"/>
                <a:gd name="connsiteY0" fmla="*/ 83534 h 152400"/>
                <a:gd name="connsiteX1" fmla="*/ 91154 w 180975"/>
                <a:gd name="connsiteY1" fmla="*/ 83534 h 152400"/>
                <a:gd name="connsiteX2" fmla="*/ 125254 w 180975"/>
                <a:gd name="connsiteY2" fmla="*/ 83534 h 152400"/>
                <a:gd name="connsiteX3" fmla="*/ 119253 w 180975"/>
                <a:gd name="connsiteY3" fmla="*/ 33052 h 152400"/>
                <a:gd name="connsiteX4" fmla="*/ 118777 w 180975"/>
                <a:gd name="connsiteY4" fmla="*/ 33052 h 152400"/>
                <a:gd name="connsiteX5" fmla="*/ 91154 w 180975"/>
                <a:gd name="connsiteY5" fmla="*/ 83534 h 152400"/>
                <a:gd name="connsiteX6" fmla="*/ 86487 w 180975"/>
                <a:gd name="connsiteY6" fmla="*/ 0 h 152400"/>
                <a:gd name="connsiteX7" fmla="*/ 86487 w 180975"/>
                <a:gd name="connsiteY7" fmla="*/ 0 h 152400"/>
                <a:gd name="connsiteX8" fmla="*/ 167735 w 180975"/>
                <a:gd name="connsiteY8" fmla="*/ 0 h 152400"/>
                <a:gd name="connsiteX9" fmla="*/ 189833 w 180975"/>
                <a:gd name="connsiteY9" fmla="*/ 153924 h 152400"/>
                <a:gd name="connsiteX10" fmla="*/ 127921 w 180975"/>
                <a:gd name="connsiteY10" fmla="*/ 153924 h 152400"/>
                <a:gd name="connsiteX11" fmla="*/ 124968 w 180975"/>
                <a:gd name="connsiteY11" fmla="*/ 120587 h 152400"/>
                <a:gd name="connsiteX12" fmla="*/ 75248 w 180975"/>
                <a:gd name="connsiteY12" fmla="*/ 120587 h 152400"/>
                <a:gd name="connsiteX13" fmla="*/ 58769 w 180975"/>
                <a:gd name="connsiteY13" fmla="*/ 153924 h 152400"/>
                <a:gd name="connsiteX14" fmla="*/ 0 w 180975"/>
                <a:gd name="connsiteY14" fmla="*/ 153924 h 152400"/>
                <a:gd name="connsiteX15" fmla="*/ 86487 w 180975"/>
                <a:gd name="connsiteY15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75" h="152400">
                  <a:moveTo>
                    <a:pt x="91154" y="83534"/>
                  </a:moveTo>
                  <a:lnTo>
                    <a:pt x="91154" y="83534"/>
                  </a:lnTo>
                  <a:lnTo>
                    <a:pt x="125254" y="83534"/>
                  </a:lnTo>
                  <a:lnTo>
                    <a:pt x="119253" y="33052"/>
                  </a:lnTo>
                  <a:lnTo>
                    <a:pt x="118777" y="33052"/>
                  </a:lnTo>
                  <a:lnTo>
                    <a:pt x="91154" y="83534"/>
                  </a:lnTo>
                  <a:close/>
                  <a:moveTo>
                    <a:pt x="86487" y="0"/>
                  </a:moveTo>
                  <a:lnTo>
                    <a:pt x="86487" y="0"/>
                  </a:lnTo>
                  <a:lnTo>
                    <a:pt x="167735" y="0"/>
                  </a:lnTo>
                  <a:lnTo>
                    <a:pt x="189833" y="153924"/>
                  </a:lnTo>
                  <a:lnTo>
                    <a:pt x="127921" y="153924"/>
                  </a:lnTo>
                  <a:lnTo>
                    <a:pt x="124968" y="120587"/>
                  </a:lnTo>
                  <a:lnTo>
                    <a:pt x="75248" y="120587"/>
                  </a:lnTo>
                  <a:lnTo>
                    <a:pt x="58769" y="153924"/>
                  </a:lnTo>
                  <a:lnTo>
                    <a:pt x="0" y="153924"/>
                  </a:lnTo>
                  <a:lnTo>
                    <a:pt x="86487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1" name="Freeform 28">
              <a:extLst>
                <a:ext uri="{FF2B5EF4-FFF2-40B4-BE49-F238E27FC236}">
                  <a16:creationId xmlns:a16="http://schemas.microsoft.com/office/drawing/2014/main" id="{F66A09FD-1709-6F52-550D-61A8143CC651}"/>
                </a:ext>
              </a:extLst>
            </p:cNvPr>
            <p:cNvSpPr/>
            <p:nvPr/>
          </p:nvSpPr>
          <p:spPr>
            <a:xfrm>
              <a:off x="6476453" y="3350990"/>
              <a:ext cx="161925" cy="152400"/>
            </a:xfrm>
            <a:custGeom>
              <a:avLst/>
              <a:gdLst>
                <a:gd name="connsiteX0" fmla="*/ 142184 w 161925"/>
                <a:gd name="connsiteY0" fmla="*/ 150781 h 152400"/>
                <a:gd name="connsiteX1" fmla="*/ 142184 w 161925"/>
                <a:gd name="connsiteY1" fmla="*/ 150781 h 152400"/>
                <a:gd name="connsiteX2" fmla="*/ 76747 w 161925"/>
                <a:gd name="connsiteY2" fmla="*/ 159258 h 152400"/>
                <a:gd name="connsiteX3" fmla="*/ 2261 w 161925"/>
                <a:gd name="connsiteY3" fmla="*/ 77343 h 152400"/>
                <a:gd name="connsiteX4" fmla="*/ 110561 w 161925"/>
                <a:gd name="connsiteY4" fmla="*/ 0 h 152400"/>
                <a:gd name="connsiteX5" fmla="*/ 166853 w 161925"/>
                <a:gd name="connsiteY5" fmla="*/ 5715 h 152400"/>
                <a:gd name="connsiteX6" fmla="*/ 157995 w 161925"/>
                <a:gd name="connsiteY6" fmla="*/ 47244 h 152400"/>
                <a:gd name="connsiteX7" fmla="*/ 119419 w 161925"/>
                <a:gd name="connsiteY7" fmla="*/ 38386 h 152400"/>
                <a:gd name="connsiteX8" fmla="*/ 61697 w 161925"/>
                <a:gd name="connsiteY8" fmla="*/ 81058 h 152400"/>
                <a:gd name="connsiteX9" fmla="*/ 85510 w 161925"/>
                <a:gd name="connsiteY9" fmla="*/ 120777 h 152400"/>
                <a:gd name="connsiteX10" fmla="*/ 98273 w 161925"/>
                <a:gd name="connsiteY10" fmla="*/ 119444 h 152400"/>
                <a:gd name="connsiteX11" fmla="*/ 106941 w 161925"/>
                <a:gd name="connsiteY11" fmla="*/ 78391 h 152400"/>
                <a:gd name="connsiteX12" fmla="*/ 157519 w 161925"/>
                <a:gd name="connsiteY12" fmla="*/ 78391 h 152400"/>
                <a:gd name="connsiteX13" fmla="*/ 142184 w 161925"/>
                <a:gd name="connsiteY13" fmla="*/ 1507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152400">
                  <a:moveTo>
                    <a:pt x="142184" y="150781"/>
                  </a:moveTo>
                  <a:lnTo>
                    <a:pt x="142184" y="150781"/>
                  </a:lnTo>
                  <a:cubicBezTo>
                    <a:pt x="120752" y="156782"/>
                    <a:pt x="101036" y="159258"/>
                    <a:pt x="76747" y="159258"/>
                  </a:cubicBezTo>
                  <a:cubicBezTo>
                    <a:pt x="25693" y="159258"/>
                    <a:pt x="-9455" y="132207"/>
                    <a:pt x="2261" y="77343"/>
                  </a:cubicBezTo>
                  <a:cubicBezTo>
                    <a:pt x="13024" y="25622"/>
                    <a:pt x="61316" y="0"/>
                    <a:pt x="110561" y="0"/>
                  </a:cubicBezTo>
                  <a:cubicBezTo>
                    <a:pt x="139326" y="0"/>
                    <a:pt x="152851" y="2191"/>
                    <a:pt x="166853" y="5715"/>
                  </a:cubicBezTo>
                  <a:lnTo>
                    <a:pt x="157995" y="47244"/>
                  </a:lnTo>
                  <a:cubicBezTo>
                    <a:pt x="150661" y="42386"/>
                    <a:pt x="135897" y="38386"/>
                    <a:pt x="119419" y="38386"/>
                  </a:cubicBezTo>
                  <a:cubicBezTo>
                    <a:pt x="90177" y="38386"/>
                    <a:pt x="67698" y="53054"/>
                    <a:pt x="61697" y="81058"/>
                  </a:cubicBezTo>
                  <a:cubicBezTo>
                    <a:pt x="57220" y="102203"/>
                    <a:pt x="61888" y="120777"/>
                    <a:pt x="85510" y="120777"/>
                  </a:cubicBezTo>
                  <a:cubicBezTo>
                    <a:pt x="89605" y="120777"/>
                    <a:pt x="94463" y="120777"/>
                    <a:pt x="98273" y="119444"/>
                  </a:cubicBezTo>
                  <a:lnTo>
                    <a:pt x="106941" y="78391"/>
                  </a:lnTo>
                  <a:lnTo>
                    <a:pt x="157519" y="78391"/>
                  </a:lnTo>
                  <a:lnTo>
                    <a:pt x="142184" y="15078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2" name="Freeform 29">
              <a:extLst>
                <a:ext uri="{FF2B5EF4-FFF2-40B4-BE49-F238E27FC236}">
                  <a16:creationId xmlns:a16="http://schemas.microsoft.com/office/drawing/2014/main" id="{88768E3C-3A96-3240-D501-6DD0EC9718B3}"/>
                </a:ext>
              </a:extLst>
            </p:cNvPr>
            <p:cNvSpPr/>
            <p:nvPr/>
          </p:nvSpPr>
          <p:spPr>
            <a:xfrm>
              <a:off x="5648991" y="3412046"/>
              <a:ext cx="200025" cy="28575"/>
            </a:xfrm>
            <a:custGeom>
              <a:avLst/>
              <a:gdLst>
                <a:gd name="connsiteX0" fmla="*/ 7811 w 200025"/>
                <a:gd name="connsiteY0" fmla="*/ 0 h 28575"/>
                <a:gd name="connsiteX1" fmla="*/ 7811 w 200025"/>
                <a:gd name="connsiteY1" fmla="*/ 0 h 28575"/>
                <a:gd name="connsiteX2" fmla="*/ 202978 w 200025"/>
                <a:gd name="connsiteY2" fmla="*/ 0 h 28575"/>
                <a:gd name="connsiteX3" fmla="*/ 195167 w 200025"/>
                <a:gd name="connsiteY3" fmla="*/ 37052 h 28575"/>
                <a:gd name="connsiteX4" fmla="*/ 0 w 200025"/>
                <a:gd name="connsiteY4" fmla="*/ 3705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8575">
                  <a:moveTo>
                    <a:pt x="7811" y="0"/>
                  </a:moveTo>
                  <a:lnTo>
                    <a:pt x="7811" y="0"/>
                  </a:lnTo>
                  <a:lnTo>
                    <a:pt x="202978" y="0"/>
                  </a:lnTo>
                  <a:lnTo>
                    <a:pt x="195167" y="37052"/>
                  </a:lnTo>
                  <a:lnTo>
                    <a:pt x="0" y="3705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74A974B1-E7E3-2577-8B20-E4C5A17F7E5B}"/>
                </a:ext>
              </a:extLst>
            </p:cNvPr>
            <p:cNvSpPr/>
            <p:nvPr/>
          </p:nvSpPr>
          <p:spPr>
            <a:xfrm>
              <a:off x="5673661" y="3295650"/>
              <a:ext cx="200025" cy="28575"/>
            </a:xfrm>
            <a:custGeom>
              <a:avLst/>
              <a:gdLst>
                <a:gd name="connsiteX0" fmla="*/ 7810 w 200025"/>
                <a:gd name="connsiteY0" fmla="*/ 0 h 28575"/>
                <a:gd name="connsiteX1" fmla="*/ 0 w 200025"/>
                <a:gd name="connsiteY1" fmla="*/ 36862 h 28575"/>
                <a:gd name="connsiteX2" fmla="*/ 194977 w 200025"/>
                <a:gd name="connsiteY2" fmla="*/ 36862 h 28575"/>
                <a:gd name="connsiteX3" fmla="*/ 202978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7810" y="0"/>
                  </a:moveTo>
                  <a:lnTo>
                    <a:pt x="0" y="36862"/>
                  </a:lnTo>
                  <a:lnTo>
                    <a:pt x="194977" y="36862"/>
                  </a:lnTo>
                  <a:lnTo>
                    <a:pt x="202978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6" name="Freeform 31">
              <a:extLst>
                <a:ext uri="{FF2B5EF4-FFF2-40B4-BE49-F238E27FC236}">
                  <a16:creationId xmlns:a16="http://schemas.microsoft.com/office/drawing/2014/main" id="{F780402D-1B9D-A177-6B2E-F740AA1BAE23}"/>
                </a:ext>
              </a:extLst>
            </p:cNvPr>
            <p:cNvSpPr/>
            <p:nvPr/>
          </p:nvSpPr>
          <p:spPr>
            <a:xfrm>
              <a:off x="5624322" y="3528441"/>
              <a:ext cx="200025" cy="28575"/>
            </a:xfrm>
            <a:custGeom>
              <a:avLst/>
              <a:gdLst>
                <a:gd name="connsiteX0" fmla="*/ 8001 w 200025"/>
                <a:gd name="connsiteY0" fmla="*/ 0 h 28575"/>
                <a:gd name="connsiteX1" fmla="*/ 0 w 200025"/>
                <a:gd name="connsiteY1" fmla="*/ 37243 h 28575"/>
                <a:gd name="connsiteX2" fmla="*/ 195263 w 200025"/>
                <a:gd name="connsiteY2" fmla="*/ 37243 h 28575"/>
                <a:gd name="connsiteX3" fmla="*/ 203073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8001" y="0"/>
                  </a:moveTo>
                  <a:lnTo>
                    <a:pt x="0" y="37243"/>
                  </a:lnTo>
                  <a:lnTo>
                    <a:pt x="195263" y="37243"/>
                  </a:lnTo>
                  <a:lnTo>
                    <a:pt x="203073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7" name="Freeform 32">
              <a:extLst>
                <a:ext uri="{FF2B5EF4-FFF2-40B4-BE49-F238E27FC236}">
                  <a16:creationId xmlns:a16="http://schemas.microsoft.com/office/drawing/2014/main" id="{4CA4CC12-9A62-4306-A2AB-2147474DD927}"/>
                </a:ext>
              </a:extLst>
            </p:cNvPr>
            <p:cNvSpPr/>
            <p:nvPr/>
          </p:nvSpPr>
          <p:spPr>
            <a:xfrm>
              <a:off x="5548312" y="3354229"/>
              <a:ext cx="371475" cy="152400"/>
            </a:xfrm>
            <a:custGeom>
              <a:avLst/>
              <a:gdLst>
                <a:gd name="connsiteX0" fmla="*/ 344424 w 371475"/>
                <a:gd name="connsiteY0" fmla="*/ 153924 h 152400"/>
                <a:gd name="connsiteX1" fmla="*/ 344424 w 371475"/>
                <a:gd name="connsiteY1" fmla="*/ 153924 h 152400"/>
                <a:gd name="connsiteX2" fmla="*/ 0 w 371475"/>
                <a:gd name="connsiteY2" fmla="*/ 154115 h 152400"/>
                <a:gd name="connsiteX3" fmla="*/ 344424 w 371475"/>
                <a:gd name="connsiteY3" fmla="*/ 153924 h 152400"/>
                <a:gd name="connsiteX4" fmla="*/ 377190 w 371475"/>
                <a:gd name="connsiteY4" fmla="*/ 0 h 152400"/>
                <a:gd name="connsiteX5" fmla="*/ 32576 w 371475"/>
                <a:gd name="connsiteY5" fmla="*/ 0 h 152400"/>
                <a:gd name="connsiteX6" fmla="*/ 24575 w 371475"/>
                <a:gd name="connsiteY6" fmla="*/ 37148 h 152400"/>
                <a:gd name="connsiteX7" fmla="*/ 331946 w 371475"/>
                <a:gd name="connsiteY7" fmla="*/ 36957 h 152400"/>
                <a:gd name="connsiteX8" fmla="*/ 314992 w 371475"/>
                <a:gd name="connsiteY8" fmla="*/ 116872 h 152400"/>
                <a:gd name="connsiteX9" fmla="*/ 8192 w 371475"/>
                <a:gd name="connsiteY9" fmla="*/ 117062 h 152400"/>
                <a:gd name="connsiteX10" fmla="*/ 0 w 371475"/>
                <a:gd name="connsiteY10" fmla="*/ 154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475" h="152400">
                  <a:moveTo>
                    <a:pt x="344424" y="153924"/>
                  </a:moveTo>
                  <a:lnTo>
                    <a:pt x="344424" y="153924"/>
                  </a:lnTo>
                  <a:cubicBezTo>
                    <a:pt x="344424" y="153924"/>
                    <a:pt x="476" y="154115"/>
                    <a:pt x="0" y="154115"/>
                  </a:cubicBezTo>
                  <a:lnTo>
                    <a:pt x="344424" y="153924"/>
                  </a:lnTo>
                  <a:lnTo>
                    <a:pt x="377190" y="0"/>
                  </a:lnTo>
                  <a:cubicBezTo>
                    <a:pt x="377190" y="190"/>
                    <a:pt x="32576" y="0"/>
                    <a:pt x="32576" y="0"/>
                  </a:cubicBezTo>
                  <a:lnTo>
                    <a:pt x="24575" y="37148"/>
                  </a:lnTo>
                  <a:lnTo>
                    <a:pt x="331946" y="36957"/>
                  </a:lnTo>
                  <a:lnTo>
                    <a:pt x="314992" y="116872"/>
                  </a:lnTo>
                  <a:lnTo>
                    <a:pt x="8192" y="117062"/>
                  </a:lnTo>
                  <a:lnTo>
                    <a:pt x="0" y="154019"/>
                  </a:ln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sp>
        <p:nvSpPr>
          <p:cNvPr id="18" name="Inhaltsplatzhalter 23">
            <a:extLst>
              <a:ext uri="{FF2B5EF4-FFF2-40B4-BE49-F238E27FC236}">
                <a16:creationId xmlns:a16="http://schemas.microsoft.com/office/drawing/2014/main" id="{3BF6DBE8-FD32-9023-149F-42B272406E1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030288" y="3006888"/>
            <a:ext cx="4322762" cy="11064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Kundenlogo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F06B79E0-BB1E-4982-5AED-6CC9F09DB45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14449" y="5811551"/>
            <a:ext cx="866184" cy="752213"/>
          </a:xfrm>
          <a:prstGeom prst="rect">
            <a:avLst/>
          </a:prstGeom>
        </p:spPr>
      </p:pic>
      <p:sp>
        <p:nvSpPr>
          <p:cNvPr id="2" name="Textplatzhalter 9">
            <a:extLst>
              <a:ext uri="{FF2B5EF4-FFF2-40B4-BE49-F238E27FC236}">
                <a16:creationId xmlns:a16="http://schemas.microsoft.com/office/drawing/2014/main" id="{E25E5959-49FB-30E1-48F3-1AC32FA3DFC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812" y="549275"/>
            <a:ext cx="28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Date | Location | Event</a:t>
            </a:r>
          </a:p>
        </p:txBody>
      </p:sp>
      <p:sp>
        <p:nvSpPr>
          <p:cNvPr id="3" name="TextBox 28">
            <a:extLst>
              <a:ext uri="{FF2B5EF4-FFF2-40B4-BE49-F238E27FC236}">
                <a16:creationId xmlns:a16="http://schemas.microsoft.com/office/drawing/2014/main" id="{01F56DD5-B32E-F5F5-309C-734FE1187F59}"/>
              </a:ext>
            </a:extLst>
          </p:cNvPr>
          <p:cNvSpPr txBox="1"/>
          <p:nvPr userDrawn="1"/>
        </p:nvSpPr>
        <p:spPr bwMode="gray">
          <a:xfrm>
            <a:off x="658813" y="6012423"/>
            <a:ext cx="3263113" cy="3568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YOUR GLOBAL ENGINEERING ​</a:t>
            </a:r>
          </a:p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AND TECHNOLOGY EXPERTS​</a:t>
            </a:r>
            <a:endParaRPr sz="1200" b="1" kern="1200" cap="all" spc="20" baseline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3495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13" userDrawn="1">
          <p15:clr>
            <a:srgbClr val="FBAE40"/>
          </p15:clr>
        </p15:guide>
      </p15:sldGuideLst>
    </p:ext>
  </p:extLst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ustomer presentation V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Bildplatzhalter 24">
            <a:extLst>
              <a:ext uri="{FF2B5EF4-FFF2-40B4-BE49-F238E27FC236}">
                <a16:creationId xmlns:a16="http://schemas.microsoft.com/office/drawing/2014/main" id="{687F24EB-2B10-A123-081D-23B4B74E0A4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</p:spPr>
        <p:txBody>
          <a:bodyPr anchor="ctr" anchorCtr="0"/>
          <a:lstStyle>
            <a:lvl1pPr marL="0" indent="0" algn="ctr">
              <a:buNone/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3" name="Rectangle18">
            <a:extLst>
              <a:ext uri="{FF2B5EF4-FFF2-40B4-BE49-F238E27FC236}">
                <a16:creationId xmlns:a16="http://schemas.microsoft.com/office/drawing/2014/main" id="{D017BF30-C0BC-17E7-5C1F-326D396EF98D}"/>
              </a:ext>
            </a:extLst>
          </p:cNvPr>
          <p:cNvSpPr/>
          <p:nvPr userDrawn="1"/>
        </p:nvSpPr>
        <p:spPr bwMode="gray"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tx1">
                  <a:lumMod val="20000"/>
                  <a:lumOff val="80000"/>
                  <a:alpha val="28000"/>
                </a:schemeClr>
              </a:gs>
              <a:gs pos="96000">
                <a:schemeClr val="tx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marL="0" indent="0" algn="ctr">
              <a:lnSpc>
                <a:spcPts val="1500"/>
              </a:lnSpc>
              <a:spcAft>
                <a:spcPts val="600"/>
              </a:spcAft>
            </a:pPr>
            <a:endParaRPr lang="en-US" sz="1200" noProof="0">
              <a:solidFill>
                <a:schemeClr val="tx1"/>
              </a:solidFill>
            </a:endParaRPr>
          </a:p>
        </p:txBody>
      </p:sp>
      <p:pic>
        <p:nvPicPr>
          <p:cNvPr id="13" name="Grafik 11">
            <a:extLst>
              <a:ext uri="{FF2B5EF4-FFF2-40B4-BE49-F238E27FC236}">
                <a16:creationId xmlns:a16="http://schemas.microsoft.com/office/drawing/2014/main" id="{AEC24BE7-8D51-D6F7-5489-4A3B77033E6F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78859" y="4940891"/>
            <a:ext cx="9013141" cy="191711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9AB5E9FA-5872-706C-C258-907A239F9C6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5761763"/>
            <a:ext cx="658814" cy="137683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A1A4E86A-C1FB-53A0-8963-4CF4522D7909}"/>
              </a:ext>
            </a:extLst>
          </p:cNvPr>
          <p:cNvCxnSpPr>
            <a:cxnSpLocks/>
          </p:cNvCxnSpPr>
          <p:nvPr userDrawn="1"/>
        </p:nvCxnSpPr>
        <p:spPr bwMode="gray">
          <a:xfrm rot="720000">
            <a:off x="6096000" y="2614071"/>
            <a:ext cx="0" cy="1629858"/>
          </a:xfrm>
          <a:prstGeom prst="line">
            <a:avLst/>
          </a:prstGeom>
          <a:ln w="28575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aphic 6">
            <a:extLst>
              <a:ext uri="{FF2B5EF4-FFF2-40B4-BE49-F238E27FC236}">
                <a16:creationId xmlns:a16="http://schemas.microsoft.com/office/drawing/2014/main" id="{EC8465CC-5C9A-3F06-374F-D1423A4E630D}"/>
              </a:ext>
            </a:extLst>
          </p:cNvPr>
          <p:cNvGrpSpPr/>
          <p:nvPr userDrawn="1"/>
        </p:nvGrpSpPr>
        <p:grpSpPr>
          <a:xfrm>
            <a:off x="7004961" y="3006888"/>
            <a:ext cx="3750568" cy="913182"/>
            <a:chOff x="5548312" y="3295650"/>
            <a:chExt cx="1095375" cy="266700"/>
          </a:xfrm>
          <a:solidFill>
            <a:schemeClr val="bg1"/>
          </a:solidFill>
        </p:grpSpPr>
        <p:sp>
          <p:nvSpPr>
            <p:cNvPr id="7" name="Freeform 25">
              <a:extLst>
                <a:ext uri="{FF2B5EF4-FFF2-40B4-BE49-F238E27FC236}">
                  <a16:creationId xmlns:a16="http://schemas.microsoft.com/office/drawing/2014/main" id="{C7B2A9CA-F633-6CD5-D776-A051DA2D07B7}"/>
                </a:ext>
              </a:extLst>
            </p:cNvPr>
            <p:cNvSpPr/>
            <p:nvPr/>
          </p:nvSpPr>
          <p:spPr>
            <a:xfrm>
              <a:off x="5949981" y="3353657"/>
              <a:ext cx="161925" cy="152400"/>
            </a:xfrm>
            <a:custGeom>
              <a:avLst/>
              <a:gdLst>
                <a:gd name="connsiteX0" fmla="*/ 32671 w 161925"/>
                <a:gd name="connsiteY0" fmla="*/ 0 h 152400"/>
                <a:gd name="connsiteX1" fmla="*/ 32671 w 161925"/>
                <a:gd name="connsiteY1" fmla="*/ 0 h 152400"/>
                <a:gd name="connsiteX2" fmla="*/ 165735 w 161925"/>
                <a:gd name="connsiteY2" fmla="*/ 0 h 152400"/>
                <a:gd name="connsiteX3" fmla="*/ 157925 w 161925"/>
                <a:gd name="connsiteY3" fmla="*/ 37052 h 152400"/>
                <a:gd name="connsiteX4" fmla="*/ 82391 w 161925"/>
                <a:gd name="connsiteY4" fmla="*/ 37052 h 152400"/>
                <a:gd name="connsiteX5" fmla="*/ 77724 w 161925"/>
                <a:gd name="connsiteY5" fmla="*/ 58865 h 152400"/>
                <a:gd name="connsiteX6" fmla="*/ 150019 w 161925"/>
                <a:gd name="connsiteY6" fmla="*/ 58865 h 152400"/>
                <a:gd name="connsiteX7" fmla="*/ 142113 w 161925"/>
                <a:gd name="connsiteY7" fmla="*/ 95917 h 152400"/>
                <a:gd name="connsiteX8" fmla="*/ 69914 w 161925"/>
                <a:gd name="connsiteY8" fmla="*/ 95917 h 152400"/>
                <a:gd name="connsiteX9" fmla="*/ 65437 w 161925"/>
                <a:gd name="connsiteY9" fmla="*/ 116777 h 152400"/>
                <a:gd name="connsiteX10" fmla="*/ 142494 w 161925"/>
                <a:gd name="connsiteY10" fmla="*/ 116777 h 152400"/>
                <a:gd name="connsiteX11" fmla="*/ 134684 w 161925"/>
                <a:gd name="connsiteY11" fmla="*/ 153924 h 152400"/>
                <a:gd name="connsiteX12" fmla="*/ 0 w 161925"/>
                <a:gd name="connsiteY12" fmla="*/ 15392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152400">
                  <a:moveTo>
                    <a:pt x="32671" y="0"/>
                  </a:moveTo>
                  <a:lnTo>
                    <a:pt x="32671" y="0"/>
                  </a:lnTo>
                  <a:lnTo>
                    <a:pt x="165735" y="0"/>
                  </a:lnTo>
                  <a:lnTo>
                    <a:pt x="157925" y="37052"/>
                  </a:lnTo>
                  <a:lnTo>
                    <a:pt x="82391" y="37052"/>
                  </a:lnTo>
                  <a:lnTo>
                    <a:pt x="77724" y="58865"/>
                  </a:lnTo>
                  <a:lnTo>
                    <a:pt x="150019" y="58865"/>
                  </a:lnTo>
                  <a:lnTo>
                    <a:pt x="142113" y="95917"/>
                  </a:lnTo>
                  <a:lnTo>
                    <a:pt x="69914" y="95917"/>
                  </a:lnTo>
                  <a:lnTo>
                    <a:pt x="65437" y="116777"/>
                  </a:lnTo>
                  <a:lnTo>
                    <a:pt x="142494" y="116777"/>
                  </a:lnTo>
                  <a:lnTo>
                    <a:pt x="134684" y="153924"/>
                  </a:lnTo>
                  <a:lnTo>
                    <a:pt x="0" y="1539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8" name="Freeform 26">
              <a:extLst>
                <a:ext uri="{FF2B5EF4-FFF2-40B4-BE49-F238E27FC236}">
                  <a16:creationId xmlns:a16="http://schemas.microsoft.com/office/drawing/2014/main" id="{0F4B6F0E-3C5A-E539-C123-5482752D72F9}"/>
                </a:ext>
              </a:extLst>
            </p:cNvPr>
            <p:cNvSpPr/>
            <p:nvPr/>
          </p:nvSpPr>
          <p:spPr>
            <a:xfrm>
              <a:off x="6112478" y="3353657"/>
              <a:ext cx="180975" cy="152400"/>
            </a:xfrm>
            <a:custGeom>
              <a:avLst/>
              <a:gdLst>
                <a:gd name="connsiteX0" fmla="*/ 67151 w 180975"/>
                <a:gd name="connsiteY0" fmla="*/ 115633 h 152400"/>
                <a:gd name="connsiteX1" fmla="*/ 67151 w 180975"/>
                <a:gd name="connsiteY1" fmla="*/ 115633 h 152400"/>
                <a:gd name="connsiteX2" fmla="*/ 81820 w 180975"/>
                <a:gd name="connsiteY2" fmla="*/ 115633 h 152400"/>
                <a:gd name="connsiteX3" fmla="*/ 116395 w 180975"/>
                <a:gd name="connsiteY3" fmla="*/ 75724 h 152400"/>
                <a:gd name="connsiteX4" fmla="*/ 98584 w 180975"/>
                <a:gd name="connsiteY4" fmla="*/ 35719 h 152400"/>
                <a:gd name="connsiteX5" fmla="*/ 83915 w 180975"/>
                <a:gd name="connsiteY5" fmla="*/ 35719 h 152400"/>
                <a:gd name="connsiteX6" fmla="*/ 67151 w 180975"/>
                <a:gd name="connsiteY6" fmla="*/ 115633 h 152400"/>
                <a:gd name="connsiteX7" fmla="*/ 32576 w 180975"/>
                <a:gd name="connsiteY7" fmla="*/ 0 h 152400"/>
                <a:gd name="connsiteX8" fmla="*/ 32576 w 180975"/>
                <a:gd name="connsiteY8" fmla="*/ 0 h 152400"/>
                <a:gd name="connsiteX9" fmla="*/ 119063 w 180975"/>
                <a:gd name="connsiteY9" fmla="*/ 0 h 152400"/>
                <a:gd name="connsiteX10" fmla="*/ 177832 w 180975"/>
                <a:gd name="connsiteY10" fmla="*/ 77343 h 152400"/>
                <a:gd name="connsiteX11" fmla="*/ 84011 w 180975"/>
                <a:gd name="connsiteY11" fmla="*/ 153924 h 152400"/>
                <a:gd name="connsiteX12" fmla="*/ 0 w 180975"/>
                <a:gd name="connsiteY12" fmla="*/ 153924 h 152400"/>
                <a:gd name="connsiteX13" fmla="*/ 32576 w 180975"/>
                <a:gd name="connsiteY13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975" h="152400">
                  <a:moveTo>
                    <a:pt x="67151" y="115633"/>
                  </a:moveTo>
                  <a:lnTo>
                    <a:pt x="67151" y="115633"/>
                  </a:lnTo>
                  <a:lnTo>
                    <a:pt x="81820" y="115633"/>
                  </a:lnTo>
                  <a:cubicBezTo>
                    <a:pt x="103251" y="115633"/>
                    <a:pt x="111062" y="101441"/>
                    <a:pt x="116395" y="75724"/>
                  </a:cubicBezTo>
                  <a:cubicBezTo>
                    <a:pt x="122111" y="49340"/>
                    <a:pt x="119729" y="35719"/>
                    <a:pt x="98584" y="35719"/>
                  </a:cubicBezTo>
                  <a:lnTo>
                    <a:pt x="83915" y="35719"/>
                  </a:lnTo>
                  <a:lnTo>
                    <a:pt x="67151" y="115633"/>
                  </a:lnTo>
                  <a:close/>
                  <a:moveTo>
                    <a:pt x="32576" y="0"/>
                  </a:moveTo>
                  <a:lnTo>
                    <a:pt x="32576" y="0"/>
                  </a:lnTo>
                  <a:lnTo>
                    <a:pt x="119063" y="0"/>
                  </a:lnTo>
                  <a:cubicBezTo>
                    <a:pt x="163163" y="0"/>
                    <a:pt x="190976" y="14859"/>
                    <a:pt x="177832" y="77343"/>
                  </a:cubicBezTo>
                  <a:cubicBezTo>
                    <a:pt x="165354" y="135541"/>
                    <a:pt x="128111" y="153924"/>
                    <a:pt x="84011" y="153924"/>
                  </a:cubicBezTo>
                  <a:lnTo>
                    <a:pt x="0" y="153924"/>
                  </a:lnTo>
                  <a:lnTo>
                    <a:pt x="32576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0" name="Freeform 27">
              <a:extLst>
                <a:ext uri="{FF2B5EF4-FFF2-40B4-BE49-F238E27FC236}">
                  <a16:creationId xmlns:a16="http://schemas.microsoft.com/office/drawing/2014/main" id="{A42A36E9-F814-263A-0A2A-78105D9FD4AF}"/>
                </a:ext>
              </a:extLst>
            </p:cNvPr>
            <p:cNvSpPr/>
            <p:nvPr/>
          </p:nvSpPr>
          <p:spPr>
            <a:xfrm>
              <a:off x="6274498" y="3353657"/>
              <a:ext cx="180975" cy="152400"/>
            </a:xfrm>
            <a:custGeom>
              <a:avLst/>
              <a:gdLst>
                <a:gd name="connsiteX0" fmla="*/ 91154 w 180975"/>
                <a:gd name="connsiteY0" fmla="*/ 83534 h 152400"/>
                <a:gd name="connsiteX1" fmla="*/ 91154 w 180975"/>
                <a:gd name="connsiteY1" fmla="*/ 83534 h 152400"/>
                <a:gd name="connsiteX2" fmla="*/ 125254 w 180975"/>
                <a:gd name="connsiteY2" fmla="*/ 83534 h 152400"/>
                <a:gd name="connsiteX3" fmla="*/ 119253 w 180975"/>
                <a:gd name="connsiteY3" fmla="*/ 33052 h 152400"/>
                <a:gd name="connsiteX4" fmla="*/ 118777 w 180975"/>
                <a:gd name="connsiteY4" fmla="*/ 33052 h 152400"/>
                <a:gd name="connsiteX5" fmla="*/ 91154 w 180975"/>
                <a:gd name="connsiteY5" fmla="*/ 83534 h 152400"/>
                <a:gd name="connsiteX6" fmla="*/ 86487 w 180975"/>
                <a:gd name="connsiteY6" fmla="*/ 0 h 152400"/>
                <a:gd name="connsiteX7" fmla="*/ 86487 w 180975"/>
                <a:gd name="connsiteY7" fmla="*/ 0 h 152400"/>
                <a:gd name="connsiteX8" fmla="*/ 167735 w 180975"/>
                <a:gd name="connsiteY8" fmla="*/ 0 h 152400"/>
                <a:gd name="connsiteX9" fmla="*/ 189833 w 180975"/>
                <a:gd name="connsiteY9" fmla="*/ 153924 h 152400"/>
                <a:gd name="connsiteX10" fmla="*/ 127921 w 180975"/>
                <a:gd name="connsiteY10" fmla="*/ 153924 h 152400"/>
                <a:gd name="connsiteX11" fmla="*/ 124968 w 180975"/>
                <a:gd name="connsiteY11" fmla="*/ 120587 h 152400"/>
                <a:gd name="connsiteX12" fmla="*/ 75248 w 180975"/>
                <a:gd name="connsiteY12" fmla="*/ 120587 h 152400"/>
                <a:gd name="connsiteX13" fmla="*/ 58769 w 180975"/>
                <a:gd name="connsiteY13" fmla="*/ 153924 h 152400"/>
                <a:gd name="connsiteX14" fmla="*/ 0 w 180975"/>
                <a:gd name="connsiteY14" fmla="*/ 153924 h 152400"/>
                <a:gd name="connsiteX15" fmla="*/ 86487 w 180975"/>
                <a:gd name="connsiteY15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75" h="152400">
                  <a:moveTo>
                    <a:pt x="91154" y="83534"/>
                  </a:moveTo>
                  <a:lnTo>
                    <a:pt x="91154" y="83534"/>
                  </a:lnTo>
                  <a:lnTo>
                    <a:pt x="125254" y="83534"/>
                  </a:lnTo>
                  <a:lnTo>
                    <a:pt x="119253" y="33052"/>
                  </a:lnTo>
                  <a:lnTo>
                    <a:pt x="118777" y="33052"/>
                  </a:lnTo>
                  <a:lnTo>
                    <a:pt x="91154" y="83534"/>
                  </a:lnTo>
                  <a:close/>
                  <a:moveTo>
                    <a:pt x="86487" y="0"/>
                  </a:moveTo>
                  <a:lnTo>
                    <a:pt x="86487" y="0"/>
                  </a:lnTo>
                  <a:lnTo>
                    <a:pt x="167735" y="0"/>
                  </a:lnTo>
                  <a:lnTo>
                    <a:pt x="189833" y="153924"/>
                  </a:lnTo>
                  <a:lnTo>
                    <a:pt x="127921" y="153924"/>
                  </a:lnTo>
                  <a:lnTo>
                    <a:pt x="124968" y="120587"/>
                  </a:lnTo>
                  <a:lnTo>
                    <a:pt x="75248" y="120587"/>
                  </a:lnTo>
                  <a:lnTo>
                    <a:pt x="58769" y="153924"/>
                  </a:lnTo>
                  <a:lnTo>
                    <a:pt x="0" y="153924"/>
                  </a:lnTo>
                  <a:lnTo>
                    <a:pt x="86487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1" name="Freeform 28">
              <a:extLst>
                <a:ext uri="{FF2B5EF4-FFF2-40B4-BE49-F238E27FC236}">
                  <a16:creationId xmlns:a16="http://schemas.microsoft.com/office/drawing/2014/main" id="{F66A09FD-1709-6F52-550D-61A8143CC651}"/>
                </a:ext>
              </a:extLst>
            </p:cNvPr>
            <p:cNvSpPr/>
            <p:nvPr/>
          </p:nvSpPr>
          <p:spPr>
            <a:xfrm>
              <a:off x="6476453" y="3350990"/>
              <a:ext cx="161925" cy="152400"/>
            </a:xfrm>
            <a:custGeom>
              <a:avLst/>
              <a:gdLst>
                <a:gd name="connsiteX0" fmla="*/ 142184 w 161925"/>
                <a:gd name="connsiteY0" fmla="*/ 150781 h 152400"/>
                <a:gd name="connsiteX1" fmla="*/ 142184 w 161925"/>
                <a:gd name="connsiteY1" fmla="*/ 150781 h 152400"/>
                <a:gd name="connsiteX2" fmla="*/ 76747 w 161925"/>
                <a:gd name="connsiteY2" fmla="*/ 159258 h 152400"/>
                <a:gd name="connsiteX3" fmla="*/ 2261 w 161925"/>
                <a:gd name="connsiteY3" fmla="*/ 77343 h 152400"/>
                <a:gd name="connsiteX4" fmla="*/ 110561 w 161925"/>
                <a:gd name="connsiteY4" fmla="*/ 0 h 152400"/>
                <a:gd name="connsiteX5" fmla="*/ 166853 w 161925"/>
                <a:gd name="connsiteY5" fmla="*/ 5715 h 152400"/>
                <a:gd name="connsiteX6" fmla="*/ 157995 w 161925"/>
                <a:gd name="connsiteY6" fmla="*/ 47244 h 152400"/>
                <a:gd name="connsiteX7" fmla="*/ 119419 w 161925"/>
                <a:gd name="connsiteY7" fmla="*/ 38386 h 152400"/>
                <a:gd name="connsiteX8" fmla="*/ 61697 w 161925"/>
                <a:gd name="connsiteY8" fmla="*/ 81058 h 152400"/>
                <a:gd name="connsiteX9" fmla="*/ 85510 w 161925"/>
                <a:gd name="connsiteY9" fmla="*/ 120777 h 152400"/>
                <a:gd name="connsiteX10" fmla="*/ 98273 w 161925"/>
                <a:gd name="connsiteY10" fmla="*/ 119444 h 152400"/>
                <a:gd name="connsiteX11" fmla="*/ 106941 w 161925"/>
                <a:gd name="connsiteY11" fmla="*/ 78391 h 152400"/>
                <a:gd name="connsiteX12" fmla="*/ 157519 w 161925"/>
                <a:gd name="connsiteY12" fmla="*/ 78391 h 152400"/>
                <a:gd name="connsiteX13" fmla="*/ 142184 w 161925"/>
                <a:gd name="connsiteY13" fmla="*/ 1507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152400">
                  <a:moveTo>
                    <a:pt x="142184" y="150781"/>
                  </a:moveTo>
                  <a:lnTo>
                    <a:pt x="142184" y="150781"/>
                  </a:lnTo>
                  <a:cubicBezTo>
                    <a:pt x="120752" y="156782"/>
                    <a:pt x="101036" y="159258"/>
                    <a:pt x="76747" y="159258"/>
                  </a:cubicBezTo>
                  <a:cubicBezTo>
                    <a:pt x="25693" y="159258"/>
                    <a:pt x="-9455" y="132207"/>
                    <a:pt x="2261" y="77343"/>
                  </a:cubicBezTo>
                  <a:cubicBezTo>
                    <a:pt x="13024" y="25622"/>
                    <a:pt x="61316" y="0"/>
                    <a:pt x="110561" y="0"/>
                  </a:cubicBezTo>
                  <a:cubicBezTo>
                    <a:pt x="139326" y="0"/>
                    <a:pt x="152851" y="2191"/>
                    <a:pt x="166853" y="5715"/>
                  </a:cubicBezTo>
                  <a:lnTo>
                    <a:pt x="157995" y="47244"/>
                  </a:lnTo>
                  <a:cubicBezTo>
                    <a:pt x="150661" y="42386"/>
                    <a:pt x="135897" y="38386"/>
                    <a:pt x="119419" y="38386"/>
                  </a:cubicBezTo>
                  <a:cubicBezTo>
                    <a:pt x="90177" y="38386"/>
                    <a:pt x="67698" y="53054"/>
                    <a:pt x="61697" y="81058"/>
                  </a:cubicBezTo>
                  <a:cubicBezTo>
                    <a:pt x="57220" y="102203"/>
                    <a:pt x="61888" y="120777"/>
                    <a:pt x="85510" y="120777"/>
                  </a:cubicBezTo>
                  <a:cubicBezTo>
                    <a:pt x="89605" y="120777"/>
                    <a:pt x="94463" y="120777"/>
                    <a:pt x="98273" y="119444"/>
                  </a:cubicBezTo>
                  <a:lnTo>
                    <a:pt x="106941" y="78391"/>
                  </a:lnTo>
                  <a:lnTo>
                    <a:pt x="157519" y="78391"/>
                  </a:lnTo>
                  <a:lnTo>
                    <a:pt x="142184" y="15078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2" name="Freeform 29">
              <a:extLst>
                <a:ext uri="{FF2B5EF4-FFF2-40B4-BE49-F238E27FC236}">
                  <a16:creationId xmlns:a16="http://schemas.microsoft.com/office/drawing/2014/main" id="{88768E3C-3A96-3240-D501-6DD0EC9718B3}"/>
                </a:ext>
              </a:extLst>
            </p:cNvPr>
            <p:cNvSpPr/>
            <p:nvPr/>
          </p:nvSpPr>
          <p:spPr>
            <a:xfrm>
              <a:off x="5648991" y="3412046"/>
              <a:ext cx="200025" cy="28575"/>
            </a:xfrm>
            <a:custGeom>
              <a:avLst/>
              <a:gdLst>
                <a:gd name="connsiteX0" fmla="*/ 7811 w 200025"/>
                <a:gd name="connsiteY0" fmla="*/ 0 h 28575"/>
                <a:gd name="connsiteX1" fmla="*/ 7811 w 200025"/>
                <a:gd name="connsiteY1" fmla="*/ 0 h 28575"/>
                <a:gd name="connsiteX2" fmla="*/ 202978 w 200025"/>
                <a:gd name="connsiteY2" fmla="*/ 0 h 28575"/>
                <a:gd name="connsiteX3" fmla="*/ 195167 w 200025"/>
                <a:gd name="connsiteY3" fmla="*/ 37052 h 28575"/>
                <a:gd name="connsiteX4" fmla="*/ 0 w 200025"/>
                <a:gd name="connsiteY4" fmla="*/ 3705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8575">
                  <a:moveTo>
                    <a:pt x="7811" y="0"/>
                  </a:moveTo>
                  <a:lnTo>
                    <a:pt x="7811" y="0"/>
                  </a:lnTo>
                  <a:lnTo>
                    <a:pt x="202978" y="0"/>
                  </a:lnTo>
                  <a:lnTo>
                    <a:pt x="195167" y="37052"/>
                  </a:lnTo>
                  <a:lnTo>
                    <a:pt x="0" y="370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74A974B1-E7E3-2577-8B20-E4C5A17F7E5B}"/>
                </a:ext>
              </a:extLst>
            </p:cNvPr>
            <p:cNvSpPr/>
            <p:nvPr/>
          </p:nvSpPr>
          <p:spPr>
            <a:xfrm>
              <a:off x="5673661" y="3295650"/>
              <a:ext cx="200025" cy="28575"/>
            </a:xfrm>
            <a:custGeom>
              <a:avLst/>
              <a:gdLst>
                <a:gd name="connsiteX0" fmla="*/ 7810 w 200025"/>
                <a:gd name="connsiteY0" fmla="*/ 0 h 28575"/>
                <a:gd name="connsiteX1" fmla="*/ 0 w 200025"/>
                <a:gd name="connsiteY1" fmla="*/ 36862 h 28575"/>
                <a:gd name="connsiteX2" fmla="*/ 194977 w 200025"/>
                <a:gd name="connsiteY2" fmla="*/ 36862 h 28575"/>
                <a:gd name="connsiteX3" fmla="*/ 202978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7810" y="0"/>
                  </a:moveTo>
                  <a:lnTo>
                    <a:pt x="0" y="36862"/>
                  </a:lnTo>
                  <a:lnTo>
                    <a:pt x="194977" y="36862"/>
                  </a:lnTo>
                  <a:lnTo>
                    <a:pt x="20297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6" name="Freeform 31">
              <a:extLst>
                <a:ext uri="{FF2B5EF4-FFF2-40B4-BE49-F238E27FC236}">
                  <a16:creationId xmlns:a16="http://schemas.microsoft.com/office/drawing/2014/main" id="{F780402D-1B9D-A177-6B2E-F740AA1BAE23}"/>
                </a:ext>
              </a:extLst>
            </p:cNvPr>
            <p:cNvSpPr/>
            <p:nvPr/>
          </p:nvSpPr>
          <p:spPr>
            <a:xfrm>
              <a:off x="5624322" y="3528441"/>
              <a:ext cx="200025" cy="28575"/>
            </a:xfrm>
            <a:custGeom>
              <a:avLst/>
              <a:gdLst>
                <a:gd name="connsiteX0" fmla="*/ 8001 w 200025"/>
                <a:gd name="connsiteY0" fmla="*/ 0 h 28575"/>
                <a:gd name="connsiteX1" fmla="*/ 0 w 200025"/>
                <a:gd name="connsiteY1" fmla="*/ 37243 h 28575"/>
                <a:gd name="connsiteX2" fmla="*/ 195263 w 200025"/>
                <a:gd name="connsiteY2" fmla="*/ 37243 h 28575"/>
                <a:gd name="connsiteX3" fmla="*/ 203073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8001" y="0"/>
                  </a:moveTo>
                  <a:lnTo>
                    <a:pt x="0" y="37243"/>
                  </a:lnTo>
                  <a:lnTo>
                    <a:pt x="195263" y="37243"/>
                  </a:lnTo>
                  <a:lnTo>
                    <a:pt x="20307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17" name="Freeform 32">
              <a:extLst>
                <a:ext uri="{FF2B5EF4-FFF2-40B4-BE49-F238E27FC236}">
                  <a16:creationId xmlns:a16="http://schemas.microsoft.com/office/drawing/2014/main" id="{4CA4CC12-9A62-4306-A2AB-2147474DD927}"/>
                </a:ext>
              </a:extLst>
            </p:cNvPr>
            <p:cNvSpPr/>
            <p:nvPr/>
          </p:nvSpPr>
          <p:spPr>
            <a:xfrm>
              <a:off x="5548312" y="3354229"/>
              <a:ext cx="371475" cy="152400"/>
            </a:xfrm>
            <a:custGeom>
              <a:avLst/>
              <a:gdLst>
                <a:gd name="connsiteX0" fmla="*/ 344424 w 371475"/>
                <a:gd name="connsiteY0" fmla="*/ 153924 h 152400"/>
                <a:gd name="connsiteX1" fmla="*/ 344424 w 371475"/>
                <a:gd name="connsiteY1" fmla="*/ 153924 h 152400"/>
                <a:gd name="connsiteX2" fmla="*/ 0 w 371475"/>
                <a:gd name="connsiteY2" fmla="*/ 154115 h 152400"/>
                <a:gd name="connsiteX3" fmla="*/ 344424 w 371475"/>
                <a:gd name="connsiteY3" fmla="*/ 153924 h 152400"/>
                <a:gd name="connsiteX4" fmla="*/ 377190 w 371475"/>
                <a:gd name="connsiteY4" fmla="*/ 0 h 152400"/>
                <a:gd name="connsiteX5" fmla="*/ 32576 w 371475"/>
                <a:gd name="connsiteY5" fmla="*/ 0 h 152400"/>
                <a:gd name="connsiteX6" fmla="*/ 24575 w 371475"/>
                <a:gd name="connsiteY6" fmla="*/ 37148 h 152400"/>
                <a:gd name="connsiteX7" fmla="*/ 331946 w 371475"/>
                <a:gd name="connsiteY7" fmla="*/ 36957 h 152400"/>
                <a:gd name="connsiteX8" fmla="*/ 314992 w 371475"/>
                <a:gd name="connsiteY8" fmla="*/ 116872 h 152400"/>
                <a:gd name="connsiteX9" fmla="*/ 8192 w 371475"/>
                <a:gd name="connsiteY9" fmla="*/ 117062 h 152400"/>
                <a:gd name="connsiteX10" fmla="*/ 0 w 371475"/>
                <a:gd name="connsiteY10" fmla="*/ 154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475" h="152400">
                  <a:moveTo>
                    <a:pt x="344424" y="153924"/>
                  </a:moveTo>
                  <a:lnTo>
                    <a:pt x="344424" y="153924"/>
                  </a:lnTo>
                  <a:cubicBezTo>
                    <a:pt x="344424" y="153924"/>
                    <a:pt x="476" y="154115"/>
                    <a:pt x="0" y="154115"/>
                  </a:cubicBezTo>
                  <a:lnTo>
                    <a:pt x="344424" y="153924"/>
                  </a:lnTo>
                  <a:lnTo>
                    <a:pt x="377190" y="0"/>
                  </a:lnTo>
                  <a:cubicBezTo>
                    <a:pt x="377190" y="190"/>
                    <a:pt x="32576" y="0"/>
                    <a:pt x="32576" y="0"/>
                  </a:cubicBezTo>
                  <a:lnTo>
                    <a:pt x="24575" y="37148"/>
                  </a:lnTo>
                  <a:lnTo>
                    <a:pt x="331946" y="36957"/>
                  </a:lnTo>
                  <a:lnTo>
                    <a:pt x="314992" y="116872"/>
                  </a:lnTo>
                  <a:lnTo>
                    <a:pt x="8192" y="117062"/>
                  </a:lnTo>
                  <a:lnTo>
                    <a:pt x="0" y="154019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sp>
        <p:nvSpPr>
          <p:cNvPr id="18" name="Inhaltsplatzhalter 23">
            <a:extLst>
              <a:ext uri="{FF2B5EF4-FFF2-40B4-BE49-F238E27FC236}">
                <a16:creationId xmlns:a16="http://schemas.microsoft.com/office/drawing/2014/main" id="{3BF6DBE8-FD32-9023-149F-42B272406E1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030288" y="3006888"/>
            <a:ext cx="4322762" cy="11064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Kundenlogo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F06B79E0-BB1E-4982-5AED-6CC9F09DB45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14449" y="5811551"/>
            <a:ext cx="866184" cy="752213"/>
          </a:xfrm>
          <a:prstGeom prst="rect">
            <a:avLst/>
          </a:prstGeom>
        </p:spPr>
      </p:pic>
      <p:sp>
        <p:nvSpPr>
          <p:cNvPr id="2" name="Textplatzhalter 9">
            <a:extLst>
              <a:ext uri="{FF2B5EF4-FFF2-40B4-BE49-F238E27FC236}">
                <a16:creationId xmlns:a16="http://schemas.microsoft.com/office/drawing/2014/main" id="{ACAEEE58-BAAA-F965-3A4F-4A1EF48606A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12" y="549275"/>
            <a:ext cx="28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Date | Location | Event</a:t>
            </a:r>
          </a:p>
        </p:txBody>
      </p:sp>
      <p:sp>
        <p:nvSpPr>
          <p:cNvPr id="9" name="TextBox 28">
            <a:extLst>
              <a:ext uri="{FF2B5EF4-FFF2-40B4-BE49-F238E27FC236}">
                <a16:creationId xmlns:a16="http://schemas.microsoft.com/office/drawing/2014/main" id="{0E6988D7-8A20-AD47-3AE6-FFD1BEF5DF16}"/>
              </a:ext>
            </a:extLst>
          </p:cNvPr>
          <p:cNvSpPr txBox="1"/>
          <p:nvPr userDrawn="1"/>
        </p:nvSpPr>
        <p:spPr bwMode="gray">
          <a:xfrm>
            <a:off x="658813" y="6012423"/>
            <a:ext cx="3263113" cy="3568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YOUR GLOBAL ENGINEERING ​</a:t>
            </a:r>
          </a:p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AND TECHNOLOGY EXPERTS​</a:t>
            </a:r>
            <a:endParaRPr sz="1200" b="1" kern="1200" cap="all" spc="20" baseline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0496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13" userDrawn="1">
          <p15:clr>
            <a:srgbClr val="FBAE40"/>
          </p15:clr>
        </p15:guide>
      </p15:sldGuideLst>
    </p:ext>
  </p:extLst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ustomer presentation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rafik 11">
            <a:extLst>
              <a:ext uri="{FF2B5EF4-FFF2-40B4-BE49-F238E27FC236}">
                <a16:creationId xmlns:a16="http://schemas.microsoft.com/office/drawing/2014/main" id="{0F5E8CB3-5CB1-31CB-EB6C-BE97BBC6BB61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78859" y="4940891"/>
            <a:ext cx="9013141" cy="1917110"/>
          </a:xfrm>
          <a:prstGeom prst="rect">
            <a:avLst/>
          </a:prstGeom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CC5CDFBF-F32E-B4DF-D575-425BDD3A3C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4449" y="5811551"/>
            <a:ext cx="866184" cy="752213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9AB5E9FA-5872-706C-C258-907A239F9C6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60" t="1" r="-1" b="-1"/>
          <a:stretch/>
        </p:blipFill>
        <p:spPr>
          <a:xfrm>
            <a:off x="-1" y="5761763"/>
            <a:ext cx="658814" cy="137683"/>
          </a:xfrm>
          <a:prstGeom prst="rect">
            <a:avLst/>
          </a:prstGeom>
        </p:spPr>
      </p:pic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8C4AE127-FE06-287D-746E-D9ECEA99E792}"/>
              </a:ext>
            </a:extLst>
          </p:cNvPr>
          <p:cNvCxnSpPr>
            <a:cxnSpLocks/>
          </p:cNvCxnSpPr>
          <p:nvPr userDrawn="1"/>
        </p:nvCxnSpPr>
        <p:spPr bwMode="gray">
          <a:xfrm rot="720000">
            <a:off x="6096000" y="2614071"/>
            <a:ext cx="0" cy="1629858"/>
          </a:xfrm>
          <a:prstGeom prst="line">
            <a:avLst/>
          </a:prstGeom>
          <a:ln w="28575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aphic 6">
            <a:extLst>
              <a:ext uri="{FF2B5EF4-FFF2-40B4-BE49-F238E27FC236}">
                <a16:creationId xmlns:a16="http://schemas.microsoft.com/office/drawing/2014/main" id="{41651E07-30DF-BB74-0D46-19A12BAE7AE6}"/>
              </a:ext>
            </a:extLst>
          </p:cNvPr>
          <p:cNvGrpSpPr/>
          <p:nvPr userDrawn="1"/>
        </p:nvGrpSpPr>
        <p:grpSpPr>
          <a:xfrm>
            <a:off x="7004961" y="3006888"/>
            <a:ext cx="3750568" cy="913182"/>
            <a:chOff x="5548312" y="3295650"/>
            <a:chExt cx="1095375" cy="266700"/>
          </a:xfrm>
          <a:solidFill>
            <a:schemeClr val="tx1"/>
          </a:solidFill>
        </p:grpSpPr>
        <p:sp>
          <p:nvSpPr>
            <p:cNvPr id="13" name="Freeform 25">
              <a:extLst>
                <a:ext uri="{FF2B5EF4-FFF2-40B4-BE49-F238E27FC236}">
                  <a16:creationId xmlns:a16="http://schemas.microsoft.com/office/drawing/2014/main" id="{1B4E109D-C5D1-DA76-CB1A-64B7279EEFDB}"/>
                </a:ext>
              </a:extLst>
            </p:cNvPr>
            <p:cNvSpPr/>
            <p:nvPr/>
          </p:nvSpPr>
          <p:spPr>
            <a:xfrm>
              <a:off x="5949981" y="3353657"/>
              <a:ext cx="161925" cy="152400"/>
            </a:xfrm>
            <a:custGeom>
              <a:avLst/>
              <a:gdLst>
                <a:gd name="connsiteX0" fmla="*/ 32671 w 161925"/>
                <a:gd name="connsiteY0" fmla="*/ 0 h 152400"/>
                <a:gd name="connsiteX1" fmla="*/ 32671 w 161925"/>
                <a:gd name="connsiteY1" fmla="*/ 0 h 152400"/>
                <a:gd name="connsiteX2" fmla="*/ 165735 w 161925"/>
                <a:gd name="connsiteY2" fmla="*/ 0 h 152400"/>
                <a:gd name="connsiteX3" fmla="*/ 157925 w 161925"/>
                <a:gd name="connsiteY3" fmla="*/ 37052 h 152400"/>
                <a:gd name="connsiteX4" fmla="*/ 82391 w 161925"/>
                <a:gd name="connsiteY4" fmla="*/ 37052 h 152400"/>
                <a:gd name="connsiteX5" fmla="*/ 77724 w 161925"/>
                <a:gd name="connsiteY5" fmla="*/ 58865 h 152400"/>
                <a:gd name="connsiteX6" fmla="*/ 150019 w 161925"/>
                <a:gd name="connsiteY6" fmla="*/ 58865 h 152400"/>
                <a:gd name="connsiteX7" fmla="*/ 142113 w 161925"/>
                <a:gd name="connsiteY7" fmla="*/ 95917 h 152400"/>
                <a:gd name="connsiteX8" fmla="*/ 69914 w 161925"/>
                <a:gd name="connsiteY8" fmla="*/ 95917 h 152400"/>
                <a:gd name="connsiteX9" fmla="*/ 65437 w 161925"/>
                <a:gd name="connsiteY9" fmla="*/ 116777 h 152400"/>
                <a:gd name="connsiteX10" fmla="*/ 142494 w 161925"/>
                <a:gd name="connsiteY10" fmla="*/ 116777 h 152400"/>
                <a:gd name="connsiteX11" fmla="*/ 134684 w 161925"/>
                <a:gd name="connsiteY11" fmla="*/ 153924 h 152400"/>
                <a:gd name="connsiteX12" fmla="*/ 0 w 161925"/>
                <a:gd name="connsiteY12" fmla="*/ 15392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152400">
                  <a:moveTo>
                    <a:pt x="32671" y="0"/>
                  </a:moveTo>
                  <a:lnTo>
                    <a:pt x="32671" y="0"/>
                  </a:lnTo>
                  <a:lnTo>
                    <a:pt x="165735" y="0"/>
                  </a:lnTo>
                  <a:lnTo>
                    <a:pt x="157925" y="37052"/>
                  </a:lnTo>
                  <a:lnTo>
                    <a:pt x="82391" y="37052"/>
                  </a:lnTo>
                  <a:lnTo>
                    <a:pt x="77724" y="58865"/>
                  </a:lnTo>
                  <a:lnTo>
                    <a:pt x="150019" y="58865"/>
                  </a:lnTo>
                  <a:lnTo>
                    <a:pt x="142113" y="95917"/>
                  </a:lnTo>
                  <a:lnTo>
                    <a:pt x="69914" y="95917"/>
                  </a:lnTo>
                  <a:lnTo>
                    <a:pt x="65437" y="116777"/>
                  </a:lnTo>
                  <a:lnTo>
                    <a:pt x="142494" y="116777"/>
                  </a:lnTo>
                  <a:lnTo>
                    <a:pt x="134684" y="153924"/>
                  </a:lnTo>
                  <a:lnTo>
                    <a:pt x="0" y="1539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  <p:sp>
          <p:nvSpPr>
            <p:cNvPr id="21" name="Freeform 26">
              <a:extLst>
                <a:ext uri="{FF2B5EF4-FFF2-40B4-BE49-F238E27FC236}">
                  <a16:creationId xmlns:a16="http://schemas.microsoft.com/office/drawing/2014/main" id="{F39E526C-8A87-7F5B-94F1-3D633480AF80}"/>
                </a:ext>
              </a:extLst>
            </p:cNvPr>
            <p:cNvSpPr/>
            <p:nvPr/>
          </p:nvSpPr>
          <p:spPr>
            <a:xfrm>
              <a:off x="6112478" y="3353657"/>
              <a:ext cx="180975" cy="152400"/>
            </a:xfrm>
            <a:custGeom>
              <a:avLst/>
              <a:gdLst>
                <a:gd name="connsiteX0" fmla="*/ 67151 w 180975"/>
                <a:gd name="connsiteY0" fmla="*/ 115633 h 152400"/>
                <a:gd name="connsiteX1" fmla="*/ 67151 w 180975"/>
                <a:gd name="connsiteY1" fmla="*/ 115633 h 152400"/>
                <a:gd name="connsiteX2" fmla="*/ 81820 w 180975"/>
                <a:gd name="connsiteY2" fmla="*/ 115633 h 152400"/>
                <a:gd name="connsiteX3" fmla="*/ 116395 w 180975"/>
                <a:gd name="connsiteY3" fmla="*/ 75724 h 152400"/>
                <a:gd name="connsiteX4" fmla="*/ 98584 w 180975"/>
                <a:gd name="connsiteY4" fmla="*/ 35719 h 152400"/>
                <a:gd name="connsiteX5" fmla="*/ 83915 w 180975"/>
                <a:gd name="connsiteY5" fmla="*/ 35719 h 152400"/>
                <a:gd name="connsiteX6" fmla="*/ 67151 w 180975"/>
                <a:gd name="connsiteY6" fmla="*/ 115633 h 152400"/>
                <a:gd name="connsiteX7" fmla="*/ 32576 w 180975"/>
                <a:gd name="connsiteY7" fmla="*/ 0 h 152400"/>
                <a:gd name="connsiteX8" fmla="*/ 32576 w 180975"/>
                <a:gd name="connsiteY8" fmla="*/ 0 h 152400"/>
                <a:gd name="connsiteX9" fmla="*/ 119063 w 180975"/>
                <a:gd name="connsiteY9" fmla="*/ 0 h 152400"/>
                <a:gd name="connsiteX10" fmla="*/ 177832 w 180975"/>
                <a:gd name="connsiteY10" fmla="*/ 77343 h 152400"/>
                <a:gd name="connsiteX11" fmla="*/ 84011 w 180975"/>
                <a:gd name="connsiteY11" fmla="*/ 153924 h 152400"/>
                <a:gd name="connsiteX12" fmla="*/ 0 w 180975"/>
                <a:gd name="connsiteY12" fmla="*/ 153924 h 152400"/>
                <a:gd name="connsiteX13" fmla="*/ 32576 w 180975"/>
                <a:gd name="connsiteY13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975" h="152400">
                  <a:moveTo>
                    <a:pt x="67151" y="115633"/>
                  </a:moveTo>
                  <a:lnTo>
                    <a:pt x="67151" y="115633"/>
                  </a:lnTo>
                  <a:lnTo>
                    <a:pt x="81820" y="115633"/>
                  </a:lnTo>
                  <a:cubicBezTo>
                    <a:pt x="103251" y="115633"/>
                    <a:pt x="111062" y="101441"/>
                    <a:pt x="116395" y="75724"/>
                  </a:cubicBezTo>
                  <a:cubicBezTo>
                    <a:pt x="122111" y="49340"/>
                    <a:pt x="119729" y="35719"/>
                    <a:pt x="98584" y="35719"/>
                  </a:cubicBezTo>
                  <a:lnTo>
                    <a:pt x="83915" y="35719"/>
                  </a:lnTo>
                  <a:lnTo>
                    <a:pt x="67151" y="115633"/>
                  </a:lnTo>
                  <a:close/>
                  <a:moveTo>
                    <a:pt x="32576" y="0"/>
                  </a:moveTo>
                  <a:lnTo>
                    <a:pt x="32576" y="0"/>
                  </a:lnTo>
                  <a:lnTo>
                    <a:pt x="119063" y="0"/>
                  </a:lnTo>
                  <a:cubicBezTo>
                    <a:pt x="163163" y="0"/>
                    <a:pt x="190976" y="14859"/>
                    <a:pt x="177832" y="77343"/>
                  </a:cubicBezTo>
                  <a:cubicBezTo>
                    <a:pt x="165354" y="135541"/>
                    <a:pt x="128111" y="153924"/>
                    <a:pt x="84011" y="153924"/>
                  </a:cubicBezTo>
                  <a:lnTo>
                    <a:pt x="0" y="153924"/>
                  </a:lnTo>
                  <a:lnTo>
                    <a:pt x="32576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  <p:sp>
          <p:nvSpPr>
            <p:cNvPr id="22" name="Freeform 27">
              <a:extLst>
                <a:ext uri="{FF2B5EF4-FFF2-40B4-BE49-F238E27FC236}">
                  <a16:creationId xmlns:a16="http://schemas.microsoft.com/office/drawing/2014/main" id="{57FF948E-DE93-4054-C47B-202C34D2033D}"/>
                </a:ext>
              </a:extLst>
            </p:cNvPr>
            <p:cNvSpPr/>
            <p:nvPr/>
          </p:nvSpPr>
          <p:spPr>
            <a:xfrm>
              <a:off x="6274498" y="3353657"/>
              <a:ext cx="180975" cy="152400"/>
            </a:xfrm>
            <a:custGeom>
              <a:avLst/>
              <a:gdLst>
                <a:gd name="connsiteX0" fmla="*/ 91154 w 180975"/>
                <a:gd name="connsiteY0" fmla="*/ 83534 h 152400"/>
                <a:gd name="connsiteX1" fmla="*/ 91154 w 180975"/>
                <a:gd name="connsiteY1" fmla="*/ 83534 h 152400"/>
                <a:gd name="connsiteX2" fmla="*/ 125254 w 180975"/>
                <a:gd name="connsiteY2" fmla="*/ 83534 h 152400"/>
                <a:gd name="connsiteX3" fmla="*/ 119253 w 180975"/>
                <a:gd name="connsiteY3" fmla="*/ 33052 h 152400"/>
                <a:gd name="connsiteX4" fmla="*/ 118777 w 180975"/>
                <a:gd name="connsiteY4" fmla="*/ 33052 h 152400"/>
                <a:gd name="connsiteX5" fmla="*/ 91154 w 180975"/>
                <a:gd name="connsiteY5" fmla="*/ 83534 h 152400"/>
                <a:gd name="connsiteX6" fmla="*/ 86487 w 180975"/>
                <a:gd name="connsiteY6" fmla="*/ 0 h 152400"/>
                <a:gd name="connsiteX7" fmla="*/ 86487 w 180975"/>
                <a:gd name="connsiteY7" fmla="*/ 0 h 152400"/>
                <a:gd name="connsiteX8" fmla="*/ 167735 w 180975"/>
                <a:gd name="connsiteY8" fmla="*/ 0 h 152400"/>
                <a:gd name="connsiteX9" fmla="*/ 189833 w 180975"/>
                <a:gd name="connsiteY9" fmla="*/ 153924 h 152400"/>
                <a:gd name="connsiteX10" fmla="*/ 127921 w 180975"/>
                <a:gd name="connsiteY10" fmla="*/ 153924 h 152400"/>
                <a:gd name="connsiteX11" fmla="*/ 124968 w 180975"/>
                <a:gd name="connsiteY11" fmla="*/ 120587 h 152400"/>
                <a:gd name="connsiteX12" fmla="*/ 75248 w 180975"/>
                <a:gd name="connsiteY12" fmla="*/ 120587 h 152400"/>
                <a:gd name="connsiteX13" fmla="*/ 58769 w 180975"/>
                <a:gd name="connsiteY13" fmla="*/ 153924 h 152400"/>
                <a:gd name="connsiteX14" fmla="*/ 0 w 180975"/>
                <a:gd name="connsiteY14" fmla="*/ 153924 h 152400"/>
                <a:gd name="connsiteX15" fmla="*/ 86487 w 180975"/>
                <a:gd name="connsiteY15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75" h="152400">
                  <a:moveTo>
                    <a:pt x="91154" y="83534"/>
                  </a:moveTo>
                  <a:lnTo>
                    <a:pt x="91154" y="83534"/>
                  </a:lnTo>
                  <a:lnTo>
                    <a:pt x="125254" y="83534"/>
                  </a:lnTo>
                  <a:lnTo>
                    <a:pt x="119253" y="33052"/>
                  </a:lnTo>
                  <a:lnTo>
                    <a:pt x="118777" y="33052"/>
                  </a:lnTo>
                  <a:lnTo>
                    <a:pt x="91154" y="83534"/>
                  </a:lnTo>
                  <a:close/>
                  <a:moveTo>
                    <a:pt x="86487" y="0"/>
                  </a:moveTo>
                  <a:lnTo>
                    <a:pt x="86487" y="0"/>
                  </a:lnTo>
                  <a:lnTo>
                    <a:pt x="167735" y="0"/>
                  </a:lnTo>
                  <a:lnTo>
                    <a:pt x="189833" y="153924"/>
                  </a:lnTo>
                  <a:lnTo>
                    <a:pt x="127921" y="153924"/>
                  </a:lnTo>
                  <a:lnTo>
                    <a:pt x="124968" y="120587"/>
                  </a:lnTo>
                  <a:lnTo>
                    <a:pt x="75248" y="120587"/>
                  </a:lnTo>
                  <a:lnTo>
                    <a:pt x="58769" y="153924"/>
                  </a:lnTo>
                  <a:lnTo>
                    <a:pt x="0" y="153924"/>
                  </a:lnTo>
                  <a:lnTo>
                    <a:pt x="86487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  <p:sp>
          <p:nvSpPr>
            <p:cNvPr id="23" name="Freeform 28">
              <a:extLst>
                <a:ext uri="{FF2B5EF4-FFF2-40B4-BE49-F238E27FC236}">
                  <a16:creationId xmlns:a16="http://schemas.microsoft.com/office/drawing/2014/main" id="{8B8D6FA6-CDB9-6595-4568-AE28D67465E1}"/>
                </a:ext>
              </a:extLst>
            </p:cNvPr>
            <p:cNvSpPr/>
            <p:nvPr/>
          </p:nvSpPr>
          <p:spPr>
            <a:xfrm>
              <a:off x="6476453" y="3350990"/>
              <a:ext cx="161925" cy="152400"/>
            </a:xfrm>
            <a:custGeom>
              <a:avLst/>
              <a:gdLst>
                <a:gd name="connsiteX0" fmla="*/ 142184 w 161925"/>
                <a:gd name="connsiteY0" fmla="*/ 150781 h 152400"/>
                <a:gd name="connsiteX1" fmla="*/ 142184 w 161925"/>
                <a:gd name="connsiteY1" fmla="*/ 150781 h 152400"/>
                <a:gd name="connsiteX2" fmla="*/ 76747 w 161925"/>
                <a:gd name="connsiteY2" fmla="*/ 159258 h 152400"/>
                <a:gd name="connsiteX3" fmla="*/ 2261 w 161925"/>
                <a:gd name="connsiteY3" fmla="*/ 77343 h 152400"/>
                <a:gd name="connsiteX4" fmla="*/ 110561 w 161925"/>
                <a:gd name="connsiteY4" fmla="*/ 0 h 152400"/>
                <a:gd name="connsiteX5" fmla="*/ 166853 w 161925"/>
                <a:gd name="connsiteY5" fmla="*/ 5715 h 152400"/>
                <a:gd name="connsiteX6" fmla="*/ 157995 w 161925"/>
                <a:gd name="connsiteY6" fmla="*/ 47244 h 152400"/>
                <a:gd name="connsiteX7" fmla="*/ 119419 w 161925"/>
                <a:gd name="connsiteY7" fmla="*/ 38386 h 152400"/>
                <a:gd name="connsiteX8" fmla="*/ 61697 w 161925"/>
                <a:gd name="connsiteY8" fmla="*/ 81058 h 152400"/>
                <a:gd name="connsiteX9" fmla="*/ 85510 w 161925"/>
                <a:gd name="connsiteY9" fmla="*/ 120777 h 152400"/>
                <a:gd name="connsiteX10" fmla="*/ 98273 w 161925"/>
                <a:gd name="connsiteY10" fmla="*/ 119444 h 152400"/>
                <a:gd name="connsiteX11" fmla="*/ 106941 w 161925"/>
                <a:gd name="connsiteY11" fmla="*/ 78391 h 152400"/>
                <a:gd name="connsiteX12" fmla="*/ 157519 w 161925"/>
                <a:gd name="connsiteY12" fmla="*/ 78391 h 152400"/>
                <a:gd name="connsiteX13" fmla="*/ 142184 w 161925"/>
                <a:gd name="connsiteY13" fmla="*/ 1507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152400">
                  <a:moveTo>
                    <a:pt x="142184" y="150781"/>
                  </a:moveTo>
                  <a:lnTo>
                    <a:pt x="142184" y="150781"/>
                  </a:lnTo>
                  <a:cubicBezTo>
                    <a:pt x="120752" y="156782"/>
                    <a:pt x="101036" y="159258"/>
                    <a:pt x="76747" y="159258"/>
                  </a:cubicBezTo>
                  <a:cubicBezTo>
                    <a:pt x="25693" y="159258"/>
                    <a:pt x="-9455" y="132207"/>
                    <a:pt x="2261" y="77343"/>
                  </a:cubicBezTo>
                  <a:cubicBezTo>
                    <a:pt x="13024" y="25622"/>
                    <a:pt x="61316" y="0"/>
                    <a:pt x="110561" y="0"/>
                  </a:cubicBezTo>
                  <a:cubicBezTo>
                    <a:pt x="139326" y="0"/>
                    <a:pt x="152851" y="2191"/>
                    <a:pt x="166853" y="5715"/>
                  </a:cubicBezTo>
                  <a:lnTo>
                    <a:pt x="157995" y="47244"/>
                  </a:lnTo>
                  <a:cubicBezTo>
                    <a:pt x="150661" y="42386"/>
                    <a:pt x="135897" y="38386"/>
                    <a:pt x="119419" y="38386"/>
                  </a:cubicBezTo>
                  <a:cubicBezTo>
                    <a:pt x="90177" y="38386"/>
                    <a:pt x="67698" y="53054"/>
                    <a:pt x="61697" y="81058"/>
                  </a:cubicBezTo>
                  <a:cubicBezTo>
                    <a:pt x="57220" y="102203"/>
                    <a:pt x="61888" y="120777"/>
                    <a:pt x="85510" y="120777"/>
                  </a:cubicBezTo>
                  <a:cubicBezTo>
                    <a:pt x="89605" y="120777"/>
                    <a:pt x="94463" y="120777"/>
                    <a:pt x="98273" y="119444"/>
                  </a:cubicBezTo>
                  <a:lnTo>
                    <a:pt x="106941" y="78391"/>
                  </a:lnTo>
                  <a:lnTo>
                    <a:pt x="157519" y="78391"/>
                  </a:lnTo>
                  <a:lnTo>
                    <a:pt x="142184" y="15078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  <p:sp>
          <p:nvSpPr>
            <p:cNvPr id="25" name="Freeform 29">
              <a:extLst>
                <a:ext uri="{FF2B5EF4-FFF2-40B4-BE49-F238E27FC236}">
                  <a16:creationId xmlns:a16="http://schemas.microsoft.com/office/drawing/2014/main" id="{E6A0E10F-08E2-9284-2DB7-D58E2C9F14E4}"/>
                </a:ext>
              </a:extLst>
            </p:cNvPr>
            <p:cNvSpPr/>
            <p:nvPr/>
          </p:nvSpPr>
          <p:spPr>
            <a:xfrm>
              <a:off x="5648991" y="3412046"/>
              <a:ext cx="200025" cy="28575"/>
            </a:xfrm>
            <a:custGeom>
              <a:avLst/>
              <a:gdLst>
                <a:gd name="connsiteX0" fmla="*/ 7811 w 200025"/>
                <a:gd name="connsiteY0" fmla="*/ 0 h 28575"/>
                <a:gd name="connsiteX1" fmla="*/ 7811 w 200025"/>
                <a:gd name="connsiteY1" fmla="*/ 0 h 28575"/>
                <a:gd name="connsiteX2" fmla="*/ 202978 w 200025"/>
                <a:gd name="connsiteY2" fmla="*/ 0 h 28575"/>
                <a:gd name="connsiteX3" fmla="*/ 195167 w 200025"/>
                <a:gd name="connsiteY3" fmla="*/ 37052 h 28575"/>
                <a:gd name="connsiteX4" fmla="*/ 0 w 200025"/>
                <a:gd name="connsiteY4" fmla="*/ 3705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8575">
                  <a:moveTo>
                    <a:pt x="7811" y="0"/>
                  </a:moveTo>
                  <a:lnTo>
                    <a:pt x="7811" y="0"/>
                  </a:lnTo>
                  <a:lnTo>
                    <a:pt x="202978" y="0"/>
                  </a:lnTo>
                  <a:lnTo>
                    <a:pt x="195167" y="37052"/>
                  </a:lnTo>
                  <a:lnTo>
                    <a:pt x="0" y="370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  <p:sp>
          <p:nvSpPr>
            <p:cNvPr id="26" name="Freeform 30">
              <a:extLst>
                <a:ext uri="{FF2B5EF4-FFF2-40B4-BE49-F238E27FC236}">
                  <a16:creationId xmlns:a16="http://schemas.microsoft.com/office/drawing/2014/main" id="{7312C2EB-69CC-C345-337C-35D31E046BB4}"/>
                </a:ext>
              </a:extLst>
            </p:cNvPr>
            <p:cNvSpPr/>
            <p:nvPr/>
          </p:nvSpPr>
          <p:spPr>
            <a:xfrm>
              <a:off x="5673661" y="3295650"/>
              <a:ext cx="200025" cy="28575"/>
            </a:xfrm>
            <a:custGeom>
              <a:avLst/>
              <a:gdLst>
                <a:gd name="connsiteX0" fmla="*/ 7810 w 200025"/>
                <a:gd name="connsiteY0" fmla="*/ 0 h 28575"/>
                <a:gd name="connsiteX1" fmla="*/ 0 w 200025"/>
                <a:gd name="connsiteY1" fmla="*/ 36862 h 28575"/>
                <a:gd name="connsiteX2" fmla="*/ 194977 w 200025"/>
                <a:gd name="connsiteY2" fmla="*/ 36862 h 28575"/>
                <a:gd name="connsiteX3" fmla="*/ 202978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7810" y="0"/>
                  </a:moveTo>
                  <a:lnTo>
                    <a:pt x="0" y="36862"/>
                  </a:lnTo>
                  <a:lnTo>
                    <a:pt x="194977" y="36862"/>
                  </a:lnTo>
                  <a:lnTo>
                    <a:pt x="20297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  <p:sp>
          <p:nvSpPr>
            <p:cNvPr id="27" name="Freeform 31">
              <a:extLst>
                <a:ext uri="{FF2B5EF4-FFF2-40B4-BE49-F238E27FC236}">
                  <a16:creationId xmlns:a16="http://schemas.microsoft.com/office/drawing/2014/main" id="{8568D79D-4E6D-E731-D812-85011352CE90}"/>
                </a:ext>
              </a:extLst>
            </p:cNvPr>
            <p:cNvSpPr/>
            <p:nvPr/>
          </p:nvSpPr>
          <p:spPr>
            <a:xfrm>
              <a:off x="5624322" y="3528441"/>
              <a:ext cx="200025" cy="28575"/>
            </a:xfrm>
            <a:custGeom>
              <a:avLst/>
              <a:gdLst>
                <a:gd name="connsiteX0" fmla="*/ 8001 w 200025"/>
                <a:gd name="connsiteY0" fmla="*/ 0 h 28575"/>
                <a:gd name="connsiteX1" fmla="*/ 0 w 200025"/>
                <a:gd name="connsiteY1" fmla="*/ 37243 h 28575"/>
                <a:gd name="connsiteX2" fmla="*/ 195263 w 200025"/>
                <a:gd name="connsiteY2" fmla="*/ 37243 h 28575"/>
                <a:gd name="connsiteX3" fmla="*/ 203073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8001" y="0"/>
                  </a:moveTo>
                  <a:lnTo>
                    <a:pt x="0" y="37243"/>
                  </a:lnTo>
                  <a:lnTo>
                    <a:pt x="195263" y="37243"/>
                  </a:lnTo>
                  <a:lnTo>
                    <a:pt x="20307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  <p:sp>
          <p:nvSpPr>
            <p:cNvPr id="28" name="Freeform 32">
              <a:extLst>
                <a:ext uri="{FF2B5EF4-FFF2-40B4-BE49-F238E27FC236}">
                  <a16:creationId xmlns:a16="http://schemas.microsoft.com/office/drawing/2014/main" id="{AE9E266C-60A0-C9AF-147F-73C591513E1F}"/>
                </a:ext>
              </a:extLst>
            </p:cNvPr>
            <p:cNvSpPr/>
            <p:nvPr/>
          </p:nvSpPr>
          <p:spPr>
            <a:xfrm>
              <a:off x="5548312" y="3354229"/>
              <a:ext cx="371475" cy="152400"/>
            </a:xfrm>
            <a:custGeom>
              <a:avLst/>
              <a:gdLst>
                <a:gd name="connsiteX0" fmla="*/ 344424 w 371475"/>
                <a:gd name="connsiteY0" fmla="*/ 153924 h 152400"/>
                <a:gd name="connsiteX1" fmla="*/ 344424 w 371475"/>
                <a:gd name="connsiteY1" fmla="*/ 153924 h 152400"/>
                <a:gd name="connsiteX2" fmla="*/ 0 w 371475"/>
                <a:gd name="connsiteY2" fmla="*/ 154115 h 152400"/>
                <a:gd name="connsiteX3" fmla="*/ 344424 w 371475"/>
                <a:gd name="connsiteY3" fmla="*/ 153924 h 152400"/>
                <a:gd name="connsiteX4" fmla="*/ 377190 w 371475"/>
                <a:gd name="connsiteY4" fmla="*/ 0 h 152400"/>
                <a:gd name="connsiteX5" fmla="*/ 32576 w 371475"/>
                <a:gd name="connsiteY5" fmla="*/ 0 h 152400"/>
                <a:gd name="connsiteX6" fmla="*/ 24575 w 371475"/>
                <a:gd name="connsiteY6" fmla="*/ 37148 h 152400"/>
                <a:gd name="connsiteX7" fmla="*/ 331946 w 371475"/>
                <a:gd name="connsiteY7" fmla="*/ 36957 h 152400"/>
                <a:gd name="connsiteX8" fmla="*/ 314992 w 371475"/>
                <a:gd name="connsiteY8" fmla="*/ 116872 h 152400"/>
                <a:gd name="connsiteX9" fmla="*/ 8192 w 371475"/>
                <a:gd name="connsiteY9" fmla="*/ 117062 h 152400"/>
                <a:gd name="connsiteX10" fmla="*/ 0 w 371475"/>
                <a:gd name="connsiteY10" fmla="*/ 154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475" h="152400">
                  <a:moveTo>
                    <a:pt x="344424" y="153924"/>
                  </a:moveTo>
                  <a:lnTo>
                    <a:pt x="344424" y="153924"/>
                  </a:lnTo>
                  <a:cubicBezTo>
                    <a:pt x="344424" y="153924"/>
                    <a:pt x="476" y="154115"/>
                    <a:pt x="0" y="154115"/>
                  </a:cubicBezTo>
                  <a:lnTo>
                    <a:pt x="344424" y="153924"/>
                  </a:lnTo>
                  <a:lnTo>
                    <a:pt x="377190" y="0"/>
                  </a:lnTo>
                  <a:cubicBezTo>
                    <a:pt x="377190" y="190"/>
                    <a:pt x="32576" y="0"/>
                    <a:pt x="32576" y="0"/>
                  </a:cubicBezTo>
                  <a:lnTo>
                    <a:pt x="24575" y="37148"/>
                  </a:lnTo>
                  <a:lnTo>
                    <a:pt x="331946" y="36957"/>
                  </a:lnTo>
                  <a:lnTo>
                    <a:pt x="314992" y="116872"/>
                  </a:lnTo>
                  <a:lnTo>
                    <a:pt x="8192" y="117062"/>
                  </a:lnTo>
                  <a:lnTo>
                    <a:pt x="0" y="154019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</p:grpSp>
      <p:sp>
        <p:nvSpPr>
          <p:cNvPr id="29" name="Inhaltsplatzhalter 23">
            <a:extLst>
              <a:ext uri="{FF2B5EF4-FFF2-40B4-BE49-F238E27FC236}">
                <a16:creationId xmlns:a16="http://schemas.microsoft.com/office/drawing/2014/main" id="{41B7FE22-8ACF-BB75-801F-EC6965B80E9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030288" y="3006888"/>
            <a:ext cx="4322762" cy="11064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0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Kundenlogo</a:t>
            </a:r>
          </a:p>
        </p:txBody>
      </p:sp>
      <p:sp>
        <p:nvSpPr>
          <p:cNvPr id="2" name="Textplatzhalter 9">
            <a:extLst>
              <a:ext uri="{FF2B5EF4-FFF2-40B4-BE49-F238E27FC236}">
                <a16:creationId xmlns:a16="http://schemas.microsoft.com/office/drawing/2014/main" id="{9040E4FB-D366-408D-95F9-7817E2F92E0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812" y="549275"/>
            <a:ext cx="28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="1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Date | Location | Event</a:t>
            </a:r>
          </a:p>
        </p:txBody>
      </p:sp>
      <p:sp>
        <p:nvSpPr>
          <p:cNvPr id="3" name="TextBox 28">
            <a:extLst>
              <a:ext uri="{FF2B5EF4-FFF2-40B4-BE49-F238E27FC236}">
                <a16:creationId xmlns:a16="http://schemas.microsoft.com/office/drawing/2014/main" id="{B526CD0C-2053-8128-F5F0-514EF31EAF4D}"/>
              </a:ext>
            </a:extLst>
          </p:cNvPr>
          <p:cNvSpPr txBox="1"/>
          <p:nvPr userDrawn="1"/>
        </p:nvSpPr>
        <p:spPr bwMode="gray">
          <a:xfrm>
            <a:off x="658813" y="6012423"/>
            <a:ext cx="3263113" cy="3568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 GLOBAL </a:t>
            </a:r>
            <a:r>
              <a:rPr lang="en-US" sz="1200" b="1" kern="1200" cap="all" spc="20" baseline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ENGINEERING</a:t>
            </a:r>
            <a:r>
              <a:rPr lang="en-US" sz="1200" b="1" kern="1200" cap="all" spc="2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​</a:t>
            </a:r>
          </a:p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</a:t>
            </a:r>
            <a:r>
              <a:rPr lang="en-US" sz="1200" b="1" kern="1200" cap="all" spc="20" baseline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TECHNOLOGY</a:t>
            </a:r>
            <a:r>
              <a:rPr lang="en-US" sz="1200" b="1" kern="1200" cap="all" spc="2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EXPERTS​</a:t>
            </a:r>
            <a:endParaRPr sz="1200" b="1" kern="1200" cap="all" spc="20" baseline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06162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13" userDrawn="1">
          <p15:clr>
            <a:srgbClr val="FBAE40"/>
          </p15:clr>
        </p15:guide>
        <p15:guide id="2" orient="horz" pos="3997" userDrawn="1">
          <p15:clr>
            <a:srgbClr val="FBAE40"/>
          </p15:clr>
        </p15:guide>
      </p15:sldGuideLst>
    </p:ext>
  </p:extLst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ustomer presentation V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1">
            <a:extLst>
              <a:ext uri="{FF2B5EF4-FFF2-40B4-BE49-F238E27FC236}">
                <a16:creationId xmlns:a16="http://schemas.microsoft.com/office/drawing/2014/main" id="{AEC24BE7-8D51-D6F7-5489-4A3B77033E6F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78859" y="4940891"/>
            <a:ext cx="9013141" cy="191711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9AB5E9FA-5872-706C-C258-907A239F9C6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60" t="1" r="-1" b="-1"/>
          <a:stretch/>
        </p:blipFill>
        <p:spPr>
          <a:xfrm>
            <a:off x="-1" y="5761763"/>
            <a:ext cx="658814" cy="137683"/>
          </a:xfrm>
          <a:prstGeom prst="rect">
            <a:avLst/>
          </a:prstGeom>
        </p:spPr>
      </p:pic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8C4AE127-FE06-287D-746E-D9ECEA99E792}"/>
              </a:ext>
            </a:extLst>
          </p:cNvPr>
          <p:cNvCxnSpPr>
            <a:cxnSpLocks/>
          </p:cNvCxnSpPr>
          <p:nvPr userDrawn="1"/>
        </p:nvCxnSpPr>
        <p:spPr bwMode="gray">
          <a:xfrm rot="720000">
            <a:off x="6096000" y="2614071"/>
            <a:ext cx="0" cy="1629858"/>
          </a:xfrm>
          <a:prstGeom prst="line">
            <a:avLst/>
          </a:prstGeom>
          <a:ln w="28575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aphic 6">
            <a:extLst>
              <a:ext uri="{FF2B5EF4-FFF2-40B4-BE49-F238E27FC236}">
                <a16:creationId xmlns:a16="http://schemas.microsoft.com/office/drawing/2014/main" id="{41651E07-30DF-BB74-0D46-19A12BAE7AE6}"/>
              </a:ext>
            </a:extLst>
          </p:cNvPr>
          <p:cNvGrpSpPr/>
          <p:nvPr userDrawn="1"/>
        </p:nvGrpSpPr>
        <p:grpSpPr>
          <a:xfrm>
            <a:off x="7004961" y="3006888"/>
            <a:ext cx="3750568" cy="913182"/>
            <a:chOff x="5548312" y="3295650"/>
            <a:chExt cx="1095375" cy="266700"/>
          </a:xfrm>
          <a:solidFill>
            <a:schemeClr val="tx1"/>
          </a:solidFill>
        </p:grpSpPr>
        <p:sp>
          <p:nvSpPr>
            <p:cNvPr id="7" name="Freeform 25">
              <a:extLst>
                <a:ext uri="{FF2B5EF4-FFF2-40B4-BE49-F238E27FC236}">
                  <a16:creationId xmlns:a16="http://schemas.microsoft.com/office/drawing/2014/main" id="{1B4E109D-C5D1-DA76-CB1A-64B7279EEFDB}"/>
                </a:ext>
              </a:extLst>
            </p:cNvPr>
            <p:cNvSpPr/>
            <p:nvPr/>
          </p:nvSpPr>
          <p:spPr>
            <a:xfrm>
              <a:off x="5949981" y="3353657"/>
              <a:ext cx="161925" cy="152400"/>
            </a:xfrm>
            <a:custGeom>
              <a:avLst/>
              <a:gdLst>
                <a:gd name="connsiteX0" fmla="*/ 32671 w 161925"/>
                <a:gd name="connsiteY0" fmla="*/ 0 h 152400"/>
                <a:gd name="connsiteX1" fmla="*/ 32671 w 161925"/>
                <a:gd name="connsiteY1" fmla="*/ 0 h 152400"/>
                <a:gd name="connsiteX2" fmla="*/ 165735 w 161925"/>
                <a:gd name="connsiteY2" fmla="*/ 0 h 152400"/>
                <a:gd name="connsiteX3" fmla="*/ 157925 w 161925"/>
                <a:gd name="connsiteY3" fmla="*/ 37052 h 152400"/>
                <a:gd name="connsiteX4" fmla="*/ 82391 w 161925"/>
                <a:gd name="connsiteY4" fmla="*/ 37052 h 152400"/>
                <a:gd name="connsiteX5" fmla="*/ 77724 w 161925"/>
                <a:gd name="connsiteY5" fmla="*/ 58865 h 152400"/>
                <a:gd name="connsiteX6" fmla="*/ 150019 w 161925"/>
                <a:gd name="connsiteY6" fmla="*/ 58865 h 152400"/>
                <a:gd name="connsiteX7" fmla="*/ 142113 w 161925"/>
                <a:gd name="connsiteY7" fmla="*/ 95917 h 152400"/>
                <a:gd name="connsiteX8" fmla="*/ 69914 w 161925"/>
                <a:gd name="connsiteY8" fmla="*/ 95917 h 152400"/>
                <a:gd name="connsiteX9" fmla="*/ 65437 w 161925"/>
                <a:gd name="connsiteY9" fmla="*/ 116777 h 152400"/>
                <a:gd name="connsiteX10" fmla="*/ 142494 w 161925"/>
                <a:gd name="connsiteY10" fmla="*/ 116777 h 152400"/>
                <a:gd name="connsiteX11" fmla="*/ 134684 w 161925"/>
                <a:gd name="connsiteY11" fmla="*/ 153924 h 152400"/>
                <a:gd name="connsiteX12" fmla="*/ 0 w 161925"/>
                <a:gd name="connsiteY12" fmla="*/ 15392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152400">
                  <a:moveTo>
                    <a:pt x="32671" y="0"/>
                  </a:moveTo>
                  <a:lnTo>
                    <a:pt x="32671" y="0"/>
                  </a:lnTo>
                  <a:lnTo>
                    <a:pt x="165735" y="0"/>
                  </a:lnTo>
                  <a:lnTo>
                    <a:pt x="157925" y="37052"/>
                  </a:lnTo>
                  <a:lnTo>
                    <a:pt x="82391" y="37052"/>
                  </a:lnTo>
                  <a:lnTo>
                    <a:pt x="77724" y="58865"/>
                  </a:lnTo>
                  <a:lnTo>
                    <a:pt x="150019" y="58865"/>
                  </a:lnTo>
                  <a:lnTo>
                    <a:pt x="142113" y="95917"/>
                  </a:lnTo>
                  <a:lnTo>
                    <a:pt x="69914" y="95917"/>
                  </a:lnTo>
                  <a:lnTo>
                    <a:pt x="65437" y="116777"/>
                  </a:lnTo>
                  <a:lnTo>
                    <a:pt x="142494" y="116777"/>
                  </a:lnTo>
                  <a:lnTo>
                    <a:pt x="134684" y="153924"/>
                  </a:lnTo>
                  <a:lnTo>
                    <a:pt x="0" y="1539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  <p:sp>
          <p:nvSpPr>
            <p:cNvPr id="8" name="Freeform 26">
              <a:extLst>
                <a:ext uri="{FF2B5EF4-FFF2-40B4-BE49-F238E27FC236}">
                  <a16:creationId xmlns:a16="http://schemas.microsoft.com/office/drawing/2014/main" id="{F39E526C-8A87-7F5B-94F1-3D633480AF80}"/>
                </a:ext>
              </a:extLst>
            </p:cNvPr>
            <p:cNvSpPr/>
            <p:nvPr/>
          </p:nvSpPr>
          <p:spPr>
            <a:xfrm>
              <a:off x="6112478" y="3353657"/>
              <a:ext cx="180975" cy="152400"/>
            </a:xfrm>
            <a:custGeom>
              <a:avLst/>
              <a:gdLst>
                <a:gd name="connsiteX0" fmla="*/ 67151 w 180975"/>
                <a:gd name="connsiteY0" fmla="*/ 115633 h 152400"/>
                <a:gd name="connsiteX1" fmla="*/ 67151 w 180975"/>
                <a:gd name="connsiteY1" fmla="*/ 115633 h 152400"/>
                <a:gd name="connsiteX2" fmla="*/ 81820 w 180975"/>
                <a:gd name="connsiteY2" fmla="*/ 115633 h 152400"/>
                <a:gd name="connsiteX3" fmla="*/ 116395 w 180975"/>
                <a:gd name="connsiteY3" fmla="*/ 75724 h 152400"/>
                <a:gd name="connsiteX4" fmla="*/ 98584 w 180975"/>
                <a:gd name="connsiteY4" fmla="*/ 35719 h 152400"/>
                <a:gd name="connsiteX5" fmla="*/ 83915 w 180975"/>
                <a:gd name="connsiteY5" fmla="*/ 35719 h 152400"/>
                <a:gd name="connsiteX6" fmla="*/ 67151 w 180975"/>
                <a:gd name="connsiteY6" fmla="*/ 115633 h 152400"/>
                <a:gd name="connsiteX7" fmla="*/ 32576 w 180975"/>
                <a:gd name="connsiteY7" fmla="*/ 0 h 152400"/>
                <a:gd name="connsiteX8" fmla="*/ 32576 w 180975"/>
                <a:gd name="connsiteY8" fmla="*/ 0 h 152400"/>
                <a:gd name="connsiteX9" fmla="*/ 119063 w 180975"/>
                <a:gd name="connsiteY9" fmla="*/ 0 h 152400"/>
                <a:gd name="connsiteX10" fmla="*/ 177832 w 180975"/>
                <a:gd name="connsiteY10" fmla="*/ 77343 h 152400"/>
                <a:gd name="connsiteX11" fmla="*/ 84011 w 180975"/>
                <a:gd name="connsiteY11" fmla="*/ 153924 h 152400"/>
                <a:gd name="connsiteX12" fmla="*/ 0 w 180975"/>
                <a:gd name="connsiteY12" fmla="*/ 153924 h 152400"/>
                <a:gd name="connsiteX13" fmla="*/ 32576 w 180975"/>
                <a:gd name="connsiteY13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975" h="152400">
                  <a:moveTo>
                    <a:pt x="67151" y="115633"/>
                  </a:moveTo>
                  <a:lnTo>
                    <a:pt x="67151" y="115633"/>
                  </a:lnTo>
                  <a:lnTo>
                    <a:pt x="81820" y="115633"/>
                  </a:lnTo>
                  <a:cubicBezTo>
                    <a:pt x="103251" y="115633"/>
                    <a:pt x="111062" y="101441"/>
                    <a:pt x="116395" y="75724"/>
                  </a:cubicBezTo>
                  <a:cubicBezTo>
                    <a:pt x="122111" y="49340"/>
                    <a:pt x="119729" y="35719"/>
                    <a:pt x="98584" y="35719"/>
                  </a:cubicBezTo>
                  <a:lnTo>
                    <a:pt x="83915" y="35719"/>
                  </a:lnTo>
                  <a:lnTo>
                    <a:pt x="67151" y="115633"/>
                  </a:lnTo>
                  <a:close/>
                  <a:moveTo>
                    <a:pt x="32576" y="0"/>
                  </a:moveTo>
                  <a:lnTo>
                    <a:pt x="32576" y="0"/>
                  </a:lnTo>
                  <a:lnTo>
                    <a:pt x="119063" y="0"/>
                  </a:lnTo>
                  <a:cubicBezTo>
                    <a:pt x="163163" y="0"/>
                    <a:pt x="190976" y="14859"/>
                    <a:pt x="177832" y="77343"/>
                  </a:cubicBezTo>
                  <a:cubicBezTo>
                    <a:pt x="165354" y="135541"/>
                    <a:pt x="128111" y="153924"/>
                    <a:pt x="84011" y="153924"/>
                  </a:cubicBezTo>
                  <a:lnTo>
                    <a:pt x="0" y="153924"/>
                  </a:lnTo>
                  <a:lnTo>
                    <a:pt x="32576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  <p:sp>
          <p:nvSpPr>
            <p:cNvPr id="10" name="Freeform 27">
              <a:extLst>
                <a:ext uri="{FF2B5EF4-FFF2-40B4-BE49-F238E27FC236}">
                  <a16:creationId xmlns:a16="http://schemas.microsoft.com/office/drawing/2014/main" id="{57FF948E-DE93-4054-C47B-202C34D2033D}"/>
                </a:ext>
              </a:extLst>
            </p:cNvPr>
            <p:cNvSpPr/>
            <p:nvPr/>
          </p:nvSpPr>
          <p:spPr>
            <a:xfrm>
              <a:off x="6274498" y="3353657"/>
              <a:ext cx="180975" cy="152400"/>
            </a:xfrm>
            <a:custGeom>
              <a:avLst/>
              <a:gdLst>
                <a:gd name="connsiteX0" fmla="*/ 91154 w 180975"/>
                <a:gd name="connsiteY0" fmla="*/ 83534 h 152400"/>
                <a:gd name="connsiteX1" fmla="*/ 91154 w 180975"/>
                <a:gd name="connsiteY1" fmla="*/ 83534 h 152400"/>
                <a:gd name="connsiteX2" fmla="*/ 125254 w 180975"/>
                <a:gd name="connsiteY2" fmla="*/ 83534 h 152400"/>
                <a:gd name="connsiteX3" fmla="*/ 119253 w 180975"/>
                <a:gd name="connsiteY3" fmla="*/ 33052 h 152400"/>
                <a:gd name="connsiteX4" fmla="*/ 118777 w 180975"/>
                <a:gd name="connsiteY4" fmla="*/ 33052 h 152400"/>
                <a:gd name="connsiteX5" fmla="*/ 91154 w 180975"/>
                <a:gd name="connsiteY5" fmla="*/ 83534 h 152400"/>
                <a:gd name="connsiteX6" fmla="*/ 86487 w 180975"/>
                <a:gd name="connsiteY6" fmla="*/ 0 h 152400"/>
                <a:gd name="connsiteX7" fmla="*/ 86487 w 180975"/>
                <a:gd name="connsiteY7" fmla="*/ 0 h 152400"/>
                <a:gd name="connsiteX8" fmla="*/ 167735 w 180975"/>
                <a:gd name="connsiteY8" fmla="*/ 0 h 152400"/>
                <a:gd name="connsiteX9" fmla="*/ 189833 w 180975"/>
                <a:gd name="connsiteY9" fmla="*/ 153924 h 152400"/>
                <a:gd name="connsiteX10" fmla="*/ 127921 w 180975"/>
                <a:gd name="connsiteY10" fmla="*/ 153924 h 152400"/>
                <a:gd name="connsiteX11" fmla="*/ 124968 w 180975"/>
                <a:gd name="connsiteY11" fmla="*/ 120587 h 152400"/>
                <a:gd name="connsiteX12" fmla="*/ 75248 w 180975"/>
                <a:gd name="connsiteY12" fmla="*/ 120587 h 152400"/>
                <a:gd name="connsiteX13" fmla="*/ 58769 w 180975"/>
                <a:gd name="connsiteY13" fmla="*/ 153924 h 152400"/>
                <a:gd name="connsiteX14" fmla="*/ 0 w 180975"/>
                <a:gd name="connsiteY14" fmla="*/ 153924 h 152400"/>
                <a:gd name="connsiteX15" fmla="*/ 86487 w 180975"/>
                <a:gd name="connsiteY15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75" h="152400">
                  <a:moveTo>
                    <a:pt x="91154" y="83534"/>
                  </a:moveTo>
                  <a:lnTo>
                    <a:pt x="91154" y="83534"/>
                  </a:lnTo>
                  <a:lnTo>
                    <a:pt x="125254" y="83534"/>
                  </a:lnTo>
                  <a:lnTo>
                    <a:pt x="119253" y="33052"/>
                  </a:lnTo>
                  <a:lnTo>
                    <a:pt x="118777" y="33052"/>
                  </a:lnTo>
                  <a:lnTo>
                    <a:pt x="91154" y="83534"/>
                  </a:lnTo>
                  <a:close/>
                  <a:moveTo>
                    <a:pt x="86487" y="0"/>
                  </a:moveTo>
                  <a:lnTo>
                    <a:pt x="86487" y="0"/>
                  </a:lnTo>
                  <a:lnTo>
                    <a:pt x="167735" y="0"/>
                  </a:lnTo>
                  <a:lnTo>
                    <a:pt x="189833" y="153924"/>
                  </a:lnTo>
                  <a:lnTo>
                    <a:pt x="127921" y="153924"/>
                  </a:lnTo>
                  <a:lnTo>
                    <a:pt x="124968" y="120587"/>
                  </a:lnTo>
                  <a:lnTo>
                    <a:pt x="75248" y="120587"/>
                  </a:lnTo>
                  <a:lnTo>
                    <a:pt x="58769" y="153924"/>
                  </a:lnTo>
                  <a:lnTo>
                    <a:pt x="0" y="153924"/>
                  </a:lnTo>
                  <a:lnTo>
                    <a:pt x="86487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  <p:sp>
          <p:nvSpPr>
            <p:cNvPr id="11" name="Freeform 28">
              <a:extLst>
                <a:ext uri="{FF2B5EF4-FFF2-40B4-BE49-F238E27FC236}">
                  <a16:creationId xmlns:a16="http://schemas.microsoft.com/office/drawing/2014/main" id="{8B8D6FA6-CDB9-6595-4568-AE28D67465E1}"/>
                </a:ext>
              </a:extLst>
            </p:cNvPr>
            <p:cNvSpPr/>
            <p:nvPr/>
          </p:nvSpPr>
          <p:spPr>
            <a:xfrm>
              <a:off x="6476453" y="3350990"/>
              <a:ext cx="161925" cy="152400"/>
            </a:xfrm>
            <a:custGeom>
              <a:avLst/>
              <a:gdLst>
                <a:gd name="connsiteX0" fmla="*/ 142184 w 161925"/>
                <a:gd name="connsiteY0" fmla="*/ 150781 h 152400"/>
                <a:gd name="connsiteX1" fmla="*/ 142184 w 161925"/>
                <a:gd name="connsiteY1" fmla="*/ 150781 h 152400"/>
                <a:gd name="connsiteX2" fmla="*/ 76747 w 161925"/>
                <a:gd name="connsiteY2" fmla="*/ 159258 h 152400"/>
                <a:gd name="connsiteX3" fmla="*/ 2261 w 161925"/>
                <a:gd name="connsiteY3" fmla="*/ 77343 h 152400"/>
                <a:gd name="connsiteX4" fmla="*/ 110561 w 161925"/>
                <a:gd name="connsiteY4" fmla="*/ 0 h 152400"/>
                <a:gd name="connsiteX5" fmla="*/ 166853 w 161925"/>
                <a:gd name="connsiteY5" fmla="*/ 5715 h 152400"/>
                <a:gd name="connsiteX6" fmla="*/ 157995 w 161925"/>
                <a:gd name="connsiteY6" fmla="*/ 47244 h 152400"/>
                <a:gd name="connsiteX7" fmla="*/ 119419 w 161925"/>
                <a:gd name="connsiteY7" fmla="*/ 38386 h 152400"/>
                <a:gd name="connsiteX8" fmla="*/ 61697 w 161925"/>
                <a:gd name="connsiteY8" fmla="*/ 81058 h 152400"/>
                <a:gd name="connsiteX9" fmla="*/ 85510 w 161925"/>
                <a:gd name="connsiteY9" fmla="*/ 120777 h 152400"/>
                <a:gd name="connsiteX10" fmla="*/ 98273 w 161925"/>
                <a:gd name="connsiteY10" fmla="*/ 119444 h 152400"/>
                <a:gd name="connsiteX11" fmla="*/ 106941 w 161925"/>
                <a:gd name="connsiteY11" fmla="*/ 78391 h 152400"/>
                <a:gd name="connsiteX12" fmla="*/ 157519 w 161925"/>
                <a:gd name="connsiteY12" fmla="*/ 78391 h 152400"/>
                <a:gd name="connsiteX13" fmla="*/ 142184 w 161925"/>
                <a:gd name="connsiteY13" fmla="*/ 1507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152400">
                  <a:moveTo>
                    <a:pt x="142184" y="150781"/>
                  </a:moveTo>
                  <a:lnTo>
                    <a:pt x="142184" y="150781"/>
                  </a:lnTo>
                  <a:cubicBezTo>
                    <a:pt x="120752" y="156782"/>
                    <a:pt x="101036" y="159258"/>
                    <a:pt x="76747" y="159258"/>
                  </a:cubicBezTo>
                  <a:cubicBezTo>
                    <a:pt x="25693" y="159258"/>
                    <a:pt x="-9455" y="132207"/>
                    <a:pt x="2261" y="77343"/>
                  </a:cubicBezTo>
                  <a:cubicBezTo>
                    <a:pt x="13024" y="25622"/>
                    <a:pt x="61316" y="0"/>
                    <a:pt x="110561" y="0"/>
                  </a:cubicBezTo>
                  <a:cubicBezTo>
                    <a:pt x="139326" y="0"/>
                    <a:pt x="152851" y="2191"/>
                    <a:pt x="166853" y="5715"/>
                  </a:cubicBezTo>
                  <a:lnTo>
                    <a:pt x="157995" y="47244"/>
                  </a:lnTo>
                  <a:cubicBezTo>
                    <a:pt x="150661" y="42386"/>
                    <a:pt x="135897" y="38386"/>
                    <a:pt x="119419" y="38386"/>
                  </a:cubicBezTo>
                  <a:cubicBezTo>
                    <a:pt x="90177" y="38386"/>
                    <a:pt x="67698" y="53054"/>
                    <a:pt x="61697" y="81058"/>
                  </a:cubicBezTo>
                  <a:cubicBezTo>
                    <a:pt x="57220" y="102203"/>
                    <a:pt x="61888" y="120777"/>
                    <a:pt x="85510" y="120777"/>
                  </a:cubicBezTo>
                  <a:cubicBezTo>
                    <a:pt x="89605" y="120777"/>
                    <a:pt x="94463" y="120777"/>
                    <a:pt x="98273" y="119444"/>
                  </a:cubicBezTo>
                  <a:lnTo>
                    <a:pt x="106941" y="78391"/>
                  </a:lnTo>
                  <a:lnTo>
                    <a:pt x="157519" y="78391"/>
                  </a:lnTo>
                  <a:lnTo>
                    <a:pt x="142184" y="15078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  <p:sp>
          <p:nvSpPr>
            <p:cNvPr id="12" name="Freeform 29">
              <a:extLst>
                <a:ext uri="{FF2B5EF4-FFF2-40B4-BE49-F238E27FC236}">
                  <a16:creationId xmlns:a16="http://schemas.microsoft.com/office/drawing/2014/main" id="{E6A0E10F-08E2-9284-2DB7-D58E2C9F14E4}"/>
                </a:ext>
              </a:extLst>
            </p:cNvPr>
            <p:cNvSpPr/>
            <p:nvPr/>
          </p:nvSpPr>
          <p:spPr>
            <a:xfrm>
              <a:off x="5648991" y="3412046"/>
              <a:ext cx="200025" cy="28575"/>
            </a:xfrm>
            <a:custGeom>
              <a:avLst/>
              <a:gdLst>
                <a:gd name="connsiteX0" fmla="*/ 7811 w 200025"/>
                <a:gd name="connsiteY0" fmla="*/ 0 h 28575"/>
                <a:gd name="connsiteX1" fmla="*/ 7811 w 200025"/>
                <a:gd name="connsiteY1" fmla="*/ 0 h 28575"/>
                <a:gd name="connsiteX2" fmla="*/ 202978 w 200025"/>
                <a:gd name="connsiteY2" fmla="*/ 0 h 28575"/>
                <a:gd name="connsiteX3" fmla="*/ 195167 w 200025"/>
                <a:gd name="connsiteY3" fmla="*/ 37052 h 28575"/>
                <a:gd name="connsiteX4" fmla="*/ 0 w 200025"/>
                <a:gd name="connsiteY4" fmla="*/ 3705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8575">
                  <a:moveTo>
                    <a:pt x="7811" y="0"/>
                  </a:moveTo>
                  <a:lnTo>
                    <a:pt x="7811" y="0"/>
                  </a:lnTo>
                  <a:lnTo>
                    <a:pt x="202978" y="0"/>
                  </a:lnTo>
                  <a:lnTo>
                    <a:pt x="195167" y="37052"/>
                  </a:lnTo>
                  <a:lnTo>
                    <a:pt x="0" y="370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7312C2EB-69CC-C345-337C-35D31E046BB4}"/>
                </a:ext>
              </a:extLst>
            </p:cNvPr>
            <p:cNvSpPr/>
            <p:nvPr/>
          </p:nvSpPr>
          <p:spPr>
            <a:xfrm>
              <a:off x="5673661" y="3295650"/>
              <a:ext cx="200025" cy="28575"/>
            </a:xfrm>
            <a:custGeom>
              <a:avLst/>
              <a:gdLst>
                <a:gd name="connsiteX0" fmla="*/ 7810 w 200025"/>
                <a:gd name="connsiteY0" fmla="*/ 0 h 28575"/>
                <a:gd name="connsiteX1" fmla="*/ 0 w 200025"/>
                <a:gd name="connsiteY1" fmla="*/ 36862 h 28575"/>
                <a:gd name="connsiteX2" fmla="*/ 194977 w 200025"/>
                <a:gd name="connsiteY2" fmla="*/ 36862 h 28575"/>
                <a:gd name="connsiteX3" fmla="*/ 202978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7810" y="0"/>
                  </a:moveTo>
                  <a:lnTo>
                    <a:pt x="0" y="36862"/>
                  </a:lnTo>
                  <a:lnTo>
                    <a:pt x="194977" y="36862"/>
                  </a:lnTo>
                  <a:lnTo>
                    <a:pt x="20297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  <p:sp>
          <p:nvSpPr>
            <p:cNvPr id="16" name="Freeform 31">
              <a:extLst>
                <a:ext uri="{FF2B5EF4-FFF2-40B4-BE49-F238E27FC236}">
                  <a16:creationId xmlns:a16="http://schemas.microsoft.com/office/drawing/2014/main" id="{8568D79D-4E6D-E731-D812-85011352CE90}"/>
                </a:ext>
              </a:extLst>
            </p:cNvPr>
            <p:cNvSpPr/>
            <p:nvPr/>
          </p:nvSpPr>
          <p:spPr>
            <a:xfrm>
              <a:off x="5624322" y="3528441"/>
              <a:ext cx="200025" cy="28575"/>
            </a:xfrm>
            <a:custGeom>
              <a:avLst/>
              <a:gdLst>
                <a:gd name="connsiteX0" fmla="*/ 8001 w 200025"/>
                <a:gd name="connsiteY0" fmla="*/ 0 h 28575"/>
                <a:gd name="connsiteX1" fmla="*/ 0 w 200025"/>
                <a:gd name="connsiteY1" fmla="*/ 37243 h 28575"/>
                <a:gd name="connsiteX2" fmla="*/ 195263 w 200025"/>
                <a:gd name="connsiteY2" fmla="*/ 37243 h 28575"/>
                <a:gd name="connsiteX3" fmla="*/ 203073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8001" y="0"/>
                  </a:moveTo>
                  <a:lnTo>
                    <a:pt x="0" y="37243"/>
                  </a:lnTo>
                  <a:lnTo>
                    <a:pt x="195263" y="37243"/>
                  </a:lnTo>
                  <a:lnTo>
                    <a:pt x="20307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  <p:sp>
          <p:nvSpPr>
            <p:cNvPr id="17" name="Freeform 32">
              <a:extLst>
                <a:ext uri="{FF2B5EF4-FFF2-40B4-BE49-F238E27FC236}">
                  <a16:creationId xmlns:a16="http://schemas.microsoft.com/office/drawing/2014/main" id="{AE9E266C-60A0-C9AF-147F-73C591513E1F}"/>
                </a:ext>
              </a:extLst>
            </p:cNvPr>
            <p:cNvSpPr/>
            <p:nvPr/>
          </p:nvSpPr>
          <p:spPr>
            <a:xfrm>
              <a:off x="5548312" y="3354229"/>
              <a:ext cx="371475" cy="152400"/>
            </a:xfrm>
            <a:custGeom>
              <a:avLst/>
              <a:gdLst>
                <a:gd name="connsiteX0" fmla="*/ 344424 w 371475"/>
                <a:gd name="connsiteY0" fmla="*/ 153924 h 152400"/>
                <a:gd name="connsiteX1" fmla="*/ 344424 w 371475"/>
                <a:gd name="connsiteY1" fmla="*/ 153924 h 152400"/>
                <a:gd name="connsiteX2" fmla="*/ 0 w 371475"/>
                <a:gd name="connsiteY2" fmla="*/ 154115 h 152400"/>
                <a:gd name="connsiteX3" fmla="*/ 344424 w 371475"/>
                <a:gd name="connsiteY3" fmla="*/ 153924 h 152400"/>
                <a:gd name="connsiteX4" fmla="*/ 377190 w 371475"/>
                <a:gd name="connsiteY4" fmla="*/ 0 h 152400"/>
                <a:gd name="connsiteX5" fmla="*/ 32576 w 371475"/>
                <a:gd name="connsiteY5" fmla="*/ 0 h 152400"/>
                <a:gd name="connsiteX6" fmla="*/ 24575 w 371475"/>
                <a:gd name="connsiteY6" fmla="*/ 37148 h 152400"/>
                <a:gd name="connsiteX7" fmla="*/ 331946 w 371475"/>
                <a:gd name="connsiteY7" fmla="*/ 36957 h 152400"/>
                <a:gd name="connsiteX8" fmla="*/ 314992 w 371475"/>
                <a:gd name="connsiteY8" fmla="*/ 116872 h 152400"/>
                <a:gd name="connsiteX9" fmla="*/ 8192 w 371475"/>
                <a:gd name="connsiteY9" fmla="*/ 117062 h 152400"/>
                <a:gd name="connsiteX10" fmla="*/ 0 w 371475"/>
                <a:gd name="connsiteY10" fmla="*/ 154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475" h="152400">
                  <a:moveTo>
                    <a:pt x="344424" y="153924"/>
                  </a:moveTo>
                  <a:lnTo>
                    <a:pt x="344424" y="153924"/>
                  </a:lnTo>
                  <a:cubicBezTo>
                    <a:pt x="344424" y="153924"/>
                    <a:pt x="476" y="154115"/>
                    <a:pt x="0" y="154115"/>
                  </a:cubicBezTo>
                  <a:lnTo>
                    <a:pt x="344424" y="153924"/>
                  </a:lnTo>
                  <a:lnTo>
                    <a:pt x="377190" y="0"/>
                  </a:lnTo>
                  <a:cubicBezTo>
                    <a:pt x="377190" y="190"/>
                    <a:pt x="32576" y="0"/>
                    <a:pt x="32576" y="0"/>
                  </a:cubicBezTo>
                  <a:lnTo>
                    <a:pt x="24575" y="37148"/>
                  </a:lnTo>
                  <a:lnTo>
                    <a:pt x="331946" y="36957"/>
                  </a:lnTo>
                  <a:lnTo>
                    <a:pt x="314992" y="116872"/>
                  </a:lnTo>
                  <a:lnTo>
                    <a:pt x="8192" y="117062"/>
                  </a:lnTo>
                  <a:lnTo>
                    <a:pt x="0" y="154019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</p:grpSp>
      <p:sp>
        <p:nvSpPr>
          <p:cNvPr id="18" name="Inhaltsplatzhalter 23">
            <a:extLst>
              <a:ext uri="{FF2B5EF4-FFF2-40B4-BE49-F238E27FC236}">
                <a16:creationId xmlns:a16="http://schemas.microsoft.com/office/drawing/2014/main" id="{41B7FE22-8ACF-BB75-801F-EC6965B80E9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030288" y="3006888"/>
            <a:ext cx="4322762" cy="11064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0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Kundenlogo</a:t>
            </a:r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BD728231-BFC0-A90B-830F-B41C2E9D92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14449" y="5811551"/>
            <a:ext cx="866184" cy="752213"/>
          </a:xfrm>
          <a:prstGeom prst="rect">
            <a:avLst/>
          </a:prstGeom>
        </p:spPr>
      </p:pic>
      <p:sp>
        <p:nvSpPr>
          <p:cNvPr id="2" name="Textplatzhalter 9">
            <a:extLst>
              <a:ext uri="{FF2B5EF4-FFF2-40B4-BE49-F238E27FC236}">
                <a16:creationId xmlns:a16="http://schemas.microsoft.com/office/drawing/2014/main" id="{2686E6BE-106A-B7AF-5870-55B597E76B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812" y="549275"/>
            <a:ext cx="28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="1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Date | Location | Event</a:t>
            </a:r>
          </a:p>
        </p:txBody>
      </p:sp>
      <p:sp>
        <p:nvSpPr>
          <p:cNvPr id="3" name="TextBox 28">
            <a:extLst>
              <a:ext uri="{FF2B5EF4-FFF2-40B4-BE49-F238E27FC236}">
                <a16:creationId xmlns:a16="http://schemas.microsoft.com/office/drawing/2014/main" id="{7D6008F5-DE42-9D75-650A-4E8C36B452E1}"/>
              </a:ext>
            </a:extLst>
          </p:cNvPr>
          <p:cNvSpPr txBox="1"/>
          <p:nvPr userDrawn="1"/>
        </p:nvSpPr>
        <p:spPr bwMode="gray">
          <a:xfrm>
            <a:off x="658813" y="6012423"/>
            <a:ext cx="3263113" cy="3568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 GLOBAL </a:t>
            </a:r>
            <a:r>
              <a:rPr lang="en-US" sz="1200" b="1" kern="1200" cap="all" spc="20" baseline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ENGINEERING</a:t>
            </a:r>
            <a:r>
              <a:rPr lang="en-US" sz="1200" b="1" kern="1200" cap="all" spc="2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​</a:t>
            </a:r>
          </a:p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</a:t>
            </a:r>
            <a:r>
              <a:rPr lang="en-US" sz="1200" b="1" kern="1200" cap="all" spc="20" baseline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TECHNOLOGY</a:t>
            </a:r>
            <a:r>
              <a:rPr lang="en-US" sz="1200" b="1" kern="1200" cap="all" spc="2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EXPERTS​</a:t>
            </a:r>
            <a:endParaRPr sz="1200" b="1" kern="1200" cap="all" spc="20" baseline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279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13" userDrawn="1">
          <p15:clr>
            <a:srgbClr val="FBAE40"/>
          </p15:clr>
        </p15:guide>
      </p15:sldGuideLst>
    </p:ext>
  </p:extLst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ustomer presentation V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1">
            <a:extLst>
              <a:ext uri="{FF2B5EF4-FFF2-40B4-BE49-F238E27FC236}">
                <a16:creationId xmlns:a16="http://schemas.microsoft.com/office/drawing/2014/main" id="{AEC24BE7-8D51-D6F7-5489-4A3B77033E6F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78859" y="4940891"/>
            <a:ext cx="9013141" cy="1917110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BD728231-BFC0-A90B-830F-B41C2E9D92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4449" y="5811551"/>
            <a:ext cx="866184" cy="752213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4A8F0726-0F0D-D64B-9A64-9D556D10F324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60" t="1" r="-1" b="-1"/>
          <a:stretch/>
        </p:blipFill>
        <p:spPr>
          <a:xfrm>
            <a:off x="-1" y="5761763"/>
            <a:ext cx="658814" cy="137683"/>
          </a:xfrm>
          <a:prstGeom prst="rect">
            <a:avLst/>
          </a:prstGeom>
        </p:spPr>
      </p:pic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411369A4-ED1B-2608-0CA5-C223A52A4217}"/>
              </a:ext>
            </a:extLst>
          </p:cNvPr>
          <p:cNvCxnSpPr>
            <a:cxnSpLocks/>
          </p:cNvCxnSpPr>
          <p:nvPr userDrawn="1"/>
        </p:nvCxnSpPr>
        <p:spPr bwMode="gray">
          <a:xfrm rot="720000">
            <a:off x="6096000" y="2614071"/>
            <a:ext cx="0" cy="1629858"/>
          </a:xfrm>
          <a:prstGeom prst="line">
            <a:avLst/>
          </a:prstGeom>
          <a:ln w="28575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aphic 6">
            <a:extLst>
              <a:ext uri="{FF2B5EF4-FFF2-40B4-BE49-F238E27FC236}">
                <a16:creationId xmlns:a16="http://schemas.microsoft.com/office/drawing/2014/main" id="{F78CA6CF-5CEB-530B-1BC0-188318F4AB5A}"/>
              </a:ext>
            </a:extLst>
          </p:cNvPr>
          <p:cNvGrpSpPr/>
          <p:nvPr userDrawn="1"/>
        </p:nvGrpSpPr>
        <p:grpSpPr>
          <a:xfrm>
            <a:off x="7004961" y="3006888"/>
            <a:ext cx="3750568" cy="913182"/>
            <a:chOff x="5548312" y="3295650"/>
            <a:chExt cx="1095375" cy="266700"/>
          </a:xfrm>
          <a:solidFill>
            <a:schemeClr val="tx1"/>
          </a:solidFill>
        </p:grpSpPr>
        <p:sp>
          <p:nvSpPr>
            <p:cNvPr id="22" name="Freeform 25">
              <a:extLst>
                <a:ext uri="{FF2B5EF4-FFF2-40B4-BE49-F238E27FC236}">
                  <a16:creationId xmlns:a16="http://schemas.microsoft.com/office/drawing/2014/main" id="{2E2FC3F2-3E56-34D8-F430-5DF797D7C575}"/>
                </a:ext>
              </a:extLst>
            </p:cNvPr>
            <p:cNvSpPr/>
            <p:nvPr/>
          </p:nvSpPr>
          <p:spPr>
            <a:xfrm>
              <a:off x="5949981" y="3353657"/>
              <a:ext cx="161925" cy="152400"/>
            </a:xfrm>
            <a:custGeom>
              <a:avLst/>
              <a:gdLst>
                <a:gd name="connsiteX0" fmla="*/ 32671 w 161925"/>
                <a:gd name="connsiteY0" fmla="*/ 0 h 152400"/>
                <a:gd name="connsiteX1" fmla="*/ 32671 w 161925"/>
                <a:gd name="connsiteY1" fmla="*/ 0 h 152400"/>
                <a:gd name="connsiteX2" fmla="*/ 165735 w 161925"/>
                <a:gd name="connsiteY2" fmla="*/ 0 h 152400"/>
                <a:gd name="connsiteX3" fmla="*/ 157925 w 161925"/>
                <a:gd name="connsiteY3" fmla="*/ 37052 h 152400"/>
                <a:gd name="connsiteX4" fmla="*/ 82391 w 161925"/>
                <a:gd name="connsiteY4" fmla="*/ 37052 h 152400"/>
                <a:gd name="connsiteX5" fmla="*/ 77724 w 161925"/>
                <a:gd name="connsiteY5" fmla="*/ 58865 h 152400"/>
                <a:gd name="connsiteX6" fmla="*/ 150019 w 161925"/>
                <a:gd name="connsiteY6" fmla="*/ 58865 h 152400"/>
                <a:gd name="connsiteX7" fmla="*/ 142113 w 161925"/>
                <a:gd name="connsiteY7" fmla="*/ 95917 h 152400"/>
                <a:gd name="connsiteX8" fmla="*/ 69914 w 161925"/>
                <a:gd name="connsiteY8" fmla="*/ 95917 h 152400"/>
                <a:gd name="connsiteX9" fmla="*/ 65437 w 161925"/>
                <a:gd name="connsiteY9" fmla="*/ 116777 h 152400"/>
                <a:gd name="connsiteX10" fmla="*/ 142494 w 161925"/>
                <a:gd name="connsiteY10" fmla="*/ 116777 h 152400"/>
                <a:gd name="connsiteX11" fmla="*/ 134684 w 161925"/>
                <a:gd name="connsiteY11" fmla="*/ 153924 h 152400"/>
                <a:gd name="connsiteX12" fmla="*/ 0 w 161925"/>
                <a:gd name="connsiteY12" fmla="*/ 15392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152400">
                  <a:moveTo>
                    <a:pt x="32671" y="0"/>
                  </a:moveTo>
                  <a:lnTo>
                    <a:pt x="32671" y="0"/>
                  </a:lnTo>
                  <a:lnTo>
                    <a:pt x="165735" y="0"/>
                  </a:lnTo>
                  <a:lnTo>
                    <a:pt x="157925" y="37052"/>
                  </a:lnTo>
                  <a:lnTo>
                    <a:pt x="82391" y="37052"/>
                  </a:lnTo>
                  <a:lnTo>
                    <a:pt x="77724" y="58865"/>
                  </a:lnTo>
                  <a:lnTo>
                    <a:pt x="150019" y="58865"/>
                  </a:lnTo>
                  <a:lnTo>
                    <a:pt x="142113" y="95917"/>
                  </a:lnTo>
                  <a:lnTo>
                    <a:pt x="69914" y="95917"/>
                  </a:lnTo>
                  <a:lnTo>
                    <a:pt x="65437" y="116777"/>
                  </a:lnTo>
                  <a:lnTo>
                    <a:pt x="142494" y="116777"/>
                  </a:lnTo>
                  <a:lnTo>
                    <a:pt x="134684" y="153924"/>
                  </a:lnTo>
                  <a:lnTo>
                    <a:pt x="0" y="1539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  <p:sp>
          <p:nvSpPr>
            <p:cNvPr id="23" name="Freeform 26">
              <a:extLst>
                <a:ext uri="{FF2B5EF4-FFF2-40B4-BE49-F238E27FC236}">
                  <a16:creationId xmlns:a16="http://schemas.microsoft.com/office/drawing/2014/main" id="{64322FE6-8395-C9DD-25CA-424F4C612861}"/>
                </a:ext>
              </a:extLst>
            </p:cNvPr>
            <p:cNvSpPr/>
            <p:nvPr/>
          </p:nvSpPr>
          <p:spPr>
            <a:xfrm>
              <a:off x="6112478" y="3353657"/>
              <a:ext cx="180975" cy="152400"/>
            </a:xfrm>
            <a:custGeom>
              <a:avLst/>
              <a:gdLst>
                <a:gd name="connsiteX0" fmla="*/ 67151 w 180975"/>
                <a:gd name="connsiteY0" fmla="*/ 115633 h 152400"/>
                <a:gd name="connsiteX1" fmla="*/ 67151 w 180975"/>
                <a:gd name="connsiteY1" fmla="*/ 115633 h 152400"/>
                <a:gd name="connsiteX2" fmla="*/ 81820 w 180975"/>
                <a:gd name="connsiteY2" fmla="*/ 115633 h 152400"/>
                <a:gd name="connsiteX3" fmla="*/ 116395 w 180975"/>
                <a:gd name="connsiteY3" fmla="*/ 75724 h 152400"/>
                <a:gd name="connsiteX4" fmla="*/ 98584 w 180975"/>
                <a:gd name="connsiteY4" fmla="*/ 35719 h 152400"/>
                <a:gd name="connsiteX5" fmla="*/ 83915 w 180975"/>
                <a:gd name="connsiteY5" fmla="*/ 35719 h 152400"/>
                <a:gd name="connsiteX6" fmla="*/ 67151 w 180975"/>
                <a:gd name="connsiteY6" fmla="*/ 115633 h 152400"/>
                <a:gd name="connsiteX7" fmla="*/ 32576 w 180975"/>
                <a:gd name="connsiteY7" fmla="*/ 0 h 152400"/>
                <a:gd name="connsiteX8" fmla="*/ 32576 w 180975"/>
                <a:gd name="connsiteY8" fmla="*/ 0 h 152400"/>
                <a:gd name="connsiteX9" fmla="*/ 119063 w 180975"/>
                <a:gd name="connsiteY9" fmla="*/ 0 h 152400"/>
                <a:gd name="connsiteX10" fmla="*/ 177832 w 180975"/>
                <a:gd name="connsiteY10" fmla="*/ 77343 h 152400"/>
                <a:gd name="connsiteX11" fmla="*/ 84011 w 180975"/>
                <a:gd name="connsiteY11" fmla="*/ 153924 h 152400"/>
                <a:gd name="connsiteX12" fmla="*/ 0 w 180975"/>
                <a:gd name="connsiteY12" fmla="*/ 153924 h 152400"/>
                <a:gd name="connsiteX13" fmla="*/ 32576 w 180975"/>
                <a:gd name="connsiteY13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975" h="152400">
                  <a:moveTo>
                    <a:pt x="67151" y="115633"/>
                  </a:moveTo>
                  <a:lnTo>
                    <a:pt x="67151" y="115633"/>
                  </a:lnTo>
                  <a:lnTo>
                    <a:pt x="81820" y="115633"/>
                  </a:lnTo>
                  <a:cubicBezTo>
                    <a:pt x="103251" y="115633"/>
                    <a:pt x="111062" y="101441"/>
                    <a:pt x="116395" y="75724"/>
                  </a:cubicBezTo>
                  <a:cubicBezTo>
                    <a:pt x="122111" y="49340"/>
                    <a:pt x="119729" y="35719"/>
                    <a:pt x="98584" y="35719"/>
                  </a:cubicBezTo>
                  <a:lnTo>
                    <a:pt x="83915" y="35719"/>
                  </a:lnTo>
                  <a:lnTo>
                    <a:pt x="67151" y="115633"/>
                  </a:lnTo>
                  <a:close/>
                  <a:moveTo>
                    <a:pt x="32576" y="0"/>
                  </a:moveTo>
                  <a:lnTo>
                    <a:pt x="32576" y="0"/>
                  </a:lnTo>
                  <a:lnTo>
                    <a:pt x="119063" y="0"/>
                  </a:lnTo>
                  <a:cubicBezTo>
                    <a:pt x="163163" y="0"/>
                    <a:pt x="190976" y="14859"/>
                    <a:pt x="177832" y="77343"/>
                  </a:cubicBezTo>
                  <a:cubicBezTo>
                    <a:pt x="165354" y="135541"/>
                    <a:pt x="128111" y="153924"/>
                    <a:pt x="84011" y="153924"/>
                  </a:cubicBezTo>
                  <a:lnTo>
                    <a:pt x="0" y="153924"/>
                  </a:lnTo>
                  <a:lnTo>
                    <a:pt x="32576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  <p:sp>
          <p:nvSpPr>
            <p:cNvPr id="24" name="Freeform 27">
              <a:extLst>
                <a:ext uri="{FF2B5EF4-FFF2-40B4-BE49-F238E27FC236}">
                  <a16:creationId xmlns:a16="http://schemas.microsoft.com/office/drawing/2014/main" id="{9B1EB373-E7A3-8C26-3883-C899D1DCFC75}"/>
                </a:ext>
              </a:extLst>
            </p:cNvPr>
            <p:cNvSpPr/>
            <p:nvPr/>
          </p:nvSpPr>
          <p:spPr>
            <a:xfrm>
              <a:off x="6274498" y="3353657"/>
              <a:ext cx="180975" cy="152400"/>
            </a:xfrm>
            <a:custGeom>
              <a:avLst/>
              <a:gdLst>
                <a:gd name="connsiteX0" fmla="*/ 91154 w 180975"/>
                <a:gd name="connsiteY0" fmla="*/ 83534 h 152400"/>
                <a:gd name="connsiteX1" fmla="*/ 91154 w 180975"/>
                <a:gd name="connsiteY1" fmla="*/ 83534 h 152400"/>
                <a:gd name="connsiteX2" fmla="*/ 125254 w 180975"/>
                <a:gd name="connsiteY2" fmla="*/ 83534 h 152400"/>
                <a:gd name="connsiteX3" fmla="*/ 119253 w 180975"/>
                <a:gd name="connsiteY3" fmla="*/ 33052 h 152400"/>
                <a:gd name="connsiteX4" fmla="*/ 118777 w 180975"/>
                <a:gd name="connsiteY4" fmla="*/ 33052 h 152400"/>
                <a:gd name="connsiteX5" fmla="*/ 91154 w 180975"/>
                <a:gd name="connsiteY5" fmla="*/ 83534 h 152400"/>
                <a:gd name="connsiteX6" fmla="*/ 86487 w 180975"/>
                <a:gd name="connsiteY6" fmla="*/ 0 h 152400"/>
                <a:gd name="connsiteX7" fmla="*/ 86487 w 180975"/>
                <a:gd name="connsiteY7" fmla="*/ 0 h 152400"/>
                <a:gd name="connsiteX8" fmla="*/ 167735 w 180975"/>
                <a:gd name="connsiteY8" fmla="*/ 0 h 152400"/>
                <a:gd name="connsiteX9" fmla="*/ 189833 w 180975"/>
                <a:gd name="connsiteY9" fmla="*/ 153924 h 152400"/>
                <a:gd name="connsiteX10" fmla="*/ 127921 w 180975"/>
                <a:gd name="connsiteY10" fmla="*/ 153924 h 152400"/>
                <a:gd name="connsiteX11" fmla="*/ 124968 w 180975"/>
                <a:gd name="connsiteY11" fmla="*/ 120587 h 152400"/>
                <a:gd name="connsiteX12" fmla="*/ 75248 w 180975"/>
                <a:gd name="connsiteY12" fmla="*/ 120587 h 152400"/>
                <a:gd name="connsiteX13" fmla="*/ 58769 w 180975"/>
                <a:gd name="connsiteY13" fmla="*/ 153924 h 152400"/>
                <a:gd name="connsiteX14" fmla="*/ 0 w 180975"/>
                <a:gd name="connsiteY14" fmla="*/ 153924 h 152400"/>
                <a:gd name="connsiteX15" fmla="*/ 86487 w 180975"/>
                <a:gd name="connsiteY15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75" h="152400">
                  <a:moveTo>
                    <a:pt x="91154" y="83534"/>
                  </a:moveTo>
                  <a:lnTo>
                    <a:pt x="91154" y="83534"/>
                  </a:lnTo>
                  <a:lnTo>
                    <a:pt x="125254" y="83534"/>
                  </a:lnTo>
                  <a:lnTo>
                    <a:pt x="119253" y="33052"/>
                  </a:lnTo>
                  <a:lnTo>
                    <a:pt x="118777" y="33052"/>
                  </a:lnTo>
                  <a:lnTo>
                    <a:pt x="91154" y="83534"/>
                  </a:lnTo>
                  <a:close/>
                  <a:moveTo>
                    <a:pt x="86487" y="0"/>
                  </a:moveTo>
                  <a:lnTo>
                    <a:pt x="86487" y="0"/>
                  </a:lnTo>
                  <a:lnTo>
                    <a:pt x="167735" y="0"/>
                  </a:lnTo>
                  <a:lnTo>
                    <a:pt x="189833" y="153924"/>
                  </a:lnTo>
                  <a:lnTo>
                    <a:pt x="127921" y="153924"/>
                  </a:lnTo>
                  <a:lnTo>
                    <a:pt x="124968" y="120587"/>
                  </a:lnTo>
                  <a:lnTo>
                    <a:pt x="75248" y="120587"/>
                  </a:lnTo>
                  <a:lnTo>
                    <a:pt x="58769" y="153924"/>
                  </a:lnTo>
                  <a:lnTo>
                    <a:pt x="0" y="153924"/>
                  </a:lnTo>
                  <a:lnTo>
                    <a:pt x="86487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  <p:sp>
          <p:nvSpPr>
            <p:cNvPr id="25" name="Freeform 28">
              <a:extLst>
                <a:ext uri="{FF2B5EF4-FFF2-40B4-BE49-F238E27FC236}">
                  <a16:creationId xmlns:a16="http://schemas.microsoft.com/office/drawing/2014/main" id="{2D9F876D-6547-F15F-2AC9-486F048AF169}"/>
                </a:ext>
              </a:extLst>
            </p:cNvPr>
            <p:cNvSpPr/>
            <p:nvPr/>
          </p:nvSpPr>
          <p:spPr>
            <a:xfrm>
              <a:off x="6476453" y="3350990"/>
              <a:ext cx="161925" cy="152400"/>
            </a:xfrm>
            <a:custGeom>
              <a:avLst/>
              <a:gdLst>
                <a:gd name="connsiteX0" fmla="*/ 142184 w 161925"/>
                <a:gd name="connsiteY0" fmla="*/ 150781 h 152400"/>
                <a:gd name="connsiteX1" fmla="*/ 142184 w 161925"/>
                <a:gd name="connsiteY1" fmla="*/ 150781 h 152400"/>
                <a:gd name="connsiteX2" fmla="*/ 76747 w 161925"/>
                <a:gd name="connsiteY2" fmla="*/ 159258 h 152400"/>
                <a:gd name="connsiteX3" fmla="*/ 2261 w 161925"/>
                <a:gd name="connsiteY3" fmla="*/ 77343 h 152400"/>
                <a:gd name="connsiteX4" fmla="*/ 110561 w 161925"/>
                <a:gd name="connsiteY4" fmla="*/ 0 h 152400"/>
                <a:gd name="connsiteX5" fmla="*/ 166853 w 161925"/>
                <a:gd name="connsiteY5" fmla="*/ 5715 h 152400"/>
                <a:gd name="connsiteX6" fmla="*/ 157995 w 161925"/>
                <a:gd name="connsiteY6" fmla="*/ 47244 h 152400"/>
                <a:gd name="connsiteX7" fmla="*/ 119419 w 161925"/>
                <a:gd name="connsiteY7" fmla="*/ 38386 h 152400"/>
                <a:gd name="connsiteX8" fmla="*/ 61697 w 161925"/>
                <a:gd name="connsiteY8" fmla="*/ 81058 h 152400"/>
                <a:gd name="connsiteX9" fmla="*/ 85510 w 161925"/>
                <a:gd name="connsiteY9" fmla="*/ 120777 h 152400"/>
                <a:gd name="connsiteX10" fmla="*/ 98273 w 161925"/>
                <a:gd name="connsiteY10" fmla="*/ 119444 h 152400"/>
                <a:gd name="connsiteX11" fmla="*/ 106941 w 161925"/>
                <a:gd name="connsiteY11" fmla="*/ 78391 h 152400"/>
                <a:gd name="connsiteX12" fmla="*/ 157519 w 161925"/>
                <a:gd name="connsiteY12" fmla="*/ 78391 h 152400"/>
                <a:gd name="connsiteX13" fmla="*/ 142184 w 161925"/>
                <a:gd name="connsiteY13" fmla="*/ 1507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152400">
                  <a:moveTo>
                    <a:pt x="142184" y="150781"/>
                  </a:moveTo>
                  <a:lnTo>
                    <a:pt x="142184" y="150781"/>
                  </a:lnTo>
                  <a:cubicBezTo>
                    <a:pt x="120752" y="156782"/>
                    <a:pt x="101036" y="159258"/>
                    <a:pt x="76747" y="159258"/>
                  </a:cubicBezTo>
                  <a:cubicBezTo>
                    <a:pt x="25693" y="159258"/>
                    <a:pt x="-9455" y="132207"/>
                    <a:pt x="2261" y="77343"/>
                  </a:cubicBezTo>
                  <a:cubicBezTo>
                    <a:pt x="13024" y="25622"/>
                    <a:pt x="61316" y="0"/>
                    <a:pt x="110561" y="0"/>
                  </a:cubicBezTo>
                  <a:cubicBezTo>
                    <a:pt x="139326" y="0"/>
                    <a:pt x="152851" y="2191"/>
                    <a:pt x="166853" y="5715"/>
                  </a:cubicBezTo>
                  <a:lnTo>
                    <a:pt x="157995" y="47244"/>
                  </a:lnTo>
                  <a:cubicBezTo>
                    <a:pt x="150661" y="42386"/>
                    <a:pt x="135897" y="38386"/>
                    <a:pt x="119419" y="38386"/>
                  </a:cubicBezTo>
                  <a:cubicBezTo>
                    <a:pt x="90177" y="38386"/>
                    <a:pt x="67698" y="53054"/>
                    <a:pt x="61697" y="81058"/>
                  </a:cubicBezTo>
                  <a:cubicBezTo>
                    <a:pt x="57220" y="102203"/>
                    <a:pt x="61888" y="120777"/>
                    <a:pt x="85510" y="120777"/>
                  </a:cubicBezTo>
                  <a:cubicBezTo>
                    <a:pt x="89605" y="120777"/>
                    <a:pt x="94463" y="120777"/>
                    <a:pt x="98273" y="119444"/>
                  </a:cubicBezTo>
                  <a:lnTo>
                    <a:pt x="106941" y="78391"/>
                  </a:lnTo>
                  <a:lnTo>
                    <a:pt x="157519" y="78391"/>
                  </a:lnTo>
                  <a:lnTo>
                    <a:pt x="142184" y="15078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  <p:sp>
          <p:nvSpPr>
            <p:cNvPr id="26" name="Freeform 29">
              <a:extLst>
                <a:ext uri="{FF2B5EF4-FFF2-40B4-BE49-F238E27FC236}">
                  <a16:creationId xmlns:a16="http://schemas.microsoft.com/office/drawing/2014/main" id="{12A53B9C-E110-D63F-DB7D-362F57AD62DE}"/>
                </a:ext>
              </a:extLst>
            </p:cNvPr>
            <p:cNvSpPr/>
            <p:nvPr/>
          </p:nvSpPr>
          <p:spPr>
            <a:xfrm>
              <a:off x="5648991" y="3412046"/>
              <a:ext cx="200025" cy="28575"/>
            </a:xfrm>
            <a:custGeom>
              <a:avLst/>
              <a:gdLst>
                <a:gd name="connsiteX0" fmla="*/ 7811 w 200025"/>
                <a:gd name="connsiteY0" fmla="*/ 0 h 28575"/>
                <a:gd name="connsiteX1" fmla="*/ 7811 w 200025"/>
                <a:gd name="connsiteY1" fmla="*/ 0 h 28575"/>
                <a:gd name="connsiteX2" fmla="*/ 202978 w 200025"/>
                <a:gd name="connsiteY2" fmla="*/ 0 h 28575"/>
                <a:gd name="connsiteX3" fmla="*/ 195167 w 200025"/>
                <a:gd name="connsiteY3" fmla="*/ 37052 h 28575"/>
                <a:gd name="connsiteX4" fmla="*/ 0 w 200025"/>
                <a:gd name="connsiteY4" fmla="*/ 3705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8575">
                  <a:moveTo>
                    <a:pt x="7811" y="0"/>
                  </a:moveTo>
                  <a:lnTo>
                    <a:pt x="7811" y="0"/>
                  </a:lnTo>
                  <a:lnTo>
                    <a:pt x="202978" y="0"/>
                  </a:lnTo>
                  <a:lnTo>
                    <a:pt x="195167" y="37052"/>
                  </a:lnTo>
                  <a:lnTo>
                    <a:pt x="0" y="370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568CA32D-24DD-86ED-8BF4-8D4AB6CEBD97}"/>
                </a:ext>
              </a:extLst>
            </p:cNvPr>
            <p:cNvSpPr/>
            <p:nvPr/>
          </p:nvSpPr>
          <p:spPr>
            <a:xfrm>
              <a:off x="5673661" y="3295650"/>
              <a:ext cx="200025" cy="28575"/>
            </a:xfrm>
            <a:custGeom>
              <a:avLst/>
              <a:gdLst>
                <a:gd name="connsiteX0" fmla="*/ 7810 w 200025"/>
                <a:gd name="connsiteY0" fmla="*/ 0 h 28575"/>
                <a:gd name="connsiteX1" fmla="*/ 0 w 200025"/>
                <a:gd name="connsiteY1" fmla="*/ 36862 h 28575"/>
                <a:gd name="connsiteX2" fmla="*/ 194977 w 200025"/>
                <a:gd name="connsiteY2" fmla="*/ 36862 h 28575"/>
                <a:gd name="connsiteX3" fmla="*/ 202978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7810" y="0"/>
                  </a:moveTo>
                  <a:lnTo>
                    <a:pt x="0" y="36862"/>
                  </a:lnTo>
                  <a:lnTo>
                    <a:pt x="194977" y="36862"/>
                  </a:lnTo>
                  <a:lnTo>
                    <a:pt x="20297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  <p:sp>
          <p:nvSpPr>
            <p:cNvPr id="28" name="Freeform 31">
              <a:extLst>
                <a:ext uri="{FF2B5EF4-FFF2-40B4-BE49-F238E27FC236}">
                  <a16:creationId xmlns:a16="http://schemas.microsoft.com/office/drawing/2014/main" id="{409DEA9B-C25C-1148-E0C6-6F8FC8BCA1C5}"/>
                </a:ext>
              </a:extLst>
            </p:cNvPr>
            <p:cNvSpPr/>
            <p:nvPr/>
          </p:nvSpPr>
          <p:spPr>
            <a:xfrm>
              <a:off x="5624322" y="3528441"/>
              <a:ext cx="200025" cy="28575"/>
            </a:xfrm>
            <a:custGeom>
              <a:avLst/>
              <a:gdLst>
                <a:gd name="connsiteX0" fmla="*/ 8001 w 200025"/>
                <a:gd name="connsiteY0" fmla="*/ 0 h 28575"/>
                <a:gd name="connsiteX1" fmla="*/ 0 w 200025"/>
                <a:gd name="connsiteY1" fmla="*/ 37243 h 28575"/>
                <a:gd name="connsiteX2" fmla="*/ 195263 w 200025"/>
                <a:gd name="connsiteY2" fmla="*/ 37243 h 28575"/>
                <a:gd name="connsiteX3" fmla="*/ 203073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8001" y="0"/>
                  </a:moveTo>
                  <a:lnTo>
                    <a:pt x="0" y="37243"/>
                  </a:lnTo>
                  <a:lnTo>
                    <a:pt x="195263" y="37243"/>
                  </a:lnTo>
                  <a:lnTo>
                    <a:pt x="20307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  <p:sp>
          <p:nvSpPr>
            <p:cNvPr id="29" name="Freeform 32">
              <a:extLst>
                <a:ext uri="{FF2B5EF4-FFF2-40B4-BE49-F238E27FC236}">
                  <a16:creationId xmlns:a16="http://schemas.microsoft.com/office/drawing/2014/main" id="{BDB659D9-6166-FDFB-CA6C-9B748ED35E9C}"/>
                </a:ext>
              </a:extLst>
            </p:cNvPr>
            <p:cNvSpPr/>
            <p:nvPr/>
          </p:nvSpPr>
          <p:spPr>
            <a:xfrm>
              <a:off x="5548312" y="3354229"/>
              <a:ext cx="371475" cy="152400"/>
            </a:xfrm>
            <a:custGeom>
              <a:avLst/>
              <a:gdLst>
                <a:gd name="connsiteX0" fmla="*/ 344424 w 371475"/>
                <a:gd name="connsiteY0" fmla="*/ 153924 h 152400"/>
                <a:gd name="connsiteX1" fmla="*/ 344424 w 371475"/>
                <a:gd name="connsiteY1" fmla="*/ 153924 h 152400"/>
                <a:gd name="connsiteX2" fmla="*/ 0 w 371475"/>
                <a:gd name="connsiteY2" fmla="*/ 154115 h 152400"/>
                <a:gd name="connsiteX3" fmla="*/ 344424 w 371475"/>
                <a:gd name="connsiteY3" fmla="*/ 153924 h 152400"/>
                <a:gd name="connsiteX4" fmla="*/ 377190 w 371475"/>
                <a:gd name="connsiteY4" fmla="*/ 0 h 152400"/>
                <a:gd name="connsiteX5" fmla="*/ 32576 w 371475"/>
                <a:gd name="connsiteY5" fmla="*/ 0 h 152400"/>
                <a:gd name="connsiteX6" fmla="*/ 24575 w 371475"/>
                <a:gd name="connsiteY6" fmla="*/ 37148 h 152400"/>
                <a:gd name="connsiteX7" fmla="*/ 331946 w 371475"/>
                <a:gd name="connsiteY7" fmla="*/ 36957 h 152400"/>
                <a:gd name="connsiteX8" fmla="*/ 314992 w 371475"/>
                <a:gd name="connsiteY8" fmla="*/ 116872 h 152400"/>
                <a:gd name="connsiteX9" fmla="*/ 8192 w 371475"/>
                <a:gd name="connsiteY9" fmla="*/ 117062 h 152400"/>
                <a:gd name="connsiteX10" fmla="*/ 0 w 371475"/>
                <a:gd name="connsiteY10" fmla="*/ 154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475" h="152400">
                  <a:moveTo>
                    <a:pt x="344424" y="153924"/>
                  </a:moveTo>
                  <a:lnTo>
                    <a:pt x="344424" y="153924"/>
                  </a:lnTo>
                  <a:cubicBezTo>
                    <a:pt x="344424" y="153924"/>
                    <a:pt x="476" y="154115"/>
                    <a:pt x="0" y="154115"/>
                  </a:cubicBezTo>
                  <a:lnTo>
                    <a:pt x="344424" y="153924"/>
                  </a:lnTo>
                  <a:lnTo>
                    <a:pt x="377190" y="0"/>
                  </a:lnTo>
                  <a:cubicBezTo>
                    <a:pt x="377190" y="190"/>
                    <a:pt x="32576" y="0"/>
                    <a:pt x="32576" y="0"/>
                  </a:cubicBezTo>
                  <a:lnTo>
                    <a:pt x="24575" y="37148"/>
                  </a:lnTo>
                  <a:lnTo>
                    <a:pt x="331946" y="36957"/>
                  </a:lnTo>
                  <a:lnTo>
                    <a:pt x="314992" y="116872"/>
                  </a:lnTo>
                  <a:lnTo>
                    <a:pt x="8192" y="117062"/>
                  </a:lnTo>
                  <a:lnTo>
                    <a:pt x="0" y="154019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1"/>
                </a:solidFill>
              </a:endParaRPr>
            </a:p>
          </p:txBody>
        </p:sp>
      </p:grpSp>
      <p:sp>
        <p:nvSpPr>
          <p:cNvPr id="30" name="Inhaltsplatzhalter 23">
            <a:extLst>
              <a:ext uri="{FF2B5EF4-FFF2-40B4-BE49-F238E27FC236}">
                <a16:creationId xmlns:a16="http://schemas.microsoft.com/office/drawing/2014/main" id="{30601C53-D2A7-CFB4-6501-D7C3944C83D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030288" y="3006888"/>
            <a:ext cx="4322762" cy="11064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0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Kundenlogo</a:t>
            </a:r>
          </a:p>
        </p:txBody>
      </p:sp>
      <p:sp>
        <p:nvSpPr>
          <p:cNvPr id="4" name="Textplatzhalter 9">
            <a:extLst>
              <a:ext uri="{FF2B5EF4-FFF2-40B4-BE49-F238E27FC236}">
                <a16:creationId xmlns:a16="http://schemas.microsoft.com/office/drawing/2014/main" id="{DD302D51-294D-CBBD-F87A-BC49B79F67D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812" y="549275"/>
            <a:ext cx="28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b="1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Date | Location | Event</a:t>
            </a:r>
          </a:p>
        </p:txBody>
      </p:sp>
      <p:sp>
        <p:nvSpPr>
          <p:cNvPr id="5" name="TextBox 28">
            <a:extLst>
              <a:ext uri="{FF2B5EF4-FFF2-40B4-BE49-F238E27FC236}">
                <a16:creationId xmlns:a16="http://schemas.microsoft.com/office/drawing/2014/main" id="{C26FC1BE-FEA9-4673-7B91-4FC5B42EDF1C}"/>
              </a:ext>
            </a:extLst>
          </p:cNvPr>
          <p:cNvSpPr txBox="1"/>
          <p:nvPr userDrawn="1"/>
        </p:nvSpPr>
        <p:spPr bwMode="gray">
          <a:xfrm>
            <a:off x="658813" y="6012423"/>
            <a:ext cx="3263113" cy="3568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YOUR GLOBAL </a:t>
            </a:r>
            <a:r>
              <a:rPr lang="en-US" sz="1200" b="1" kern="1200" cap="all" spc="20" baseline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ENGINEERING</a:t>
            </a:r>
            <a:r>
              <a:rPr lang="en-US" sz="1200" b="1" kern="1200" cap="all" spc="2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​</a:t>
            </a:r>
          </a:p>
          <a:p>
            <a:pPr marL="0" lvl="0" indent="-3657600" rtl="0">
              <a:lnSpc>
                <a:spcPct val="100000"/>
              </a:lnSpc>
              <a:tabLst/>
            </a:pPr>
            <a:r>
              <a:rPr lang="en-US" sz="1200" b="1" kern="1200" cap="all" spc="2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</a:t>
            </a:r>
            <a:r>
              <a:rPr lang="en-US" sz="1200" b="1" kern="1200" cap="all" spc="20" baseline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TECHNOLOGY</a:t>
            </a:r>
            <a:r>
              <a:rPr lang="en-US" sz="1200" b="1" kern="1200" cap="all" spc="2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EXPERTS​</a:t>
            </a:r>
            <a:endParaRPr sz="1200" b="1" kern="1200" cap="all" spc="20" baseline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26814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13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68" Type="http://schemas.openxmlformats.org/officeDocument/2006/relationships/image" Target="../media/image1.sv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61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79.xml"/><Relationship Id="rId18" Type="http://schemas.openxmlformats.org/officeDocument/2006/relationships/slideLayout" Target="../slideLayouts/slideLayout84.xml"/><Relationship Id="rId26" Type="http://schemas.openxmlformats.org/officeDocument/2006/relationships/slideLayout" Target="../slideLayouts/slideLayout92.xml"/><Relationship Id="rId39" Type="http://schemas.openxmlformats.org/officeDocument/2006/relationships/slideLayout" Target="../slideLayouts/slideLayout105.xml"/><Relationship Id="rId21" Type="http://schemas.openxmlformats.org/officeDocument/2006/relationships/slideLayout" Target="../slideLayouts/slideLayout87.xml"/><Relationship Id="rId34" Type="http://schemas.openxmlformats.org/officeDocument/2006/relationships/slideLayout" Target="../slideLayouts/slideLayout100.xml"/><Relationship Id="rId42" Type="http://schemas.openxmlformats.org/officeDocument/2006/relationships/slideLayout" Target="../slideLayouts/slideLayout108.xml"/><Relationship Id="rId47" Type="http://schemas.openxmlformats.org/officeDocument/2006/relationships/slideLayout" Target="../slideLayouts/slideLayout113.xml"/><Relationship Id="rId50" Type="http://schemas.openxmlformats.org/officeDocument/2006/relationships/slideLayout" Target="../slideLayouts/slideLayout116.xml"/><Relationship Id="rId55" Type="http://schemas.openxmlformats.org/officeDocument/2006/relationships/slideLayout" Target="../slideLayouts/slideLayout121.xml"/><Relationship Id="rId63" Type="http://schemas.openxmlformats.org/officeDocument/2006/relationships/slideLayout" Target="../slideLayouts/slideLayout129.xml"/><Relationship Id="rId7" Type="http://schemas.openxmlformats.org/officeDocument/2006/relationships/slideLayout" Target="../slideLayouts/slideLayout73.xml"/><Relationship Id="rId2" Type="http://schemas.openxmlformats.org/officeDocument/2006/relationships/slideLayout" Target="../slideLayouts/slideLayout68.xml"/><Relationship Id="rId16" Type="http://schemas.openxmlformats.org/officeDocument/2006/relationships/slideLayout" Target="../slideLayouts/slideLayout82.xml"/><Relationship Id="rId29" Type="http://schemas.openxmlformats.org/officeDocument/2006/relationships/slideLayout" Target="../slideLayouts/slideLayout95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24" Type="http://schemas.openxmlformats.org/officeDocument/2006/relationships/slideLayout" Target="../slideLayouts/slideLayout90.xml"/><Relationship Id="rId32" Type="http://schemas.openxmlformats.org/officeDocument/2006/relationships/slideLayout" Target="../slideLayouts/slideLayout98.xml"/><Relationship Id="rId37" Type="http://schemas.openxmlformats.org/officeDocument/2006/relationships/slideLayout" Target="../slideLayouts/slideLayout103.xml"/><Relationship Id="rId40" Type="http://schemas.openxmlformats.org/officeDocument/2006/relationships/slideLayout" Target="../slideLayouts/slideLayout106.xml"/><Relationship Id="rId45" Type="http://schemas.openxmlformats.org/officeDocument/2006/relationships/slideLayout" Target="../slideLayouts/slideLayout111.xml"/><Relationship Id="rId53" Type="http://schemas.openxmlformats.org/officeDocument/2006/relationships/slideLayout" Target="../slideLayouts/slideLayout119.xml"/><Relationship Id="rId58" Type="http://schemas.openxmlformats.org/officeDocument/2006/relationships/slideLayout" Target="../slideLayouts/slideLayout124.xml"/><Relationship Id="rId66" Type="http://schemas.openxmlformats.org/officeDocument/2006/relationships/theme" Target="../theme/theme2.xml"/><Relationship Id="rId5" Type="http://schemas.openxmlformats.org/officeDocument/2006/relationships/slideLayout" Target="../slideLayouts/slideLayout71.xml"/><Relationship Id="rId15" Type="http://schemas.openxmlformats.org/officeDocument/2006/relationships/slideLayout" Target="../slideLayouts/slideLayout81.xml"/><Relationship Id="rId23" Type="http://schemas.openxmlformats.org/officeDocument/2006/relationships/slideLayout" Target="../slideLayouts/slideLayout89.xml"/><Relationship Id="rId28" Type="http://schemas.openxmlformats.org/officeDocument/2006/relationships/slideLayout" Target="../slideLayouts/slideLayout94.xml"/><Relationship Id="rId36" Type="http://schemas.openxmlformats.org/officeDocument/2006/relationships/slideLayout" Target="../slideLayouts/slideLayout102.xml"/><Relationship Id="rId49" Type="http://schemas.openxmlformats.org/officeDocument/2006/relationships/slideLayout" Target="../slideLayouts/slideLayout115.xml"/><Relationship Id="rId57" Type="http://schemas.openxmlformats.org/officeDocument/2006/relationships/slideLayout" Target="../slideLayouts/slideLayout123.xml"/><Relationship Id="rId61" Type="http://schemas.openxmlformats.org/officeDocument/2006/relationships/slideLayout" Target="../slideLayouts/slideLayout127.xml"/><Relationship Id="rId10" Type="http://schemas.openxmlformats.org/officeDocument/2006/relationships/slideLayout" Target="../slideLayouts/slideLayout76.xml"/><Relationship Id="rId19" Type="http://schemas.openxmlformats.org/officeDocument/2006/relationships/slideLayout" Target="../slideLayouts/slideLayout85.xml"/><Relationship Id="rId31" Type="http://schemas.openxmlformats.org/officeDocument/2006/relationships/slideLayout" Target="../slideLayouts/slideLayout97.xml"/><Relationship Id="rId44" Type="http://schemas.openxmlformats.org/officeDocument/2006/relationships/slideLayout" Target="../slideLayouts/slideLayout110.xml"/><Relationship Id="rId52" Type="http://schemas.openxmlformats.org/officeDocument/2006/relationships/slideLayout" Target="../slideLayouts/slideLayout118.xml"/><Relationship Id="rId60" Type="http://schemas.openxmlformats.org/officeDocument/2006/relationships/slideLayout" Target="../slideLayouts/slideLayout126.xml"/><Relationship Id="rId65" Type="http://schemas.openxmlformats.org/officeDocument/2006/relationships/slideLayout" Target="../slideLayouts/slideLayout131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Relationship Id="rId14" Type="http://schemas.openxmlformats.org/officeDocument/2006/relationships/slideLayout" Target="../slideLayouts/slideLayout80.xml"/><Relationship Id="rId22" Type="http://schemas.openxmlformats.org/officeDocument/2006/relationships/slideLayout" Target="../slideLayouts/slideLayout88.xml"/><Relationship Id="rId27" Type="http://schemas.openxmlformats.org/officeDocument/2006/relationships/slideLayout" Target="../slideLayouts/slideLayout93.xml"/><Relationship Id="rId30" Type="http://schemas.openxmlformats.org/officeDocument/2006/relationships/slideLayout" Target="../slideLayouts/slideLayout96.xml"/><Relationship Id="rId35" Type="http://schemas.openxmlformats.org/officeDocument/2006/relationships/slideLayout" Target="../slideLayouts/slideLayout101.xml"/><Relationship Id="rId43" Type="http://schemas.openxmlformats.org/officeDocument/2006/relationships/slideLayout" Target="../slideLayouts/slideLayout109.xml"/><Relationship Id="rId48" Type="http://schemas.openxmlformats.org/officeDocument/2006/relationships/slideLayout" Target="../slideLayouts/slideLayout114.xml"/><Relationship Id="rId56" Type="http://schemas.openxmlformats.org/officeDocument/2006/relationships/slideLayout" Target="../slideLayouts/slideLayout122.xml"/><Relationship Id="rId64" Type="http://schemas.openxmlformats.org/officeDocument/2006/relationships/slideLayout" Target="../slideLayouts/slideLayout130.xml"/><Relationship Id="rId8" Type="http://schemas.openxmlformats.org/officeDocument/2006/relationships/slideLayout" Target="../slideLayouts/slideLayout74.xml"/><Relationship Id="rId51" Type="http://schemas.openxmlformats.org/officeDocument/2006/relationships/slideLayout" Target="../slideLayouts/slideLayout117.xml"/><Relationship Id="rId3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8.xml"/><Relationship Id="rId17" Type="http://schemas.openxmlformats.org/officeDocument/2006/relationships/slideLayout" Target="../slideLayouts/slideLayout83.xml"/><Relationship Id="rId25" Type="http://schemas.openxmlformats.org/officeDocument/2006/relationships/slideLayout" Target="../slideLayouts/slideLayout91.xml"/><Relationship Id="rId33" Type="http://schemas.openxmlformats.org/officeDocument/2006/relationships/slideLayout" Target="../slideLayouts/slideLayout99.xml"/><Relationship Id="rId38" Type="http://schemas.openxmlformats.org/officeDocument/2006/relationships/slideLayout" Target="../slideLayouts/slideLayout104.xml"/><Relationship Id="rId46" Type="http://schemas.openxmlformats.org/officeDocument/2006/relationships/slideLayout" Target="../slideLayouts/slideLayout112.xml"/><Relationship Id="rId59" Type="http://schemas.openxmlformats.org/officeDocument/2006/relationships/slideLayout" Target="../slideLayouts/slideLayout125.xml"/><Relationship Id="rId67" Type="http://schemas.openxmlformats.org/officeDocument/2006/relationships/image" Target="../media/image19.svg"/><Relationship Id="rId20" Type="http://schemas.openxmlformats.org/officeDocument/2006/relationships/slideLayout" Target="../slideLayouts/slideLayout86.xml"/><Relationship Id="rId41" Type="http://schemas.openxmlformats.org/officeDocument/2006/relationships/slideLayout" Target="../slideLayouts/slideLayout107.xml"/><Relationship Id="rId54" Type="http://schemas.openxmlformats.org/officeDocument/2006/relationships/slideLayout" Target="../slideLayouts/slideLayout120.xml"/><Relationship Id="rId62" Type="http://schemas.openxmlformats.org/officeDocument/2006/relationships/slideLayout" Target="../slideLayouts/slideLayout128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44.xml"/><Relationship Id="rId18" Type="http://schemas.openxmlformats.org/officeDocument/2006/relationships/slideLayout" Target="../slideLayouts/slideLayout149.xml"/><Relationship Id="rId26" Type="http://schemas.openxmlformats.org/officeDocument/2006/relationships/slideLayout" Target="../slideLayouts/slideLayout157.xml"/><Relationship Id="rId39" Type="http://schemas.openxmlformats.org/officeDocument/2006/relationships/slideLayout" Target="../slideLayouts/slideLayout170.xml"/><Relationship Id="rId21" Type="http://schemas.openxmlformats.org/officeDocument/2006/relationships/slideLayout" Target="../slideLayouts/slideLayout152.xml"/><Relationship Id="rId34" Type="http://schemas.openxmlformats.org/officeDocument/2006/relationships/slideLayout" Target="../slideLayouts/slideLayout165.xml"/><Relationship Id="rId42" Type="http://schemas.openxmlformats.org/officeDocument/2006/relationships/slideLayout" Target="../slideLayouts/slideLayout173.xml"/><Relationship Id="rId47" Type="http://schemas.openxmlformats.org/officeDocument/2006/relationships/slideLayout" Target="../slideLayouts/slideLayout178.xml"/><Relationship Id="rId50" Type="http://schemas.openxmlformats.org/officeDocument/2006/relationships/slideLayout" Target="../slideLayouts/slideLayout181.xml"/><Relationship Id="rId55" Type="http://schemas.openxmlformats.org/officeDocument/2006/relationships/slideLayout" Target="../slideLayouts/slideLayout186.xml"/><Relationship Id="rId63" Type="http://schemas.openxmlformats.org/officeDocument/2006/relationships/slideLayout" Target="../slideLayouts/slideLayout194.xml"/><Relationship Id="rId68" Type="http://schemas.openxmlformats.org/officeDocument/2006/relationships/slideLayout" Target="../slideLayouts/slideLayout199.xml"/><Relationship Id="rId7" Type="http://schemas.openxmlformats.org/officeDocument/2006/relationships/slideLayout" Target="../slideLayouts/slideLayout138.xml"/><Relationship Id="rId2" Type="http://schemas.openxmlformats.org/officeDocument/2006/relationships/slideLayout" Target="../slideLayouts/slideLayout133.xml"/><Relationship Id="rId16" Type="http://schemas.openxmlformats.org/officeDocument/2006/relationships/slideLayout" Target="../slideLayouts/slideLayout147.xml"/><Relationship Id="rId29" Type="http://schemas.openxmlformats.org/officeDocument/2006/relationships/slideLayout" Target="../slideLayouts/slideLayout160.xml"/><Relationship Id="rId1" Type="http://schemas.openxmlformats.org/officeDocument/2006/relationships/slideLayout" Target="../slideLayouts/slideLayout132.xml"/><Relationship Id="rId6" Type="http://schemas.openxmlformats.org/officeDocument/2006/relationships/slideLayout" Target="../slideLayouts/slideLayout137.xml"/><Relationship Id="rId11" Type="http://schemas.openxmlformats.org/officeDocument/2006/relationships/slideLayout" Target="../slideLayouts/slideLayout142.xml"/><Relationship Id="rId24" Type="http://schemas.openxmlformats.org/officeDocument/2006/relationships/slideLayout" Target="../slideLayouts/slideLayout155.xml"/><Relationship Id="rId32" Type="http://schemas.openxmlformats.org/officeDocument/2006/relationships/slideLayout" Target="../slideLayouts/slideLayout163.xml"/><Relationship Id="rId37" Type="http://schemas.openxmlformats.org/officeDocument/2006/relationships/slideLayout" Target="../slideLayouts/slideLayout168.xml"/><Relationship Id="rId40" Type="http://schemas.openxmlformats.org/officeDocument/2006/relationships/slideLayout" Target="../slideLayouts/slideLayout171.xml"/><Relationship Id="rId45" Type="http://schemas.openxmlformats.org/officeDocument/2006/relationships/slideLayout" Target="../slideLayouts/slideLayout176.xml"/><Relationship Id="rId53" Type="http://schemas.openxmlformats.org/officeDocument/2006/relationships/slideLayout" Target="../slideLayouts/slideLayout184.xml"/><Relationship Id="rId58" Type="http://schemas.openxmlformats.org/officeDocument/2006/relationships/slideLayout" Target="../slideLayouts/slideLayout189.xml"/><Relationship Id="rId66" Type="http://schemas.openxmlformats.org/officeDocument/2006/relationships/slideLayout" Target="../slideLayouts/slideLayout197.xml"/><Relationship Id="rId5" Type="http://schemas.openxmlformats.org/officeDocument/2006/relationships/slideLayout" Target="../slideLayouts/slideLayout136.xml"/><Relationship Id="rId15" Type="http://schemas.openxmlformats.org/officeDocument/2006/relationships/slideLayout" Target="../slideLayouts/slideLayout146.xml"/><Relationship Id="rId23" Type="http://schemas.openxmlformats.org/officeDocument/2006/relationships/slideLayout" Target="../slideLayouts/slideLayout154.xml"/><Relationship Id="rId28" Type="http://schemas.openxmlformats.org/officeDocument/2006/relationships/slideLayout" Target="../slideLayouts/slideLayout159.xml"/><Relationship Id="rId36" Type="http://schemas.openxmlformats.org/officeDocument/2006/relationships/slideLayout" Target="../slideLayouts/slideLayout167.xml"/><Relationship Id="rId49" Type="http://schemas.openxmlformats.org/officeDocument/2006/relationships/slideLayout" Target="../slideLayouts/slideLayout180.xml"/><Relationship Id="rId57" Type="http://schemas.openxmlformats.org/officeDocument/2006/relationships/slideLayout" Target="../slideLayouts/slideLayout188.xml"/><Relationship Id="rId61" Type="http://schemas.openxmlformats.org/officeDocument/2006/relationships/slideLayout" Target="../slideLayouts/slideLayout192.xml"/><Relationship Id="rId10" Type="http://schemas.openxmlformats.org/officeDocument/2006/relationships/slideLayout" Target="../slideLayouts/slideLayout141.xml"/><Relationship Id="rId19" Type="http://schemas.openxmlformats.org/officeDocument/2006/relationships/slideLayout" Target="../slideLayouts/slideLayout150.xml"/><Relationship Id="rId31" Type="http://schemas.openxmlformats.org/officeDocument/2006/relationships/slideLayout" Target="../slideLayouts/slideLayout162.xml"/><Relationship Id="rId44" Type="http://schemas.openxmlformats.org/officeDocument/2006/relationships/slideLayout" Target="../slideLayouts/slideLayout175.xml"/><Relationship Id="rId52" Type="http://schemas.openxmlformats.org/officeDocument/2006/relationships/slideLayout" Target="../slideLayouts/slideLayout183.xml"/><Relationship Id="rId60" Type="http://schemas.openxmlformats.org/officeDocument/2006/relationships/slideLayout" Target="../slideLayouts/slideLayout191.xml"/><Relationship Id="rId65" Type="http://schemas.openxmlformats.org/officeDocument/2006/relationships/slideLayout" Target="../slideLayouts/slideLayout196.xml"/><Relationship Id="rId4" Type="http://schemas.openxmlformats.org/officeDocument/2006/relationships/slideLayout" Target="../slideLayouts/slideLayout135.xml"/><Relationship Id="rId9" Type="http://schemas.openxmlformats.org/officeDocument/2006/relationships/slideLayout" Target="../slideLayouts/slideLayout140.xml"/><Relationship Id="rId14" Type="http://schemas.openxmlformats.org/officeDocument/2006/relationships/slideLayout" Target="../slideLayouts/slideLayout145.xml"/><Relationship Id="rId22" Type="http://schemas.openxmlformats.org/officeDocument/2006/relationships/slideLayout" Target="../slideLayouts/slideLayout153.xml"/><Relationship Id="rId27" Type="http://schemas.openxmlformats.org/officeDocument/2006/relationships/slideLayout" Target="../slideLayouts/slideLayout158.xml"/><Relationship Id="rId30" Type="http://schemas.openxmlformats.org/officeDocument/2006/relationships/slideLayout" Target="../slideLayouts/slideLayout161.xml"/><Relationship Id="rId35" Type="http://schemas.openxmlformats.org/officeDocument/2006/relationships/slideLayout" Target="../slideLayouts/slideLayout166.xml"/><Relationship Id="rId43" Type="http://schemas.openxmlformats.org/officeDocument/2006/relationships/slideLayout" Target="../slideLayouts/slideLayout174.xml"/><Relationship Id="rId48" Type="http://schemas.openxmlformats.org/officeDocument/2006/relationships/slideLayout" Target="../slideLayouts/slideLayout179.xml"/><Relationship Id="rId56" Type="http://schemas.openxmlformats.org/officeDocument/2006/relationships/slideLayout" Target="../slideLayouts/slideLayout187.xml"/><Relationship Id="rId64" Type="http://schemas.openxmlformats.org/officeDocument/2006/relationships/slideLayout" Target="../slideLayouts/slideLayout195.xml"/><Relationship Id="rId69" Type="http://schemas.openxmlformats.org/officeDocument/2006/relationships/slideLayout" Target="../slideLayouts/slideLayout200.xml"/><Relationship Id="rId8" Type="http://schemas.openxmlformats.org/officeDocument/2006/relationships/slideLayout" Target="../slideLayouts/slideLayout139.xml"/><Relationship Id="rId51" Type="http://schemas.openxmlformats.org/officeDocument/2006/relationships/slideLayout" Target="../slideLayouts/slideLayout182.xml"/><Relationship Id="rId3" Type="http://schemas.openxmlformats.org/officeDocument/2006/relationships/slideLayout" Target="../slideLayouts/slideLayout134.xml"/><Relationship Id="rId12" Type="http://schemas.openxmlformats.org/officeDocument/2006/relationships/slideLayout" Target="../slideLayouts/slideLayout143.xml"/><Relationship Id="rId17" Type="http://schemas.openxmlformats.org/officeDocument/2006/relationships/slideLayout" Target="../slideLayouts/slideLayout148.xml"/><Relationship Id="rId25" Type="http://schemas.openxmlformats.org/officeDocument/2006/relationships/slideLayout" Target="../slideLayouts/slideLayout156.xml"/><Relationship Id="rId33" Type="http://schemas.openxmlformats.org/officeDocument/2006/relationships/slideLayout" Target="../slideLayouts/slideLayout164.xml"/><Relationship Id="rId38" Type="http://schemas.openxmlformats.org/officeDocument/2006/relationships/slideLayout" Target="../slideLayouts/slideLayout169.xml"/><Relationship Id="rId46" Type="http://schemas.openxmlformats.org/officeDocument/2006/relationships/slideLayout" Target="../slideLayouts/slideLayout177.xml"/><Relationship Id="rId59" Type="http://schemas.openxmlformats.org/officeDocument/2006/relationships/slideLayout" Target="../slideLayouts/slideLayout190.xml"/><Relationship Id="rId67" Type="http://schemas.openxmlformats.org/officeDocument/2006/relationships/slideLayout" Target="../slideLayouts/slideLayout198.xml"/><Relationship Id="rId20" Type="http://schemas.openxmlformats.org/officeDocument/2006/relationships/slideLayout" Target="../slideLayouts/slideLayout151.xml"/><Relationship Id="rId41" Type="http://schemas.openxmlformats.org/officeDocument/2006/relationships/slideLayout" Target="../slideLayouts/slideLayout172.xml"/><Relationship Id="rId54" Type="http://schemas.openxmlformats.org/officeDocument/2006/relationships/slideLayout" Target="../slideLayouts/slideLayout185.xml"/><Relationship Id="rId62" Type="http://schemas.openxmlformats.org/officeDocument/2006/relationships/slideLayout" Target="../slideLayouts/slideLayout193.xml"/><Relationship Id="rId70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13.xml"/><Relationship Id="rId18" Type="http://schemas.openxmlformats.org/officeDocument/2006/relationships/slideLayout" Target="../slideLayouts/slideLayout218.xml"/><Relationship Id="rId26" Type="http://schemas.openxmlformats.org/officeDocument/2006/relationships/slideLayout" Target="../slideLayouts/slideLayout226.xml"/><Relationship Id="rId39" Type="http://schemas.openxmlformats.org/officeDocument/2006/relationships/slideLayout" Target="../slideLayouts/slideLayout239.xml"/><Relationship Id="rId21" Type="http://schemas.openxmlformats.org/officeDocument/2006/relationships/slideLayout" Target="../slideLayouts/slideLayout221.xml"/><Relationship Id="rId34" Type="http://schemas.openxmlformats.org/officeDocument/2006/relationships/slideLayout" Target="../slideLayouts/slideLayout234.xml"/><Relationship Id="rId42" Type="http://schemas.openxmlformats.org/officeDocument/2006/relationships/slideLayout" Target="../slideLayouts/slideLayout242.xml"/><Relationship Id="rId47" Type="http://schemas.openxmlformats.org/officeDocument/2006/relationships/slideLayout" Target="../slideLayouts/slideLayout247.xml"/><Relationship Id="rId50" Type="http://schemas.openxmlformats.org/officeDocument/2006/relationships/slideLayout" Target="../slideLayouts/slideLayout250.xml"/><Relationship Id="rId55" Type="http://schemas.openxmlformats.org/officeDocument/2006/relationships/slideLayout" Target="../slideLayouts/slideLayout255.xml"/><Relationship Id="rId63" Type="http://schemas.openxmlformats.org/officeDocument/2006/relationships/theme" Target="../theme/theme4.xml"/><Relationship Id="rId7" Type="http://schemas.openxmlformats.org/officeDocument/2006/relationships/slideLayout" Target="../slideLayouts/slideLayout207.xml"/><Relationship Id="rId2" Type="http://schemas.openxmlformats.org/officeDocument/2006/relationships/slideLayout" Target="../slideLayouts/slideLayout202.xml"/><Relationship Id="rId16" Type="http://schemas.openxmlformats.org/officeDocument/2006/relationships/slideLayout" Target="../slideLayouts/slideLayout216.xml"/><Relationship Id="rId20" Type="http://schemas.openxmlformats.org/officeDocument/2006/relationships/slideLayout" Target="../slideLayouts/slideLayout220.xml"/><Relationship Id="rId29" Type="http://schemas.openxmlformats.org/officeDocument/2006/relationships/slideLayout" Target="../slideLayouts/slideLayout229.xml"/><Relationship Id="rId41" Type="http://schemas.openxmlformats.org/officeDocument/2006/relationships/slideLayout" Target="../slideLayouts/slideLayout241.xml"/><Relationship Id="rId54" Type="http://schemas.openxmlformats.org/officeDocument/2006/relationships/slideLayout" Target="../slideLayouts/slideLayout254.xml"/><Relationship Id="rId62" Type="http://schemas.openxmlformats.org/officeDocument/2006/relationships/slideLayout" Target="../slideLayouts/slideLayout262.xml"/><Relationship Id="rId1" Type="http://schemas.openxmlformats.org/officeDocument/2006/relationships/slideLayout" Target="../slideLayouts/slideLayout201.xml"/><Relationship Id="rId6" Type="http://schemas.openxmlformats.org/officeDocument/2006/relationships/slideLayout" Target="../slideLayouts/slideLayout206.xml"/><Relationship Id="rId11" Type="http://schemas.openxmlformats.org/officeDocument/2006/relationships/slideLayout" Target="../slideLayouts/slideLayout211.xml"/><Relationship Id="rId24" Type="http://schemas.openxmlformats.org/officeDocument/2006/relationships/slideLayout" Target="../slideLayouts/slideLayout224.xml"/><Relationship Id="rId32" Type="http://schemas.openxmlformats.org/officeDocument/2006/relationships/slideLayout" Target="../slideLayouts/slideLayout232.xml"/><Relationship Id="rId37" Type="http://schemas.openxmlformats.org/officeDocument/2006/relationships/slideLayout" Target="../slideLayouts/slideLayout237.xml"/><Relationship Id="rId40" Type="http://schemas.openxmlformats.org/officeDocument/2006/relationships/slideLayout" Target="../slideLayouts/slideLayout240.xml"/><Relationship Id="rId45" Type="http://schemas.openxmlformats.org/officeDocument/2006/relationships/slideLayout" Target="../slideLayouts/slideLayout245.xml"/><Relationship Id="rId53" Type="http://schemas.openxmlformats.org/officeDocument/2006/relationships/slideLayout" Target="../slideLayouts/slideLayout253.xml"/><Relationship Id="rId58" Type="http://schemas.openxmlformats.org/officeDocument/2006/relationships/slideLayout" Target="../slideLayouts/slideLayout258.xml"/><Relationship Id="rId5" Type="http://schemas.openxmlformats.org/officeDocument/2006/relationships/slideLayout" Target="../slideLayouts/slideLayout205.xml"/><Relationship Id="rId15" Type="http://schemas.openxmlformats.org/officeDocument/2006/relationships/slideLayout" Target="../slideLayouts/slideLayout215.xml"/><Relationship Id="rId23" Type="http://schemas.openxmlformats.org/officeDocument/2006/relationships/slideLayout" Target="../slideLayouts/slideLayout223.xml"/><Relationship Id="rId28" Type="http://schemas.openxmlformats.org/officeDocument/2006/relationships/slideLayout" Target="../slideLayouts/slideLayout228.xml"/><Relationship Id="rId36" Type="http://schemas.openxmlformats.org/officeDocument/2006/relationships/slideLayout" Target="../slideLayouts/slideLayout236.xml"/><Relationship Id="rId49" Type="http://schemas.openxmlformats.org/officeDocument/2006/relationships/slideLayout" Target="../slideLayouts/slideLayout249.xml"/><Relationship Id="rId57" Type="http://schemas.openxmlformats.org/officeDocument/2006/relationships/slideLayout" Target="../slideLayouts/slideLayout257.xml"/><Relationship Id="rId61" Type="http://schemas.openxmlformats.org/officeDocument/2006/relationships/slideLayout" Target="../slideLayouts/slideLayout261.xml"/><Relationship Id="rId10" Type="http://schemas.openxmlformats.org/officeDocument/2006/relationships/slideLayout" Target="../slideLayouts/slideLayout210.xml"/><Relationship Id="rId19" Type="http://schemas.openxmlformats.org/officeDocument/2006/relationships/slideLayout" Target="../slideLayouts/slideLayout219.xml"/><Relationship Id="rId31" Type="http://schemas.openxmlformats.org/officeDocument/2006/relationships/slideLayout" Target="../slideLayouts/slideLayout231.xml"/><Relationship Id="rId44" Type="http://schemas.openxmlformats.org/officeDocument/2006/relationships/slideLayout" Target="../slideLayouts/slideLayout244.xml"/><Relationship Id="rId52" Type="http://schemas.openxmlformats.org/officeDocument/2006/relationships/slideLayout" Target="../slideLayouts/slideLayout252.xml"/><Relationship Id="rId60" Type="http://schemas.openxmlformats.org/officeDocument/2006/relationships/slideLayout" Target="../slideLayouts/slideLayout260.xml"/><Relationship Id="rId4" Type="http://schemas.openxmlformats.org/officeDocument/2006/relationships/slideLayout" Target="../slideLayouts/slideLayout204.xml"/><Relationship Id="rId9" Type="http://schemas.openxmlformats.org/officeDocument/2006/relationships/slideLayout" Target="../slideLayouts/slideLayout209.xml"/><Relationship Id="rId14" Type="http://schemas.openxmlformats.org/officeDocument/2006/relationships/slideLayout" Target="../slideLayouts/slideLayout214.xml"/><Relationship Id="rId22" Type="http://schemas.openxmlformats.org/officeDocument/2006/relationships/slideLayout" Target="../slideLayouts/slideLayout222.xml"/><Relationship Id="rId27" Type="http://schemas.openxmlformats.org/officeDocument/2006/relationships/slideLayout" Target="../slideLayouts/slideLayout227.xml"/><Relationship Id="rId30" Type="http://schemas.openxmlformats.org/officeDocument/2006/relationships/slideLayout" Target="../slideLayouts/slideLayout230.xml"/><Relationship Id="rId35" Type="http://schemas.openxmlformats.org/officeDocument/2006/relationships/slideLayout" Target="../slideLayouts/slideLayout235.xml"/><Relationship Id="rId43" Type="http://schemas.openxmlformats.org/officeDocument/2006/relationships/slideLayout" Target="../slideLayouts/slideLayout243.xml"/><Relationship Id="rId48" Type="http://schemas.openxmlformats.org/officeDocument/2006/relationships/slideLayout" Target="../slideLayouts/slideLayout248.xml"/><Relationship Id="rId56" Type="http://schemas.openxmlformats.org/officeDocument/2006/relationships/slideLayout" Target="../slideLayouts/slideLayout256.xml"/><Relationship Id="rId64" Type="http://schemas.openxmlformats.org/officeDocument/2006/relationships/image" Target="../media/image1.svg"/><Relationship Id="rId8" Type="http://schemas.openxmlformats.org/officeDocument/2006/relationships/slideLayout" Target="../slideLayouts/slideLayout208.xml"/><Relationship Id="rId51" Type="http://schemas.openxmlformats.org/officeDocument/2006/relationships/slideLayout" Target="../slideLayouts/slideLayout251.xml"/><Relationship Id="rId3" Type="http://schemas.openxmlformats.org/officeDocument/2006/relationships/slideLayout" Target="../slideLayouts/slideLayout203.xml"/><Relationship Id="rId12" Type="http://schemas.openxmlformats.org/officeDocument/2006/relationships/slideLayout" Target="../slideLayouts/slideLayout212.xml"/><Relationship Id="rId17" Type="http://schemas.openxmlformats.org/officeDocument/2006/relationships/slideLayout" Target="../slideLayouts/slideLayout217.xml"/><Relationship Id="rId25" Type="http://schemas.openxmlformats.org/officeDocument/2006/relationships/slideLayout" Target="../slideLayouts/slideLayout225.xml"/><Relationship Id="rId33" Type="http://schemas.openxmlformats.org/officeDocument/2006/relationships/slideLayout" Target="../slideLayouts/slideLayout233.xml"/><Relationship Id="rId38" Type="http://schemas.openxmlformats.org/officeDocument/2006/relationships/slideLayout" Target="../slideLayouts/slideLayout238.xml"/><Relationship Id="rId46" Type="http://schemas.openxmlformats.org/officeDocument/2006/relationships/slideLayout" Target="../slideLayouts/slideLayout246.xml"/><Relationship Id="rId59" Type="http://schemas.openxmlformats.org/officeDocument/2006/relationships/slideLayout" Target="../slideLayouts/slideLayout259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75.xml"/><Relationship Id="rId18" Type="http://schemas.openxmlformats.org/officeDocument/2006/relationships/slideLayout" Target="../slideLayouts/slideLayout280.xml"/><Relationship Id="rId26" Type="http://schemas.openxmlformats.org/officeDocument/2006/relationships/slideLayout" Target="../slideLayouts/slideLayout288.xml"/><Relationship Id="rId39" Type="http://schemas.openxmlformats.org/officeDocument/2006/relationships/slideLayout" Target="../slideLayouts/slideLayout301.xml"/><Relationship Id="rId21" Type="http://schemas.openxmlformats.org/officeDocument/2006/relationships/slideLayout" Target="../slideLayouts/slideLayout283.xml"/><Relationship Id="rId34" Type="http://schemas.openxmlformats.org/officeDocument/2006/relationships/slideLayout" Target="../slideLayouts/slideLayout296.xml"/><Relationship Id="rId42" Type="http://schemas.openxmlformats.org/officeDocument/2006/relationships/slideLayout" Target="../slideLayouts/slideLayout304.xml"/><Relationship Id="rId47" Type="http://schemas.openxmlformats.org/officeDocument/2006/relationships/slideLayout" Target="../slideLayouts/slideLayout309.xml"/><Relationship Id="rId50" Type="http://schemas.openxmlformats.org/officeDocument/2006/relationships/slideLayout" Target="../slideLayouts/slideLayout312.xml"/><Relationship Id="rId55" Type="http://schemas.openxmlformats.org/officeDocument/2006/relationships/slideLayout" Target="../slideLayouts/slideLayout317.xml"/><Relationship Id="rId63" Type="http://schemas.openxmlformats.org/officeDocument/2006/relationships/theme" Target="../theme/theme5.xml"/><Relationship Id="rId7" Type="http://schemas.openxmlformats.org/officeDocument/2006/relationships/slideLayout" Target="../slideLayouts/slideLayout269.xml"/><Relationship Id="rId2" Type="http://schemas.openxmlformats.org/officeDocument/2006/relationships/slideLayout" Target="../slideLayouts/slideLayout264.xml"/><Relationship Id="rId16" Type="http://schemas.openxmlformats.org/officeDocument/2006/relationships/slideLayout" Target="../slideLayouts/slideLayout278.xml"/><Relationship Id="rId20" Type="http://schemas.openxmlformats.org/officeDocument/2006/relationships/slideLayout" Target="../slideLayouts/slideLayout282.xml"/><Relationship Id="rId29" Type="http://schemas.openxmlformats.org/officeDocument/2006/relationships/slideLayout" Target="../slideLayouts/slideLayout291.xml"/><Relationship Id="rId41" Type="http://schemas.openxmlformats.org/officeDocument/2006/relationships/slideLayout" Target="../slideLayouts/slideLayout303.xml"/><Relationship Id="rId54" Type="http://schemas.openxmlformats.org/officeDocument/2006/relationships/slideLayout" Target="../slideLayouts/slideLayout316.xml"/><Relationship Id="rId62" Type="http://schemas.openxmlformats.org/officeDocument/2006/relationships/slideLayout" Target="../slideLayouts/slideLayout324.xml"/><Relationship Id="rId1" Type="http://schemas.openxmlformats.org/officeDocument/2006/relationships/slideLayout" Target="../slideLayouts/slideLayout263.xml"/><Relationship Id="rId6" Type="http://schemas.openxmlformats.org/officeDocument/2006/relationships/slideLayout" Target="../slideLayouts/slideLayout268.xml"/><Relationship Id="rId11" Type="http://schemas.openxmlformats.org/officeDocument/2006/relationships/slideLayout" Target="../slideLayouts/slideLayout273.xml"/><Relationship Id="rId24" Type="http://schemas.openxmlformats.org/officeDocument/2006/relationships/slideLayout" Target="../slideLayouts/slideLayout286.xml"/><Relationship Id="rId32" Type="http://schemas.openxmlformats.org/officeDocument/2006/relationships/slideLayout" Target="../slideLayouts/slideLayout294.xml"/><Relationship Id="rId37" Type="http://schemas.openxmlformats.org/officeDocument/2006/relationships/slideLayout" Target="../slideLayouts/slideLayout299.xml"/><Relationship Id="rId40" Type="http://schemas.openxmlformats.org/officeDocument/2006/relationships/slideLayout" Target="../slideLayouts/slideLayout302.xml"/><Relationship Id="rId45" Type="http://schemas.openxmlformats.org/officeDocument/2006/relationships/slideLayout" Target="../slideLayouts/slideLayout307.xml"/><Relationship Id="rId53" Type="http://schemas.openxmlformats.org/officeDocument/2006/relationships/slideLayout" Target="../slideLayouts/slideLayout315.xml"/><Relationship Id="rId58" Type="http://schemas.openxmlformats.org/officeDocument/2006/relationships/slideLayout" Target="../slideLayouts/slideLayout320.xml"/><Relationship Id="rId5" Type="http://schemas.openxmlformats.org/officeDocument/2006/relationships/slideLayout" Target="../slideLayouts/slideLayout267.xml"/><Relationship Id="rId15" Type="http://schemas.openxmlformats.org/officeDocument/2006/relationships/slideLayout" Target="../slideLayouts/slideLayout277.xml"/><Relationship Id="rId23" Type="http://schemas.openxmlformats.org/officeDocument/2006/relationships/slideLayout" Target="../slideLayouts/slideLayout285.xml"/><Relationship Id="rId28" Type="http://schemas.openxmlformats.org/officeDocument/2006/relationships/slideLayout" Target="../slideLayouts/slideLayout290.xml"/><Relationship Id="rId36" Type="http://schemas.openxmlformats.org/officeDocument/2006/relationships/slideLayout" Target="../slideLayouts/slideLayout298.xml"/><Relationship Id="rId49" Type="http://schemas.openxmlformats.org/officeDocument/2006/relationships/slideLayout" Target="../slideLayouts/slideLayout311.xml"/><Relationship Id="rId57" Type="http://schemas.openxmlformats.org/officeDocument/2006/relationships/slideLayout" Target="../slideLayouts/slideLayout319.xml"/><Relationship Id="rId61" Type="http://schemas.openxmlformats.org/officeDocument/2006/relationships/slideLayout" Target="../slideLayouts/slideLayout323.xml"/><Relationship Id="rId10" Type="http://schemas.openxmlformats.org/officeDocument/2006/relationships/slideLayout" Target="../slideLayouts/slideLayout272.xml"/><Relationship Id="rId19" Type="http://schemas.openxmlformats.org/officeDocument/2006/relationships/slideLayout" Target="../slideLayouts/slideLayout281.xml"/><Relationship Id="rId31" Type="http://schemas.openxmlformats.org/officeDocument/2006/relationships/slideLayout" Target="../slideLayouts/slideLayout293.xml"/><Relationship Id="rId44" Type="http://schemas.openxmlformats.org/officeDocument/2006/relationships/slideLayout" Target="../slideLayouts/slideLayout306.xml"/><Relationship Id="rId52" Type="http://schemas.openxmlformats.org/officeDocument/2006/relationships/slideLayout" Target="../slideLayouts/slideLayout314.xml"/><Relationship Id="rId60" Type="http://schemas.openxmlformats.org/officeDocument/2006/relationships/slideLayout" Target="../slideLayouts/slideLayout322.xml"/><Relationship Id="rId4" Type="http://schemas.openxmlformats.org/officeDocument/2006/relationships/slideLayout" Target="../slideLayouts/slideLayout266.xml"/><Relationship Id="rId9" Type="http://schemas.openxmlformats.org/officeDocument/2006/relationships/slideLayout" Target="../slideLayouts/slideLayout271.xml"/><Relationship Id="rId14" Type="http://schemas.openxmlformats.org/officeDocument/2006/relationships/slideLayout" Target="../slideLayouts/slideLayout276.xml"/><Relationship Id="rId22" Type="http://schemas.openxmlformats.org/officeDocument/2006/relationships/slideLayout" Target="../slideLayouts/slideLayout284.xml"/><Relationship Id="rId27" Type="http://schemas.openxmlformats.org/officeDocument/2006/relationships/slideLayout" Target="../slideLayouts/slideLayout289.xml"/><Relationship Id="rId30" Type="http://schemas.openxmlformats.org/officeDocument/2006/relationships/slideLayout" Target="../slideLayouts/slideLayout292.xml"/><Relationship Id="rId35" Type="http://schemas.openxmlformats.org/officeDocument/2006/relationships/slideLayout" Target="../slideLayouts/slideLayout297.xml"/><Relationship Id="rId43" Type="http://schemas.openxmlformats.org/officeDocument/2006/relationships/slideLayout" Target="../slideLayouts/slideLayout305.xml"/><Relationship Id="rId48" Type="http://schemas.openxmlformats.org/officeDocument/2006/relationships/slideLayout" Target="../slideLayouts/slideLayout310.xml"/><Relationship Id="rId56" Type="http://schemas.openxmlformats.org/officeDocument/2006/relationships/slideLayout" Target="../slideLayouts/slideLayout318.xml"/><Relationship Id="rId64" Type="http://schemas.openxmlformats.org/officeDocument/2006/relationships/image" Target="../media/image19.svg"/><Relationship Id="rId8" Type="http://schemas.openxmlformats.org/officeDocument/2006/relationships/slideLayout" Target="../slideLayouts/slideLayout270.xml"/><Relationship Id="rId51" Type="http://schemas.openxmlformats.org/officeDocument/2006/relationships/slideLayout" Target="../slideLayouts/slideLayout313.xml"/><Relationship Id="rId3" Type="http://schemas.openxmlformats.org/officeDocument/2006/relationships/slideLayout" Target="../slideLayouts/slideLayout265.xml"/><Relationship Id="rId12" Type="http://schemas.openxmlformats.org/officeDocument/2006/relationships/slideLayout" Target="../slideLayouts/slideLayout274.xml"/><Relationship Id="rId17" Type="http://schemas.openxmlformats.org/officeDocument/2006/relationships/slideLayout" Target="../slideLayouts/slideLayout279.xml"/><Relationship Id="rId25" Type="http://schemas.openxmlformats.org/officeDocument/2006/relationships/slideLayout" Target="../slideLayouts/slideLayout287.xml"/><Relationship Id="rId33" Type="http://schemas.openxmlformats.org/officeDocument/2006/relationships/slideLayout" Target="../slideLayouts/slideLayout295.xml"/><Relationship Id="rId38" Type="http://schemas.openxmlformats.org/officeDocument/2006/relationships/slideLayout" Target="../slideLayouts/slideLayout300.xml"/><Relationship Id="rId46" Type="http://schemas.openxmlformats.org/officeDocument/2006/relationships/slideLayout" Target="../slideLayouts/slideLayout308.xml"/><Relationship Id="rId59" Type="http://schemas.openxmlformats.org/officeDocument/2006/relationships/slideLayout" Target="../slideLayouts/slideLayout321.xml"/></Relationships>
</file>

<file path=ppt/slideMasters/_rels/slideMaster6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37.xml"/><Relationship Id="rId18" Type="http://schemas.openxmlformats.org/officeDocument/2006/relationships/slideLayout" Target="../slideLayouts/slideLayout342.xml"/><Relationship Id="rId26" Type="http://schemas.openxmlformats.org/officeDocument/2006/relationships/slideLayout" Target="../slideLayouts/slideLayout350.xml"/><Relationship Id="rId39" Type="http://schemas.openxmlformats.org/officeDocument/2006/relationships/slideLayout" Target="../slideLayouts/slideLayout363.xml"/><Relationship Id="rId21" Type="http://schemas.openxmlformats.org/officeDocument/2006/relationships/slideLayout" Target="../slideLayouts/slideLayout345.xml"/><Relationship Id="rId34" Type="http://schemas.openxmlformats.org/officeDocument/2006/relationships/slideLayout" Target="../slideLayouts/slideLayout358.xml"/><Relationship Id="rId42" Type="http://schemas.openxmlformats.org/officeDocument/2006/relationships/slideLayout" Target="../slideLayouts/slideLayout366.xml"/><Relationship Id="rId47" Type="http://schemas.openxmlformats.org/officeDocument/2006/relationships/slideLayout" Target="../slideLayouts/slideLayout371.xml"/><Relationship Id="rId50" Type="http://schemas.openxmlformats.org/officeDocument/2006/relationships/slideLayout" Target="../slideLayouts/slideLayout374.xml"/><Relationship Id="rId55" Type="http://schemas.openxmlformats.org/officeDocument/2006/relationships/slideLayout" Target="../slideLayouts/slideLayout379.xml"/><Relationship Id="rId63" Type="http://schemas.openxmlformats.org/officeDocument/2006/relationships/theme" Target="../theme/theme6.xml"/><Relationship Id="rId7" Type="http://schemas.openxmlformats.org/officeDocument/2006/relationships/slideLayout" Target="../slideLayouts/slideLayout331.xml"/><Relationship Id="rId2" Type="http://schemas.openxmlformats.org/officeDocument/2006/relationships/slideLayout" Target="../slideLayouts/slideLayout326.xml"/><Relationship Id="rId16" Type="http://schemas.openxmlformats.org/officeDocument/2006/relationships/slideLayout" Target="../slideLayouts/slideLayout340.xml"/><Relationship Id="rId20" Type="http://schemas.openxmlformats.org/officeDocument/2006/relationships/slideLayout" Target="../slideLayouts/slideLayout344.xml"/><Relationship Id="rId29" Type="http://schemas.openxmlformats.org/officeDocument/2006/relationships/slideLayout" Target="../slideLayouts/slideLayout353.xml"/><Relationship Id="rId41" Type="http://schemas.openxmlformats.org/officeDocument/2006/relationships/slideLayout" Target="../slideLayouts/slideLayout365.xml"/><Relationship Id="rId54" Type="http://schemas.openxmlformats.org/officeDocument/2006/relationships/slideLayout" Target="../slideLayouts/slideLayout378.xml"/><Relationship Id="rId62" Type="http://schemas.openxmlformats.org/officeDocument/2006/relationships/slideLayout" Target="../slideLayouts/slideLayout386.xml"/><Relationship Id="rId1" Type="http://schemas.openxmlformats.org/officeDocument/2006/relationships/slideLayout" Target="../slideLayouts/slideLayout325.xml"/><Relationship Id="rId6" Type="http://schemas.openxmlformats.org/officeDocument/2006/relationships/slideLayout" Target="../slideLayouts/slideLayout330.xml"/><Relationship Id="rId11" Type="http://schemas.openxmlformats.org/officeDocument/2006/relationships/slideLayout" Target="../slideLayouts/slideLayout335.xml"/><Relationship Id="rId24" Type="http://schemas.openxmlformats.org/officeDocument/2006/relationships/slideLayout" Target="../slideLayouts/slideLayout348.xml"/><Relationship Id="rId32" Type="http://schemas.openxmlformats.org/officeDocument/2006/relationships/slideLayout" Target="../slideLayouts/slideLayout356.xml"/><Relationship Id="rId37" Type="http://schemas.openxmlformats.org/officeDocument/2006/relationships/slideLayout" Target="../slideLayouts/slideLayout361.xml"/><Relationship Id="rId40" Type="http://schemas.openxmlformats.org/officeDocument/2006/relationships/slideLayout" Target="../slideLayouts/slideLayout364.xml"/><Relationship Id="rId45" Type="http://schemas.openxmlformats.org/officeDocument/2006/relationships/slideLayout" Target="../slideLayouts/slideLayout369.xml"/><Relationship Id="rId53" Type="http://schemas.openxmlformats.org/officeDocument/2006/relationships/slideLayout" Target="../slideLayouts/slideLayout377.xml"/><Relationship Id="rId58" Type="http://schemas.openxmlformats.org/officeDocument/2006/relationships/slideLayout" Target="../slideLayouts/slideLayout382.xml"/><Relationship Id="rId5" Type="http://schemas.openxmlformats.org/officeDocument/2006/relationships/slideLayout" Target="../slideLayouts/slideLayout329.xml"/><Relationship Id="rId15" Type="http://schemas.openxmlformats.org/officeDocument/2006/relationships/slideLayout" Target="../slideLayouts/slideLayout339.xml"/><Relationship Id="rId23" Type="http://schemas.openxmlformats.org/officeDocument/2006/relationships/slideLayout" Target="../slideLayouts/slideLayout347.xml"/><Relationship Id="rId28" Type="http://schemas.openxmlformats.org/officeDocument/2006/relationships/slideLayout" Target="../slideLayouts/slideLayout352.xml"/><Relationship Id="rId36" Type="http://schemas.openxmlformats.org/officeDocument/2006/relationships/slideLayout" Target="../slideLayouts/slideLayout360.xml"/><Relationship Id="rId49" Type="http://schemas.openxmlformats.org/officeDocument/2006/relationships/slideLayout" Target="../slideLayouts/slideLayout373.xml"/><Relationship Id="rId57" Type="http://schemas.openxmlformats.org/officeDocument/2006/relationships/slideLayout" Target="../slideLayouts/slideLayout381.xml"/><Relationship Id="rId61" Type="http://schemas.openxmlformats.org/officeDocument/2006/relationships/slideLayout" Target="../slideLayouts/slideLayout385.xml"/><Relationship Id="rId10" Type="http://schemas.openxmlformats.org/officeDocument/2006/relationships/slideLayout" Target="../slideLayouts/slideLayout334.xml"/><Relationship Id="rId19" Type="http://schemas.openxmlformats.org/officeDocument/2006/relationships/slideLayout" Target="../slideLayouts/slideLayout343.xml"/><Relationship Id="rId31" Type="http://schemas.openxmlformats.org/officeDocument/2006/relationships/slideLayout" Target="../slideLayouts/slideLayout355.xml"/><Relationship Id="rId44" Type="http://schemas.openxmlformats.org/officeDocument/2006/relationships/slideLayout" Target="../slideLayouts/slideLayout368.xml"/><Relationship Id="rId52" Type="http://schemas.openxmlformats.org/officeDocument/2006/relationships/slideLayout" Target="../slideLayouts/slideLayout376.xml"/><Relationship Id="rId60" Type="http://schemas.openxmlformats.org/officeDocument/2006/relationships/slideLayout" Target="../slideLayouts/slideLayout384.xml"/><Relationship Id="rId4" Type="http://schemas.openxmlformats.org/officeDocument/2006/relationships/slideLayout" Target="../slideLayouts/slideLayout328.xml"/><Relationship Id="rId9" Type="http://schemas.openxmlformats.org/officeDocument/2006/relationships/slideLayout" Target="../slideLayouts/slideLayout333.xml"/><Relationship Id="rId14" Type="http://schemas.openxmlformats.org/officeDocument/2006/relationships/slideLayout" Target="../slideLayouts/slideLayout338.xml"/><Relationship Id="rId22" Type="http://schemas.openxmlformats.org/officeDocument/2006/relationships/slideLayout" Target="../slideLayouts/slideLayout346.xml"/><Relationship Id="rId27" Type="http://schemas.openxmlformats.org/officeDocument/2006/relationships/slideLayout" Target="../slideLayouts/slideLayout351.xml"/><Relationship Id="rId30" Type="http://schemas.openxmlformats.org/officeDocument/2006/relationships/slideLayout" Target="../slideLayouts/slideLayout354.xml"/><Relationship Id="rId35" Type="http://schemas.openxmlformats.org/officeDocument/2006/relationships/slideLayout" Target="../slideLayouts/slideLayout359.xml"/><Relationship Id="rId43" Type="http://schemas.openxmlformats.org/officeDocument/2006/relationships/slideLayout" Target="../slideLayouts/slideLayout367.xml"/><Relationship Id="rId48" Type="http://schemas.openxmlformats.org/officeDocument/2006/relationships/slideLayout" Target="../slideLayouts/slideLayout372.xml"/><Relationship Id="rId56" Type="http://schemas.openxmlformats.org/officeDocument/2006/relationships/slideLayout" Target="../slideLayouts/slideLayout380.xml"/><Relationship Id="rId8" Type="http://schemas.openxmlformats.org/officeDocument/2006/relationships/slideLayout" Target="../slideLayouts/slideLayout332.xml"/><Relationship Id="rId51" Type="http://schemas.openxmlformats.org/officeDocument/2006/relationships/slideLayout" Target="../slideLayouts/slideLayout375.xml"/><Relationship Id="rId3" Type="http://schemas.openxmlformats.org/officeDocument/2006/relationships/slideLayout" Target="../slideLayouts/slideLayout327.xml"/><Relationship Id="rId12" Type="http://schemas.openxmlformats.org/officeDocument/2006/relationships/slideLayout" Target="../slideLayouts/slideLayout336.xml"/><Relationship Id="rId17" Type="http://schemas.openxmlformats.org/officeDocument/2006/relationships/slideLayout" Target="../slideLayouts/slideLayout341.xml"/><Relationship Id="rId25" Type="http://schemas.openxmlformats.org/officeDocument/2006/relationships/slideLayout" Target="../slideLayouts/slideLayout349.xml"/><Relationship Id="rId33" Type="http://schemas.openxmlformats.org/officeDocument/2006/relationships/slideLayout" Target="../slideLayouts/slideLayout357.xml"/><Relationship Id="rId38" Type="http://schemas.openxmlformats.org/officeDocument/2006/relationships/slideLayout" Target="../slideLayouts/slideLayout362.xml"/><Relationship Id="rId46" Type="http://schemas.openxmlformats.org/officeDocument/2006/relationships/slideLayout" Target="../slideLayouts/slideLayout370.xml"/><Relationship Id="rId59" Type="http://schemas.openxmlformats.org/officeDocument/2006/relationships/slideLayout" Target="../slideLayouts/slideLayout383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4.xml"/><Relationship Id="rId13" Type="http://schemas.openxmlformats.org/officeDocument/2006/relationships/slideLayout" Target="../slideLayouts/slideLayout399.xml"/><Relationship Id="rId3" Type="http://schemas.openxmlformats.org/officeDocument/2006/relationships/slideLayout" Target="../slideLayouts/slideLayout389.xml"/><Relationship Id="rId7" Type="http://schemas.openxmlformats.org/officeDocument/2006/relationships/slideLayout" Target="../slideLayouts/slideLayout393.xml"/><Relationship Id="rId12" Type="http://schemas.openxmlformats.org/officeDocument/2006/relationships/slideLayout" Target="../slideLayouts/slideLayout398.xml"/><Relationship Id="rId17" Type="http://schemas.openxmlformats.org/officeDocument/2006/relationships/theme" Target="../theme/theme7.xml"/><Relationship Id="rId2" Type="http://schemas.openxmlformats.org/officeDocument/2006/relationships/slideLayout" Target="../slideLayouts/slideLayout388.xml"/><Relationship Id="rId16" Type="http://schemas.openxmlformats.org/officeDocument/2006/relationships/slideLayout" Target="../slideLayouts/slideLayout402.xml"/><Relationship Id="rId1" Type="http://schemas.openxmlformats.org/officeDocument/2006/relationships/slideLayout" Target="../slideLayouts/slideLayout387.xml"/><Relationship Id="rId6" Type="http://schemas.openxmlformats.org/officeDocument/2006/relationships/slideLayout" Target="../slideLayouts/slideLayout392.xml"/><Relationship Id="rId11" Type="http://schemas.openxmlformats.org/officeDocument/2006/relationships/slideLayout" Target="../slideLayouts/slideLayout397.xml"/><Relationship Id="rId5" Type="http://schemas.openxmlformats.org/officeDocument/2006/relationships/slideLayout" Target="../slideLayouts/slideLayout391.xml"/><Relationship Id="rId15" Type="http://schemas.openxmlformats.org/officeDocument/2006/relationships/slideLayout" Target="../slideLayouts/slideLayout401.xml"/><Relationship Id="rId10" Type="http://schemas.openxmlformats.org/officeDocument/2006/relationships/slideLayout" Target="../slideLayouts/slideLayout396.xml"/><Relationship Id="rId4" Type="http://schemas.openxmlformats.org/officeDocument/2006/relationships/slideLayout" Target="../slideLayouts/slideLayout390.xml"/><Relationship Id="rId9" Type="http://schemas.openxmlformats.org/officeDocument/2006/relationships/slideLayout" Target="../slideLayouts/slideLayout395.xml"/><Relationship Id="rId14" Type="http://schemas.openxmlformats.org/officeDocument/2006/relationships/slideLayout" Target="../slideLayouts/slideLayout40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6">
            <a:extLst>
              <a:ext uri="{FF2B5EF4-FFF2-40B4-BE49-F238E27FC236}">
                <a16:creationId xmlns:a16="http://schemas.microsoft.com/office/drawing/2014/main" id="{2F234F73-1807-473A-24EA-92CF5F6B8B90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658813" y="6521024"/>
            <a:ext cx="586813" cy="142876"/>
            <a:chOff x="5548312" y="3295650"/>
            <a:chExt cx="1095375" cy="266700"/>
          </a:xfrm>
          <a:solidFill>
            <a:schemeClr val="bg2"/>
          </a:solidFill>
        </p:grpSpPr>
        <p:sp>
          <p:nvSpPr>
            <p:cNvPr id="7" name="Freeform 25">
              <a:extLst>
                <a:ext uri="{FF2B5EF4-FFF2-40B4-BE49-F238E27FC236}">
                  <a16:creationId xmlns:a16="http://schemas.microsoft.com/office/drawing/2014/main" id="{939CDA39-5CE6-33F9-5A25-EED45E92B48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949981" y="3353657"/>
              <a:ext cx="161925" cy="152400"/>
            </a:xfrm>
            <a:custGeom>
              <a:avLst/>
              <a:gdLst>
                <a:gd name="connsiteX0" fmla="*/ 32671 w 161925"/>
                <a:gd name="connsiteY0" fmla="*/ 0 h 152400"/>
                <a:gd name="connsiteX1" fmla="*/ 32671 w 161925"/>
                <a:gd name="connsiteY1" fmla="*/ 0 h 152400"/>
                <a:gd name="connsiteX2" fmla="*/ 165735 w 161925"/>
                <a:gd name="connsiteY2" fmla="*/ 0 h 152400"/>
                <a:gd name="connsiteX3" fmla="*/ 157925 w 161925"/>
                <a:gd name="connsiteY3" fmla="*/ 37052 h 152400"/>
                <a:gd name="connsiteX4" fmla="*/ 82391 w 161925"/>
                <a:gd name="connsiteY4" fmla="*/ 37052 h 152400"/>
                <a:gd name="connsiteX5" fmla="*/ 77724 w 161925"/>
                <a:gd name="connsiteY5" fmla="*/ 58865 h 152400"/>
                <a:gd name="connsiteX6" fmla="*/ 150019 w 161925"/>
                <a:gd name="connsiteY6" fmla="*/ 58865 h 152400"/>
                <a:gd name="connsiteX7" fmla="*/ 142113 w 161925"/>
                <a:gd name="connsiteY7" fmla="*/ 95917 h 152400"/>
                <a:gd name="connsiteX8" fmla="*/ 69914 w 161925"/>
                <a:gd name="connsiteY8" fmla="*/ 95917 h 152400"/>
                <a:gd name="connsiteX9" fmla="*/ 65437 w 161925"/>
                <a:gd name="connsiteY9" fmla="*/ 116777 h 152400"/>
                <a:gd name="connsiteX10" fmla="*/ 142494 w 161925"/>
                <a:gd name="connsiteY10" fmla="*/ 116777 h 152400"/>
                <a:gd name="connsiteX11" fmla="*/ 134684 w 161925"/>
                <a:gd name="connsiteY11" fmla="*/ 153924 h 152400"/>
                <a:gd name="connsiteX12" fmla="*/ 0 w 161925"/>
                <a:gd name="connsiteY12" fmla="*/ 15392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152400">
                  <a:moveTo>
                    <a:pt x="32671" y="0"/>
                  </a:moveTo>
                  <a:lnTo>
                    <a:pt x="32671" y="0"/>
                  </a:lnTo>
                  <a:lnTo>
                    <a:pt x="165735" y="0"/>
                  </a:lnTo>
                  <a:lnTo>
                    <a:pt x="157925" y="37052"/>
                  </a:lnTo>
                  <a:lnTo>
                    <a:pt x="82391" y="37052"/>
                  </a:lnTo>
                  <a:lnTo>
                    <a:pt x="77724" y="58865"/>
                  </a:lnTo>
                  <a:lnTo>
                    <a:pt x="150019" y="58865"/>
                  </a:lnTo>
                  <a:lnTo>
                    <a:pt x="142113" y="95917"/>
                  </a:lnTo>
                  <a:lnTo>
                    <a:pt x="69914" y="95917"/>
                  </a:lnTo>
                  <a:lnTo>
                    <a:pt x="65437" y="116777"/>
                  </a:lnTo>
                  <a:lnTo>
                    <a:pt x="142494" y="116777"/>
                  </a:lnTo>
                  <a:lnTo>
                    <a:pt x="134684" y="153924"/>
                  </a:lnTo>
                  <a:lnTo>
                    <a:pt x="0" y="1539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8" name="Freeform 26">
              <a:extLst>
                <a:ext uri="{FF2B5EF4-FFF2-40B4-BE49-F238E27FC236}">
                  <a16:creationId xmlns:a16="http://schemas.microsoft.com/office/drawing/2014/main" id="{1FAE4725-6B6B-A047-0E74-5BA61683045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112478" y="3353657"/>
              <a:ext cx="180975" cy="152400"/>
            </a:xfrm>
            <a:custGeom>
              <a:avLst/>
              <a:gdLst>
                <a:gd name="connsiteX0" fmla="*/ 67151 w 180975"/>
                <a:gd name="connsiteY0" fmla="*/ 115633 h 152400"/>
                <a:gd name="connsiteX1" fmla="*/ 67151 w 180975"/>
                <a:gd name="connsiteY1" fmla="*/ 115633 h 152400"/>
                <a:gd name="connsiteX2" fmla="*/ 81820 w 180975"/>
                <a:gd name="connsiteY2" fmla="*/ 115633 h 152400"/>
                <a:gd name="connsiteX3" fmla="*/ 116395 w 180975"/>
                <a:gd name="connsiteY3" fmla="*/ 75724 h 152400"/>
                <a:gd name="connsiteX4" fmla="*/ 98584 w 180975"/>
                <a:gd name="connsiteY4" fmla="*/ 35719 h 152400"/>
                <a:gd name="connsiteX5" fmla="*/ 83915 w 180975"/>
                <a:gd name="connsiteY5" fmla="*/ 35719 h 152400"/>
                <a:gd name="connsiteX6" fmla="*/ 67151 w 180975"/>
                <a:gd name="connsiteY6" fmla="*/ 115633 h 152400"/>
                <a:gd name="connsiteX7" fmla="*/ 32576 w 180975"/>
                <a:gd name="connsiteY7" fmla="*/ 0 h 152400"/>
                <a:gd name="connsiteX8" fmla="*/ 32576 w 180975"/>
                <a:gd name="connsiteY8" fmla="*/ 0 h 152400"/>
                <a:gd name="connsiteX9" fmla="*/ 119063 w 180975"/>
                <a:gd name="connsiteY9" fmla="*/ 0 h 152400"/>
                <a:gd name="connsiteX10" fmla="*/ 177832 w 180975"/>
                <a:gd name="connsiteY10" fmla="*/ 77343 h 152400"/>
                <a:gd name="connsiteX11" fmla="*/ 84011 w 180975"/>
                <a:gd name="connsiteY11" fmla="*/ 153924 h 152400"/>
                <a:gd name="connsiteX12" fmla="*/ 0 w 180975"/>
                <a:gd name="connsiteY12" fmla="*/ 153924 h 152400"/>
                <a:gd name="connsiteX13" fmla="*/ 32576 w 180975"/>
                <a:gd name="connsiteY13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975" h="152400">
                  <a:moveTo>
                    <a:pt x="67151" y="115633"/>
                  </a:moveTo>
                  <a:lnTo>
                    <a:pt x="67151" y="115633"/>
                  </a:lnTo>
                  <a:lnTo>
                    <a:pt x="81820" y="115633"/>
                  </a:lnTo>
                  <a:cubicBezTo>
                    <a:pt x="103251" y="115633"/>
                    <a:pt x="111062" y="101441"/>
                    <a:pt x="116395" y="75724"/>
                  </a:cubicBezTo>
                  <a:cubicBezTo>
                    <a:pt x="122111" y="49340"/>
                    <a:pt x="119729" y="35719"/>
                    <a:pt x="98584" y="35719"/>
                  </a:cubicBezTo>
                  <a:lnTo>
                    <a:pt x="83915" y="35719"/>
                  </a:lnTo>
                  <a:lnTo>
                    <a:pt x="67151" y="115633"/>
                  </a:lnTo>
                  <a:close/>
                  <a:moveTo>
                    <a:pt x="32576" y="0"/>
                  </a:moveTo>
                  <a:lnTo>
                    <a:pt x="32576" y="0"/>
                  </a:lnTo>
                  <a:lnTo>
                    <a:pt x="119063" y="0"/>
                  </a:lnTo>
                  <a:cubicBezTo>
                    <a:pt x="163163" y="0"/>
                    <a:pt x="190976" y="14859"/>
                    <a:pt x="177832" y="77343"/>
                  </a:cubicBezTo>
                  <a:cubicBezTo>
                    <a:pt x="165354" y="135541"/>
                    <a:pt x="128111" y="153924"/>
                    <a:pt x="84011" y="153924"/>
                  </a:cubicBezTo>
                  <a:lnTo>
                    <a:pt x="0" y="153924"/>
                  </a:lnTo>
                  <a:lnTo>
                    <a:pt x="32576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9" name="Freeform 27">
              <a:extLst>
                <a:ext uri="{FF2B5EF4-FFF2-40B4-BE49-F238E27FC236}">
                  <a16:creationId xmlns:a16="http://schemas.microsoft.com/office/drawing/2014/main" id="{53BB3719-7A0C-0ADA-4CBA-9F35182B44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274498" y="3353657"/>
              <a:ext cx="180975" cy="152400"/>
            </a:xfrm>
            <a:custGeom>
              <a:avLst/>
              <a:gdLst>
                <a:gd name="connsiteX0" fmla="*/ 91154 w 180975"/>
                <a:gd name="connsiteY0" fmla="*/ 83534 h 152400"/>
                <a:gd name="connsiteX1" fmla="*/ 91154 w 180975"/>
                <a:gd name="connsiteY1" fmla="*/ 83534 h 152400"/>
                <a:gd name="connsiteX2" fmla="*/ 125254 w 180975"/>
                <a:gd name="connsiteY2" fmla="*/ 83534 h 152400"/>
                <a:gd name="connsiteX3" fmla="*/ 119253 w 180975"/>
                <a:gd name="connsiteY3" fmla="*/ 33052 h 152400"/>
                <a:gd name="connsiteX4" fmla="*/ 118777 w 180975"/>
                <a:gd name="connsiteY4" fmla="*/ 33052 h 152400"/>
                <a:gd name="connsiteX5" fmla="*/ 91154 w 180975"/>
                <a:gd name="connsiteY5" fmla="*/ 83534 h 152400"/>
                <a:gd name="connsiteX6" fmla="*/ 86487 w 180975"/>
                <a:gd name="connsiteY6" fmla="*/ 0 h 152400"/>
                <a:gd name="connsiteX7" fmla="*/ 86487 w 180975"/>
                <a:gd name="connsiteY7" fmla="*/ 0 h 152400"/>
                <a:gd name="connsiteX8" fmla="*/ 167735 w 180975"/>
                <a:gd name="connsiteY8" fmla="*/ 0 h 152400"/>
                <a:gd name="connsiteX9" fmla="*/ 189833 w 180975"/>
                <a:gd name="connsiteY9" fmla="*/ 153924 h 152400"/>
                <a:gd name="connsiteX10" fmla="*/ 127921 w 180975"/>
                <a:gd name="connsiteY10" fmla="*/ 153924 h 152400"/>
                <a:gd name="connsiteX11" fmla="*/ 124968 w 180975"/>
                <a:gd name="connsiteY11" fmla="*/ 120587 h 152400"/>
                <a:gd name="connsiteX12" fmla="*/ 75248 w 180975"/>
                <a:gd name="connsiteY12" fmla="*/ 120587 h 152400"/>
                <a:gd name="connsiteX13" fmla="*/ 58769 w 180975"/>
                <a:gd name="connsiteY13" fmla="*/ 153924 h 152400"/>
                <a:gd name="connsiteX14" fmla="*/ 0 w 180975"/>
                <a:gd name="connsiteY14" fmla="*/ 153924 h 152400"/>
                <a:gd name="connsiteX15" fmla="*/ 86487 w 180975"/>
                <a:gd name="connsiteY15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75" h="152400">
                  <a:moveTo>
                    <a:pt x="91154" y="83534"/>
                  </a:moveTo>
                  <a:lnTo>
                    <a:pt x="91154" y="83534"/>
                  </a:lnTo>
                  <a:lnTo>
                    <a:pt x="125254" y="83534"/>
                  </a:lnTo>
                  <a:lnTo>
                    <a:pt x="119253" y="33052"/>
                  </a:lnTo>
                  <a:lnTo>
                    <a:pt x="118777" y="33052"/>
                  </a:lnTo>
                  <a:lnTo>
                    <a:pt x="91154" y="83534"/>
                  </a:lnTo>
                  <a:close/>
                  <a:moveTo>
                    <a:pt x="86487" y="0"/>
                  </a:moveTo>
                  <a:lnTo>
                    <a:pt x="86487" y="0"/>
                  </a:lnTo>
                  <a:lnTo>
                    <a:pt x="167735" y="0"/>
                  </a:lnTo>
                  <a:lnTo>
                    <a:pt x="189833" y="153924"/>
                  </a:lnTo>
                  <a:lnTo>
                    <a:pt x="127921" y="153924"/>
                  </a:lnTo>
                  <a:lnTo>
                    <a:pt x="124968" y="120587"/>
                  </a:lnTo>
                  <a:lnTo>
                    <a:pt x="75248" y="120587"/>
                  </a:lnTo>
                  <a:lnTo>
                    <a:pt x="58769" y="153924"/>
                  </a:lnTo>
                  <a:lnTo>
                    <a:pt x="0" y="153924"/>
                  </a:lnTo>
                  <a:lnTo>
                    <a:pt x="86487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0" name="Freeform 28">
              <a:extLst>
                <a:ext uri="{FF2B5EF4-FFF2-40B4-BE49-F238E27FC236}">
                  <a16:creationId xmlns:a16="http://schemas.microsoft.com/office/drawing/2014/main" id="{814B52E7-8744-8BF9-DBFD-C758CCD7EC4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476453" y="3350990"/>
              <a:ext cx="161925" cy="152400"/>
            </a:xfrm>
            <a:custGeom>
              <a:avLst/>
              <a:gdLst>
                <a:gd name="connsiteX0" fmla="*/ 142184 w 161925"/>
                <a:gd name="connsiteY0" fmla="*/ 150781 h 152400"/>
                <a:gd name="connsiteX1" fmla="*/ 142184 w 161925"/>
                <a:gd name="connsiteY1" fmla="*/ 150781 h 152400"/>
                <a:gd name="connsiteX2" fmla="*/ 76747 w 161925"/>
                <a:gd name="connsiteY2" fmla="*/ 159258 h 152400"/>
                <a:gd name="connsiteX3" fmla="*/ 2261 w 161925"/>
                <a:gd name="connsiteY3" fmla="*/ 77343 h 152400"/>
                <a:gd name="connsiteX4" fmla="*/ 110561 w 161925"/>
                <a:gd name="connsiteY4" fmla="*/ 0 h 152400"/>
                <a:gd name="connsiteX5" fmla="*/ 166853 w 161925"/>
                <a:gd name="connsiteY5" fmla="*/ 5715 h 152400"/>
                <a:gd name="connsiteX6" fmla="*/ 157995 w 161925"/>
                <a:gd name="connsiteY6" fmla="*/ 47244 h 152400"/>
                <a:gd name="connsiteX7" fmla="*/ 119419 w 161925"/>
                <a:gd name="connsiteY7" fmla="*/ 38386 h 152400"/>
                <a:gd name="connsiteX8" fmla="*/ 61697 w 161925"/>
                <a:gd name="connsiteY8" fmla="*/ 81058 h 152400"/>
                <a:gd name="connsiteX9" fmla="*/ 85510 w 161925"/>
                <a:gd name="connsiteY9" fmla="*/ 120777 h 152400"/>
                <a:gd name="connsiteX10" fmla="*/ 98273 w 161925"/>
                <a:gd name="connsiteY10" fmla="*/ 119444 h 152400"/>
                <a:gd name="connsiteX11" fmla="*/ 106941 w 161925"/>
                <a:gd name="connsiteY11" fmla="*/ 78391 h 152400"/>
                <a:gd name="connsiteX12" fmla="*/ 157519 w 161925"/>
                <a:gd name="connsiteY12" fmla="*/ 78391 h 152400"/>
                <a:gd name="connsiteX13" fmla="*/ 142184 w 161925"/>
                <a:gd name="connsiteY13" fmla="*/ 1507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152400">
                  <a:moveTo>
                    <a:pt x="142184" y="150781"/>
                  </a:moveTo>
                  <a:lnTo>
                    <a:pt x="142184" y="150781"/>
                  </a:lnTo>
                  <a:cubicBezTo>
                    <a:pt x="120752" y="156782"/>
                    <a:pt x="101036" y="159258"/>
                    <a:pt x="76747" y="159258"/>
                  </a:cubicBezTo>
                  <a:cubicBezTo>
                    <a:pt x="25693" y="159258"/>
                    <a:pt x="-9455" y="132207"/>
                    <a:pt x="2261" y="77343"/>
                  </a:cubicBezTo>
                  <a:cubicBezTo>
                    <a:pt x="13024" y="25622"/>
                    <a:pt x="61316" y="0"/>
                    <a:pt x="110561" y="0"/>
                  </a:cubicBezTo>
                  <a:cubicBezTo>
                    <a:pt x="139326" y="0"/>
                    <a:pt x="152851" y="2191"/>
                    <a:pt x="166853" y="5715"/>
                  </a:cubicBezTo>
                  <a:lnTo>
                    <a:pt x="157995" y="47244"/>
                  </a:lnTo>
                  <a:cubicBezTo>
                    <a:pt x="150661" y="42386"/>
                    <a:pt x="135897" y="38386"/>
                    <a:pt x="119419" y="38386"/>
                  </a:cubicBezTo>
                  <a:cubicBezTo>
                    <a:pt x="90177" y="38386"/>
                    <a:pt x="67698" y="53054"/>
                    <a:pt x="61697" y="81058"/>
                  </a:cubicBezTo>
                  <a:cubicBezTo>
                    <a:pt x="57220" y="102203"/>
                    <a:pt x="61888" y="120777"/>
                    <a:pt x="85510" y="120777"/>
                  </a:cubicBezTo>
                  <a:cubicBezTo>
                    <a:pt x="89605" y="120777"/>
                    <a:pt x="94463" y="120777"/>
                    <a:pt x="98273" y="119444"/>
                  </a:cubicBezTo>
                  <a:lnTo>
                    <a:pt x="106941" y="78391"/>
                  </a:lnTo>
                  <a:lnTo>
                    <a:pt x="157519" y="78391"/>
                  </a:lnTo>
                  <a:lnTo>
                    <a:pt x="142184" y="15078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1" name="Freeform 29">
              <a:extLst>
                <a:ext uri="{FF2B5EF4-FFF2-40B4-BE49-F238E27FC236}">
                  <a16:creationId xmlns:a16="http://schemas.microsoft.com/office/drawing/2014/main" id="{8E6C8B09-DD9B-6E0D-BDFD-7767FCD563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48991" y="3412046"/>
              <a:ext cx="200025" cy="28575"/>
            </a:xfrm>
            <a:custGeom>
              <a:avLst/>
              <a:gdLst>
                <a:gd name="connsiteX0" fmla="*/ 7811 w 200025"/>
                <a:gd name="connsiteY0" fmla="*/ 0 h 28575"/>
                <a:gd name="connsiteX1" fmla="*/ 7811 w 200025"/>
                <a:gd name="connsiteY1" fmla="*/ 0 h 28575"/>
                <a:gd name="connsiteX2" fmla="*/ 202978 w 200025"/>
                <a:gd name="connsiteY2" fmla="*/ 0 h 28575"/>
                <a:gd name="connsiteX3" fmla="*/ 195167 w 200025"/>
                <a:gd name="connsiteY3" fmla="*/ 37052 h 28575"/>
                <a:gd name="connsiteX4" fmla="*/ 0 w 200025"/>
                <a:gd name="connsiteY4" fmla="*/ 3705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8575">
                  <a:moveTo>
                    <a:pt x="7811" y="0"/>
                  </a:moveTo>
                  <a:lnTo>
                    <a:pt x="7811" y="0"/>
                  </a:lnTo>
                  <a:lnTo>
                    <a:pt x="202978" y="0"/>
                  </a:lnTo>
                  <a:lnTo>
                    <a:pt x="195167" y="37052"/>
                  </a:lnTo>
                  <a:lnTo>
                    <a:pt x="0" y="370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2" name="Freeform 30">
              <a:extLst>
                <a:ext uri="{FF2B5EF4-FFF2-40B4-BE49-F238E27FC236}">
                  <a16:creationId xmlns:a16="http://schemas.microsoft.com/office/drawing/2014/main" id="{B37951B6-9096-A7E1-EC3E-E43A2172D43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73661" y="3295650"/>
              <a:ext cx="200025" cy="28575"/>
            </a:xfrm>
            <a:custGeom>
              <a:avLst/>
              <a:gdLst>
                <a:gd name="connsiteX0" fmla="*/ 7810 w 200025"/>
                <a:gd name="connsiteY0" fmla="*/ 0 h 28575"/>
                <a:gd name="connsiteX1" fmla="*/ 0 w 200025"/>
                <a:gd name="connsiteY1" fmla="*/ 36862 h 28575"/>
                <a:gd name="connsiteX2" fmla="*/ 194977 w 200025"/>
                <a:gd name="connsiteY2" fmla="*/ 36862 h 28575"/>
                <a:gd name="connsiteX3" fmla="*/ 202978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7810" y="0"/>
                  </a:moveTo>
                  <a:lnTo>
                    <a:pt x="0" y="36862"/>
                  </a:lnTo>
                  <a:lnTo>
                    <a:pt x="194977" y="36862"/>
                  </a:lnTo>
                  <a:lnTo>
                    <a:pt x="20297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3" name="Freeform 31">
              <a:extLst>
                <a:ext uri="{FF2B5EF4-FFF2-40B4-BE49-F238E27FC236}">
                  <a16:creationId xmlns:a16="http://schemas.microsoft.com/office/drawing/2014/main" id="{79AE90B5-071C-A31E-0644-6ADE74686CF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24322" y="3528441"/>
              <a:ext cx="200025" cy="28575"/>
            </a:xfrm>
            <a:custGeom>
              <a:avLst/>
              <a:gdLst>
                <a:gd name="connsiteX0" fmla="*/ 8001 w 200025"/>
                <a:gd name="connsiteY0" fmla="*/ 0 h 28575"/>
                <a:gd name="connsiteX1" fmla="*/ 0 w 200025"/>
                <a:gd name="connsiteY1" fmla="*/ 37243 h 28575"/>
                <a:gd name="connsiteX2" fmla="*/ 195263 w 200025"/>
                <a:gd name="connsiteY2" fmla="*/ 37243 h 28575"/>
                <a:gd name="connsiteX3" fmla="*/ 203073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8001" y="0"/>
                  </a:moveTo>
                  <a:lnTo>
                    <a:pt x="0" y="37243"/>
                  </a:lnTo>
                  <a:lnTo>
                    <a:pt x="195263" y="37243"/>
                  </a:lnTo>
                  <a:lnTo>
                    <a:pt x="20307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4" name="Freeform 32">
              <a:extLst>
                <a:ext uri="{FF2B5EF4-FFF2-40B4-BE49-F238E27FC236}">
                  <a16:creationId xmlns:a16="http://schemas.microsoft.com/office/drawing/2014/main" id="{95A7CB76-69C8-721A-0CBB-D13EB7C00DA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548312" y="3354229"/>
              <a:ext cx="371475" cy="152400"/>
            </a:xfrm>
            <a:custGeom>
              <a:avLst/>
              <a:gdLst>
                <a:gd name="connsiteX0" fmla="*/ 344424 w 371475"/>
                <a:gd name="connsiteY0" fmla="*/ 153924 h 152400"/>
                <a:gd name="connsiteX1" fmla="*/ 344424 w 371475"/>
                <a:gd name="connsiteY1" fmla="*/ 153924 h 152400"/>
                <a:gd name="connsiteX2" fmla="*/ 0 w 371475"/>
                <a:gd name="connsiteY2" fmla="*/ 154115 h 152400"/>
                <a:gd name="connsiteX3" fmla="*/ 344424 w 371475"/>
                <a:gd name="connsiteY3" fmla="*/ 153924 h 152400"/>
                <a:gd name="connsiteX4" fmla="*/ 377190 w 371475"/>
                <a:gd name="connsiteY4" fmla="*/ 0 h 152400"/>
                <a:gd name="connsiteX5" fmla="*/ 32576 w 371475"/>
                <a:gd name="connsiteY5" fmla="*/ 0 h 152400"/>
                <a:gd name="connsiteX6" fmla="*/ 24575 w 371475"/>
                <a:gd name="connsiteY6" fmla="*/ 37148 h 152400"/>
                <a:gd name="connsiteX7" fmla="*/ 331946 w 371475"/>
                <a:gd name="connsiteY7" fmla="*/ 36957 h 152400"/>
                <a:gd name="connsiteX8" fmla="*/ 314992 w 371475"/>
                <a:gd name="connsiteY8" fmla="*/ 116872 h 152400"/>
                <a:gd name="connsiteX9" fmla="*/ 8192 w 371475"/>
                <a:gd name="connsiteY9" fmla="*/ 117062 h 152400"/>
                <a:gd name="connsiteX10" fmla="*/ 0 w 371475"/>
                <a:gd name="connsiteY10" fmla="*/ 154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475" h="152400">
                  <a:moveTo>
                    <a:pt x="344424" y="153924"/>
                  </a:moveTo>
                  <a:lnTo>
                    <a:pt x="344424" y="153924"/>
                  </a:lnTo>
                  <a:cubicBezTo>
                    <a:pt x="344424" y="153924"/>
                    <a:pt x="476" y="154115"/>
                    <a:pt x="0" y="154115"/>
                  </a:cubicBezTo>
                  <a:lnTo>
                    <a:pt x="344424" y="153924"/>
                  </a:lnTo>
                  <a:lnTo>
                    <a:pt x="377190" y="0"/>
                  </a:lnTo>
                  <a:cubicBezTo>
                    <a:pt x="377190" y="190"/>
                    <a:pt x="32576" y="0"/>
                    <a:pt x="32576" y="0"/>
                  </a:cubicBezTo>
                  <a:lnTo>
                    <a:pt x="24575" y="37148"/>
                  </a:lnTo>
                  <a:lnTo>
                    <a:pt x="331946" y="36957"/>
                  </a:lnTo>
                  <a:lnTo>
                    <a:pt x="314992" y="116872"/>
                  </a:lnTo>
                  <a:lnTo>
                    <a:pt x="8192" y="117062"/>
                  </a:lnTo>
                  <a:lnTo>
                    <a:pt x="0" y="154019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</p:grpSp>
      <p:sp>
        <p:nvSpPr>
          <p:cNvPr id="15" name="TextBox 12">
            <a:extLst>
              <a:ext uri="{FF2B5EF4-FFF2-40B4-BE49-F238E27FC236}">
                <a16:creationId xmlns:a16="http://schemas.microsoft.com/office/drawing/2014/main" id="{81D8C773-6DC5-A71A-1664-9FAEE3C7A99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 bwMode="gray">
          <a:xfrm>
            <a:off x="8956432" y="6553476"/>
            <a:ext cx="2062072" cy="11037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r">
              <a:lnSpc>
                <a:spcPct val="85000"/>
              </a:lnSpc>
            </a:pPr>
            <a:r>
              <a:rPr lang="en-US" sz="800" noProof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</a:t>
            </a:r>
            <a:r>
              <a:rPr lang="de-DE" sz="800" noProof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noProof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EDAG Group. All rights reserved.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737DC639-DBC2-9923-5CB1-59DDF011A3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 bwMode="gray">
          <a:xfrm>
            <a:off x="11318005" y="6515100"/>
            <a:ext cx="214905" cy="142876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r">
              <a:lnSpc>
                <a:spcPct val="85000"/>
              </a:lnSpc>
              <a:defRPr sz="800">
                <a:solidFill>
                  <a:schemeClr val="bg2"/>
                </a:solidFill>
              </a:defRPr>
            </a:lvl1pPr>
            <a:lvl2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2pPr>
            <a:lvl3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3pPr>
            <a:lvl4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4pPr>
            <a:lvl5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5pPr>
            <a:lvl6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6pPr>
            <a:lvl7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7pPr>
            <a:lvl8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8pPr>
            <a:lvl9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9pPr>
          </a:lstStyle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9835387-DDA8-28F6-FAF3-46DCF0986B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3"/>
          </p:nvPr>
        </p:nvSpPr>
        <p:spPr>
          <a:xfrm>
            <a:off x="1440000" y="6537600"/>
            <a:ext cx="7560000" cy="10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3" name="Titelplatzhalter 2">
            <a:extLst>
              <a:ext uri="{FF2B5EF4-FFF2-40B4-BE49-F238E27FC236}">
                <a16:creationId xmlns:a16="http://schemas.microsoft.com/office/drawing/2014/main" id="{0E7E8398-E06A-4C53-F125-73EE9687A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522000"/>
            <a:ext cx="6840000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/>
              <a:t>Mastertitelformat bearbeiten</a:t>
            </a:r>
          </a:p>
        </p:txBody>
      </p:sp>
      <p:pic>
        <p:nvPicPr>
          <p:cNvPr id="5" name="Grafik 2">
            <a:extLst>
              <a:ext uri="{FF2B5EF4-FFF2-40B4-BE49-F238E27FC236}">
                <a16:creationId xmlns:a16="http://schemas.microsoft.com/office/drawing/2014/main" id="{E2AB58E5-4807-FD46-74EC-C2D90647A5C7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8"/>
              </a:ext>
            </a:extLst>
          </a:blip>
          <a:srcRect r="148"/>
          <a:stretch/>
        </p:blipFill>
        <p:spPr>
          <a:xfrm>
            <a:off x="5330548" y="1"/>
            <a:ext cx="6861452" cy="1457999"/>
          </a:xfrm>
          <a:prstGeom prst="rect">
            <a:avLst/>
          </a:prstGeom>
        </p:spPr>
      </p:pic>
      <p:grpSp>
        <p:nvGrpSpPr>
          <p:cNvPr id="25" name="Grafik 13">
            <a:extLst>
              <a:ext uri="{FF2B5EF4-FFF2-40B4-BE49-F238E27FC236}">
                <a16:creationId xmlns:a16="http://schemas.microsoft.com/office/drawing/2014/main" id="{177A8AAF-EFEB-9857-DE3A-F953E3F52EC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21200" y="489600"/>
            <a:ext cx="1209600" cy="299018"/>
            <a:chOff x="8501174" y="2383489"/>
            <a:chExt cx="2699861" cy="667416"/>
          </a:xfrm>
          <a:solidFill>
            <a:schemeClr val="tx1"/>
          </a:solidFill>
        </p:grpSpPr>
        <p:grpSp>
          <p:nvGrpSpPr>
            <p:cNvPr id="26" name="Grafik 13">
              <a:extLst>
                <a:ext uri="{FF2B5EF4-FFF2-40B4-BE49-F238E27FC236}">
                  <a16:creationId xmlns:a16="http://schemas.microsoft.com/office/drawing/2014/main" id="{27779385-6115-1011-7C15-99BB38A36000}"/>
                </a:ext>
              </a:extLst>
            </p:cNvPr>
            <p:cNvGrpSpPr/>
            <p:nvPr/>
          </p:nvGrpSpPr>
          <p:grpSpPr>
            <a:xfrm>
              <a:off x="9461484" y="2955941"/>
              <a:ext cx="876871" cy="94964"/>
              <a:chOff x="9461484" y="2955941"/>
              <a:chExt cx="876871" cy="94964"/>
            </a:xfrm>
            <a:grpFill/>
          </p:grpSpPr>
          <p:sp>
            <p:nvSpPr>
              <p:cNvPr id="35" name="Freihandform: Form 34">
                <a:extLst>
                  <a:ext uri="{FF2B5EF4-FFF2-40B4-BE49-F238E27FC236}">
                    <a16:creationId xmlns:a16="http://schemas.microsoft.com/office/drawing/2014/main" id="{362434AB-44E1-A26D-5922-3942C609C385}"/>
                  </a:ext>
                </a:extLst>
              </p:cNvPr>
              <p:cNvSpPr/>
              <p:nvPr/>
            </p:nvSpPr>
            <p:spPr>
              <a:xfrm>
                <a:off x="9461484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8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8 w 64198"/>
                  <a:gd name="connsiteY9" fmla="*/ 83820 h 91725"/>
                  <a:gd name="connsiteX10" fmla="*/ 48577 w 64198"/>
                  <a:gd name="connsiteY10" fmla="*/ 83820 h 91725"/>
                  <a:gd name="connsiteX11" fmla="*/ 47244 w 64198"/>
                  <a:gd name="connsiteY11" fmla="*/ 91726 h 91725"/>
                  <a:gd name="connsiteX12" fmla="*/ 190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8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8" y="83820"/>
                    </a:lnTo>
                    <a:lnTo>
                      <a:pt x="48577" y="83820"/>
                    </a:lnTo>
                    <a:lnTo>
                      <a:pt x="47244" y="91726"/>
                    </a:lnTo>
                    <a:lnTo>
                      <a:pt x="19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6" name="Freihandform: Form 35">
                <a:extLst>
                  <a:ext uri="{FF2B5EF4-FFF2-40B4-BE49-F238E27FC236}">
                    <a16:creationId xmlns:a16="http://schemas.microsoft.com/office/drawing/2014/main" id="{DBAB28DC-3F55-AA1F-A92A-72D8F3CAEB63}"/>
                  </a:ext>
                </a:extLst>
              </p:cNvPr>
              <p:cNvSpPr/>
              <p:nvPr/>
            </p:nvSpPr>
            <p:spPr>
              <a:xfrm>
                <a:off x="9534636" y="2957560"/>
                <a:ext cx="48387" cy="91725"/>
              </a:xfrm>
              <a:custGeom>
                <a:avLst/>
                <a:gdLst>
                  <a:gd name="connsiteX0" fmla="*/ 0 w 48387"/>
                  <a:gd name="connsiteY0" fmla="*/ 91726 h 91725"/>
                  <a:gd name="connsiteX1" fmla="*/ 19621 w 48387"/>
                  <a:gd name="connsiteY1" fmla="*/ 0 h 91725"/>
                  <a:gd name="connsiteX2" fmla="*/ 28956 w 48387"/>
                  <a:gd name="connsiteY2" fmla="*/ 0 h 91725"/>
                  <a:gd name="connsiteX3" fmla="*/ 10954 w 48387"/>
                  <a:gd name="connsiteY3" fmla="*/ 83820 h 91725"/>
                  <a:gd name="connsiteX4" fmla="*/ 48387 w 48387"/>
                  <a:gd name="connsiteY4" fmla="*/ 83820 h 91725"/>
                  <a:gd name="connsiteX5" fmla="*/ 46958 w 48387"/>
                  <a:gd name="connsiteY5" fmla="*/ 91726 h 91725"/>
                  <a:gd name="connsiteX6" fmla="*/ 95 w 48387"/>
                  <a:gd name="connsiteY6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8387" h="91725">
                    <a:moveTo>
                      <a:pt x="0" y="91726"/>
                    </a:moveTo>
                    <a:lnTo>
                      <a:pt x="19621" y="0"/>
                    </a:lnTo>
                    <a:lnTo>
                      <a:pt x="28956" y="0"/>
                    </a:lnTo>
                    <a:lnTo>
                      <a:pt x="10954" y="83820"/>
                    </a:lnTo>
                    <a:lnTo>
                      <a:pt x="48387" y="83820"/>
                    </a:lnTo>
                    <a:lnTo>
                      <a:pt x="46958" y="91726"/>
                    </a:lnTo>
                    <a:lnTo>
                      <a:pt x="95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7" name="Freihandform: Form 36">
                <a:extLst>
                  <a:ext uri="{FF2B5EF4-FFF2-40B4-BE49-F238E27FC236}">
                    <a16:creationId xmlns:a16="http://schemas.microsoft.com/office/drawing/2014/main" id="{C7115140-4965-859F-7B46-F587260DA69F}"/>
                  </a:ext>
                </a:extLst>
              </p:cNvPr>
              <p:cNvSpPr/>
              <p:nvPr/>
            </p:nvSpPr>
            <p:spPr>
              <a:xfrm>
                <a:off x="9605216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9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9 w 64198"/>
                  <a:gd name="connsiteY9" fmla="*/ 83820 h 91725"/>
                  <a:gd name="connsiteX10" fmla="*/ 48578 w 64198"/>
                  <a:gd name="connsiteY10" fmla="*/ 83820 h 91725"/>
                  <a:gd name="connsiteX11" fmla="*/ 47244 w 64198"/>
                  <a:gd name="connsiteY11" fmla="*/ 91726 h 91725"/>
                  <a:gd name="connsiteX12" fmla="*/ 191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9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9" y="83820"/>
                    </a:lnTo>
                    <a:lnTo>
                      <a:pt x="48578" y="83820"/>
                    </a:lnTo>
                    <a:lnTo>
                      <a:pt x="47244" y="91726"/>
                    </a:lnTo>
                    <a:lnTo>
                      <a:pt x="19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8" name="Freihandform: Form 37">
                <a:extLst>
                  <a:ext uri="{FF2B5EF4-FFF2-40B4-BE49-F238E27FC236}">
                    <a16:creationId xmlns:a16="http://schemas.microsoft.com/office/drawing/2014/main" id="{B012C6E6-0790-2C17-8564-3010227FE738}"/>
                  </a:ext>
                </a:extLst>
              </p:cNvPr>
              <p:cNvSpPr/>
              <p:nvPr/>
            </p:nvSpPr>
            <p:spPr>
              <a:xfrm>
                <a:off x="9684179" y="2955941"/>
                <a:ext cx="79247" cy="94869"/>
              </a:xfrm>
              <a:custGeom>
                <a:avLst/>
                <a:gdLst>
                  <a:gd name="connsiteX0" fmla="*/ 60960 w 79247"/>
                  <a:gd name="connsiteY0" fmla="*/ 92012 h 94869"/>
                  <a:gd name="connsiteX1" fmla="*/ 43053 w 79247"/>
                  <a:gd name="connsiteY1" fmla="*/ 94869 h 94869"/>
                  <a:gd name="connsiteX2" fmla="*/ 0 w 79247"/>
                  <a:gd name="connsiteY2" fmla="*/ 54674 h 94869"/>
                  <a:gd name="connsiteX3" fmla="*/ 54673 w 79247"/>
                  <a:gd name="connsiteY3" fmla="*/ 0 h 94869"/>
                  <a:gd name="connsiteX4" fmla="*/ 79248 w 79247"/>
                  <a:gd name="connsiteY4" fmla="*/ 4763 h 94869"/>
                  <a:gd name="connsiteX5" fmla="*/ 76105 w 79247"/>
                  <a:gd name="connsiteY5" fmla="*/ 12382 h 94869"/>
                  <a:gd name="connsiteX6" fmla="*/ 54007 w 79247"/>
                  <a:gd name="connsiteY6" fmla="*/ 7906 h 94869"/>
                  <a:gd name="connsiteX7" fmla="*/ 9049 w 79247"/>
                  <a:gd name="connsiteY7" fmla="*/ 54769 h 94869"/>
                  <a:gd name="connsiteX8" fmla="*/ 42577 w 79247"/>
                  <a:gd name="connsiteY8" fmla="*/ 86963 h 94869"/>
                  <a:gd name="connsiteX9" fmla="*/ 62008 w 79247"/>
                  <a:gd name="connsiteY9" fmla="*/ 83915 h 94869"/>
                  <a:gd name="connsiteX10" fmla="*/ 60960 w 79247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7" h="94869">
                    <a:moveTo>
                      <a:pt x="60960" y="92012"/>
                    </a:moveTo>
                    <a:cubicBezTo>
                      <a:pt x="54293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9" y="0"/>
                      <a:pt x="54673" y="0"/>
                    </a:cubicBezTo>
                    <a:cubicBezTo>
                      <a:pt x="66199" y="0"/>
                      <a:pt x="72961" y="1810"/>
                      <a:pt x="79248" y="4763"/>
                    </a:cubicBezTo>
                    <a:lnTo>
                      <a:pt x="76105" y="12382"/>
                    </a:lnTo>
                    <a:cubicBezTo>
                      <a:pt x="69532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9" name="Freihandform: Form 38">
                <a:extLst>
                  <a:ext uri="{FF2B5EF4-FFF2-40B4-BE49-F238E27FC236}">
                    <a16:creationId xmlns:a16="http://schemas.microsoft.com/office/drawing/2014/main" id="{DF61B4B8-4A15-50FB-049C-A939B4D23664}"/>
                  </a:ext>
                </a:extLst>
              </p:cNvPr>
              <p:cNvSpPr/>
              <p:nvPr/>
            </p:nvSpPr>
            <p:spPr>
              <a:xfrm>
                <a:off x="9781905" y="2957560"/>
                <a:ext cx="66484" cy="91725"/>
              </a:xfrm>
              <a:custGeom>
                <a:avLst/>
                <a:gdLst>
                  <a:gd name="connsiteX0" fmla="*/ 9906 w 66484"/>
                  <a:gd name="connsiteY0" fmla="*/ 91726 h 91725"/>
                  <a:gd name="connsiteX1" fmla="*/ 27813 w 66484"/>
                  <a:gd name="connsiteY1" fmla="*/ 7906 h 91725"/>
                  <a:gd name="connsiteX2" fmla="*/ 0 w 66484"/>
                  <a:gd name="connsiteY2" fmla="*/ 7906 h 91725"/>
                  <a:gd name="connsiteX3" fmla="*/ 1715 w 66484"/>
                  <a:gd name="connsiteY3" fmla="*/ 0 h 91725"/>
                  <a:gd name="connsiteX4" fmla="*/ 66484 w 66484"/>
                  <a:gd name="connsiteY4" fmla="*/ 0 h 91725"/>
                  <a:gd name="connsiteX5" fmla="*/ 64865 w 66484"/>
                  <a:gd name="connsiteY5" fmla="*/ 7906 h 91725"/>
                  <a:gd name="connsiteX6" fmla="*/ 37052 w 66484"/>
                  <a:gd name="connsiteY6" fmla="*/ 7906 h 91725"/>
                  <a:gd name="connsiteX7" fmla="*/ 19431 w 66484"/>
                  <a:gd name="connsiteY7" fmla="*/ 91726 h 91725"/>
                  <a:gd name="connsiteX8" fmla="*/ 10001 w 66484"/>
                  <a:gd name="connsiteY8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6484" h="91725">
                    <a:moveTo>
                      <a:pt x="9906" y="91726"/>
                    </a:moveTo>
                    <a:lnTo>
                      <a:pt x="27813" y="7906"/>
                    </a:lnTo>
                    <a:lnTo>
                      <a:pt x="0" y="7906"/>
                    </a:lnTo>
                    <a:lnTo>
                      <a:pt x="1715" y="0"/>
                    </a:lnTo>
                    <a:lnTo>
                      <a:pt x="66484" y="0"/>
                    </a:lnTo>
                    <a:lnTo>
                      <a:pt x="64865" y="7906"/>
                    </a:lnTo>
                    <a:lnTo>
                      <a:pt x="37052" y="7906"/>
                    </a:lnTo>
                    <a:lnTo>
                      <a:pt x="19431" y="91726"/>
                    </a:lnTo>
                    <a:lnTo>
                      <a:pt x="1000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0" name="Freihandform: Form 39">
                <a:extLst>
                  <a:ext uri="{FF2B5EF4-FFF2-40B4-BE49-F238E27FC236}">
                    <a16:creationId xmlns:a16="http://schemas.microsoft.com/office/drawing/2014/main" id="{A25DCAC4-861C-09C3-CCAD-0F8382D2C339}"/>
                  </a:ext>
                </a:extLst>
              </p:cNvPr>
              <p:cNvSpPr/>
              <p:nvPr/>
            </p:nvSpPr>
            <p:spPr>
              <a:xfrm>
                <a:off x="9852104" y="2957560"/>
                <a:ext cx="65912" cy="91725"/>
              </a:xfrm>
              <a:custGeom>
                <a:avLst/>
                <a:gdLst>
                  <a:gd name="connsiteX0" fmla="*/ 49625 w 65912"/>
                  <a:gd name="connsiteY0" fmla="*/ 91726 h 91725"/>
                  <a:gd name="connsiteX1" fmla="*/ 41910 w 65912"/>
                  <a:gd name="connsiteY1" fmla="*/ 58769 h 91725"/>
                  <a:gd name="connsiteX2" fmla="*/ 29051 w 65912"/>
                  <a:gd name="connsiteY2" fmla="*/ 48482 h 91725"/>
                  <a:gd name="connsiteX3" fmla="*/ 18383 w 65912"/>
                  <a:gd name="connsiteY3" fmla="*/ 48482 h 91725"/>
                  <a:gd name="connsiteX4" fmla="*/ 9144 w 65912"/>
                  <a:gd name="connsiteY4" fmla="*/ 91726 h 91725"/>
                  <a:gd name="connsiteX5" fmla="*/ 0 w 65912"/>
                  <a:gd name="connsiteY5" fmla="*/ 91726 h 91725"/>
                  <a:gd name="connsiteX6" fmla="*/ 20003 w 65912"/>
                  <a:gd name="connsiteY6" fmla="*/ 0 h 91725"/>
                  <a:gd name="connsiteX7" fmla="*/ 42291 w 65912"/>
                  <a:gd name="connsiteY7" fmla="*/ 0 h 91725"/>
                  <a:gd name="connsiteX8" fmla="*/ 65913 w 65912"/>
                  <a:gd name="connsiteY8" fmla="*/ 20479 h 91725"/>
                  <a:gd name="connsiteX9" fmla="*/ 40005 w 65912"/>
                  <a:gd name="connsiteY9" fmla="*/ 45053 h 91725"/>
                  <a:gd name="connsiteX10" fmla="*/ 40005 w 65912"/>
                  <a:gd name="connsiteY10" fmla="*/ 45339 h 91725"/>
                  <a:gd name="connsiteX11" fmla="*/ 49721 w 65912"/>
                  <a:gd name="connsiteY11" fmla="*/ 56007 h 91725"/>
                  <a:gd name="connsiteX12" fmla="*/ 58483 w 65912"/>
                  <a:gd name="connsiteY12" fmla="*/ 91726 h 91725"/>
                  <a:gd name="connsiteX13" fmla="*/ 49530 w 65912"/>
                  <a:gd name="connsiteY13" fmla="*/ 91726 h 91725"/>
                  <a:gd name="connsiteX14" fmla="*/ 29242 w 65912"/>
                  <a:gd name="connsiteY14" fmla="*/ 40672 h 91725"/>
                  <a:gd name="connsiteX15" fmla="*/ 56864 w 65912"/>
                  <a:gd name="connsiteY15" fmla="*/ 21717 h 91725"/>
                  <a:gd name="connsiteX16" fmla="*/ 40291 w 65912"/>
                  <a:gd name="connsiteY16" fmla="*/ 7906 h 91725"/>
                  <a:gd name="connsiteX17" fmla="*/ 27051 w 65912"/>
                  <a:gd name="connsiteY17" fmla="*/ 7906 h 91725"/>
                  <a:gd name="connsiteX18" fmla="*/ 20098 w 65912"/>
                  <a:gd name="connsiteY18" fmla="*/ 40576 h 91725"/>
                  <a:gd name="connsiteX19" fmla="*/ 29242 w 65912"/>
                  <a:gd name="connsiteY19" fmla="*/ 4057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5912" h="91725">
                    <a:moveTo>
                      <a:pt x="49625" y="91726"/>
                    </a:moveTo>
                    <a:lnTo>
                      <a:pt x="41910" y="58769"/>
                    </a:lnTo>
                    <a:cubicBezTo>
                      <a:pt x="39910" y="50578"/>
                      <a:pt x="36481" y="48482"/>
                      <a:pt x="29051" y="48482"/>
                    </a:cubicBezTo>
                    <a:lnTo>
                      <a:pt x="18383" y="48482"/>
                    </a:lnTo>
                    <a:lnTo>
                      <a:pt x="9144" y="91726"/>
                    </a:lnTo>
                    <a:lnTo>
                      <a:pt x="0" y="91726"/>
                    </a:lnTo>
                    <a:lnTo>
                      <a:pt x="20003" y="0"/>
                    </a:lnTo>
                    <a:lnTo>
                      <a:pt x="42291" y="0"/>
                    </a:lnTo>
                    <a:cubicBezTo>
                      <a:pt x="57245" y="0"/>
                      <a:pt x="65913" y="6286"/>
                      <a:pt x="65913" y="20479"/>
                    </a:cubicBezTo>
                    <a:cubicBezTo>
                      <a:pt x="65913" y="34671"/>
                      <a:pt x="55531" y="44291"/>
                      <a:pt x="40005" y="45053"/>
                    </a:cubicBezTo>
                    <a:lnTo>
                      <a:pt x="40005" y="45339"/>
                    </a:lnTo>
                    <a:cubicBezTo>
                      <a:pt x="46577" y="46482"/>
                      <a:pt x="48292" y="49911"/>
                      <a:pt x="49721" y="56007"/>
                    </a:cubicBezTo>
                    <a:lnTo>
                      <a:pt x="58483" y="91726"/>
                    </a:lnTo>
                    <a:lnTo>
                      <a:pt x="49530" y="91726"/>
                    </a:lnTo>
                    <a:close/>
                    <a:moveTo>
                      <a:pt x="29242" y="40672"/>
                    </a:moveTo>
                    <a:cubicBezTo>
                      <a:pt x="45149" y="40672"/>
                      <a:pt x="56864" y="34671"/>
                      <a:pt x="56864" y="21717"/>
                    </a:cubicBezTo>
                    <a:cubicBezTo>
                      <a:pt x="56864" y="11716"/>
                      <a:pt x="50197" y="7906"/>
                      <a:pt x="40291" y="7906"/>
                    </a:cubicBezTo>
                    <a:lnTo>
                      <a:pt x="27051" y="7906"/>
                    </a:lnTo>
                    <a:lnTo>
                      <a:pt x="20098" y="40576"/>
                    </a:lnTo>
                    <a:lnTo>
                      <a:pt x="29242" y="4057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1" name="Freihandform: Form 40">
                <a:extLst>
                  <a:ext uri="{FF2B5EF4-FFF2-40B4-BE49-F238E27FC236}">
                    <a16:creationId xmlns:a16="http://schemas.microsoft.com/office/drawing/2014/main" id="{83234568-EE1B-DC07-93E4-C40842314557}"/>
                  </a:ext>
                </a:extLst>
              </p:cNvPr>
              <p:cNvSpPr/>
              <p:nvPr/>
            </p:nvSpPr>
            <p:spPr>
              <a:xfrm>
                <a:off x="9939068" y="2956036"/>
                <a:ext cx="83438" cy="94868"/>
              </a:xfrm>
              <a:custGeom>
                <a:avLst/>
                <a:gdLst>
                  <a:gd name="connsiteX0" fmla="*/ 0 w 83438"/>
                  <a:gd name="connsiteY0" fmla="*/ 57436 h 94868"/>
                  <a:gd name="connsiteX1" fmla="*/ 48768 w 83438"/>
                  <a:gd name="connsiteY1" fmla="*/ 0 h 94868"/>
                  <a:gd name="connsiteX2" fmla="*/ 83439 w 83438"/>
                  <a:gd name="connsiteY2" fmla="*/ 37433 h 94868"/>
                  <a:gd name="connsiteX3" fmla="*/ 34671 w 83438"/>
                  <a:gd name="connsiteY3" fmla="*/ 94869 h 94868"/>
                  <a:gd name="connsiteX4" fmla="*/ 0 w 83438"/>
                  <a:gd name="connsiteY4" fmla="*/ 57436 h 94868"/>
                  <a:gd name="connsiteX5" fmla="*/ 74390 w 83438"/>
                  <a:gd name="connsiteY5" fmla="*/ 38481 h 94868"/>
                  <a:gd name="connsiteX6" fmla="*/ 48387 w 83438"/>
                  <a:gd name="connsiteY6" fmla="*/ 7906 h 94868"/>
                  <a:gd name="connsiteX7" fmla="*/ 9144 w 83438"/>
                  <a:gd name="connsiteY7" fmla="*/ 56674 h 94868"/>
                  <a:gd name="connsiteX8" fmla="*/ 35433 w 83438"/>
                  <a:gd name="connsiteY8" fmla="*/ 87058 h 94868"/>
                  <a:gd name="connsiteX9" fmla="*/ 74486 w 83438"/>
                  <a:gd name="connsiteY9" fmla="*/ 38576 h 94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3438" h="94868">
                    <a:moveTo>
                      <a:pt x="0" y="57436"/>
                    </a:moveTo>
                    <a:cubicBezTo>
                      <a:pt x="0" y="28099"/>
                      <a:pt x="18574" y="0"/>
                      <a:pt x="48768" y="0"/>
                    </a:cubicBezTo>
                    <a:cubicBezTo>
                      <a:pt x="70961" y="0"/>
                      <a:pt x="83439" y="14573"/>
                      <a:pt x="83439" y="37433"/>
                    </a:cubicBezTo>
                    <a:cubicBezTo>
                      <a:pt x="83439" y="66866"/>
                      <a:pt x="64865" y="94869"/>
                      <a:pt x="34671" y="94869"/>
                    </a:cubicBezTo>
                    <a:cubicBezTo>
                      <a:pt x="12383" y="94869"/>
                      <a:pt x="0" y="80010"/>
                      <a:pt x="0" y="57436"/>
                    </a:cubicBezTo>
                    <a:close/>
                    <a:moveTo>
                      <a:pt x="74390" y="38481"/>
                    </a:moveTo>
                    <a:cubicBezTo>
                      <a:pt x="74390" y="19717"/>
                      <a:pt x="64961" y="7906"/>
                      <a:pt x="48387" y="7906"/>
                    </a:cubicBezTo>
                    <a:cubicBezTo>
                      <a:pt x="24384" y="7906"/>
                      <a:pt x="9144" y="33623"/>
                      <a:pt x="9144" y="56674"/>
                    </a:cubicBezTo>
                    <a:cubicBezTo>
                      <a:pt x="9144" y="72485"/>
                      <a:pt x="16383" y="87058"/>
                      <a:pt x="35433" y="87058"/>
                    </a:cubicBezTo>
                    <a:cubicBezTo>
                      <a:pt x="59246" y="87058"/>
                      <a:pt x="74486" y="61055"/>
                      <a:pt x="74486" y="38576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2" name="Freihandform: Form 41">
                <a:extLst>
                  <a:ext uri="{FF2B5EF4-FFF2-40B4-BE49-F238E27FC236}">
                    <a16:creationId xmlns:a16="http://schemas.microsoft.com/office/drawing/2014/main" id="{B2290537-8F80-219C-7CEF-E2BDF588132D}"/>
                  </a:ext>
                </a:extLst>
              </p:cNvPr>
              <p:cNvSpPr/>
              <p:nvPr/>
            </p:nvSpPr>
            <p:spPr>
              <a:xfrm>
                <a:off x="10040890" y="2957560"/>
                <a:ext cx="86772" cy="91725"/>
              </a:xfrm>
              <a:custGeom>
                <a:avLst/>
                <a:gdLst>
                  <a:gd name="connsiteX0" fmla="*/ 56579 w 86772"/>
                  <a:gd name="connsiteY0" fmla="*/ 91726 h 91725"/>
                  <a:gd name="connsiteX1" fmla="*/ 26003 w 86772"/>
                  <a:gd name="connsiteY1" fmla="*/ 11049 h 91725"/>
                  <a:gd name="connsiteX2" fmla="*/ 25717 w 86772"/>
                  <a:gd name="connsiteY2" fmla="*/ 11049 h 91725"/>
                  <a:gd name="connsiteX3" fmla="*/ 8382 w 86772"/>
                  <a:gd name="connsiteY3" fmla="*/ 91726 h 91725"/>
                  <a:gd name="connsiteX4" fmla="*/ 0 w 86772"/>
                  <a:gd name="connsiteY4" fmla="*/ 91726 h 91725"/>
                  <a:gd name="connsiteX5" fmla="*/ 19812 w 86772"/>
                  <a:gd name="connsiteY5" fmla="*/ 0 h 91725"/>
                  <a:gd name="connsiteX6" fmla="*/ 30575 w 86772"/>
                  <a:gd name="connsiteY6" fmla="*/ 0 h 91725"/>
                  <a:gd name="connsiteX7" fmla="*/ 61150 w 86772"/>
                  <a:gd name="connsiteY7" fmla="*/ 80677 h 91725"/>
                  <a:gd name="connsiteX8" fmla="*/ 61436 w 86772"/>
                  <a:gd name="connsiteY8" fmla="*/ 80677 h 91725"/>
                  <a:gd name="connsiteX9" fmla="*/ 78486 w 86772"/>
                  <a:gd name="connsiteY9" fmla="*/ 0 h 91725"/>
                  <a:gd name="connsiteX10" fmla="*/ 86773 w 86772"/>
                  <a:gd name="connsiteY10" fmla="*/ 0 h 91725"/>
                  <a:gd name="connsiteX11" fmla="*/ 67342 w 86772"/>
                  <a:gd name="connsiteY11" fmla="*/ 91726 h 91725"/>
                  <a:gd name="connsiteX12" fmla="*/ 56579 w 86772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6772" h="91725">
                    <a:moveTo>
                      <a:pt x="56579" y="91726"/>
                    </a:moveTo>
                    <a:lnTo>
                      <a:pt x="26003" y="11049"/>
                    </a:lnTo>
                    <a:lnTo>
                      <a:pt x="25717" y="11049"/>
                    </a:lnTo>
                    <a:lnTo>
                      <a:pt x="8382" y="91726"/>
                    </a:lnTo>
                    <a:lnTo>
                      <a:pt x="0" y="91726"/>
                    </a:lnTo>
                    <a:lnTo>
                      <a:pt x="19812" y="0"/>
                    </a:lnTo>
                    <a:lnTo>
                      <a:pt x="30575" y="0"/>
                    </a:lnTo>
                    <a:lnTo>
                      <a:pt x="61150" y="80677"/>
                    </a:lnTo>
                    <a:lnTo>
                      <a:pt x="61436" y="80677"/>
                    </a:lnTo>
                    <a:lnTo>
                      <a:pt x="78486" y="0"/>
                    </a:lnTo>
                    <a:lnTo>
                      <a:pt x="86773" y="0"/>
                    </a:lnTo>
                    <a:lnTo>
                      <a:pt x="67342" y="91726"/>
                    </a:lnTo>
                    <a:lnTo>
                      <a:pt x="56579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3" name="Freihandform: Form 42">
                <a:extLst>
                  <a:ext uri="{FF2B5EF4-FFF2-40B4-BE49-F238E27FC236}">
                    <a16:creationId xmlns:a16="http://schemas.microsoft.com/office/drawing/2014/main" id="{16ACE42B-41C0-2201-2835-57602E66BDD9}"/>
                  </a:ext>
                </a:extLst>
              </p:cNvPr>
              <p:cNvSpPr/>
              <p:nvPr/>
            </p:nvSpPr>
            <p:spPr>
              <a:xfrm>
                <a:off x="10141379" y="2957560"/>
                <a:ext cx="28479" cy="91725"/>
              </a:xfrm>
              <a:custGeom>
                <a:avLst/>
                <a:gdLst>
                  <a:gd name="connsiteX0" fmla="*/ 0 w 28479"/>
                  <a:gd name="connsiteY0" fmla="*/ 91726 h 91725"/>
                  <a:gd name="connsiteX1" fmla="*/ 19431 w 28479"/>
                  <a:gd name="connsiteY1" fmla="*/ 0 h 91725"/>
                  <a:gd name="connsiteX2" fmla="*/ 28480 w 28479"/>
                  <a:gd name="connsiteY2" fmla="*/ 0 h 91725"/>
                  <a:gd name="connsiteX3" fmla="*/ 9049 w 28479"/>
                  <a:gd name="connsiteY3" fmla="*/ 91726 h 91725"/>
                  <a:gd name="connsiteX4" fmla="*/ 0 w 28479"/>
                  <a:gd name="connsiteY4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479" h="91725">
                    <a:moveTo>
                      <a:pt x="0" y="91726"/>
                    </a:moveTo>
                    <a:lnTo>
                      <a:pt x="19431" y="0"/>
                    </a:lnTo>
                    <a:lnTo>
                      <a:pt x="28480" y="0"/>
                    </a:lnTo>
                    <a:lnTo>
                      <a:pt x="9049" y="91726"/>
                    </a:lnTo>
                    <a:lnTo>
                      <a:pt x="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4" name="Freihandform: Form 43">
                <a:extLst>
                  <a:ext uri="{FF2B5EF4-FFF2-40B4-BE49-F238E27FC236}">
                    <a16:creationId xmlns:a16="http://schemas.microsoft.com/office/drawing/2014/main" id="{96AF983F-11C2-E94C-7BE0-9A3D4BBEFFE8}"/>
                  </a:ext>
                </a:extLst>
              </p:cNvPr>
              <p:cNvSpPr/>
              <p:nvPr/>
            </p:nvSpPr>
            <p:spPr>
              <a:xfrm>
                <a:off x="10187766" y="2955941"/>
                <a:ext cx="79248" cy="94869"/>
              </a:xfrm>
              <a:custGeom>
                <a:avLst/>
                <a:gdLst>
                  <a:gd name="connsiteX0" fmla="*/ 60960 w 79248"/>
                  <a:gd name="connsiteY0" fmla="*/ 92012 h 94869"/>
                  <a:gd name="connsiteX1" fmla="*/ 43053 w 79248"/>
                  <a:gd name="connsiteY1" fmla="*/ 94869 h 94869"/>
                  <a:gd name="connsiteX2" fmla="*/ 0 w 79248"/>
                  <a:gd name="connsiteY2" fmla="*/ 54674 h 94869"/>
                  <a:gd name="connsiteX3" fmla="*/ 54674 w 79248"/>
                  <a:gd name="connsiteY3" fmla="*/ 0 h 94869"/>
                  <a:gd name="connsiteX4" fmla="*/ 79248 w 79248"/>
                  <a:gd name="connsiteY4" fmla="*/ 4763 h 94869"/>
                  <a:gd name="connsiteX5" fmla="*/ 76105 w 79248"/>
                  <a:gd name="connsiteY5" fmla="*/ 12382 h 94869"/>
                  <a:gd name="connsiteX6" fmla="*/ 54007 w 79248"/>
                  <a:gd name="connsiteY6" fmla="*/ 7906 h 94869"/>
                  <a:gd name="connsiteX7" fmla="*/ 9049 w 79248"/>
                  <a:gd name="connsiteY7" fmla="*/ 54769 h 94869"/>
                  <a:gd name="connsiteX8" fmla="*/ 42577 w 79248"/>
                  <a:gd name="connsiteY8" fmla="*/ 86963 h 94869"/>
                  <a:gd name="connsiteX9" fmla="*/ 62008 w 79248"/>
                  <a:gd name="connsiteY9" fmla="*/ 83915 h 94869"/>
                  <a:gd name="connsiteX10" fmla="*/ 60960 w 79248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8" h="94869">
                    <a:moveTo>
                      <a:pt x="60960" y="92012"/>
                    </a:moveTo>
                    <a:cubicBezTo>
                      <a:pt x="54292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8" y="0"/>
                      <a:pt x="54674" y="0"/>
                    </a:cubicBezTo>
                    <a:cubicBezTo>
                      <a:pt x="66199" y="0"/>
                      <a:pt x="72962" y="1810"/>
                      <a:pt x="79248" y="4763"/>
                    </a:cubicBezTo>
                    <a:lnTo>
                      <a:pt x="76105" y="12382"/>
                    </a:lnTo>
                    <a:cubicBezTo>
                      <a:pt x="69533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5" name="Freihandform: Form 44">
                <a:extLst>
                  <a:ext uri="{FF2B5EF4-FFF2-40B4-BE49-F238E27FC236}">
                    <a16:creationId xmlns:a16="http://schemas.microsoft.com/office/drawing/2014/main" id="{0E695EB9-747D-79D6-28DF-A724B738E647}"/>
                  </a:ext>
                </a:extLst>
              </p:cNvPr>
              <p:cNvSpPr/>
              <p:nvPr/>
            </p:nvSpPr>
            <p:spPr>
              <a:xfrm>
                <a:off x="10272062" y="2955941"/>
                <a:ext cx="66293" cy="94869"/>
              </a:xfrm>
              <a:custGeom>
                <a:avLst/>
                <a:gdLst>
                  <a:gd name="connsiteX0" fmla="*/ 2572 w 66293"/>
                  <a:gd name="connsiteY0" fmla="*/ 81248 h 94869"/>
                  <a:gd name="connsiteX1" fmla="*/ 22193 w 66293"/>
                  <a:gd name="connsiteY1" fmla="*/ 87058 h 94869"/>
                  <a:gd name="connsiteX2" fmla="*/ 47720 w 66293"/>
                  <a:gd name="connsiteY2" fmla="*/ 67437 h 94869"/>
                  <a:gd name="connsiteX3" fmla="*/ 34099 w 66293"/>
                  <a:gd name="connsiteY3" fmla="*/ 49435 h 94869"/>
                  <a:gd name="connsiteX4" fmla="*/ 14002 w 66293"/>
                  <a:gd name="connsiteY4" fmla="*/ 25527 h 94869"/>
                  <a:gd name="connsiteX5" fmla="*/ 45053 w 66293"/>
                  <a:gd name="connsiteY5" fmla="*/ 0 h 94869"/>
                  <a:gd name="connsiteX6" fmla="*/ 66294 w 66293"/>
                  <a:gd name="connsiteY6" fmla="*/ 4096 h 94869"/>
                  <a:gd name="connsiteX7" fmla="*/ 63532 w 66293"/>
                  <a:gd name="connsiteY7" fmla="*/ 12382 h 94869"/>
                  <a:gd name="connsiteX8" fmla="*/ 44863 w 66293"/>
                  <a:gd name="connsiteY8" fmla="*/ 7906 h 94869"/>
                  <a:gd name="connsiteX9" fmla="*/ 23050 w 66293"/>
                  <a:gd name="connsiteY9" fmla="*/ 24860 h 94869"/>
                  <a:gd name="connsiteX10" fmla="*/ 36481 w 66293"/>
                  <a:gd name="connsiteY10" fmla="*/ 40481 h 94869"/>
                  <a:gd name="connsiteX11" fmla="*/ 56864 w 66293"/>
                  <a:gd name="connsiteY11" fmla="*/ 66199 h 94869"/>
                  <a:gd name="connsiteX12" fmla="*/ 22955 w 66293"/>
                  <a:gd name="connsiteY12" fmla="*/ 94869 h 94869"/>
                  <a:gd name="connsiteX13" fmla="*/ 0 w 66293"/>
                  <a:gd name="connsiteY13" fmla="*/ 89916 h 94869"/>
                  <a:gd name="connsiteX14" fmla="*/ 2762 w 66293"/>
                  <a:gd name="connsiteY14" fmla="*/ 81248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6293" h="94869">
                    <a:moveTo>
                      <a:pt x="2572" y="81248"/>
                    </a:moveTo>
                    <a:cubicBezTo>
                      <a:pt x="8096" y="84963"/>
                      <a:pt x="15430" y="87058"/>
                      <a:pt x="22193" y="87058"/>
                    </a:cubicBezTo>
                    <a:cubicBezTo>
                      <a:pt x="34576" y="87058"/>
                      <a:pt x="47720" y="81629"/>
                      <a:pt x="47720" y="67437"/>
                    </a:cubicBezTo>
                    <a:cubicBezTo>
                      <a:pt x="47720" y="59912"/>
                      <a:pt x="42767" y="54959"/>
                      <a:pt x="34099" y="49435"/>
                    </a:cubicBezTo>
                    <a:cubicBezTo>
                      <a:pt x="23241" y="42482"/>
                      <a:pt x="14002" y="36957"/>
                      <a:pt x="14002" y="25527"/>
                    </a:cubicBezTo>
                    <a:cubicBezTo>
                      <a:pt x="14002" y="8477"/>
                      <a:pt x="28099" y="0"/>
                      <a:pt x="45053" y="0"/>
                    </a:cubicBezTo>
                    <a:cubicBezTo>
                      <a:pt x="52768" y="0"/>
                      <a:pt x="59912" y="1333"/>
                      <a:pt x="66294" y="4096"/>
                    </a:cubicBezTo>
                    <a:lnTo>
                      <a:pt x="63532" y="12382"/>
                    </a:lnTo>
                    <a:cubicBezTo>
                      <a:pt x="57626" y="9334"/>
                      <a:pt x="51340" y="7906"/>
                      <a:pt x="44863" y="7906"/>
                    </a:cubicBezTo>
                    <a:cubicBezTo>
                      <a:pt x="34861" y="7906"/>
                      <a:pt x="23050" y="12764"/>
                      <a:pt x="23050" y="24860"/>
                    </a:cubicBezTo>
                    <a:cubicBezTo>
                      <a:pt x="23050" y="31051"/>
                      <a:pt x="27527" y="34957"/>
                      <a:pt x="36481" y="40481"/>
                    </a:cubicBezTo>
                    <a:cubicBezTo>
                      <a:pt x="48673" y="48006"/>
                      <a:pt x="56864" y="54293"/>
                      <a:pt x="56864" y="66199"/>
                    </a:cubicBezTo>
                    <a:cubicBezTo>
                      <a:pt x="56864" y="84868"/>
                      <a:pt x="39814" y="94869"/>
                      <a:pt x="22955" y="94869"/>
                    </a:cubicBezTo>
                    <a:cubicBezTo>
                      <a:pt x="14573" y="94869"/>
                      <a:pt x="6382" y="93440"/>
                      <a:pt x="0" y="89916"/>
                    </a:cubicBezTo>
                    <a:lnTo>
                      <a:pt x="2762" y="8124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  <p:sp>
          <p:nvSpPr>
            <p:cNvPr id="27" name="Freihandform: Form 26">
              <a:extLst>
                <a:ext uri="{FF2B5EF4-FFF2-40B4-BE49-F238E27FC236}">
                  <a16:creationId xmlns:a16="http://schemas.microsoft.com/office/drawing/2014/main" id="{BA96A797-6AA4-5DA6-0FD9-558713238461}"/>
                </a:ext>
              </a:extLst>
            </p:cNvPr>
            <p:cNvSpPr/>
            <p:nvPr/>
          </p:nvSpPr>
          <p:spPr>
            <a:xfrm>
              <a:off x="9491583" y="2527792"/>
              <a:ext cx="408717" cy="379666"/>
            </a:xfrm>
            <a:custGeom>
              <a:avLst/>
              <a:gdLst>
                <a:gd name="connsiteX0" fmla="*/ 80486 w 408717"/>
                <a:gd name="connsiteY0" fmla="*/ 0 h 379666"/>
                <a:gd name="connsiteX1" fmla="*/ 80486 w 408717"/>
                <a:gd name="connsiteY1" fmla="*/ 0 h 379666"/>
                <a:gd name="connsiteX2" fmla="*/ 408718 w 408717"/>
                <a:gd name="connsiteY2" fmla="*/ 0 h 379666"/>
                <a:gd name="connsiteX3" fmla="*/ 389477 w 408717"/>
                <a:gd name="connsiteY3" fmla="*/ 91345 h 379666"/>
                <a:gd name="connsiteX4" fmla="*/ 203168 w 408717"/>
                <a:gd name="connsiteY4" fmla="*/ 91345 h 379666"/>
                <a:gd name="connsiteX5" fmla="*/ 191643 w 408717"/>
                <a:gd name="connsiteY5" fmla="*/ 145161 h 379666"/>
                <a:gd name="connsiteX6" fmla="*/ 369760 w 408717"/>
                <a:gd name="connsiteY6" fmla="*/ 145161 h 379666"/>
                <a:gd name="connsiteX7" fmla="*/ 350520 w 408717"/>
                <a:gd name="connsiteY7" fmla="*/ 236506 h 379666"/>
                <a:gd name="connsiteX8" fmla="*/ 172402 w 408717"/>
                <a:gd name="connsiteY8" fmla="*/ 236506 h 379666"/>
                <a:gd name="connsiteX9" fmla="*/ 161353 w 408717"/>
                <a:gd name="connsiteY9" fmla="*/ 287941 h 379666"/>
                <a:gd name="connsiteX10" fmla="*/ 351282 w 408717"/>
                <a:gd name="connsiteY10" fmla="*/ 287941 h 379666"/>
                <a:gd name="connsiteX11" fmla="*/ 331946 w 408717"/>
                <a:gd name="connsiteY11" fmla="*/ 379667 h 379666"/>
                <a:gd name="connsiteX12" fmla="*/ 0 w 408717"/>
                <a:gd name="connsiteY12" fmla="*/ 379667 h 379666"/>
                <a:gd name="connsiteX13" fmla="*/ 80486 w 408717"/>
                <a:gd name="connsiteY13" fmla="*/ 0 h 379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8717" h="379666">
                  <a:moveTo>
                    <a:pt x="80486" y="0"/>
                  </a:moveTo>
                  <a:lnTo>
                    <a:pt x="80486" y="0"/>
                  </a:lnTo>
                  <a:lnTo>
                    <a:pt x="408718" y="0"/>
                  </a:lnTo>
                  <a:lnTo>
                    <a:pt x="389477" y="91345"/>
                  </a:lnTo>
                  <a:lnTo>
                    <a:pt x="203168" y="91345"/>
                  </a:lnTo>
                  <a:lnTo>
                    <a:pt x="191643" y="145161"/>
                  </a:lnTo>
                  <a:lnTo>
                    <a:pt x="369760" y="145161"/>
                  </a:lnTo>
                  <a:lnTo>
                    <a:pt x="350520" y="236506"/>
                  </a:lnTo>
                  <a:lnTo>
                    <a:pt x="172402" y="236506"/>
                  </a:lnTo>
                  <a:lnTo>
                    <a:pt x="161353" y="287941"/>
                  </a:lnTo>
                  <a:lnTo>
                    <a:pt x="351282" y="287941"/>
                  </a:lnTo>
                  <a:lnTo>
                    <a:pt x="331946" y="379667"/>
                  </a:lnTo>
                  <a:lnTo>
                    <a:pt x="0" y="379667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" name="Freihandform: Form 27">
              <a:extLst>
                <a:ext uri="{FF2B5EF4-FFF2-40B4-BE49-F238E27FC236}">
                  <a16:creationId xmlns:a16="http://schemas.microsoft.com/office/drawing/2014/main" id="{7F2960C5-ABDF-5FC2-71F7-8EBB1AB47228}"/>
                </a:ext>
              </a:extLst>
            </p:cNvPr>
            <p:cNvSpPr/>
            <p:nvPr/>
          </p:nvSpPr>
          <p:spPr>
            <a:xfrm>
              <a:off x="9892110" y="2527792"/>
              <a:ext cx="446790" cy="379571"/>
            </a:xfrm>
            <a:custGeom>
              <a:avLst/>
              <a:gdLst>
                <a:gd name="connsiteX0" fmla="*/ 80486 w 446790"/>
                <a:gd name="connsiteY0" fmla="*/ 0 h 379571"/>
                <a:gd name="connsiteX1" fmla="*/ 293846 w 446790"/>
                <a:gd name="connsiteY1" fmla="*/ 0 h 379571"/>
                <a:gd name="connsiteX2" fmla="*/ 438721 w 446790"/>
                <a:gd name="connsiteY2" fmla="*/ 190786 h 379571"/>
                <a:gd name="connsiteX3" fmla="*/ 207264 w 446790"/>
                <a:gd name="connsiteY3" fmla="*/ 379571 h 379571"/>
                <a:gd name="connsiteX4" fmla="*/ 0 w 446790"/>
                <a:gd name="connsiteY4" fmla="*/ 379571 h 379571"/>
                <a:gd name="connsiteX5" fmla="*/ 80486 w 446790"/>
                <a:gd name="connsiteY5" fmla="*/ 0 h 379571"/>
                <a:gd name="connsiteX6" fmla="*/ 165830 w 446790"/>
                <a:gd name="connsiteY6" fmla="*/ 284988 h 379571"/>
                <a:gd name="connsiteX7" fmla="*/ 201930 w 446790"/>
                <a:gd name="connsiteY7" fmla="*/ 284988 h 379571"/>
                <a:gd name="connsiteX8" fmla="*/ 287274 w 446790"/>
                <a:gd name="connsiteY8" fmla="*/ 186690 h 379571"/>
                <a:gd name="connsiteX9" fmla="*/ 243364 w 446790"/>
                <a:gd name="connsiteY9" fmla="*/ 88011 h 379571"/>
                <a:gd name="connsiteX10" fmla="*/ 207264 w 446790"/>
                <a:gd name="connsiteY10" fmla="*/ 88011 h 379571"/>
                <a:gd name="connsiteX11" fmla="*/ 165830 w 446790"/>
                <a:gd name="connsiteY11" fmla="*/ 284988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6790" h="379571">
                  <a:moveTo>
                    <a:pt x="80486" y="0"/>
                  </a:moveTo>
                  <a:lnTo>
                    <a:pt x="293846" y="0"/>
                  </a:lnTo>
                  <a:cubicBezTo>
                    <a:pt x="402622" y="0"/>
                    <a:pt x="471106" y="36576"/>
                    <a:pt x="438721" y="190786"/>
                  </a:cubicBezTo>
                  <a:cubicBezTo>
                    <a:pt x="407956" y="334328"/>
                    <a:pt x="316039" y="379571"/>
                    <a:pt x="207264" y="379571"/>
                  </a:cubicBezTo>
                  <a:lnTo>
                    <a:pt x="0" y="379571"/>
                  </a:lnTo>
                  <a:lnTo>
                    <a:pt x="80486" y="0"/>
                  </a:lnTo>
                  <a:close/>
                  <a:moveTo>
                    <a:pt x="165830" y="284988"/>
                  </a:moveTo>
                  <a:lnTo>
                    <a:pt x="201930" y="284988"/>
                  </a:lnTo>
                  <a:cubicBezTo>
                    <a:pt x="254889" y="284988"/>
                    <a:pt x="274130" y="250031"/>
                    <a:pt x="287274" y="186690"/>
                  </a:cubicBezTo>
                  <a:cubicBezTo>
                    <a:pt x="301276" y="121730"/>
                    <a:pt x="295465" y="88011"/>
                    <a:pt x="243364" y="88011"/>
                  </a:cubicBezTo>
                  <a:lnTo>
                    <a:pt x="207264" y="88011"/>
                  </a:lnTo>
                  <a:lnTo>
                    <a:pt x="165830" y="2849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9" name="Freihandform: Form 28">
              <a:extLst>
                <a:ext uri="{FF2B5EF4-FFF2-40B4-BE49-F238E27FC236}">
                  <a16:creationId xmlns:a16="http://schemas.microsoft.com/office/drawing/2014/main" id="{F56F62DB-D97B-2547-80CE-7A22FA5F2FFF}"/>
                </a:ext>
              </a:extLst>
            </p:cNvPr>
            <p:cNvSpPr/>
            <p:nvPr/>
          </p:nvSpPr>
          <p:spPr>
            <a:xfrm>
              <a:off x="10291778" y="2527792"/>
              <a:ext cx="468344" cy="379571"/>
            </a:xfrm>
            <a:custGeom>
              <a:avLst/>
              <a:gdLst>
                <a:gd name="connsiteX0" fmla="*/ 213455 w 468344"/>
                <a:gd name="connsiteY0" fmla="*/ 0 h 379571"/>
                <a:gd name="connsiteX1" fmla="*/ 413766 w 468344"/>
                <a:gd name="connsiteY1" fmla="*/ 0 h 379571"/>
                <a:gd name="connsiteX2" fmla="*/ 468344 w 468344"/>
                <a:gd name="connsiteY2" fmla="*/ 379571 h 379571"/>
                <a:gd name="connsiteX3" fmla="*/ 315659 w 468344"/>
                <a:gd name="connsiteY3" fmla="*/ 379571 h 379571"/>
                <a:gd name="connsiteX4" fmla="*/ 308229 w 468344"/>
                <a:gd name="connsiteY4" fmla="*/ 297275 h 379571"/>
                <a:gd name="connsiteX5" fmla="*/ 185547 w 468344"/>
                <a:gd name="connsiteY5" fmla="*/ 297275 h 379571"/>
                <a:gd name="connsiteX6" fmla="*/ 144875 w 468344"/>
                <a:gd name="connsiteY6" fmla="*/ 379571 h 379571"/>
                <a:gd name="connsiteX7" fmla="*/ 0 w 468344"/>
                <a:gd name="connsiteY7" fmla="*/ 379571 h 379571"/>
                <a:gd name="connsiteX8" fmla="*/ 213360 w 468344"/>
                <a:gd name="connsiteY8" fmla="*/ 0 h 379571"/>
                <a:gd name="connsiteX9" fmla="*/ 224885 w 468344"/>
                <a:gd name="connsiteY9" fmla="*/ 206026 h 379571"/>
                <a:gd name="connsiteX10" fmla="*/ 308991 w 468344"/>
                <a:gd name="connsiteY10" fmla="*/ 206026 h 379571"/>
                <a:gd name="connsiteX11" fmla="*/ 294227 w 468344"/>
                <a:gd name="connsiteY11" fmla="*/ 81439 h 379571"/>
                <a:gd name="connsiteX12" fmla="*/ 292989 w 468344"/>
                <a:gd name="connsiteY12" fmla="*/ 81439 h 379571"/>
                <a:gd name="connsiteX13" fmla="*/ 224885 w 468344"/>
                <a:gd name="connsiteY13" fmla="*/ 206026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68344" h="379571">
                  <a:moveTo>
                    <a:pt x="213455" y="0"/>
                  </a:moveTo>
                  <a:lnTo>
                    <a:pt x="413766" y="0"/>
                  </a:lnTo>
                  <a:lnTo>
                    <a:pt x="468344" y="379571"/>
                  </a:lnTo>
                  <a:lnTo>
                    <a:pt x="315659" y="379571"/>
                  </a:lnTo>
                  <a:lnTo>
                    <a:pt x="308229" y="297275"/>
                  </a:lnTo>
                  <a:lnTo>
                    <a:pt x="185547" y="297275"/>
                  </a:lnTo>
                  <a:lnTo>
                    <a:pt x="144875" y="379571"/>
                  </a:lnTo>
                  <a:lnTo>
                    <a:pt x="0" y="379571"/>
                  </a:lnTo>
                  <a:lnTo>
                    <a:pt x="213360" y="0"/>
                  </a:lnTo>
                  <a:close/>
                  <a:moveTo>
                    <a:pt x="224885" y="206026"/>
                  </a:moveTo>
                  <a:lnTo>
                    <a:pt x="308991" y="206026"/>
                  </a:lnTo>
                  <a:lnTo>
                    <a:pt x="294227" y="81439"/>
                  </a:lnTo>
                  <a:lnTo>
                    <a:pt x="292989" y="81439"/>
                  </a:lnTo>
                  <a:lnTo>
                    <a:pt x="224885" y="2060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0" name="Freihandform: Form 29">
              <a:extLst>
                <a:ext uri="{FF2B5EF4-FFF2-40B4-BE49-F238E27FC236}">
                  <a16:creationId xmlns:a16="http://schemas.microsoft.com/office/drawing/2014/main" id="{00DC179D-381C-2012-70BB-7E98EEDB39B3}"/>
                </a:ext>
              </a:extLst>
            </p:cNvPr>
            <p:cNvSpPr/>
            <p:nvPr/>
          </p:nvSpPr>
          <p:spPr>
            <a:xfrm>
              <a:off x="10789761" y="2521220"/>
              <a:ext cx="411274" cy="392715"/>
            </a:xfrm>
            <a:custGeom>
              <a:avLst/>
              <a:gdLst>
                <a:gd name="connsiteX0" fmla="*/ 350695 w 411274"/>
                <a:gd name="connsiteY0" fmla="*/ 371761 h 392715"/>
                <a:gd name="connsiteX1" fmla="*/ 350695 w 411274"/>
                <a:gd name="connsiteY1" fmla="*/ 371761 h 392715"/>
                <a:gd name="connsiteX2" fmla="*/ 189341 w 411274"/>
                <a:gd name="connsiteY2" fmla="*/ 392716 h 392715"/>
                <a:gd name="connsiteX3" fmla="*/ 5509 w 411274"/>
                <a:gd name="connsiteY3" fmla="*/ 190786 h 392715"/>
                <a:gd name="connsiteX4" fmla="*/ 272590 w 411274"/>
                <a:gd name="connsiteY4" fmla="*/ 0 h 392715"/>
                <a:gd name="connsiteX5" fmla="*/ 411274 w 411274"/>
                <a:gd name="connsiteY5" fmla="*/ 14002 h 392715"/>
                <a:gd name="connsiteX6" fmla="*/ 389462 w 411274"/>
                <a:gd name="connsiteY6" fmla="*/ 116396 h 392715"/>
                <a:gd name="connsiteX7" fmla="*/ 294307 w 411274"/>
                <a:gd name="connsiteY7" fmla="*/ 94583 h 392715"/>
                <a:gd name="connsiteX8" fmla="*/ 151908 w 411274"/>
                <a:gd name="connsiteY8" fmla="*/ 199835 h 392715"/>
                <a:gd name="connsiteX9" fmla="*/ 210582 w 411274"/>
                <a:gd name="connsiteY9" fmla="*/ 297752 h 392715"/>
                <a:gd name="connsiteX10" fmla="*/ 242110 w 411274"/>
                <a:gd name="connsiteY10" fmla="*/ 294418 h 392715"/>
                <a:gd name="connsiteX11" fmla="*/ 263446 w 411274"/>
                <a:gd name="connsiteY11" fmla="*/ 193262 h 392715"/>
                <a:gd name="connsiteX12" fmla="*/ 388224 w 411274"/>
                <a:gd name="connsiteY12" fmla="*/ 193262 h 392715"/>
                <a:gd name="connsiteX13" fmla="*/ 350505 w 411274"/>
                <a:gd name="connsiteY13" fmla="*/ 371761 h 392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11274" h="392715">
                  <a:moveTo>
                    <a:pt x="350695" y="371761"/>
                  </a:moveTo>
                  <a:lnTo>
                    <a:pt x="350695" y="371761"/>
                  </a:lnTo>
                  <a:cubicBezTo>
                    <a:pt x="297736" y="386525"/>
                    <a:pt x="249349" y="392716"/>
                    <a:pt x="189341" y="392716"/>
                  </a:cubicBezTo>
                  <a:cubicBezTo>
                    <a:pt x="63326" y="392716"/>
                    <a:pt x="-23161" y="326041"/>
                    <a:pt x="5509" y="190786"/>
                  </a:cubicBezTo>
                  <a:cubicBezTo>
                    <a:pt x="32179" y="63246"/>
                    <a:pt x="151146" y="0"/>
                    <a:pt x="272590" y="0"/>
                  </a:cubicBezTo>
                  <a:cubicBezTo>
                    <a:pt x="343551" y="0"/>
                    <a:pt x="376889" y="5334"/>
                    <a:pt x="411274" y="14002"/>
                  </a:cubicBezTo>
                  <a:lnTo>
                    <a:pt x="389462" y="116396"/>
                  </a:lnTo>
                  <a:cubicBezTo>
                    <a:pt x="371364" y="104489"/>
                    <a:pt x="334883" y="94583"/>
                    <a:pt x="294307" y="94583"/>
                  </a:cubicBezTo>
                  <a:cubicBezTo>
                    <a:pt x="222107" y="94583"/>
                    <a:pt x="166672" y="130778"/>
                    <a:pt x="151908" y="199835"/>
                  </a:cubicBezTo>
                  <a:cubicBezTo>
                    <a:pt x="140764" y="252032"/>
                    <a:pt x="152289" y="297752"/>
                    <a:pt x="210582" y="297752"/>
                  </a:cubicBezTo>
                  <a:cubicBezTo>
                    <a:pt x="220774" y="297752"/>
                    <a:pt x="232776" y="297752"/>
                    <a:pt x="242110" y="294418"/>
                  </a:cubicBezTo>
                  <a:lnTo>
                    <a:pt x="263446" y="193262"/>
                  </a:lnTo>
                  <a:lnTo>
                    <a:pt x="388224" y="193262"/>
                  </a:lnTo>
                  <a:lnTo>
                    <a:pt x="350505" y="3717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1" name="Freihandform: Form 30">
              <a:extLst>
                <a:ext uri="{FF2B5EF4-FFF2-40B4-BE49-F238E27FC236}">
                  <a16:creationId xmlns:a16="http://schemas.microsoft.com/office/drawing/2014/main" id="{583932F7-C323-4D7D-17AA-B624096476B5}"/>
                </a:ext>
              </a:extLst>
            </p:cNvPr>
            <p:cNvSpPr/>
            <p:nvPr/>
          </p:nvSpPr>
          <p:spPr>
            <a:xfrm>
              <a:off x="8749300" y="2670477"/>
              <a:ext cx="500824" cy="91344"/>
            </a:xfrm>
            <a:custGeom>
              <a:avLst/>
              <a:gdLst>
                <a:gd name="connsiteX0" fmla="*/ 19336 w 500824"/>
                <a:gd name="connsiteY0" fmla="*/ 0 h 91344"/>
                <a:gd name="connsiteX1" fmla="*/ 500824 w 500824"/>
                <a:gd name="connsiteY1" fmla="*/ 0 h 91344"/>
                <a:gd name="connsiteX2" fmla="*/ 481489 w 500824"/>
                <a:gd name="connsiteY2" fmla="*/ 91345 h 91344"/>
                <a:gd name="connsiteX3" fmla="*/ 0 w 500824"/>
                <a:gd name="connsiteY3" fmla="*/ 91345 h 91344"/>
                <a:gd name="connsiteX4" fmla="*/ 19336 w 500824"/>
                <a:gd name="connsiteY4" fmla="*/ 0 h 91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824" h="91344">
                  <a:moveTo>
                    <a:pt x="19336" y="0"/>
                  </a:moveTo>
                  <a:lnTo>
                    <a:pt x="500824" y="0"/>
                  </a:lnTo>
                  <a:lnTo>
                    <a:pt x="481489" y="91345"/>
                  </a:lnTo>
                  <a:lnTo>
                    <a:pt x="0" y="91345"/>
                  </a:lnTo>
                  <a:lnTo>
                    <a:pt x="1933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2" name="Freihandform: Form 31">
              <a:extLst>
                <a:ext uri="{FF2B5EF4-FFF2-40B4-BE49-F238E27FC236}">
                  <a16:creationId xmlns:a16="http://schemas.microsoft.com/office/drawing/2014/main" id="{F86F24FC-6D99-C0E5-30FD-4D05B69EA911}"/>
                </a:ext>
              </a:extLst>
            </p:cNvPr>
            <p:cNvSpPr/>
            <p:nvPr/>
          </p:nvSpPr>
          <p:spPr>
            <a:xfrm>
              <a:off x="8810260" y="2383489"/>
              <a:ext cx="500729" cy="90773"/>
            </a:xfrm>
            <a:custGeom>
              <a:avLst/>
              <a:gdLst>
                <a:gd name="connsiteX0" fmla="*/ 19241 w 500729"/>
                <a:gd name="connsiteY0" fmla="*/ 0 h 90773"/>
                <a:gd name="connsiteX1" fmla="*/ 500729 w 500729"/>
                <a:gd name="connsiteY1" fmla="*/ 0 h 90773"/>
                <a:gd name="connsiteX2" fmla="*/ 481489 w 500729"/>
                <a:gd name="connsiteY2" fmla="*/ 90773 h 90773"/>
                <a:gd name="connsiteX3" fmla="*/ 0 w 500729"/>
                <a:gd name="connsiteY3" fmla="*/ 90773 h 90773"/>
                <a:gd name="connsiteX4" fmla="*/ 19241 w 500729"/>
                <a:gd name="connsiteY4" fmla="*/ 0 h 90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729" h="90773">
                  <a:moveTo>
                    <a:pt x="19241" y="0"/>
                  </a:moveTo>
                  <a:lnTo>
                    <a:pt x="500729" y="0"/>
                  </a:lnTo>
                  <a:lnTo>
                    <a:pt x="481489" y="90773"/>
                  </a:lnTo>
                  <a:lnTo>
                    <a:pt x="0" y="90773"/>
                  </a:lnTo>
                  <a:lnTo>
                    <a:pt x="1924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3" name="Freihandform: Form 32">
              <a:extLst>
                <a:ext uri="{FF2B5EF4-FFF2-40B4-BE49-F238E27FC236}">
                  <a16:creationId xmlns:a16="http://schemas.microsoft.com/office/drawing/2014/main" id="{6C4BF0E3-D860-B1FA-1589-34F27C89350F}"/>
                </a:ext>
              </a:extLst>
            </p:cNvPr>
            <p:cNvSpPr/>
            <p:nvPr/>
          </p:nvSpPr>
          <p:spPr>
            <a:xfrm>
              <a:off x="8688340" y="2957560"/>
              <a:ext cx="501015" cy="91725"/>
            </a:xfrm>
            <a:custGeom>
              <a:avLst/>
              <a:gdLst>
                <a:gd name="connsiteX0" fmla="*/ 19431 w 501015"/>
                <a:gd name="connsiteY0" fmla="*/ 0 h 91725"/>
                <a:gd name="connsiteX1" fmla="*/ 501015 w 501015"/>
                <a:gd name="connsiteY1" fmla="*/ 0 h 91725"/>
                <a:gd name="connsiteX2" fmla="*/ 481489 w 501015"/>
                <a:gd name="connsiteY2" fmla="*/ 91726 h 91725"/>
                <a:gd name="connsiteX3" fmla="*/ 0 w 501015"/>
                <a:gd name="connsiteY3" fmla="*/ 91726 h 91725"/>
                <a:gd name="connsiteX4" fmla="*/ 19431 w 501015"/>
                <a:gd name="connsiteY4" fmla="*/ 0 h 91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015" h="91725">
                  <a:moveTo>
                    <a:pt x="19431" y="0"/>
                  </a:moveTo>
                  <a:lnTo>
                    <a:pt x="501015" y="0"/>
                  </a:lnTo>
                  <a:lnTo>
                    <a:pt x="481489" y="91726"/>
                  </a:lnTo>
                  <a:lnTo>
                    <a:pt x="0" y="91726"/>
                  </a:lnTo>
                  <a:lnTo>
                    <a:pt x="1943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4" name="Freihandform: Form 33">
              <a:extLst>
                <a:ext uri="{FF2B5EF4-FFF2-40B4-BE49-F238E27FC236}">
                  <a16:creationId xmlns:a16="http://schemas.microsoft.com/office/drawing/2014/main" id="{22ABB7C0-094B-D3C6-22B3-51B67FA30F81}"/>
                </a:ext>
              </a:extLst>
            </p:cNvPr>
            <p:cNvSpPr/>
            <p:nvPr/>
          </p:nvSpPr>
          <p:spPr>
            <a:xfrm>
              <a:off x="8501174" y="2527792"/>
              <a:ext cx="930402" cy="379571"/>
            </a:xfrm>
            <a:custGeom>
              <a:avLst/>
              <a:gdLst>
                <a:gd name="connsiteX0" fmla="*/ 80486 w 930402"/>
                <a:gd name="connsiteY0" fmla="*/ 0 h 379571"/>
                <a:gd name="connsiteX1" fmla="*/ 61055 w 930402"/>
                <a:gd name="connsiteY1" fmla="*/ 91726 h 379571"/>
                <a:gd name="connsiteX2" fmla="*/ 818769 w 930402"/>
                <a:gd name="connsiteY2" fmla="*/ 91345 h 379571"/>
                <a:gd name="connsiteX3" fmla="*/ 776954 w 930402"/>
                <a:gd name="connsiteY3" fmla="*/ 288322 h 379571"/>
                <a:gd name="connsiteX4" fmla="*/ 19336 w 930402"/>
                <a:gd name="connsiteY4" fmla="*/ 288322 h 379571"/>
                <a:gd name="connsiteX5" fmla="*/ 0 w 930402"/>
                <a:gd name="connsiteY5" fmla="*/ 379571 h 379571"/>
                <a:gd name="connsiteX6" fmla="*/ 849916 w 930402"/>
                <a:gd name="connsiteY6" fmla="*/ 379571 h 379571"/>
                <a:gd name="connsiteX7" fmla="*/ 930402 w 930402"/>
                <a:gd name="connsiteY7" fmla="*/ 0 h 379571"/>
                <a:gd name="connsiteX8" fmla="*/ 80486 w 930402"/>
                <a:gd name="connsiteY8" fmla="*/ 0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30402" h="379571">
                  <a:moveTo>
                    <a:pt x="80486" y="0"/>
                  </a:moveTo>
                  <a:lnTo>
                    <a:pt x="61055" y="91726"/>
                  </a:lnTo>
                  <a:lnTo>
                    <a:pt x="818769" y="91345"/>
                  </a:lnTo>
                  <a:lnTo>
                    <a:pt x="776954" y="288322"/>
                  </a:lnTo>
                  <a:lnTo>
                    <a:pt x="19336" y="288322"/>
                  </a:lnTo>
                  <a:lnTo>
                    <a:pt x="0" y="379571"/>
                  </a:lnTo>
                  <a:lnTo>
                    <a:pt x="849916" y="379571"/>
                  </a:lnTo>
                  <a:lnTo>
                    <a:pt x="930402" y="0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7929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  <p:sldLayoutId id="2147483875" r:id="rId2"/>
    <p:sldLayoutId id="2147483757" r:id="rId3"/>
    <p:sldLayoutId id="2147483759" r:id="rId4"/>
    <p:sldLayoutId id="2147483879" r:id="rId5"/>
    <p:sldLayoutId id="2147483890" r:id="rId6"/>
    <p:sldLayoutId id="2147483877" r:id="rId7"/>
    <p:sldLayoutId id="2147484215" r:id="rId8"/>
    <p:sldLayoutId id="2147484217" r:id="rId9"/>
    <p:sldLayoutId id="2147484216" r:id="rId10"/>
    <p:sldLayoutId id="2147483889" r:id="rId11"/>
    <p:sldLayoutId id="2147484218" r:id="rId12"/>
    <p:sldLayoutId id="2147484155" r:id="rId13"/>
    <p:sldLayoutId id="2147484146" r:id="rId14"/>
    <p:sldLayoutId id="2147484178" r:id="rId15"/>
    <p:sldLayoutId id="2147484140" r:id="rId16"/>
    <p:sldLayoutId id="2147484603" r:id="rId17"/>
    <p:sldLayoutId id="2147484219" r:id="rId18"/>
    <p:sldLayoutId id="2147483893" r:id="rId19"/>
    <p:sldLayoutId id="2147483753" r:id="rId20"/>
    <p:sldLayoutId id="2147483755" r:id="rId21"/>
    <p:sldLayoutId id="2147483880" r:id="rId22"/>
    <p:sldLayoutId id="2147484209" r:id="rId23"/>
    <p:sldLayoutId id="2147484611" r:id="rId24"/>
    <p:sldLayoutId id="2147483781" r:id="rId25"/>
    <p:sldLayoutId id="2147483751" r:id="rId26"/>
    <p:sldLayoutId id="2147483892" r:id="rId27"/>
    <p:sldLayoutId id="2147484133" r:id="rId28"/>
    <p:sldLayoutId id="2147484613" r:id="rId29"/>
    <p:sldLayoutId id="2147483739" r:id="rId30"/>
    <p:sldLayoutId id="2147484607" r:id="rId31"/>
    <p:sldLayoutId id="2147483740" r:id="rId32"/>
    <p:sldLayoutId id="2147484612" r:id="rId33"/>
    <p:sldLayoutId id="2147483770" r:id="rId34"/>
    <p:sldLayoutId id="2147483773" r:id="rId35"/>
    <p:sldLayoutId id="2147483777" r:id="rId36"/>
    <p:sldLayoutId id="2147484179" r:id="rId37"/>
    <p:sldLayoutId id="2147483775" r:id="rId38"/>
    <p:sldLayoutId id="2147483779" r:id="rId39"/>
    <p:sldLayoutId id="2147484066" r:id="rId40"/>
    <p:sldLayoutId id="2147484121" r:id="rId41"/>
    <p:sldLayoutId id="2147484157" r:id="rId42"/>
    <p:sldLayoutId id="2147484200" r:id="rId43"/>
    <p:sldLayoutId id="2147483791" r:id="rId44"/>
    <p:sldLayoutId id="2147484172" r:id="rId45"/>
    <p:sldLayoutId id="2147484194" r:id="rId46"/>
    <p:sldLayoutId id="2147483783" r:id="rId47"/>
    <p:sldLayoutId id="2147483785" r:id="rId48"/>
    <p:sldLayoutId id="2147484117" r:id="rId49"/>
    <p:sldLayoutId id="2147483787" r:id="rId50"/>
    <p:sldLayoutId id="2147483799" r:id="rId51"/>
    <p:sldLayoutId id="2147484141" r:id="rId52"/>
    <p:sldLayoutId id="2147483801" r:id="rId53"/>
    <p:sldLayoutId id="2147484127" r:id="rId54"/>
    <p:sldLayoutId id="2147483761" r:id="rId55"/>
    <p:sldLayoutId id="2147483894" r:id="rId56"/>
    <p:sldLayoutId id="2147484190" r:id="rId57"/>
    <p:sldLayoutId id="2147483744" r:id="rId58"/>
    <p:sldLayoutId id="2147483746" r:id="rId59"/>
    <p:sldLayoutId id="2147483748" r:id="rId60"/>
    <p:sldLayoutId id="2147483762" r:id="rId61"/>
    <p:sldLayoutId id="2147483763" r:id="rId62"/>
    <p:sldLayoutId id="2147483764" r:id="rId63"/>
    <p:sldLayoutId id="2147483765" r:id="rId64"/>
    <p:sldLayoutId id="2147483767" r:id="rId65"/>
    <p:sldLayoutId id="2147483768" r:id="rId6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kern="1200" cap="all" baseline="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200" kern="1200" baseline="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200" kern="1200" baseline="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200" kern="1200" baseline="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200" kern="1200" baseline="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200" kern="1200" baseline="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5" userDrawn="1">
          <p15:clr>
            <a:srgbClr val="F26B43"/>
          </p15:clr>
        </p15:guide>
        <p15:guide id="2" pos="7265" userDrawn="1">
          <p15:clr>
            <a:srgbClr val="F26B43"/>
          </p15:clr>
        </p15:guide>
        <p15:guide id="3" orient="horz" pos="4178" userDrawn="1">
          <p15:clr>
            <a:srgbClr val="F26B43"/>
          </p15:clr>
        </p15:guide>
        <p15:guide id="5" orient="horz" pos="34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6">
            <a:extLst>
              <a:ext uri="{FF2B5EF4-FFF2-40B4-BE49-F238E27FC236}">
                <a16:creationId xmlns:a16="http://schemas.microsoft.com/office/drawing/2014/main" id="{2F234F73-1807-473A-24EA-92CF5F6B8B90}"/>
              </a:ext>
            </a:extLst>
          </p:cNvPr>
          <p:cNvGrpSpPr/>
          <p:nvPr userDrawn="1"/>
        </p:nvGrpSpPr>
        <p:grpSpPr>
          <a:xfrm>
            <a:off x="658813" y="6521024"/>
            <a:ext cx="586813" cy="142876"/>
            <a:chOff x="5548312" y="3295650"/>
            <a:chExt cx="1095375" cy="266700"/>
          </a:xfrm>
          <a:solidFill>
            <a:schemeClr val="bg2"/>
          </a:solidFill>
        </p:grpSpPr>
        <p:sp>
          <p:nvSpPr>
            <p:cNvPr id="7" name="Freeform 25">
              <a:extLst>
                <a:ext uri="{FF2B5EF4-FFF2-40B4-BE49-F238E27FC236}">
                  <a16:creationId xmlns:a16="http://schemas.microsoft.com/office/drawing/2014/main" id="{939CDA39-5CE6-33F9-5A25-EED45E92B48E}"/>
                </a:ext>
              </a:extLst>
            </p:cNvPr>
            <p:cNvSpPr/>
            <p:nvPr/>
          </p:nvSpPr>
          <p:spPr>
            <a:xfrm>
              <a:off x="5949981" y="3353657"/>
              <a:ext cx="161925" cy="152400"/>
            </a:xfrm>
            <a:custGeom>
              <a:avLst/>
              <a:gdLst>
                <a:gd name="connsiteX0" fmla="*/ 32671 w 161925"/>
                <a:gd name="connsiteY0" fmla="*/ 0 h 152400"/>
                <a:gd name="connsiteX1" fmla="*/ 32671 w 161925"/>
                <a:gd name="connsiteY1" fmla="*/ 0 h 152400"/>
                <a:gd name="connsiteX2" fmla="*/ 165735 w 161925"/>
                <a:gd name="connsiteY2" fmla="*/ 0 h 152400"/>
                <a:gd name="connsiteX3" fmla="*/ 157925 w 161925"/>
                <a:gd name="connsiteY3" fmla="*/ 37052 h 152400"/>
                <a:gd name="connsiteX4" fmla="*/ 82391 w 161925"/>
                <a:gd name="connsiteY4" fmla="*/ 37052 h 152400"/>
                <a:gd name="connsiteX5" fmla="*/ 77724 w 161925"/>
                <a:gd name="connsiteY5" fmla="*/ 58865 h 152400"/>
                <a:gd name="connsiteX6" fmla="*/ 150019 w 161925"/>
                <a:gd name="connsiteY6" fmla="*/ 58865 h 152400"/>
                <a:gd name="connsiteX7" fmla="*/ 142113 w 161925"/>
                <a:gd name="connsiteY7" fmla="*/ 95917 h 152400"/>
                <a:gd name="connsiteX8" fmla="*/ 69914 w 161925"/>
                <a:gd name="connsiteY8" fmla="*/ 95917 h 152400"/>
                <a:gd name="connsiteX9" fmla="*/ 65437 w 161925"/>
                <a:gd name="connsiteY9" fmla="*/ 116777 h 152400"/>
                <a:gd name="connsiteX10" fmla="*/ 142494 w 161925"/>
                <a:gd name="connsiteY10" fmla="*/ 116777 h 152400"/>
                <a:gd name="connsiteX11" fmla="*/ 134684 w 161925"/>
                <a:gd name="connsiteY11" fmla="*/ 153924 h 152400"/>
                <a:gd name="connsiteX12" fmla="*/ 0 w 161925"/>
                <a:gd name="connsiteY12" fmla="*/ 15392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152400">
                  <a:moveTo>
                    <a:pt x="32671" y="0"/>
                  </a:moveTo>
                  <a:lnTo>
                    <a:pt x="32671" y="0"/>
                  </a:lnTo>
                  <a:lnTo>
                    <a:pt x="165735" y="0"/>
                  </a:lnTo>
                  <a:lnTo>
                    <a:pt x="157925" y="37052"/>
                  </a:lnTo>
                  <a:lnTo>
                    <a:pt x="82391" y="37052"/>
                  </a:lnTo>
                  <a:lnTo>
                    <a:pt x="77724" y="58865"/>
                  </a:lnTo>
                  <a:lnTo>
                    <a:pt x="150019" y="58865"/>
                  </a:lnTo>
                  <a:lnTo>
                    <a:pt x="142113" y="95917"/>
                  </a:lnTo>
                  <a:lnTo>
                    <a:pt x="69914" y="95917"/>
                  </a:lnTo>
                  <a:lnTo>
                    <a:pt x="65437" y="116777"/>
                  </a:lnTo>
                  <a:lnTo>
                    <a:pt x="142494" y="116777"/>
                  </a:lnTo>
                  <a:lnTo>
                    <a:pt x="134684" y="153924"/>
                  </a:lnTo>
                  <a:lnTo>
                    <a:pt x="0" y="1539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8" name="Freeform 26">
              <a:extLst>
                <a:ext uri="{FF2B5EF4-FFF2-40B4-BE49-F238E27FC236}">
                  <a16:creationId xmlns:a16="http://schemas.microsoft.com/office/drawing/2014/main" id="{1FAE4725-6B6B-A047-0E74-5BA616830456}"/>
                </a:ext>
              </a:extLst>
            </p:cNvPr>
            <p:cNvSpPr/>
            <p:nvPr/>
          </p:nvSpPr>
          <p:spPr>
            <a:xfrm>
              <a:off x="6112478" y="3353657"/>
              <a:ext cx="180975" cy="152400"/>
            </a:xfrm>
            <a:custGeom>
              <a:avLst/>
              <a:gdLst>
                <a:gd name="connsiteX0" fmla="*/ 67151 w 180975"/>
                <a:gd name="connsiteY0" fmla="*/ 115633 h 152400"/>
                <a:gd name="connsiteX1" fmla="*/ 67151 w 180975"/>
                <a:gd name="connsiteY1" fmla="*/ 115633 h 152400"/>
                <a:gd name="connsiteX2" fmla="*/ 81820 w 180975"/>
                <a:gd name="connsiteY2" fmla="*/ 115633 h 152400"/>
                <a:gd name="connsiteX3" fmla="*/ 116395 w 180975"/>
                <a:gd name="connsiteY3" fmla="*/ 75724 h 152400"/>
                <a:gd name="connsiteX4" fmla="*/ 98584 w 180975"/>
                <a:gd name="connsiteY4" fmla="*/ 35719 h 152400"/>
                <a:gd name="connsiteX5" fmla="*/ 83915 w 180975"/>
                <a:gd name="connsiteY5" fmla="*/ 35719 h 152400"/>
                <a:gd name="connsiteX6" fmla="*/ 67151 w 180975"/>
                <a:gd name="connsiteY6" fmla="*/ 115633 h 152400"/>
                <a:gd name="connsiteX7" fmla="*/ 32576 w 180975"/>
                <a:gd name="connsiteY7" fmla="*/ 0 h 152400"/>
                <a:gd name="connsiteX8" fmla="*/ 32576 w 180975"/>
                <a:gd name="connsiteY8" fmla="*/ 0 h 152400"/>
                <a:gd name="connsiteX9" fmla="*/ 119063 w 180975"/>
                <a:gd name="connsiteY9" fmla="*/ 0 h 152400"/>
                <a:gd name="connsiteX10" fmla="*/ 177832 w 180975"/>
                <a:gd name="connsiteY10" fmla="*/ 77343 h 152400"/>
                <a:gd name="connsiteX11" fmla="*/ 84011 w 180975"/>
                <a:gd name="connsiteY11" fmla="*/ 153924 h 152400"/>
                <a:gd name="connsiteX12" fmla="*/ 0 w 180975"/>
                <a:gd name="connsiteY12" fmla="*/ 153924 h 152400"/>
                <a:gd name="connsiteX13" fmla="*/ 32576 w 180975"/>
                <a:gd name="connsiteY13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975" h="152400">
                  <a:moveTo>
                    <a:pt x="67151" y="115633"/>
                  </a:moveTo>
                  <a:lnTo>
                    <a:pt x="67151" y="115633"/>
                  </a:lnTo>
                  <a:lnTo>
                    <a:pt x="81820" y="115633"/>
                  </a:lnTo>
                  <a:cubicBezTo>
                    <a:pt x="103251" y="115633"/>
                    <a:pt x="111062" y="101441"/>
                    <a:pt x="116395" y="75724"/>
                  </a:cubicBezTo>
                  <a:cubicBezTo>
                    <a:pt x="122111" y="49340"/>
                    <a:pt x="119729" y="35719"/>
                    <a:pt x="98584" y="35719"/>
                  </a:cubicBezTo>
                  <a:lnTo>
                    <a:pt x="83915" y="35719"/>
                  </a:lnTo>
                  <a:lnTo>
                    <a:pt x="67151" y="115633"/>
                  </a:lnTo>
                  <a:close/>
                  <a:moveTo>
                    <a:pt x="32576" y="0"/>
                  </a:moveTo>
                  <a:lnTo>
                    <a:pt x="32576" y="0"/>
                  </a:lnTo>
                  <a:lnTo>
                    <a:pt x="119063" y="0"/>
                  </a:lnTo>
                  <a:cubicBezTo>
                    <a:pt x="163163" y="0"/>
                    <a:pt x="190976" y="14859"/>
                    <a:pt x="177832" y="77343"/>
                  </a:cubicBezTo>
                  <a:cubicBezTo>
                    <a:pt x="165354" y="135541"/>
                    <a:pt x="128111" y="153924"/>
                    <a:pt x="84011" y="153924"/>
                  </a:cubicBezTo>
                  <a:lnTo>
                    <a:pt x="0" y="153924"/>
                  </a:lnTo>
                  <a:lnTo>
                    <a:pt x="32576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9" name="Freeform 27">
              <a:extLst>
                <a:ext uri="{FF2B5EF4-FFF2-40B4-BE49-F238E27FC236}">
                  <a16:creationId xmlns:a16="http://schemas.microsoft.com/office/drawing/2014/main" id="{53BB3719-7A0C-0ADA-4CBA-9F35182B449E}"/>
                </a:ext>
              </a:extLst>
            </p:cNvPr>
            <p:cNvSpPr/>
            <p:nvPr/>
          </p:nvSpPr>
          <p:spPr>
            <a:xfrm>
              <a:off x="6274498" y="3353657"/>
              <a:ext cx="180975" cy="152400"/>
            </a:xfrm>
            <a:custGeom>
              <a:avLst/>
              <a:gdLst>
                <a:gd name="connsiteX0" fmla="*/ 91154 w 180975"/>
                <a:gd name="connsiteY0" fmla="*/ 83534 h 152400"/>
                <a:gd name="connsiteX1" fmla="*/ 91154 w 180975"/>
                <a:gd name="connsiteY1" fmla="*/ 83534 h 152400"/>
                <a:gd name="connsiteX2" fmla="*/ 125254 w 180975"/>
                <a:gd name="connsiteY2" fmla="*/ 83534 h 152400"/>
                <a:gd name="connsiteX3" fmla="*/ 119253 w 180975"/>
                <a:gd name="connsiteY3" fmla="*/ 33052 h 152400"/>
                <a:gd name="connsiteX4" fmla="*/ 118777 w 180975"/>
                <a:gd name="connsiteY4" fmla="*/ 33052 h 152400"/>
                <a:gd name="connsiteX5" fmla="*/ 91154 w 180975"/>
                <a:gd name="connsiteY5" fmla="*/ 83534 h 152400"/>
                <a:gd name="connsiteX6" fmla="*/ 86487 w 180975"/>
                <a:gd name="connsiteY6" fmla="*/ 0 h 152400"/>
                <a:gd name="connsiteX7" fmla="*/ 86487 w 180975"/>
                <a:gd name="connsiteY7" fmla="*/ 0 h 152400"/>
                <a:gd name="connsiteX8" fmla="*/ 167735 w 180975"/>
                <a:gd name="connsiteY8" fmla="*/ 0 h 152400"/>
                <a:gd name="connsiteX9" fmla="*/ 189833 w 180975"/>
                <a:gd name="connsiteY9" fmla="*/ 153924 h 152400"/>
                <a:gd name="connsiteX10" fmla="*/ 127921 w 180975"/>
                <a:gd name="connsiteY10" fmla="*/ 153924 h 152400"/>
                <a:gd name="connsiteX11" fmla="*/ 124968 w 180975"/>
                <a:gd name="connsiteY11" fmla="*/ 120587 h 152400"/>
                <a:gd name="connsiteX12" fmla="*/ 75248 w 180975"/>
                <a:gd name="connsiteY12" fmla="*/ 120587 h 152400"/>
                <a:gd name="connsiteX13" fmla="*/ 58769 w 180975"/>
                <a:gd name="connsiteY13" fmla="*/ 153924 h 152400"/>
                <a:gd name="connsiteX14" fmla="*/ 0 w 180975"/>
                <a:gd name="connsiteY14" fmla="*/ 153924 h 152400"/>
                <a:gd name="connsiteX15" fmla="*/ 86487 w 180975"/>
                <a:gd name="connsiteY15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75" h="152400">
                  <a:moveTo>
                    <a:pt x="91154" y="83534"/>
                  </a:moveTo>
                  <a:lnTo>
                    <a:pt x="91154" y="83534"/>
                  </a:lnTo>
                  <a:lnTo>
                    <a:pt x="125254" y="83534"/>
                  </a:lnTo>
                  <a:lnTo>
                    <a:pt x="119253" y="33052"/>
                  </a:lnTo>
                  <a:lnTo>
                    <a:pt x="118777" y="33052"/>
                  </a:lnTo>
                  <a:lnTo>
                    <a:pt x="91154" y="83534"/>
                  </a:lnTo>
                  <a:close/>
                  <a:moveTo>
                    <a:pt x="86487" y="0"/>
                  </a:moveTo>
                  <a:lnTo>
                    <a:pt x="86487" y="0"/>
                  </a:lnTo>
                  <a:lnTo>
                    <a:pt x="167735" y="0"/>
                  </a:lnTo>
                  <a:lnTo>
                    <a:pt x="189833" y="153924"/>
                  </a:lnTo>
                  <a:lnTo>
                    <a:pt x="127921" y="153924"/>
                  </a:lnTo>
                  <a:lnTo>
                    <a:pt x="124968" y="120587"/>
                  </a:lnTo>
                  <a:lnTo>
                    <a:pt x="75248" y="120587"/>
                  </a:lnTo>
                  <a:lnTo>
                    <a:pt x="58769" y="153924"/>
                  </a:lnTo>
                  <a:lnTo>
                    <a:pt x="0" y="153924"/>
                  </a:lnTo>
                  <a:lnTo>
                    <a:pt x="86487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0" name="Freeform 28">
              <a:extLst>
                <a:ext uri="{FF2B5EF4-FFF2-40B4-BE49-F238E27FC236}">
                  <a16:creationId xmlns:a16="http://schemas.microsoft.com/office/drawing/2014/main" id="{814B52E7-8744-8BF9-DBFD-C758CCD7EC44}"/>
                </a:ext>
              </a:extLst>
            </p:cNvPr>
            <p:cNvSpPr/>
            <p:nvPr/>
          </p:nvSpPr>
          <p:spPr>
            <a:xfrm>
              <a:off x="6476453" y="3350990"/>
              <a:ext cx="161925" cy="152400"/>
            </a:xfrm>
            <a:custGeom>
              <a:avLst/>
              <a:gdLst>
                <a:gd name="connsiteX0" fmla="*/ 142184 w 161925"/>
                <a:gd name="connsiteY0" fmla="*/ 150781 h 152400"/>
                <a:gd name="connsiteX1" fmla="*/ 142184 w 161925"/>
                <a:gd name="connsiteY1" fmla="*/ 150781 h 152400"/>
                <a:gd name="connsiteX2" fmla="*/ 76747 w 161925"/>
                <a:gd name="connsiteY2" fmla="*/ 159258 h 152400"/>
                <a:gd name="connsiteX3" fmla="*/ 2261 w 161925"/>
                <a:gd name="connsiteY3" fmla="*/ 77343 h 152400"/>
                <a:gd name="connsiteX4" fmla="*/ 110561 w 161925"/>
                <a:gd name="connsiteY4" fmla="*/ 0 h 152400"/>
                <a:gd name="connsiteX5" fmla="*/ 166853 w 161925"/>
                <a:gd name="connsiteY5" fmla="*/ 5715 h 152400"/>
                <a:gd name="connsiteX6" fmla="*/ 157995 w 161925"/>
                <a:gd name="connsiteY6" fmla="*/ 47244 h 152400"/>
                <a:gd name="connsiteX7" fmla="*/ 119419 w 161925"/>
                <a:gd name="connsiteY7" fmla="*/ 38386 h 152400"/>
                <a:gd name="connsiteX8" fmla="*/ 61697 w 161925"/>
                <a:gd name="connsiteY8" fmla="*/ 81058 h 152400"/>
                <a:gd name="connsiteX9" fmla="*/ 85510 w 161925"/>
                <a:gd name="connsiteY9" fmla="*/ 120777 h 152400"/>
                <a:gd name="connsiteX10" fmla="*/ 98273 w 161925"/>
                <a:gd name="connsiteY10" fmla="*/ 119444 h 152400"/>
                <a:gd name="connsiteX11" fmla="*/ 106941 w 161925"/>
                <a:gd name="connsiteY11" fmla="*/ 78391 h 152400"/>
                <a:gd name="connsiteX12" fmla="*/ 157519 w 161925"/>
                <a:gd name="connsiteY12" fmla="*/ 78391 h 152400"/>
                <a:gd name="connsiteX13" fmla="*/ 142184 w 161925"/>
                <a:gd name="connsiteY13" fmla="*/ 1507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152400">
                  <a:moveTo>
                    <a:pt x="142184" y="150781"/>
                  </a:moveTo>
                  <a:lnTo>
                    <a:pt x="142184" y="150781"/>
                  </a:lnTo>
                  <a:cubicBezTo>
                    <a:pt x="120752" y="156782"/>
                    <a:pt x="101036" y="159258"/>
                    <a:pt x="76747" y="159258"/>
                  </a:cubicBezTo>
                  <a:cubicBezTo>
                    <a:pt x="25693" y="159258"/>
                    <a:pt x="-9455" y="132207"/>
                    <a:pt x="2261" y="77343"/>
                  </a:cubicBezTo>
                  <a:cubicBezTo>
                    <a:pt x="13024" y="25622"/>
                    <a:pt x="61316" y="0"/>
                    <a:pt x="110561" y="0"/>
                  </a:cubicBezTo>
                  <a:cubicBezTo>
                    <a:pt x="139326" y="0"/>
                    <a:pt x="152851" y="2191"/>
                    <a:pt x="166853" y="5715"/>
                  </a:cubicBezTo>
                  <a:lnTo>
                    <a:pt x="157995" y="47244"/>
                  </a:lnTo>
                  <a:cubicBezTo>
                    <a:pt x="150661" y="42386"/>
                    <a:pt x="135897" y="38386"/>
                    <a:pt x="119419" y="38386"/>
                  </a:cubicBezTo>
                  <a:cubicBezTo>
                    <a:pt x="90177" y="38386"/>
                    <a:pt x="67698" y="53054"/>
                    <a:pt x="61697" y="81058"/>
                  </a:cubicBezTo>
                  <a:cubicBezTo>
                    <a:pt x="57220" y="102203"/>
                    <a:pt x="61888" y="120777"/>
                    <a:pt x="85510" y="120777"/>
                  </a:cubicBezTo>
                  <a:cubicBezTo>
                    <a:pt x="89605" y="120777"/>
                    <a:pt x="94463" y="120777"/>
                    <a:pt x="98273" y="119444"/>
                  </a:cubicBezTo>
                  <a:lnTo>
                    <a:pt x="106941" y="78391"/>
                  </a:lnTo>
                  <a:lnTo>
                    <a:pt x="157519" y="78391"/>
                  </a:lnTo>
                  <a:lnTo>
                    <a:pt x="142184" y="15078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1" name="Freeform 29">
              <a:extLst>
                <a:ext uri="{FF2B5EF4-FFF2-40B4-BE49-F238E27FC236}">
                  <a16:creationId xmlns:a16="http://schemas.microsoft.com/office/drawing/2014/main" id="{8E6C8B09-DD9B-6E0D-BDFD-7767FCD5637B}"/>
                </a:ext>
              </a:extLst>
            </p:cNvPr>
            <p:cNvSpPr/>
            <p:nvPr/>
          </p:nvSpPr>
          <p:spPr>
            <a:xfrm>
              <a:off x="5648991" y="3412046"/>
              <a:ext cx="200025" cy="28575"/>
            </a:xfrm>
            <a:custGeom>
              <a:avLst/>
              <a:gdLst>
                <a:gd name="connsiteX0" fmla="*/ 7811 w 200025"/>
                <a:gd name="connsiteY0" fmla="*/ 0 h 28575"/>
                <a:gd name="connsiteX1" fmla="*/ 7811 w 200025"/>
                <a:gd name="connsiteY1" fmla="*/ 0 h 28575"/>
                <a:gd name="connsiteX2" fmla="*/ 202978 w 200025"/>
                <a:gd name="connsiteY2" fmla="*/ 0 h 28575"/>
                <a:gd name="connsiteX3" fmla="*/ 195167 w 200025"/>
                <a:gd name="connsiteY3" fmla="*/ 37052 h 28575"/>
                <a:gd name="connsiteX4" fmla="*/ 0 w 200025"/>
                <a:gd name="connsiteY4" fmla="*/ 3705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8575">
                  <a:moveTo>
                    <a:pt x="7811" y="0"/>
                  </a:moveTo>
                  <a:lnTo>
                    <a:pt x="7811" y="0"/>
                  </a:lnTo>
                  <a:lnTo>
                    <a:pt x="202978" y="0"/>
                  </a:lnTo>
                  <a:lnTo>
                    <a:pt x="195167" y="37052"/>
                  </a:lnTo>
                  <a:lnTo>
                    <a:pt x="0" y="370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2" name="Freeform 30">
              <a:extLst>
                <a:ext uri="{FF2B5EF4-FFF2-40B4-BE49-F238E27FC236}">
                  <a16:creationId xmlns:a16="http://schemas.microsoft.com/office/drawing/2014/main" id="{B37951B6-9096-A7E1-EC3E-E43A2172D431}"/>
                </a:ext>
              </a:extLst>
            </p:cNvPr>
            <p:cNvSpPr/>
            <p:nvPr/>
          </p:nvSpPr>
          <p:spPr>
            <a:xfrm>
              <a:off x="5673661" y="3295650"/>
              <a:ext cx="200025" cy="28575"/>
            </a:xfrm>
            <a:custGeom>
              <a:avLst/>
              <a:gdLst>
                <a:gd name="connsiteX0" fmla="*/ 7810 w 200025"/>
                <a:gd name="connsiteY0" fmla="*/ 0 h 28575"/>
                <a:gd name="connsiteX1" fmla="*/ 0 w 200025"/>
                <a:gd name="connsiteY1" fmla="*/ 36862 h 28575"/>
                <a:gd name="connsiteX2" fmla="*/ 194977 w 200025"/>
                <a:gd name="connsiteY2" fmla="*/ 36862 h 28575"/>
                <a:gd name="connsiteX3" fmla="*/ 202978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7810" y="0"/>
                  </a:moveTo>
                  <a:lnTo>
                    <a:pt x="0" y="36862"/>
                  </a:lnTo>
                  <a:lnTo>
                    <a:pt x="194977" y="36862"/>
                  </a:lnTo>
                  <a:lnTo>
                    <a:pt x="20297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3" name="Freeform 31">
              <a:extLst>
                <a:ext uri="{FF2B5EF4-FFF2-40B4-BE49-F238E27FC236}">
                  <a16:creationId xmlns:a16="http://schemas.microsoft.com/office/drawing/2014/main" id="{79AE90B5-071C-A31E-0644-6ADE74686CFB}"/>
                </a:ext>
              </a:extLst>
            </p:cNvPr>
            <p:cNvSpPr/>
            <p:nvPr/>
          </p:nvSpPr>
          <p:spPr>
            <a:xfrm>
              <a:off x="5624322" y="3528441"/>
              <a:ext cx="200025" cy="28575"/>
            </a:xfrm>
            <a:custGeom>
              <a:avLst/>
              <a:gdLst>
                <a:gd name="connsiteX0" fmla="*/ 8001 w 200025"/>
                <a:gd name="connsiteY0" fmla="*/ 0 h 28575"/>
                <a:gd name="connsiteX1" fmla="*/ 0 w 200025"/>
                <a:gd name="connsiteY1" fmla="*/ 37243 h 28575"/>
                <a:gd name="connsiteX2" fmla="*/ 195263 w 200025"/>
                <a:gd name="connsiteY2" fmla="*/ 37243 h 28575"/>
                <a:gd name="connsiteX3" fmla="*/ 203073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8001" y="0"/>
                  </a:moveTo>
                  <a:lnTo>
                    <a:pt x="0" y="37243"/>
                  </a:lnTo>
                  <a:lnTo>
                    <a:pt x="195263" y="37243"/>
                  </a:lnTo>
                  <a:lnTo>
                    <a:pt x="20307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4" name="Freeform 32">
              <a:extLst>
                <a:ext uri="{FF2B5EF4-FFF2-40B4-BE49-F238E27FC236}">
                  <a16:creationId xmlns:a16="http://schemas.microsoft.com/office/drawing/2014/main" id="{95A7CB76-69C8-721A-0CBB-D13EB7C00DAF}"/>
                </a:ext>
              </a:extLst>
            </p:cNvPr>
            <p:cNvSpPr/>
            <p:nvPr/>
          </p:nvSpPr>
          <p:spPr>
            <a:xfrm>
              <a:off x="5548312" y="3354229"/>
              <a:ext cx="371475" cy="152400"/>
            </a:xfrm>
            <a:custGeom>
              <a:avLst/>
              <a:gdLst>
                <a:gd name="connsiteX0" fmla="*/ 344424 w 371475"/>
                <a:gd name="connsiteY0" fmla="*/ 153924 h 152400"/>
                <a:gd name="connsiteX1" fmla="*/ 344424 w 371475"/>
                <a:gd name="connsiteY1" fmla="*/ 153924 h 152400"/>
                <a:gd name="connsiteX2" fmla="*/ 0 w 371475"/>
                <a:gd name="connsiteY2" fmla="*/ 154115 h 152400"/>
                <a:gd name="connsiteX3" fmla="*/ 344424 w 371475"/>
                <a:gd name="connsiteY3" fmla="*/ 153924 h 152400"/>
                <a:gd name="connsiteX4" fmla="*/ 377190 w 371475"/>
                <a:gd name="connsiteY4" fmla="*/ 0 h 152400"/>
                <a:gd name="connsiteX5" fmla="*/ 32576 w 371475"/>
                <a:gd name="connsiteY5" fmla="*/ 0 h 152400"/>
                <a:gd name="connsiteX6" fmla="*/ 24575 w 371475"/>
                <a:gd name="connsiteY6" fmla="*/ 37148 h 152400"/>
                <a:gd name="connsiteX7" fmla="*/ 331946 w 371475"/>
                <a:gd name="connsiteY7" fmla="*/ 36957 h 152400"/>
                <a:gd name="connsiteX8" fmla="*/ 314992 w 371475"/>
                <a:gd name="connsiteY8" fmla="*/ 116872 h 152400"/>
                <a:gd name="connsiteX9" fmla="*/ 8192 w 371475"/>
                <a:gd name="connsiteY9" fmla="*/ 117062 h 152400"/>
                <a:gd name="connsiteX10" fmla="*/ 0 w 371475"/>
                <a:gd name="connsiteY10" fmla="*/ 154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475" h="152400">
                  <a:moveTo>
                    <a:pt x="344424" y="153924"/>
                  </a:moveTo>
                  <a:lnTo>
                    <a:pt x="344424" y="153924"/>
                  </a:lnTo>
                  <a:cubicBezTo>
                    <a:pt x="344424" y="153924"/>
                    <a:pt x="476" y="154115"/>
                    <a:pt x="0" y="154115"/>
                  </a:cubicBezTo>
                  <a:lnTo>
                    <a:pt x="344424" y="153924"/>
                  </a:lnTo>
                  <a:lnTo>
                    <a:pt x="377190" y="0"/>
                  </a:lnTo>
                  <a:cubicBezTo>
                    <a:pt x="377190" y="190"/>
                    <a:pt x="32576" y="0"/>
                    <a:pt x="32576" y="0"/>
                  </a:cubicBezTo>
                  <a:lnTo>
                    <a:pt x="24575" y="37148"/>
                  </a:lnTo>
                  <a:lnTo>
                    <a:pt x="331946" y="36957"/>
                  </a:lnTo>
                  <a:lnTo>
                    <a:pt x="314992" y="116872"/>
                  </a:lnTo>
                  <a:lnTo>
                    <a:pt x="8192" y="117062"/>
                  </a:lnTo>
                  <a:lnTo>
                    <a:pt x="0" y="154019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</p:grpSp>
      <p:sp>
        <p:nvSpPr>
          <p:cNvPr id="15" name="TextBox 12">
            <a:extLst>
              <a:ext uri="{FF2B5EF4-FFF2-40B4-BE49-F238E27FC236}">
                <a16:creationId xmlns:a16="http://schemas.microsoft.com/office/drawing/2014/main" id="{81D8C773-6DC5-A71A-1664-9FAEE3C7A998}"/>
              </a:ext>
            </a:extLst>
          </p:cNvPr>
          <p:cNvSpPr txBox="1"/>
          <p:nvPr userDrawn="1"/>
        </p:nvSpPr>
        <p:spPr bwMode="gray">
          <a:xfrm>
            <a:off x="8956432" y="6553476"/>
            <a:ext cx="2062072" cy="11037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r">
              <a:lnSpc>
                <a:spcPct val="85000"/>
              </a:lnSpc>
            </a:pPr>
            <a:r>
              <a:rPr lang="en-US" sz="800" noProof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</a:t>
            </a:r>
            <a:r>
              <a:rPr lang="de-DE" sz="800" noProof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noProof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EDAG Group. All rights reserved.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737DC639-DBC2-9923-5CB1-59DDF011A3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318005" y="6515100"/>
            <a:ext cx="214905" cy="142876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r">
              <a:lnSpc>
                <a:spcPct val="85000"/>
              </a:lnSpc>
              <a:defRPr sz="800">
                <a:solidFill>
                  <a:schemeClr val="bg2"/>
                </a:solidFill>
              </a:defRPr>
            </a:lvl1pPr>
            <a:lvl2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2pPr>
            <a:lvl3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3pPr>
            <a:lvl4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4pPr>
            <a:lvl5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5pPr>
            <a:lvl6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6pPr>
            <a:lvl7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7pPr>
            <a:lvl8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8pPr>
            <a:lvl9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9pPr>
          </a:lstStyle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9835387-DDA8-28F6-FAF3-46DCF0986B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40000" y="6537600"/>
            <a:ext cx="7560000" cy="10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3" name="Titelplatzhalter 2">
            <a:extLst>
              <a:ext uri="{FF2B5EF4-FFF2-40B4-BE49-F238E27FC236}">
                <a16:creationId xmlns:a16="http://schemas.microsoft.com/office/drawing/2014/main" id="{0E7E8398-E06A-4C53-F125-73EE9687A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522000"/>
            <a:ext cx="6840000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/>
              <a:t>Mastertitelformat bearbeiten</a:t>
            </a:r>
          </a:p>
        </p:txBody>
      </p:sp>
      <p:pic>
        <p:nvPicPr>
          <p:cNvPr id="5" name="Grafik 2">
            <a:extLst>
              <a:ext uri="{FF2B5EF4-FFF2-40B4-BE49-F238E27FC236}">
                <a16:creationId xmlns:a16="http://schemas.microsoft.com/office/drawing/2014/main" id="{C73B3437-603B-3C95-8129-23D26D7520C3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7"/>
              </a:ext>
            </a:extLst>
          </a:blip>
          <a:srcRect r="148"/>
          <a:stretch/>
        </p:blipFill>
        <p:spPr>
          <a:xfrm>
            <a:off x="5330548" y="1"/>
            <a:ext cx="6861452" cy="1457999"/>
          </a:xfrm>
          <a:prstGeom prst="rect">
            <a:avLst/>
          </a:prstGeom>
        </p:spPr>
      </p:pic>
      <p:grpSp>
        <p:nvGrpSpPr>
          <p:cNvPr id="25" name="Grafik 13">
            <a:extLst>
              <a:ext uri="{FF2B5EF4-FFF2-40B4-BE49-F238E27FC236}">
                <a16:creationId xmlns:a16="http://schemas.microsoft.com/office/drawing/2014/main" id="{9BF27E5C-A30D-9A65-E603-B54886052F5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21200" y="489600"/>
            <a:ext cx="1209600" cy="299018"/>
            <a:chOff x="8501174" y="2383489"/>
            <a:chExt cx="2699861" cy="667416"/>
          </a:xfrm>
          <a:solidFill>
            <a:schemeClr val="bg1"/>
          </a:solidFill>
        </p:grpSpPr>
        <p:grpSp>
          <p:nvGrpSpPr>
            <p:cNvPr id="26" name="Grafik 13">
              <a:extLst>
                <a:ext uri="{FF2B5EF4-FFF2-40B4-BE49-F238E27FC236}">
                  <a16:creationId xmlns:a16="http://schemas.microsoft.com/office/drawing/2014/main" id="{9AB42ADE-11B1-8199-A4AF-0881AED5D955}"/>
                </a:ext>
              </a:extLst>
            </p:cNvPr>
            <p:cNvGrpSpPr/>
            <p:nvPr/>
          </p:nvGrpSpPr>
          <p:grpSpPr>
            <a:xfrm>
              <a:off x="9461484" y="2955941"/>
              <a:ext cx="876871" cy="94964"/>
              <a:chOff x="9461484" y="2955941"/>
              <a:chExt cx="876871" cy="94964"/>
            </a:xfrm>
            <a:grpFill/>
          </p:grpSpPr>
          <p:sp>
            <p:nvSpPr>
              <p:cNvPr id="35" name="Freihandform: Form 34">
                <a:extLst>
                  <a:ext uri="{FF2B5EF4-FFF2-40B4-BE49-F238E27FC236}">
                    <a16:creationId xmlns:a16="http://schemas.microsoft.com/office/drawing/2014/main" id="{770F55FF-6A2D-E97C-B522-F820B65BC2FC}"/>
                  </a:ext>
                </a:extLst>
              </p:cNvPr>
              <p:cNvSpPr/>
              <p:nvPr/>
            </p:nvSpPr>
            <p:spPr>
              <a:xfrm>
                <a:off x="9461484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8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8 w 64198"/>
                  <a:gd name="connsiteY9" fmla="*/ 83820 h 91725"/>
                  <a:gd name="connsiteX10" fmla="*/ 48577 w 64198"/>
                  <a:gd name="connsiteY10" fmla="*/ 83820 h 91725"/>
                  <a:gd name="connsiteX11" fmla="*/ 47244 w 64198"/>
                  <a:gd name="connsiteY11" fmla="*/ 91726 h 91725"/>
                  <a:gd name="connsiteX12" fmla="*/ 190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8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8" y="83820"/>
                    </a:lnTo>
                    <a:lnTo>
                      <a:pt x="48577" y="83820"/>
                    </a:lnTo>
                    <a:lnTo>
                      <a:pt x="47244" y="91726"/>
                    </a:lnTo>
                    <a:lnTo>
                      <a:pt x="19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6" name="Freihandform: Form 35">
                <a:extLst>
                  <a:ext uri="{FF2B5EF4-FFF2-40B4-BE49-F238E27FC236}">
                    <a16:creationId xmlns:a16="http://schemas.microsoft.com/office/drawing/2014/main" id="{213A8CB6-E841-1D80-49EC-D38A5DC4F950}"/>
                  </a:ext>
                </a:extLst>
              </p:cNvPr>
              <p:cNvSpPr/>
              <p:nvPr/>
            </p:nvSpPr>
            <p:spPr>
              <a:xfrm>
                <a:off x="9534636" y="2957560"/>
                <a:ext cx="48387" cy="91725"/>
              </a:xfrm>
              <a:custGeom>
                <a:avLst/>
                <a:gdLst>
                  <a:gd name="connsiteX0" fmla="*/ 0 w 48387"/>
                  <a:gd name="connsiteY0" fmla="*/ 91726 h 91725"/>
                  <a:gd name="connsiteX1" fmla="*/ 19621 w 48387"/>
                  <a:gd name="connsiteY1" fmla="*/ 0 h 91725"/>
                  <a:gd name="connsiteX2" fmla="*/ 28956 w 48387"/>
                  <a:gd name="connsiteY2" fmla="*/ 0 h 91725"/>
                  <a:gd name="connsiteX3" fmla="*/ 10954 w 48387"/>
                  <a:gd name="connsiteY3" fmla="*/ 83820 h 91725"/>
                  <a:gd name="connsiteX4" fmla="*/ 48387 w 48387"/>
                  <a:gd name="connsiteY4" fmla="*/ 83820 h 91725"/>
                  <a:gd name="connsiteX5" fmla="*/ 46958 w 48387"/>
                  <a:gd name="connsiteY5" fmla="*/ 91726 h 91725"/>
                  <a:gd name="connsiteX6" fmla="*/ 95 w 48387"/>
                  <a:gd name="connsiteY6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8387" h="91725">
                    <a:moveTo>
                      <a:pt x="0" y="91726"/>
                    </a:moveTo>
                    <a:lnTo>
                      <a:pt x="19621" y="0"/>
                    </a:lnTo>
                    <a:lnTo>
                      <a:pt x="28956" y="0"/>
                    </a:lnTo>
                    <a:lnTo>
                      <a:pt x="10954" y="83820"/>
                    </a:lnTo>
                    <a:lnTo>
                      <a:pt x="48387" y="83820"/>
                    </a:lnTo>
                    <a:lnTo>
                      <a:pt x="46958" y="91726"/>
                    </a:lnTo>
                    <a:lnTo>
                      <a:pt x="95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7" name="Freihandform: Form 36">
                <a:extLst>
                  <a:ext uri="{FF2B5EF4-FFF2-40B4-BE49-F238E27FC236}">
                    <a16:creationId xmlns:a16="http://schemas.microsoft.com/office/drawing/2014/main" id="{6A240B79-89A2-BA8A-15CD-805994C4709C}"/>
                  </a:ext>
                </a:extLst>
              </p:cNvPr>
              <p:cNvSpPr/>
              <p:nvPr/>
            </p:nvSpPr>
            <p:spPr>
              <a:xfrm>
                <a:off x="9605216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9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9 w 64198"/>
                  <a:gd name="connsiteY9" fmla="*/ 83820 h 91725"/>
                  <a:gd name="connsiteX10" fmla="*/ 48578 w 64198"/>
                  <a:gd name="connsiteY10" fmla="*/ 83820 h 91725"/>
                  <a:gd name="connsiteX11" fmla="*/ 47244 w 64198"/>
                  <a:gd name="connsiteY11" fmla="*/ 91726 h 91725"/>
                  <a:gd name="connsiteX12" fmla="*/ 191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9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9" y="83820"/>
                    </a:lnTo>
                    <a:lnTo>
                      <a:pt x="48578" y="83820"/>
                    </a:lnTo>
                    <a:lnTo>
                      <a:pt x="47244" y="91726"/>
                    </a:lnTo>
                    <a:lnTo>
                      <a:pt x="19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8" name="Freihandform: Form 37">
                <a:extLst>
                  <a:ext uri="{FF2B5EF4-FFF2-40B4-BE49-F238E27FC236}">
                    <a16:creationId xmlns:a16="http://schemas.microsoft.com/office/drawing/2014/main" id="{8B626D79-A873-B5E4-E53E-00A3843A891F}"/>
                  </a:ext>
                </a:extLst>
              </p:cNvPr>
              <p:cNvSpPr/>
              <p:nvPr/>
            </p:nvSpPr>
            <p:spPr>
              <a:xfrm>
                <a:off x="9684179" y="2955941"/>
                <a:ext cx="79247" cy="94869"/>
              </a:xfrm>
              <a:custGeom>
                <a:avLst/>
                <a:gdLst>
                  <a:gd name="connsiteX0" fmla="*/ 60960 w 79247"/>
                  <a:gd name="connsiteY0" fmla="*/ 92012 h 94869"/>
                  <a:gd name="connsiteX1" fmla="*/ 43053 w 79247"/>
                  <a:gd name="connsiteY1" fmla="*/ 94869 h 94869"/>
                  <a:gd name="connsiteX2" fmla="*/ 0 w 79247"/>
                  <a:gd name="connsiteY2" fmla="*/ 54674 h 94869"/>
                  <a:gd name="connsiteX3" fmla="*/ 54673 w 79247"/>
                  <a:gd name="connsiteY3" fmla="*/ 0 h 94869"/>
                  <a:gd name="connsiteX4" fmla="*/ 79248 w 79247"/>
                  <a:gd name="connsiteY4" fmla="*/ 4763 h 94869"/>
                  <a:gd name="connsiteX5" fmla="*/ 76105 w 79247"/>
                  <a:gd name="connsiteY5" fmla="*/ 12382 h 94869"/>
                  <a:gd name="connsiteX6" fmla="*/ 54007 w 79247"/>
                  <a:gd name="connsiteY6" fmla="*/ 7906 h 94869"/>
                  <a:gd name="connsiteX7" fmla="*/ 9049 w 79247"/>
                  <a:gd name="connsiteY7" fmla="*/ 54769 h 94869"/>
                  <a:gd name="connsiteX8" fmla="*/ 42577 w 79247"/>
                  <a:gd name="connsiteY8" fmla="*/ 86963 h 94869"/>
                  <a:gd name="connsiteX9" fmla="*/ 62008 w 79247"/>
                  <a:gd name="connsiteY9" fmla="*/ 83915 h 94869"/>
                  <a:gd name="connsiteX10" fmla="*/ 60960 w 79247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7" h="94869">
                    <a:moveTo>
                      <a:pt x="60960" y="92012"/>
                    </a:moveTo>
                    <a:cubicBezTo>
                      <a:pt x="54293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9" y="0"/>
                      <a:pt x="54673" y="0"/>
                    </a:cubicBezTo>
                    <a:cubicBezTo>
                      <a:pt x="66199" y="0"/>
                      <a:pt x="72961" y="1810"/>
                      <a:pt x="79248" y="4763"/>
                    </a:cubicBezTo>
                    <a:lnTo>
                      <a:pt x="76105" y="12382"/>
                    </a:lnTo>
                    <a:cubicBezTo>
                      <a:pt x="69532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9" name="Freihandform: Form 38">
                <a:extLst>
                  <a:ext uri="{FF2B5EF4-FFF2-40B4-BE49-F238E27FC236}">
                    <a16:creationId xmlns:a16="http://schemas.microsoft.com/office/drawing/2014/main" id="{A0C70FAC-5C7D-F11E-2AA4-06EC7E2E48B0}"/>
                  </a:ext>
                </a:extLst>
              </p:cNvPr>
              <p:cNvSpPr/>
              <p:nvPr/>
            </p:nvSpPr>
            <p:spPr>
              <a:xfrm>
                <a:off x="9781905" y="2957560"/>
                <a:ext cx="66484" cy="91725"/>
              </a:xfrm>
              <a:custGeom>
                <a:avLst/>
                <a:gdLst>
                  <a:gd name="connsiteX0" fmla="*/ 9906 w 66484"/>
                  <a:gd name="connsiteY0" fmla="*/ 91726 h 91725"/>
                  <a:gd name="connsiteX1" fmla="*/ 27813 w 66484"/>
                  <a:gd name="connsiteY1" fmla="*/ 7906 h 91725"/>
                  <a:gd name="connsiteX2" fmla="*/ 0 w 66484"/>
                  <a:gd name="connsiteY2" fmla="*/ 7906 h 91725"/>
                  <a:gd name="connsiteX3" fmla="*/ 1715 w 66484"/>
                  <a:gd name="connsiteY3" fmla="*/ 0 h 91725"/>
                  <a:gd name="connsiteX4" fmla="*/ 66484 w 66484"/>
                  <a:gd name="connsiteY4" fmla="*/ 0 h 91725"/>
                  <a:gd name="connsiteX5" fmla="*/ 64865 w 66484"/>
                  <a:gd name="connsiteY5" fmla="*/ 7906 h 91725"/>
                  <a:gd name="connsiteX6" fmla="*/ 37052 w 66484"/>
                  <a:gd name="connsiteY6" fmla="*/ 7906 h 91725"/>
                  <a:gd name="connsiteX7" fmla="*/ 19431 w 66484"/>
                  <a:gd name="connsiteY7" fmla="*/ 91726 h 91725"/>
                  <a:gd name="connsiteX8" fmla="*/ 10001 w 66484"/>
                  <a:gd name="connsiteY8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6484" h="91725">
                    <a:moveTo>
                      <a:pt x="9906" y="91726"/>
                    </a:moveTo>
                    <a:lnTo>
                      <a:pt x="27813" y="7906"/>
                    </a:lnTo>
                    <a:lnTo>
                      <a:pt x="0" y="7906"/>
                    </a:lnTo>
                    <a:lnTo>
                      <a:pt x="1715" y="0"/>
                    </a:lnTo>
                    <a:lnTo>
                      <a:pt x="66484" y="0"/>
                    </a:lnTo>
                    <a:lnTo>
                      <a:pt x="64865" y="7906"/>
                    </a:lnTo>
                    <a:lnTo>
                      <a:pt x="37052" y="7906"/>
                    </a:lnTo>
                    <a:lnTo>
                      <a:pt x="19431" y="91726"/>
                    </a:lnTo>
                    <a:lnTo>
                      <a:pt x="1000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0" name="Freihandform: Form 39">
                <a:extLst>
                  <a:ext uri="{FF2B5EF4-FFF2-40B4-BE49-F238E27FC236}">
                    <a16:creationId xmlns:a16="http://schemas.microsoft.com/office/drawing/2014/main" id="{8BFCC768-0FA2-B4C7-F27F-8B262A8FEB58}"/>
                  </a:ext>
                </a:extLst>
              </p:cNvPr>
              <p:cNvSpPr/>
              <p:nvPr/>
            </p:nvSpPr>
            <p:spPr>
              <a:xfrm>
                <a:off x="9852104" y="2957560"/>
                <a:ext cx="65912" cy="91725"/>
              </a:xfrm>
              <a:custGeom>
                <a:avLst/>
                <a:gdLst>
                  <a:gd name="connsiteX0" fmla="*/ 49625 w 65912"/>
                  <a:gd name="connsiteY0" fmla="*/ 91726 h 91725"/>
                  <a:gd name="connsiteX1" fmla="*/ 41910 w 65912"/>
                  <a:gd name="connsiteY1" fmla="*/ 58769 h 91725"/>
                  <a:gd name="connsiteX2" fmla="*/ 29051 w 65912"/>
                  <a:gd name="connsiteY2" fmla="*/ 48482 h 91725"/>
                  <a:gd name="connsiteX3" fmla="*/ 18383 w 65912"/>
                  <a:gd name="connsiteY3" fmla="*/ 48482 h 91725"/>
                  <a:gd name="connsiteX4" fmla="*/ 9144 w 65912"/>
                  <a:gd name="connsiteY4" fmla="*/ 91726 h 91725"/>
                  <a:gd name="connsiteX5" fmla="*/ 0 w 65912"/>
                  <a:gd name="connsiteY5" fmla="*/ 91726 h 91725"/>
                  <a:gd name="connsiteX6" fmla="*/ 20003 w 65912"/>
                  <a:gd name="connsiteY6" fmla="*/ 0 h 91725"/>
                  <a:gd name="connsiteX7" fmla="*/ 42291 w 65912"/>
                  <a:gd name="connsiteY7" fmla="*/ 0 h 91725"/>
                  <a:gd name="connsiteX8" fmla="*/ 65913 w 65912"/>
                  <a:gd name="connsiteY8" fmla="*/ 20479 h 91725"/>
                  <a:gd name="connsiteX9" fmla="*/ 40005 w 65912"/>
                  <a:gd name="connsiteY9" fmla="*/ 45053 h 91725"/>
                  <a:gd name="connsiteX10" fmla="*/ 40005 w 65912"/>
                  <a:gd name="connsiteY10" fmla="*/ 45339 h 91725"/>
                  <a:gd name="connsiteX11" fmla="*/ 49721 w 65912"/>
                  <a:gd name="connsiteY11" fmla="*/ 56007 h 91725"/>
                  <a:gd name="connsiteX12" fmla="*/ 58483 w 65912"/>
                  <a:gd name="connsiteY12" fmla="*/ 91726 h 91725"/>
                  <a:gd name="connsiteX13" fmla="*/ 49530 w 65912"/>
                  <a:gd name="connsiteY13" fmla="*/ 91726 h 91725"/>
                  <a:gd name="connsiteX14" fmla="*/ 29242 w 65912"/>
                  <a:gd name="connsiteY14" fmla="*/ 40672 h 91725"/>
                  <a:gd name="connsiteX15" fmla="*/ 56864 w 65912"/>
                  <a:gd name="connsiteY15" fmla="*/ 21717 h 91725"/>
                  <a:gd name="connsiteX16" fmla="*/ 40291 w 65912"/>
                  <a:gd name="connsiteY16" fmla="*/ 7906 h 91725"/>
                  <a:gd name="connsiteX17" fmla="*/ 27051 w 65912"/>
                  <a:gd name="connsiteY17" fmla="*/ 7906 h 91725"/>
                  <a:gd name="connsiteX18" fmla="*/ 20098 w 65912"/>
                  <a:gd name="connsiteY18" fmla="*/ 40576 h 91725"/>
                  <a:gd name="connsiteX19" fmla="*/ 29242 w 65912"/>
                  <a:gd name="connsiteY19" fmla="*/ 4057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5912" h="91725">
                    <a:moveTo>
                      <a:pt x="49625" y="91726"/>
                    </a:moveTo>
                    <a:lnTo>
                      <a:pt x="41910" y="58769"/>
                    </a:lnTo>
                    <a:cubicBezTo>
                      <a:pt x="39910" y="50578"/>
                      <a:pt x="36481" y="48482"/>
                      <a:pt x="29051" y="48482"/>
                    </a:cubicBezTo>
                    <a:lnTo>
                      <a:pt x="18383" y="48482"/>
                    </a:lnTo>
                    <a:lnTo>
                      <a:pt x="9144" y="91726"/>
                    </a:lnTo>
                    <a:lnTo>
                      <a:pt x="0" y="91726"/>
                    </a:lnTo>
                    <a:lnTo>
                      <a:pt x="20003" y="0"/>
                    </a:lnTo>
                    <a:lnTo>
                      <a:pt x="42291" y="0"/>
                    </a:lnTo>
                    <a:cubicBezTo>
                      <a:pt x="57245" y="0"/>
                      <a:pt x="65913" y="6286"/>
                      <a:pt x="65913" y="20479"/>
                    </a:cubicBezTo>
                    <a:cubicBezTo>
                      <a:pt x="65913" y="34671"/>
                      <a:pt x="55531" y="44291"/>
                      <a:pt x="40005" y="45053"/>
                    </a:cubicBezTo>
                    <a:lnTo>
                      <a:pt x="40005" y="45339"/>
                    </a:lnTo>
                    <a:cubicBezTo>
                      <a:pt x="46577" y="46482"/>
                      <a:pt x="48292" y="49911"/>
                      <a:pt x="49721" y="56007"/>
                    </a:cubicBezTo>
                    <a:lnTo>
                      <a:pt x="58483" y="91726"/>
                    </a:lnTo>
                    <a:lnTo>
                      <a:pt x="49530" y="91726"/>
                    </a:lnTo>
                    <a:close/>
                    <a:moveTo>
                      <a:pt x="29242" y="40672"/>
                    </a:moveTo>
                    <a:cubicBezTo>
                      <a:pt x="45149" y="40672"/>
                      <a:pt x="56864" y="34671"/>
                      <a:pt x="56864" y="21717"/>
                    </a:cubicBezTo>
                    <a:cubicBezTo>
                      <a:pt x="56864" y="11716"/>
                      <a:pt x="50197" y="7906"/>
                      <a:pt x="40291" y="7906"/>
                    </a:cubicBezTo>
                    <a:lnTo>
                      <a:pt x="27051" y="7906"/>
                    </a:lnTo>
                    <a:lnTo>
                      <a:pt x="20098" y="40576"/>
                    </a:lnTo>
                    <a:lnTo>
                      <a:pt x="29242" y="4057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1" name="Freihandform: Form 40">
                <a:extLst>
                  <a:ext uri="{FF2B5EF4-FFF2-40B4-BE49-F238E27FC236}">
                    <a16:creationId xmlns:a16="http://schemas.microsoft.com/office/drawing/2014/main" id="{198A8769-5055-B4BF-C1F6-CCBAEA537DCB}"/>
                  </a:ext>
                </a:extLst>
              </p:cNvPr>
              <p:cNvSpPr/>
              <p:nvPr/>
            </p:nvSpPr>
            <p:spPr>
              <a:xfrm>
                <a:off x="9939068" y="2956036"/>
                <a:ext cx="83438" cy="94868"/>
              </a:xfrm>
              <a:custGeom>
                <a:avLst/>
                <a:gdLst>
                  <a:gd name="connsiteX0" fmla="*/ 0 w 83438"/>
                  <a:gd name="connsiteY0" fmla="*/ 57436 h 94868"/>
                  <a:gd name="connsiteX1" fmla="*/ 48768 w 83438"/>
                  <a:gd name="connsiteY1" fmla="*/ 0 h 94868"/>
                  <a:gd name="connsiteX2" fmla="*/ 83439 w 83438"/>
                  <a:gd name="connsiteY2" fmla="*/ 37433 h 94868"/>
                  <a:gd name="connsiteX3" fmla="*/ 34671 w 83438"/>
                  <a:gd name="connsiteY3" fmla="*/ 94869 h 94868"/>
                  <a:gd name="connsiteX4" fmla="*/ 0 w 83438"/>
                  <a:gd name="connsiteY4" fmla="*/ 57436 h 94868"/>
                  <a:gd name="connsiteX5" fmla="*/ 74390 w 83438"/>
                  <a:gd name="connsiteY5" fmla="*/ 38481 h 94868"/>
                  <a:gd name="connsiteX6" fmla="*/ 48387 w 83438"/>
                  <a:gd name="connsiteY6" fmla="*/ 7906 h 94868"/>
                  <a:gd name="connsiteX7" fmla="*/ 9144 w 83438"/>
                  <a:gd name="connsiteY7" fmla="*/ 56674 h 94868"/>
                  <a:gd name="connsiteX8" fmla="*/ 35433 w 83438"/>
                  <a:gd name="connsiteY8" fmla="*/ 87058 h 94868"/>
                  <a:gd name="connsiteX9" fmla="*/ 74486 w 83438"/>
                  <a:gd name="connsiteY9" fmla="*/ 38576 h 94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3438" h="94868">
                    <a:moveTo>
                      <a:pt x="0" y="57436"/>
                    </a:moveTo>
                    <a:cubicBezTo>
                      <a:pt x="0" y="28099"/>
                      <a:pt x="18574" y="0"/>
                      <a:pt x="48768" y="0"/>
                    </a:cubicBezTo>
                    <a:cubicBezTo>
                      <a:pt x="70961" y="0"/>
                      <a:pt x="83439" y="14573"/>
                      <a:pt x="83439" y="37433"/>
                    </a:cubicBezTo>
                    <a:cubicBezTo>
                      <a:pt x="83439" y="66866"/>
                      <a:pt x="64865" y="94869"/>
                      <a:pt x="34671" y="94869"/>
                    </a:cubicBezTo>
                    <a:cubicBezTo>
                      <a:pt x="12383" y="94869"/>
                      <a:pt x="0" y="80010"/>
                      <a:pt x="0" y="57436"/>
                    </a:cubicBezTo>
                    <a:close/>
                    <a:moveTo>
                      <a:pt x="74390" y="38481"/>
                    </a:moveTo>
                    <a:cubicBezTo>
                      <a:pt x="74390" y="19717"/>
                      <a:pt x="64961" y="7906"/>
                      <a:pt x="48387" y="7906"/>
                    </a:cubicBezTo>
                    <a:cubicBezTo>
                      <a:pt x="24384" y="7906"/>
                      <a:pt x="9144" y="33623"/>
                      <a:pt x="9144" y="56674"/>
                    </a:cubicBezTo>
                    <a:cubicBezTo>
                      <a:pt x="9144" y="72485"/>
                      <a:pt x="16383" y="87058"/>
                      <a:pt x="35433" y="87058"/>
                    </a:cubicBezTo>
                    <a:cubicBezTo>
                      <a:pt x="59246" y="87058"/>
                      <a:pt x="74486" y="61055"/>
                      <a:pt x="74486" y="38576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2" name="Freihandform: Form 41">
                <a:extLst>
                  <a:ext uri="{FF2B5EF4-FFF2-40B4-BE49-F238E27FC236}">
                    <a16:creationId xmlns:a16="http://schemas.microsoft.com/office/drawing/2014/main" id="{6CD9E110-EBA4-9CC7-7497-B65E08EDEE2C}"/>
                  </a:ext>
                </a:extLst>
              </p:cNvPr>
              <p:cNvSpPr/>
              <p:nvPr/>
            </p:nvSpPr>
            <p:spPr>
              <a:xfrm>
                <a:off x="10040890" y="2957560"/>
                <a:ext cx="86772" cy="91725"/>
              </a:xfrm>
              <a:custGeom>
                <a:avLst/>
                <a:gdLst>
                  <a:gd name="connsiteX0" fmla="*/ 56579 w 86772"/>
                  <a:gd name="connsiteY0" fmla="*/ 91726 h 91725"/>
                  <a:gd name="connsiteX1" fmla="*/ 26003 w 86772"/>
                  <a:gd name="connsiteY1" fmla="*/ 11049 h 91725"/>
                  <a:gd name="connsiteX2" fmla="*/ 25717 w 86772"/>
                  <a:gd name="connsiteY2" fmla="*/ 11049 h 91725"/>
                  <a:gd name="connsiteX3" fmla="*/ 8382 w 86772"/>
                  <a:gd name="connsiteY3" fmla="*/ 91726 h 91725"/>
                  <a:gd name="connsiteX4" fmla="*/ 0 w 86772"/>
                  <a:gd name="connsiteY4" fmla="*/ 91726 h 91725"/>
                  <a:gd name="connsiteX5" fmla="*/ 19812 w 86772"/>
                  <a:gd name="connsiteY5" fmla="*/ 0 h 91725"/>
                  <a:gd name="connsiteX6" fmla="*/ 30575 w 86772"/>
                  <a:gd name="connsiteY6" fmla="*/ 0 h 91725"/>
                  <a:gd name="connsiteX7" fmla="*/ 61150 w 86772"/>
                  <a:gd name="connsiteY7" fmla="*/ 80677 h 91725"/>
                  <a:gd name="connsiteX8" fmla="*/ 61436 w 86772"/>
                  <a:gd name="connsiteY8" fmla="*/ 80677 h 91725"/>
                  <a:gd name="connsiteX9" fmla="*/ 78486 w 86772"/>
                  <a:gd name="connsiteY9" fmla="*/ 0 h 91725"/>
                  <a:gd name="connsiteX10" fmla="*/ 86773 w 86772"/>
                  <a:gd name="connsiteY10" fmla="*/ 0 h 91725"/>
                  <a:gd name="connsiteX11" fmla="*/ 67342 w 86772"/>
                  <a:gd name="connsiteY11" fmla="*/ 91726 h 91725"/>
                  <a:gd name="connsiteX12" fmla="*/ 56579 w 86772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6772" h="91725">
                    <a:moveTo>
                      <a:pt x="56579" y="91726"/>
                    </a:moveTo>
                    <a:lnTo>
                      <a:pt x="26003" y="11049"/>
                    </a:lnTo>
                    <a:lnTo>
                      <a:pt x="25717" y="11049"/>
                    </a:lnTo>
                    <a:lnTo>
                      <a:pt x="8382" y="91726"/>
                    </a:lnTo>
                    <a:lnTo>
                      <a:pt x="0" y="91726"/>
                    </a:lnTo>
                    <a:lnTo>
                      <a:pt x="19812" y="0"/>
                    </a:lnTo>
                    <a:lnTo>
                      <a:pt x="30575" y="0"/>
                    </a:lnTo>
                    <a:lnTo>
                      <a:pt x="61150" y="80677"/>
                    </a:lnTo>
                    <a:lnTo>
                      <a:pt x="61436" y="80677"/>
                    </a:lnTo>
                    <a:lnTo>
                      <a:pt x="78486" y="0"/>
                    </a:lnTo>
                    <a:lnTo>
                      <a:pt x="86773" y="0"/>
                    </a:lnTo>
                    <a:lnTo>
                      <a:pt x="67342" y="91726"/>
                    </a:lnTo>
                    <a:lnTo>
                      <a:pt x="56579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3" name="Freihandform: Form 42">
                <a:extLst>
                  <a:ext uri="{FF2B5EF4-FFF2-40B4-BE49-F238E27FC236}">
                    <a16:creationId xmlns:a16="http://schemas.microsoft.com/office/drawing/2014/main" id="{8D933313-4B71-7C1B-0217-FE56897A9635}"/>
                  </a:ext>
                </a:extLst>
              </p:cNvPr>
              <p:cNvSpPr/>
              <p:nvPr/>
            </p:nvSpPr>
            <p:spPr>
              <a:xfrm>
                <a:off x="10141379" y="2957560"/>
                <a:ext cx="28479" cy="91725"/>
              </a:xfrm>
              <a:custGeom>
                <a:avLst/>
                <a:gdLst>
                  <a:gd name="connsiteX0" fmla="*/ 0 w 28479"/>
                  <a:gd name="connsiteY0" fmla="*/ 91726 h 91725"/>
                  <a:gd name="connsiteX1" fmla="*/ 19431 w 28479"/>
                  <a:gd name="connsiteY1" fmla="*/ 0 h 91725"/>
                  <a:gd name="connsiteX2" fmla="*/ 28480 w 28479"/>
                  <a:gd name="connsiteY2" fmla="*/ 0 h 91725"/>
                  <a:gd name="connsiteX3" fmla="*/ 9049 w 28479"/>
                  <a:gd name="connsiteY3" fmla="*/ 91726 h 91725"/>
                  <a:gd name="connsiteX4" fmla="*/ 0 w 28479"/>
                  <a:gd name="connsiteY4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479" h="91725">
                    <a:moveTo>
                      <a:pt x="0" y="91726"/>
                    </a:moveTo>
                    <a:lnTo>
                      <a:pt x="19431" y="0"/>
                    </a:lnTo>
                    <a:lnTo>
                      <a:pt x="28480" y="0"/>
                    </a:lnTo>
                    <a:lnTo>
                      <a:pt x="9049" y="91726"/>
                    </a:lnTo>
                    <a:lnTo>
                      <a:pt x="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4" name="Freihandform: Form 43">
                <a:extLst>
                  <a:ext uri="{FF2B5EF4-FFF2-40B4-BE49-F238E27FC236}">
                    <a16:creationId xmlns:a16="http://schemas.microsoft.com/office/drawing/2014/main" id="{E8AA0988-8A81-3AD2-067C-26FC388D0077}"/>
                  </a:ext>
                </a:extLst>
              </p:cNvPr>
              <p:cNvSpPr/>
              <p:nvPr/>
            </p:nvSpPr>
            <p:spPr>
              <a:xfrm>
                <a:off x="10187766" y="2955941"/>
                <a:ext cx="79248" cy="94869"/>
              </a:xfrm>
              <a:custGeom>
                <a:avLst/>
                <a:gdLst>
                  <a:gd name="connsiteX0" fmla="*/ 60960 w 79248"/>
                  <a:gd name="connsiteY0" fmla="*/ 92012 h 94869"/>
                  <a:gd name="connsiteX1" fmla="*/ 43053 w 79248"/>
                  <a:gd name="connsiteY1" fmla="*/ 94869 h 94869"/>
                  <a:gd name="connsiteX2" fmla="*/ 0 w 79248"/>
                  <a:gd name="connsiteY2" fmla="*/ 54674 h 94869"/>
                  <a:gd name="connsiteX3" fmla="*/ 54674 w 79248"/>
                  <a:gd name="connsiteY3" fmla="*/ 0 h 94869"/>
                  <a:gd name="connsiteX4" fmla="*/ 79248 w 79248"/>
                  <a:gd name="connsiteY4" fmla="*/ 4763 h 94869"/>
                  <a:gd name="connsiteX5" fmla="*/ 76105 w 79248"/>
                  <a:gd name="connsiteY5" fmla="*/ 12382 h 94869"/>
                  <a:gd name="connsiteX6" fmla="*/ 54007 w 79248"/>
                  <a:gd name="connsiteY6" fmla="*/ 7906 h 94869"/>
                  <a:gd name="connsiteX7" fmla="*/ 9049 w 79248"/>
                  <a:gd name="connsiteY7" fmla="*/ 54769 h 94869"/>
                  <a:gd name="connsiteX8" fmla="*/ 42577 w 79248"/>
                  <a:gd name="connsiteY8" fmla="*/ 86963 h 94869"/>
                  <a:gd name="connsiteX9" fmla="*/ 62008 w 79248"/>
                  <a:gd name="connsiteY9" fmla="*/ 83915 h 94869"/>
                  <a:gd name="connsiteX10" fmla="*/ 60960 w 79248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8" h="94869">
                    <a:moveTo>
                      <a:pt x="60960" y="92012"/>
                    </a:moveTo>
                    <a:cubicBezTo>
                      <a:pt x="54292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8" y="0"/>
                      <a:pt x="54674" y="0"/>
                    </a:cubicBezTo>
                    <a:cubicBezTo>
                      <a:pt x="66199" y="0"/>
                      <a:pt x="72962" y="1810"/>
                      <a:pt x="79248" y="4763"/>
                    </a:cubicBezTo>
                    <a:lnTo>
                      <a:pt x="76105" y="12382"/>
                    </a:lnTo>
                    <a:cubicBezTo>
                      <a:pt x="69533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5" name="Freihandform: Form 44">
                <a:extLst>
                  <a:ext uri="{FF2B5EF4-FFF2-40B4-BE49-F238E27FC236}">
                    <a16:creationId xmlns:a16="http://schemas.microsoft.com/office/drawing/2014/main" id="{5C36D50E-C380-3F41-98A1-D1E0DEAF35E9}"/>
                  </a:ext>
                </a:extLst>
              </p:cNvPr>
              <p:cNvSpPr/>
              <p:nvPr/>
            </p:nvSpPr>
            <p:spPr>
              <a:xfrm>
                <a:off x="10272062" y="2955941"/>
                <a:ext cx="66293" cy="94869"/>
              </a:xfrm>
              <a:custGeom>
                <a:avLst/>
                <a:gdLst>
                  <a:gd name="connsiteX0" fmla="*/ 2572 w 66293"/>
                  <a:gd name="connsiteY0" fmla="*/ 81248 h 94869"/>
                  <a:gd name="connsiteX1" fmla="*/ 22193 w 66293"/>
                  <a:gd name="connsiteY1" fmla="*/ 87058 h 94869"/>
                  <a:gd name="connsiteX2" fmla="*/ 47720 w 66293"/>
                  <a:gd name="connsiteY2" fmla="*/ 67437 h 94869"/>
                  <a:gd name="connsiteX3" fmla="*/ 34099 w 66293"/>
                  <a:gd name="connsiteY3" fmla="*/ 49435 h 94869"/>
                  <a:gd name="connsiteX4" fmla="*/ 14002 w 66293"/>
                  <a:gd name="connsiteY4" fmla="*/ 25527 h 94869"/>
                  <a:gd name="connsiteX5" fmla="*/ 45053 w 66293"/>
                  <a:gd name="connsiteY5" fmla="*/ 0 h 94869"/>
                  <a:gd name="connsiteX6" fmla="*/ 66294 w 66293"/>
                  <a:gd name="connsiteY6" fmla="*/ 4096 h 94869"/>
                  <a:gd name="connsiteX7" fmla="*/ 63532 w 66293"/>
                  <a:gd name="connsiteY7" fmla="*/ 12382 h 94869"/>
                  <a:gd name="connsiteX8" fmla="*/ 44863 w 66293"/>
                  <a:gd name="connsiteY8" fmla="*/ 7906 h 94869"/>
                  <a:gd name="connsiteX9" fmla="*/ 23050 w 66293"/>
                  <a:gd name="connsiteY9" fmla="*/ 24860 h 94869"/>
                  <a:gd name="connsiteX10" fmla="*/ 36481 w 66293"/>
                  <a:gd name="connsiteY10" fmla="*/ 40481 h 94869"/>
                  <a:gd name="connsiteX11" fmla="*/ 56864 w 66293"/>
                  <a:gd name="connsiteY11" fmla="*/ 66199 h 94869"/>
                  <a:gd name="connsiteX12" fmla="*/ 22955 w 66293"/>
                  <a:gd name="connsiteY12" fmla="*/ 94869 h 94869"/>
                  <a:gd name="connsiteX13" fmla="*/ 0 w 66293"/>
                  <a:gd name="connsiteY13" fmla="*/ 89916 h 94869"/>
                  <a:gd name="connsiteX14" fmla="*/ 2762 w 66293"/>
                  <a:gd name="connsiteY14" fmla="*/ 81248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6293" h="94869">
                    <a:moveTo>
                      <a:pt x="2572" y="81248"/>
                    </a:moveTo>
                    <a:cubicBezTo>
                      <a:pt x="8096" y="84963"/>
                      <a:pt x="15430" y="87058"/>
                      <a:pt x="22193" y="87058"/>
                    </a:cubicBezTo>
                    <a:cubicBezTo>
                      <a:pt x="34576" y="87058"/>
                      <a:pt x="47720" y="81629"/>
                      <a:pt x="47720" y="67437"/>
                    </a:cubicBezTo>
                    <a:cubicBezTo>
                      <a:pt x="47720" y="59912"/>
                      <a:pt x="42767" y="54959"/>
                      <a:pt x="34099" y="49435"/>
                    </a:cubicBezTo>
                    <a:cubicBezTo>
                      <a:pt x="23241" y="42482"/>
                      <a:pt x="14002" y="36957"/>
                      <a:pt x="14002" y="25527"/>
                    </a:cubicBezTo>
                    <a:cubicBezTo>
                      <a:pt x="14002" y="8477"/>
                      <a:pt x="28099" y="0"/>
                      <a:pt x="45053" y="0"/>
                    </a:cubicBezTo>
                    <a:cubicBezTo>
                      <a:pt x="52768" y="0"/>
                      <a:pt x="59912" y="1333"/>
                      <a:pt x="66294" y="4096"/>
                    </a:cubicBezTo>
                    <a:lnTo>
                      <a:pt x="63532" y="12382"/>
                    </a:lnTo>
                    <a:cubicBezTo>
                      <a:pt x="57626" y="9334"/>
                      <a:pt x="51340" y="7906"/>
                      <a:pt x="44863" y="7906"/>
                    </a:cubicBezTo>
                    <a:cubicBezTo>
                      <a:pt x="34861" y="7906"/>
                      <a:pt x="23050" y="12764"/>
                      <a:pt x="23050" y="24860"/>
                    </a:cubicBezTo>
                    <a:cubicBezTo>
                      <a:pt x="23050" y="31051"/>
                      <a:pt x="27527" y="34957"/>
                      <a:pt x="36481" y="40481"/>
                    </a:cubicBezTo>
                    <a:cubicBezTo>
                      <a:pt x="48673" y="48006"/>
                      <a:pt x="56864" y="54293"/>
                      <a:pt x="56864" y="66199"/>
                    </a:cubicBezTo>
                    <a:cubicBezTo>
                      <a:pt x="56864" y="84868"/>
                      <a:pt x="39814" y="94869"/>
                      <a:pt x="22955" y="94869"/>
                    </a:cubicBezTo>
                    <a:cubicBezTo>
                      <a:pt x="14573" y="94869"/>
                      <a:pt x="6382" y="93440"/>
                      <a:pt x="0" y="89916"/>
                    </a:cubicBezTo>
                    <a:lnTo>
                      <a:pt x="2762" y="8124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  <p:sp>
          <p:nvSpPr>
            <p:cNvPr id="27" name="Freihandform: Form 26">
              <a:extLst>
                <a:ext uri="{FF2B5EF4-FFF2-40B4-BE49-F238E27FC236}">
                  <a16:creationId xmlns:a16="http://schemas.microsoft.com/office/drawing/2014/main" id="{E7F1446A-3824-89F8-ADA0-0A4BA78C9D4C}"/>
                </a:ext>
              </a:extLst>
            </p:cNvPr>
            <p:cNvSpPr/>
            <p:nvPr/>
          </p:nvSpPr>
          <p:spPr>
            <a:xfrm>
              <a:off x="9491583" y="2527792"/>
              <a:ext cx="408717" cy="379666"/>
            </a:xfrm>
            <a:custGeom>
              <a:avLst/>
              <a:gdLst>
                <a:gd name="connsiteX0" fmla="*/ 80486 w 408717"/>
                <a:gd name="connsiteY0" fmla="*/ 0 h 379666"/>
                <a:gd name="connsiteX1" fmla="*/ 80486 w 408717"/>
                <a:gd name="connsiteY1" fmla="*/ 0 h 379666"/>
                <a:gd name="connsiteX2" fmla="*/ 408718 w 408717"/>
                <a:gd name="connsiteY2" fmla="*/ 0 h 379666"/>
                <a:gd name="connsiteX3" fmla="*/ 389477 w 408717"/>
                <a:gd name="connsiteY3" fmla="*/ 91345 h 379666"/>
                <a:gd name="connsiteX4" fmla="*/ 203168 w 408717"/>
                <a:gd name="connsiteY4" fmla="*/ 91345 h 379666"/>
                <a:gd name="connsiteX5" fmla="*/ 191643 w 408717"/>
                <a:gd name="connsiteY5" fmla="*/ 145161 h 379666"/>
                <a:gd name="connsiteX6" fmla="*/ 369760 w 408717"/>
                <a:gd name="connsiteY6" fmla="*/ 145161 h 379666"/>
                <a:gd name="connsiteX7" fmla="*/ 350520 w 408717"/>
                <a:gd name="connsiteY7" fmla="*/ 236506 h 379666"/>
                <a:gd name="connsiteX8" fmla="*/ 172402 w 408717"/>
                <a:gd name="connsiteY8" fmla="*/ 236506 h 379666"/>
                <a:gd name="connsiteX9" fmla="*/ 161353 w 408717"/>
                <a:gd name="connsiteY9" fmla="*/ 287941 h 379666"/>
                <a:gd name="connsiteX10" fmla="*/ 351282 w 408717"/>
                <a:gd name="connsiteY10" fmla="*/ 287941 h 379666"/>
                <a:gd name="connsiteX11" fmla="*/ 331946 w 408717"/>
                <a:gd name="connsiteY11" fmla="*/ 379667 h 379666"/>
                <a:gd name="connsiteX12" fmla="*/ 0 w 408717"/>
                <a:gd name="connsiteY12" fmla="*/ 379667 h 379666"/>
                <a:gd name="connsiteX13" fmla="*/ 80486 w 408717"/>
                <a:gd name="connsiteY13" fmla="*/ 0 h 379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8717" h="379666">
                  <a:moveTo>
                    <a:pt x="80486" y="0"/>
                  </a:moveTo>
                  <a:lnTo>
                    <a:pt x="80486" y="0"/>
                  </a:lnTo>
                  <a:lnTo>
                    <a:pt x="408718" y="0"/>
                  </a:lnTo>
                  <a:lnTo>
                    <a:pt x="389477" y="91345"/>
                  </a:lnTo>
                  <a:lnTo>
                    <a:pt x="203168" y="91345"/>
                  </a:lnTo>
                  <a:lnTo>
                    <a:pt x="191643" y="145161"/>
                  </a:lnTo>
                  <a:lnTo>
                    <a:pt x="369760" y="145161"/>
                  </a:lnTo>
                  <a:lnTo>
                    <a:pt x="350520" y="236506"/>
                  </a:lnTo>
                  <a:lnTo>
                    <a:pt x="172402" y="236506"/>
                  </a:lnTo>
                  <a:lnTo>
                    <a:pt x="161353" y="287941"/>
                  </a:lnTo>
                  <a:lnTo>
                    <a:pt x="351282" y="287941"/>
                  </a:lnTo>
                  <a:lnTo>
                    <a:pt x="331946" y="379667"/>
                  </a:lnTo>
                  <a:lnTo>
                    <a:pt x="0" y="379667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" name="Freihandform: Form 27">
              <a:extLst>
                <a:ext uri="{FF2B5EF4-FFF2-40B4-BE49-F238E27FC236}">
                  <a16:creationId xmlns:a16="http://schemas.microsoft.com/office/drawing/2014/main" id="{3CBBF759-2EA2-1FF3-AF11-86DD90FDD854}"/>
                </a:ext>
              </a:extLst>
            </p:cNvPr>
            <p:cNvSpPr/>
            <p:nvPr/>
          </p:nvSpPr>
          <p:spPr>
            <a:xfrm>
              <a:off x="9892110" y="2527792"/>
              <a:ext cx="446790" cy="379571"/>
            </a:xfrm>
            <a:custGeom>
              <a:avLst/>
              <a:gdLst>
                <a:gd name="connsiteX0" fmla="*/ 80486 w 446790"/>
                <a:gd name="connsiteY0" fmla="*/ 0 h 379571"/>
                <a:gd name="connsiteX1" fmla="*/ 293846 w 446790"/>
                <a:gd name="connsiteY1" fmla="*/ 0 h 379571"/>
                <a:gd name="connsiteX2" fmla="*/ 438721 w 446790"/>
                <a:gd name="connsiteY2" fmla="*/ 190786 h 379571"/>
                <a:gd name="connsiteX3" fmla="*/ 207264 w 446790"/>
                <a:gd name="connsiteY3" fmla="*/ 379571 h 379571"/>
                <a:gd name="connsiteX4" fmla="*/ 0 w 446790"/>
                <a:gd name="connsiteY4" fmla="*/ 379571 h 379571"/>
                <a:gd name="connsiteX5" fmla="*/ 80486 w 446790"/>
                <a:gd name="connsiteY5" fmla="*/ 0 h 379571"/>
                <a:gd name="connsiteX6" fmla="*/ 165830 w 446790"/>
                <a:gd name="connsiteY6" fmla="*/ 284988 h 379571"/>
                <a:gd name="connsiteX7" fmla="*/ 201930 w 446790"/>
                <a:gd name="connsiteY7" fmla="*/ 284988 h 379571"/>
                <a:gd name="connsiteX8" fmla="*/ 287274 w 446790"/>
                <a:gd name="connsiteY8" fmla="*/ 186690 h 379571"/>
                <a:gd name="connsiteX9" fmla="*/ 243364 w 446790"/>
                <a:gd name="connsiteY9" fmla="*/ 88011 h 379571"/>
                <a:gd name="connsiteX10" fmla="*/ 207264 w 446790"/>
                <a:gd name="connsiteY10" fmla="*/ 88011 h 379571"/>
                <a:gd name="connsiteX11" fmla="*/ 165830 w 446790"/>
                <a:gd name="connsiteY11" fmla="*/ 284988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6790" h="379571">
                  <a:moveTo>
                    <a:pt x="80486" y="0"/>
                  </a:moveTo>
                  <a:lnTo>
                    <a:pt x="293846" y="0"/>
                  </a:lnTo>
                  <a:cubicBezTo>
                    <a:pt x="402622" y="0"/>
                    <a:pt x="471106" y="36576"/>
                    <a:pt x="438721" y="190786"/>
                  </a:cubicBezTo>
                  <a:cubicBezTo>
                    <a:pt x="407956" y="334328"/>
                    <a:pt x="316039" y="379571"/>
                    <a:pt x="207264" y="379571"/>
                  </a:cubicBezTo>
                  <a:lnTo>
                    <a:pt x="0" y="379571"/>
                  </a:lnTo>
                  <a:lnTo>
                    <a:pt x="80486" y="0"/>
                  </a:lnTo>
                  <a:close/>
                  <a:moveTo>
                    <a:pt x="165830" y="284988"/>
                  </a:moveTo>
                  <a:lnTo>
                    <a:pt x="201930" y="284988"/>
                  </a:lnTo>
                  <a:cubicBezTo>
                    <a:pt x="254889" y="284988"/>
                    <a:pt x="274130" y="250031"/>
                    <a:pt x="287274" y="186690"/>
                  </a:cubicBezTo>
                  <a:cubicBezTo>
                    <a:pt x="301276" y="121730"/>
                    <a:pt x="295465" y="88011"/>
                    <a:pt x="243364" y="88011"/>
                  </a:cubicBezTo>
                  <a:lnTo>
                    <a:pt x="207264" y="88011"/>
                  </a:lnTo>
                  <a:lnTo>
                    <a:pt x="165830" y="2849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9" name="Freihandform: Form 28">
              <a:extLst>
                <a:ext uri="{FF2B5EF4-FFF2-40B4-BE49-F238E27FC236}">
                  <a16:creationId xmlns:a16="http://schemas.microsoft.com/office/drawing/2014/main" id="{4775BCA3-EC45-594F-8D12-2F104CCF0A32}"/>
                </a:ext>
              </a:extLst>
            </p:cNvPr>
            <p:cNvSpPr/>
            <p:nvPr/>
          </p:nvSpPr>
          <p:spPr>
            <a:xfrm>
              <a:off x="10291778" y="2527792"/>
              <a:ext cx="468344" cy="379571"/>
            </a:xfrm>
            <a:custGeom>
              <a:avLst/>
              <a:gdLst>
                <a:gd name="connsiteX0" fmla="*/ 213455 w 468344"/>
                <a:gd name="connsiteY0" fmla="*/ 0 h 379571"/>
                <a:gd name="connsiteX1" fmla="*/ 413766 w 468344"/>
                <a:gd name="connsiteY1" fmla="*/ 0 h 379571"/>
                <a:gd name="connsiteX2" fmla="*/ 468344 w 468344"/>
                <a:gd name="connsiteY2" fmla="*/ 379571 h 379571"/>
                <a:gd name="connsiteX3" fmla="*/ 315659 w 468344"/>
                <a:gd name="connsiteY3" fmla="*/ 379571 h 379571"/>
                <a:gd name="connsiteX4" fmla="*/ 308229 w 468344"/>
                <a:gd name="connsiteY4" fmla="*/ 297275 h 379571"/>
                <a:gd name="connsiteX5" fmla="*/ 185547 w 468344"/>
                <a:gd name="connsiteY5" fmla="*/ 297275 h 379571"/>
                <a:gd name="connsiteX6" fmla="*/ 144875 w 468344"/>
                <a:gd name="connsiteY6" fmla="*/ 379571 h 379571"/>
                <a:gd name="connsiteX7" fmla="*/ 0 w 468344"/>
                <a:gd name="connsiteY7" fmla="*/ 379571 h 379571"/>
                <a:gd name="connsiteX8" fmla="*/ 213360 w 468344"/>
                <a:gd name="connsiteY8" fmla="*/ 0 h 379571"/>
                <a:gd name="connsiteX9" fmla="*/ 224885 w 468344"/>
                <a:gd name="connsiteY9" fmla="*/ 206026 h 379571"/>
                <a:gd name="connsiteX10" fmla="*/ 308991 w 468344"/>
                <a:gd name="connsiteY10" fmla="*/ 206026 h 379571"/>
                <a:gd name="connsiteX11" fmla="*/ 294227 w 468344"/>
                <a:gd name="connsiteY11" fmla="*/ 81439 h 379571"/>
                <a:gd name="connsiteX12" fmla="*/ 292989 w 468344"/>
                <a:gd name="connsiteY12" fmla="*/ 81439 h 379571"/>
                <a:gd name="connsiteX13" fmla="*/ 224885 w 468344"/>
                <a:gd name="connsiteY13" fmla="*/ 206026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68344" h="379571">
                  <a:moveTo>
                    <a:pt x="213455" y="0"/>
                  </a:moveTo>
                  <a:lnTo>
                    <a:pt x="413766" y="0"/>
                  </a:lnTo>
                  <a:lnTo>
                    <a:pt x="468344" y="379571"/>
                  </a:lnTo>
                  <a:lnTo>
                    <a:pt x="315659" y="379571"/>
                  </a:lnTo>
                  <a:lnTo>
                    <a:pt x="308229" y="297275"/>
                  </a:lnTo>
                  <a:lnTo>
                    <a:pt x="185547" y="297275"/>
                  </a:lnTo>
                  <a:lnTo>
                    <a:pt x="144875" y="379571"/>
                  </a:lnTo>
                  <a:lnTo>
                    <a:pt x="0" y="379571"/>
                  </a:lnTo>
                  <a:lnTo>
                    <a:pt x="213360" y="0"/>
                  </a:lnTo>
                  <a:close/>
                  <a:moveTo>
                    <a:pt x="224885" y="206026"/>
                  </a:moveTo>
                  <a:lnTo>
                    <a:pt x="308991" y="206026"/>
                  </a:lnTo>
                  <a:lnTo>
                    <a:pt x="294227" y="81439"/>
                  </a:lnTo>
                  <a:lnTo>
                    <a:pt x="292989" y="81439"/>
                  </a:lnTo>
                  <a:lnTo>
                    <a:pt x="224885" y="2060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0" name="Freihandform: Form 29">
              <a:extLst>
                <a:ext uri="{FF2B5EF4-FFF2-40B4-BE49-F238E27FC236}">
                  <a16:creationId xmlns:a16="http://schemas.microsoft.com/office/drawing/2014/main" id="{C6C0F267-6F10-DE3C-B727-2310856E89DA}"/>
                </a:ext>
              </a:extLst>
            </p:cNvPr>
            <p:cNvSpPr/>
            <p:nvPr/>
          </p:nvSpPr>
          <p:spPr>
            <a:xfrm>
              <a:off x="10789761" y="2521220"/>
              <a:ext cx="411274" cy="392715"/>
            </a:xfrm>
            <a:custGeom>
              <a:avLst/>
              <a:gdLst>
                <a:gd name="connsiteX0" fmla="*/ 350695 w 411274"/>
                <a:gd name="connsiteY0" fmla="*/ 371761 h 392715"/>
                <a:gd name="connsiteX1" fmla="*/ 350695 w 411274"/>
                <a:gd name="connsiteY1" fmla="*/ 371761 h 392715"/>
                <a:gd name="connsiteX2" fmla="*/ 189341 w 411274"/>
                <a:gd name="connsiteY2" fmla="*/ 392716 h 392715"/>
                <a:gd name="connsiteX3" fmla="*/ 5509 w 411274"/>
                <a:gd name="connsiteY3" fmla="*/ 190786 h 392715"/>
                <a:gd name="connsiteX4" fmla="*/ 272590 w 411274"/>
                <a:gd name="connsiteY4" fmla="*/ 0 h 392715"/>
                <a:gd name="connsiteX5" fmla="*/ 411274 w 411274"/>
                <a:gd name="connsiteY5" fmla="*/ 14002 h 392715"/>
                <a:gd name="connsiteX6" fmla="*/ 389462 w 411274"/>
                <a:gd name="connsiteY6" fmla="*/ 116396 h 392715"/>
                <a:gd name="connsiteX7" fmla="*/ 294307 w 411274"/>
                <a:gd name="connsiteY7" fmla="*/ 94583 h 392715"/>
                <a:gd name="connsiteX8" fmla="*/ 151908 w 411274"/>
                <a:gd name="connsiteY8" fmla="*/ 199835 h 392715"/>
                <a:gd name="connsiteX9" fmla="*/ 210582 w 411274"/>
                <a:gd name="connsiteY9" fmla="*/ 297752 h 392715"/>
                <a:gd name="connsiteX10" fmla="*/ 242110 w 411274"/>
                <a:gd name="connsiteY10" fmla="*/ 294418 h 392715"/>
                <a:gd name="connsiteX11" fmla="*/ 263446 w 411274"/>
                <a:gd name="connsiteY11" fmla="*/ 193262 h 392715"/>
                <a:gd name="connsiteX12" fmla="*/ 388224 w 411274"/>
                <a:gd name="connsiteY12" fmla="*/ 193262 h 392715"/>
                <a:gd name="connsiteX13" fmla="*/ 350505 w 411274"/>
                <a:gd name="connsiteY13" fmla="*/ 371761 h 392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11274" h="392715">
                  <a:moveTo>
                    <a:pt x="350695" y="371761"/>
                  </a:moveTo>
                  <a:lnTo>
                    <a:pt x="350695" y="371761"/>
                  </a:lnTo>
                  <a:cubicBezTo>
                    <a:pt x="297736" y="386525"/>
                    <a:pt x="249349" y="392716"/>
                    <a:pt x="189341" y="392716"/>
                  </a:cubicBezTo>
                  <a:cubicBezTo>
                    <a:pt x="63326" y="392716"/>
                    <a:pt x="-23161" y="326041"/>
                    <a:pt x="5509" y="190786"/>
                  </a:cubicBezTo>
                  <a:cubicBezTo>
                    <a:pt x="32179" y="63246"/>
                    <a:pt x="151146" y="0"/>
                    <a:pt x="272590" y="0"/>
                  </a:cubicBezTo>
                  <a:cubicBezTo>
                    <a:pt x="343551" y="0"/>
                    <a:pt x="376889" y="5334"/>
                    <a:pt x="411274" y="14002"/>
                  </a:cubicBezTo>
                  <a:lnTo>
                    <a:pt x="389462" y="116396"/>
                  </a:lnTo>
                  <a:cubicBezTo>
                    <a:pt x="371364" y="104489"/>
                    <a:pt x="334883" y="94583"/>
                    <a:pt x="294307" y="94583"/>
                  </a:cubicBezTo>
                  <a:cubicBezTo>
                    <a:pt x="222107" y="94583"/>
                    <a:pt x="166672" y="130778"/>
                    <a:pt x="151908" y="199835"/>
                  </a:cubicBezTo>
                  <a:cubicBezTo>
                    <a:pt x="140764" y="252032"/>
                    <a:pt x="152289" y="297752"/>
                    <a:pt x="210582" y="297752"/>
                  </a:cubicBezTo>
                  <a:cubicBezTo>
                    <a:pt x="220774" y="297752"/>
                    <a:pt x="232776" y="297752"/>
                    <a:pt x="242110" y="294418"/>
                  </a:cubicBezTo>
                  <a:lnTo>
                    <a:pt x="263446" y="193262"/>
                  </a:lnTo>
                  <a:lnTo>
                    <a:pt x="388224" y="193262"/>
                  </a:lnTo>
                  <a:lnTo>
                    <a:pt x="350505" y="3717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1" name="Freihandform: Form 30">
              <a:extLst>
                <a:ext uri="{FF2B5EF4-FFF2-40B4-BE49-F238E27FC236}">
                  <a16:creationId xmlns:a16="http://schemas.microsoft.com/office/drawing/2014/main" id="{AB15B770-8226-55A7-A492-19DCBDDBAAD2}"/>
                </a:ext>
              </a:extLst>
            </p:cNvPr>
            <p:cNvSpPr/>
            <p:nvPr/>
          </p:nvSpPr>
          <p:spPr>
            <a:xfrm>
              <a:off x="8749300" y="2670477"/>
              <a:ext cx="500824" cy="91344"/>
            </a:xfrm>
            <a:custGeom>
              <a:avLst/>
              <a:gdLst>
                <a:gd name="connsiteX0" fmla="*/ 19336 w 500824"/>
                <a:gd name="connsiteY0" fmla="*/ 0 h 91344"/>
                <a:gd name="connsiteX1" fmla="*/ 500824 w 500824"/>
                <a:gd name="connsiteY1" fmla="*/ 0 h 91344"/>
                <a:gd name="connsiteX2" fmla="*/ 481489 w 500824"/>
                <a:gd name="connsiteY2" fmla="*/ 91345 h 91344"/>
                <a:gd name="connsiteX3" fmla="*/ 0 w 500824"/>
                <a:gd name="connsiteY3" fmla="*/ 91345 h 91344"/>
                <a:gd name="connsiteX4" fmla="*/ 19336 w 500824"/>
                <a:gd name="connsiteY4" fmla="*/ 0 h 91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824" h="91344">
                  <a:moveTo>
                    <a:pt x="19336" y="0"/>
                  </a:moveTo>
                  <a:lnTo>
                    <a:pt x="500824" y="0"/>
                  </a:lnTo>
                  <a:lnTo>
                    <a:pt x="481489" y="91345"/>
                  </a:lnTo>
                  <a:lnTo>
                    <a:pt x="0" y="91345"/>
                  </a:lnTo>
                  <a:lnTo>
                    <a:pt x="1933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2" name="Freihandform: Form 31">
              <a:extLst>
                <a:ext uri="{FF2B5EF4-FFF2-40B4-BE49-F238E27FC236}">
                  <a16:creationId xmlns:a16="http://schemas.microsoft.com/office/drawing/2014/main" id="{CBEE040B-64B8-9CA1-34D3-CA431BCE904F}"/>
                </a:ext>
              </a:extLst>
            </p:cNvPr>
            <p:cNvSpPr/>
            <p:nvPr/>
          </p:nvSpPr>
          <p:spPr>
            <a:xfrm>
              <a:off x="8810260" y="2383489"/>
              <a:ext cx="500729" cy="90773"/>
            </a:xfrm>
            <a:custGeom>
              <a:avLst/>
              <a:gdLst>
                <a:gd name="connsiteX0" fmla="*/ 19241 w 500729"/>
                <a:gd name="connsiteY0" fmla="*/ 0 h 90773"/>
                <a:gd name="connsiteX1" fmla="*/ 500729 w 500729"/>
                <a:gd name="connsiteY1" fmla="*/ 0 h 90773"/>
                <a:gd name="connsiteX2" fmla="*/ 481489 w 500729"/>
                <a:gd name="connsiteY2" fmla="*/ 90773 h 90773"/>
                <a:gd name="connsiteX3" fmla="*/ 0 w 500729"/>
                <a:gd name="connsiteY3" fmla="*/ 90773 h 90773"/>
                <a:gd name="connsiteX4" fmla="*/ 19241 w 500729"/>
                <a:gd name="connsiteY4" fmla="*/ 0 h 90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729" h="90773">
                  <a:moveTo>
                    <a:pt x="19241" y="0"/>
                  </a:moveTo>
                  <a:lnTo>
                    <a:pt x="500729" y="0"/>
                  </a:lnTo>
                  <a:lnTo>
                    <a:pt x="481489" y="90773"/>
                  </a:lnTo>
                  <a:lnTo>
                    <a:pt x="0" y="90773"/>
                  </a:lnTo>
                  <a:lnTo>
                    <a:pt x="1924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3" name="Freihandform: Form 32">
              <a:extLst>
                <a:ext uri="{FF2B5EF4-FFF2-40B4-BE49-F238E27FC236}">
                  <a16:creationId xmlns:a16="http://schemas.microsoft.com/office/drawing/2014/main" id="{068D9C4E-2F42-5513-6542-D85C1146CDEE}"/>
                </a:ext>
              </a:extLst>
            </p:cNvPr>
            <p:cNvSpPr/>
            <p:nvPr/>
          </p:nvSpPr>
          <p:spPr>
            <a:xfrm>
              <a:off x="8688340" y="2957560"/>
              <a:ext cx="501015" cy="91725"/>
            </a:xfrm>
            <a:custGeom>
              <a:avLst/>
              <a:gdLst>
                <a:gd name="connsiteX0" fmla="*/ 19431 w 501015"/>
                <a:gd name="connsiteY0" fmla="*/ 0 h 91725"/>
                <a:gd name="connsiteX1" fmla="*/ 501015 w 501015"/>
                <a:gd name="connsiteY1" fmla="*/ 0 h 91725"/>
                <a:gd name="connsiteX2" fmla="*/ 481489 w 501015"/>
                <a:gd name="connsiteY2" fmla="*/ 91726 h 91725"/>
                <a:gd name="connsiteX3" fmla="*/ 0 w 501015"/>
                <a:gd name="connsiteY3" fmla="*/ 91726 h 91725"/>
                <a:gd name="connsiteX4" fmla="*/ 19431 w 501015"/>
                <a:gd name="connsiteY4" fmla="*/ 0 h 91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015" h="91725">
                  <a:moveTo>
                    <a:pt x="19431" y="0"/>
                  </a:moveTo>
                  <a:lnTo>
                    <a:pt x="501015" y="0"/>
                  </a:lnTo>
                  <a:lnTo>
                    <a:pt x="481489" y="91726"/>
                  </a:lnTo>
                  <a:lnTo>
                    <a:pt x="0" y="91726"/>
                  </a:lnTo>
                  <a:lnTo>
                    <a:pt x="1943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4" name="Freihandform: Form 33">
              <a:extLst>
                <a:ext uri="{FF2B5EF4-FFF2-40B4-BE49-F238E27FC236}">
                  <a16:creationId xmlns:a16="http://schemas.microsoft.com/office/drawing/2014/main" id="{A18EC34A-7650-F700-E8A9-95B6F1ED685A}"/>
                </a:ext>
              </a:extLst>
            </p:cNvPr>
            <p:cNvSpPr/>
            <p:nvPr/>
          </p:nvSpPr>
          <p:spPr>
            <a:xfrm>
              <a:off x="8501174" y="2527792"/>
              <a:ext cx="930402" cy="379571"/>
            </a:xfrm>
            <a:custGeom>
              <a:avLst/>
              <a:gdLst>
                <a:gd name="connsiteX0" fmla="*/ 80486 w 930402"/>
                <a:gd name="connsiteY0" fmla="*/ 0 h 379571"/>
                <a:gd name="connsiteX1" fmla="*/ 61055 w 930402"/>
                <a:gd name="connsiteY1" fmla="*/ 91726 h 379571"/>
                <a:gd name="connsiteX2" fmla="*/ 818769 w 930402"/>
                <a:gd name="connsiteY2" fmla="*/ 91345 h 379571"/>
                <a:gd name="connsiteX3" fmla="*/ 776954 w 930402"/>
                <a:gd name="connsiteY3" fmla="*/ 288322 h 379571"/>
                <a:gd name="connsiteX4" fmla="*/ 19336 w 930402"/>
                <a:gd name="connsiteY4" fmla="*/ 288322 h 379571"/>
                <a:gd name="connsiteX5" fmla="*/ 0 w 930402"/>
                <a:gd name="connsiteY5" fmla="*/ 379571 h 379571"/>
                <a:gd name="connsiteX6" fmla="*/ 849916 w 930402"/>
                <a:gd name="connsiteY6" fmla="*/ 379571 h 379571"/>
                <a:gd name="connsiteX7" fmla="*/ 930402 w 930402"/>
                <a:gd name="connsiteY7" fmla="*/ 0 h 379571"/>
                <a:gd name="connsiteX8" fmla="*/ 80486 w 930402"/>
                <a:gd name="connsiteY8" fmla="*/ 0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30402" h="379571">
                  <a:moveTo>
                    <a:pt x="80486" y="0"/>
                  </a:moveTo>
                  <a:lnTo>
                    <a:pt x="61055" y="91726"/>
                  </a:lnTo>
                  <a:lnTo>
                    <a:pt x="818769" y="91345"/>
                  </a:lnTo>
                  <a:lnTo>
                    <a:pt x="776954" y="288322"/>
                  </a:lnTo>
                  <a:lnTo>
                    <a:pt x="19336" y="288322"/>
                  </a:lnTo>
                  <a:lnTo>
                    <a:pt x="0" y="379571"/>
                  </a:lnTo>
                  <a:lnTo>
                    <a:pt x="849916" y="379571"/>
                  </a:lnTo>
                  <a:lnTo>
                    <a:pt x="930402" y="0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710445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96" r:id="rId1"/>
    <p:sldLayoutId id="2147484697" r:id="rId2"/>
    <p:sldLayoutId id="2147484698" r:id="rId3"/>
    <p:sldLayoutId id="2147484699" r:id="rId4"/>
    <p:sldLayoutId id="2147484700" r:id="rId5"/>
    <p:sldLayoutId id="2147484701" r:id="rId6"/>
    <p:sldLayoutId id="2147484702" r:id="rId7"/>
    <p:sldLayoutId id="2147484703" r:id="rId8"/>
    <p:sldLayoutId id="2147484704" r:id="rId9"/>
    <p:sldLayoutId id="2147484705" r:id="rId10"/>
    <p:sldLayoutId id="2147484706" r:id="rId11"/>
    <p:sldLayoutId id="2147484707" r:id="rId12"/>
    <p:sldLayoutId id="2147484708" r:id="rId13"/>
    <p:sldLayoutId id="2147484709" r:id="rId14"/>
    <p:sldLayoutId id="2147484710" r:id="rId15"/>
    <p:sldLayoutId id="2147484711" r:id="rId16"/>
    <p:sldLayoutId id="2147484712" r:id="rId17"/>
    <p:sldLayoutId id="2147484713" r:id="rId18"/>
    <p:sldLayoutId id="2147484714" r:id="rId19"/>
    <p:sldLayoutId id="2147484715" r:id="rId20"/>
    <p:sldLayoutId id="2147484716" r:id="rId21"/>
    <p:sldLayoutId id="2147484717" r:id="rId22"/>
    <p:sldLayoutId id="2147484718" r:id="rId23"/>
    <p:sldLayoutId id="2147484719" r:id="rId24"/>
    <p:sldLayoutId id="2147484720" r:id="rId25"/>
    <p:sldLayoutId id="2147484721" r:id="rId26"/>
    <p:sldLayoutId id="2147484722" r:id="rId27"/>
    <p:sldLayoutId id="2147484723" r:id="rId28"/>
    <p:sldLayoutId id="2147484724" r:id="rId29"/>
    <p:sldLayoutId id="2147484726" r:id="rId30"/>
    <p:sldLayoutId id="2147484727" r:id="rId31"/>
    <p:sldLayoutId id="2147484728" r:id="rId32"/>
    <p:sldLayoutId id="2147484729" r:id="rId33"/>
    <p:sldLayoutId id="2147484730" r:id="rId34"/>
    <p:sldLayoutId id="2147484731" r:id="rId35"/>
    <p:sldLayoutId id="2147484732" r:id="rId36"/>
    <p:sldLayoutId id="2147484733" r:id="rId37"/>
    <p:sldLayoutId id="2147484734" r:id="rId38"/>
    <p:sldLayoutId id="2147484735" r:id="rId39"/>
    <p:sldLayoutId id="2147484736" r:id="rId40"/>
    <p:sldLayoutId id="2147484737" r:id="rId41"/>
    <p:sldLayoutId id="2147484738" r:id="rId42"/>
    <p:sldLayoutId id="2147484739" r:id="rId43"/>
    <p:sldLayoutId id="2147484740" r:id="rId44"/>
    <p:sldLayoutId id="2147484741" r:id="rId45"/>
    <p:sldLayoutId id="2147484742" r:id="rId46"/>
    <p:sldLayoutId id="2147484743" r:id="rId47"/>
    <p:sldLayoutId id="2147484744" r:id="rId48"/>
    <p:sldLayoutId id="2147484745" r:id="rId49"/>
    <p:sldLayoutId id="2147484746" r:id="rId50"/>
    <p:sldLayoutId id="2147484747" r:id="rId51"/>
    <p:sldLayoutId id="2147484748" r:id="rId52"/>
    <p:sldLayoutId id="2147484749" r:id="rId53"/>
    <p:sldLayoutId id="2147484750" r:id="rId54"/>
    <p:sldLayoutId id="2147484751" r:id="rId55"/>
    <p:sldLayoutId id="2147484752" r:id="rId56"/>
    <p:sldLayoutId id="2147484753" r:id="rId57"/>
    <p:sldLayoutId id="2147484754" r:id="rId58"/>
    <p:sldLayoutId id="2147484755" r:id="rId59"/>
    <p:sldLayoutId id="2147484756" r:id="rId60"/>
    <p:sldLayoutId id="2147484757" r:id="rId61"/>
    <p:sldLayoutId id="2147484758" r:id="rId62"/>
    <p:sldLayoutId id="2147484759" r:id="rId63"/>
    <p:sldLayoutId id="2147484760" r:id="rId64"/>
    <p:sldLayoutId id="2147484761" r:id="rId6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kern="1200" cap="all" baseline="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200" kern="1200" baseline="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200" kern="1200" baseline="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200" kern="1200" baseline="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200" kern="1200" baseline="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200" kern="1200" baseline="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5" userDrawn="1">
          <p15:clr>
            <a:srgbClr val="F26B43"/>
          </p15:clr>
        </p15:guide>
        <p15:guide id="2" pos="7265" userDrawn="1">
          <p15:clr>
            <a:srgbClr val="F26B43"/>
          </p15:clr>
        </p15:guide>
        <p15:guide id="3" orient="horz" pos="4178" userDrawn="1">
          <p15:clr>
            <a:srgbClr val="F26B43"/>
          </p15:clr>
        </p15:guide>
        <p15:guide id="5" orient="horz" pos="346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6">
            <a:extLst>
              <a:ext uri="{FF2B5EF4-FFF2-40B4-BE49-F238E27FC236}">
                <a16:creationId xmlns:a16="http://schemas.microsoft.com/office/drawing/2014/main" id="{2F234F73-1807-473A-24EA-92CF5F6B8B90}"/>
              </a:ext>
            </a:extLst>
          </p:cNvPr>
          <p:cNvGrpSpPr/>
          <p:nvPr userDrawn="1"/>
        </p:nvGrpSpPr>
        <p:grpSpPr>
          <a:xfrm>
            <a:off x="658813" y="6521024"/>
            <a:ext cx="586813" cy="142876"/>
            <a:chOff x="5548312" y="3295650"/>
            <a:chExt cx="1095375" cy="266700"/>
          </a:xfrm>
          <a:solidFill>
            <a:schemeClr val="bg2"/>
          </a:solidFill>
        </p:grpSpPr>
        <p:sp>
          <p:nvSpPr>
            <p:cNvPr id="7" name="Freeform 25">
              <a:extLst>
                <a:ext uri="{FF2B5EF4-FFF2-40B4-BE49-F238E27FC236}">
                  <a16:creationId xmlns:a16="http://schemas.microsoft.com/office/drawing/2014/main" id="{939CDA39-5CE6-33F9-5A25-EED45E92B48E}"/>
                </a:ext>
              </a:extLst>
            </p:cNvPr>
            <p:cNvSpPr/>
            <p:nvPr/>
          </p:nvSpPr>
          <p:spPr>
            <a:xfrm>
              <a:off x="5949981" y="3353657"/>
              <a:ext cx="161925" cy="152400"/>
            </a:xfrm>
            <a:custGeom>
              <a:avLst/>
              <a:gdLst>
                <a:gd name="connsiteX0" fmla="*/ 32671 w 161925"/>
                <a:gd name="connsiteY0" fmla="*/ 0 h 152400"/>
                <a:gd name="connsiteX1" fmla="*/ 32671 w 161925"/>
                <a:gd name="connsiteY1" fmla="*/ 0 h 152400"/>
                <a:gd name="connsiteX2" fmla="*/ 165735 w 161925"/>
                <a:gd name="connsiteY2" fmla="*/ 0 h 152400"/>
                <a:gd name="connsiteX3" fmla="*/ 157925 w 161925"/>
                <a:gd name="connsiteY3" fmla="*/ 37052 h 152400"/>
                <a:gd name="connsiteX4" fmla="*/ 82391 w 161925"/>
                <a:gd name="connsiteY4" fmla="*/ 37052 h 152400"/>
                <a:gd name="connsiteX5" fmla="*/ 77724 w 161925"/>
                <a:gd name="connsiteY5" fmla="*/ 58865 h 152400"/>
                <a:gd name="connsiteX6" fmla="*/ 150019 w 161925"/>
                <a:gd name="connsiteY6" fmla="*/ 58865 h 152400"/>
                <a:gd name="connsiteX7" fmla="*/ 142113 w 161925"/>
                <a:gd name="connsiteY7" fmla="*/ 95917 h 152400"/>
                <a:gd name="connsiteX8" fmla="*/ 69914 w 161925"/>
                <a:gd name="connsiteY8" fmla="*/ 95917 h 152400"/>
                <a:gd name="connsiteX9" fmla="*/ 65437 w 161925"/>
                <a:gd name="connsiteY9" fmla="*/ 116777 h 152400"/>
                <a:gd name="connsiteX10" fmla="*/ 142494 w 161925"/>
                <a:gd name="connsiteY10" fmla="*/ 116777 h 152400"/>
                <a:gd name="connsiteX11" fmla="*/ 134684 w 161925"/>
                <a:gd name="connsiteY11" fmla="*/ 153924 h 152400"/>
                <a:gd name="connsiteX12" fmla="*/ 0 w 161925"/>
                <a:gd name="connsiteY12" fmla="*/ 15392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152400">
                  <a:moveTo>
                    <a:pt x="32671" y="0"/>
                  </a:moveTo>
                  <a:lnTo>
                    <a:pt x="32671" y="0"/>
                  </a:lnTo>
                  <a:lnTo>
                    <a:pt x="165735" y="0"/>
                  </a:lnTo>
                  <a:lnTo>
                    <a:pt x="157925" y="37052"/>
                  </a:lnTo>
                  <a:lnTo>
                    <a:pt x="82391" y="37052"/>
                  </a:lnTo>
                  <a:lnTo>
                    <a:pt x="77724" y="58865"/>
                  </a:lnTo>
                  <a:lnTo>
                    <a:pt x="150019" y="58865"/>
                  </a:lnTo>
                  <a:lnTo>
                    <a:pt x="142113" y="95917"/>
                  </a:lnTo>
                  <a:lnTo>
                    <a:pt x="69914" y="95917"/>
                  </a:lnTo>
                  <a:lnTo>
                    <a:pt x="65437" y="116777"/>
                  </a:lnTo>
                  <a:lnTo>
                    <a:pt x="142494" y="116777"/>
                  </a:lnTo>
                  <a:lnTo>
                    <a:pt x="134684" y="153924"/>
                  </a:lnTo>
                  <a:lnTo>
                    <a:pt x="0" y="1539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8" name="Freeform 26">
              <a:extLst>
                <a:ext uri="{FF2B5EF4-FFF2-40B4-BE49-F238E27FC236}">
                  <a16:creationId xmlns:a16="http://schemas.microsoft.com/office/drawing/2014/main" id="{1FAE4725-6B6B-A047-0E74-5BA616830456}"/>
                </a:ext>
              </a:extLst>
            </p:cNvPr>
            <p:cNvSpPr/>
            <p:nvPr/>
          </p:nvSpPr>
          <p:spPr>
            <a:xfrm>
              <a:off x="6112478" y="3353657"/>
              <a:ext cx="180975" cy="152400"/>
            </a:xfrm>
            <a:custGeom>
              <a:avLst/>
              <a:gdLst>
                <a:gd name="connsiteX0" fmla="*/ 67151 w 180975"/>
                <a:gd name="connsiteY0" fmla="*/ 115633 h 152400"/>
                <a:gd name="connsiteX1" fmla="*/ 67151 w 180975"/>
                <a:gd name="connsiteY1" fmla="*/ 115633 h 152400"/>
                <a:gd name="connsiteX2" fmla="*/ 81820 w 180975"/>
                <a:gd name="connsiteY2" fmla="*/ 115633 h 152400"/>
                <a:gd name="connsiteX3" fmla="*/ 116395 w 180975"/>
                <a:gd name="connsiteY3" fmla="*/ 75724 h 152400"/>
                <a:gd name="connsiteX4" fmla="*/ 98584 w 180975"/>
                <a:gd name="connsiteY4" fmla="*/ 35719 h 152400"/>
                <a:gd name="connsiteX5" fmla="*/ 83915 w 180975"/>
                <a:gd name="connsiteY5" fmla="*/ 35719 h 152400"/>
                <a:gd name="connsiteX6" fmla="*/ 67151 w 180975"/>
                <a:gd name="connsiteY6" fmla="*/ 115633 h 152400"/>
                <a:gd name="connsiteX7" fmla="*/ 32576 w 180975"/>
                <a:gd name="connsiteY7" fmla="*/ 0 h 152400"/>
                <a:gd name="connsiteX8" fmla="*/ 32576 w 180975"/>
                <a:gd name="connsiteY8" fmla="*/ 0 h 152400"/>
                <a:gd name="connsiteX9" fmla="*/ 119063 w 180975"/>
                <a:gd name="connsiteY9" fmla="*/ 0 h 152400"/>
                <a:gd name="connsiteX10" fmla="*/ 177832 w 180975"/>
                <a:gd name="connsiteY10" fmla="*/ 77343 h 152400"/>
                <a:gd name="connsiteX11" fmla="*/ 84011 w 180975"/>
                <a:gd name="connsiteY11" fmla="*/ 153924 h 152400"/>
                <a:gd name="connsiteX12" fmla="*/ 0 w 180975"/>
                <a:gd name="connsiteY12" fmla="*/ 153924 h 152400"/>
                <a:gd name="connsiteX13" fmla="*/ 32576 w 180975"/>
                <a:gd name="connsiteY13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975" h="152400">
                  <a:moveTo>
                    <a:pt x="67151" y="115633"/>
                  </a:moveTo>
                  <a:lnTo>
                    <a:pt x="67151" y="115633"/>
                  </a:lnTo>
                  <a:lnTo>
                    <a:pt x="81820" y="115633"/>
                  </a:lnTo>
                  <a:cubicBezTo>
                    <a:pt x="103251" y="115633"/>
                    <a:pt x="111062" y="101441"/>
                    <a:pt x="116395" y="75724"/>
                  </a:cubicBezTo>
                  <a:cubicBezTo>
                    <a:pt x="122111" y="49340"/>
                    <a:pt x="119729" y="35719"/>
                    <a:pt x="98584" y="35719"/>
                  </a:cubicBezTo>
                  <a:lnTo>
                    <a:pt x="83915" y="35719"/>
                  </a:lnTo>
                  <a:lnTo>
                    <a:pt x="67151" y="115633"/>
                  </a:lnTo>
                  <a:close/>
                  <a:moveTo>
                    <a:pt x="32576" y="0"/>
                  </a:moveTo>
                  <a:lnTo>
                    <a:pt x="32576" y="0"/>
                  </a:lnTo>
                  <a:lnTo>
                    <a:pt x="119063" y="0"/>
                  </a:lnTo>
                  <a:cubicBezTo>
                    <a:pt x="163163" y="0"/>
                    <a:pt x="190976" y="14859"/>
                    <a:pt x="177832" y="77343"/>
                  </a:cubicBezTo>
                  <a:cubicBezTo>
                    <a:pt x="165354" y="135541"/>
                    <a:pt x="128111" y="153924"/>
                    <a:pt x="84011" y="153924"/>
                  </a:cubicBezTo>
                  <a:lnTo>
                    <a:pt x="0" y="153924"/>
                  </a:lnTo>
                  <a:lnTo>
                    <a:pt x="32576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9" name="Freeform 27">
              <a:extLst>
                <a:ext uri="{FF2B5EF4-FFF2-40B4-BE49-F238E27FC236}">
                  <a16:creationId xmlns:a16="http://schemas.microsoft.com/office/drawing/2014/main" id="{53BB3719-7A0C-0ADA-4CBA-9F35182B449E}"/>
                </a:ext>
              </a:extLst>
            </p:cNvPr>
            <p:cNvSpPr/>
            <p:nvPr/>
          </p:nvSpPr>
          <p:spPr>
            <a:xfrm>
              <a:off x="6274498" y="3353657"/>
              <a:ext cx="180975" cy="152400"/>
            </a:xfrm>
            <a:custGeom>
              <a:avLst/>
              <a:gdLst>
                <a:gd name="connsiteX0" fmla="*/ 91154 w 180975"/>
                <a:gd name="connsiteY0" fmla="*/ 83534 h 152400"/>
                <a:gd name="connsiteX1" fmla="*/ 91154 w 180975"/>
                <a:gd name="connsiteY1" fmla="*/ 83534 h 152400"/>
                <a:gd name="connsiteX2" fmla="*/ 125254 w 180975"/>
                <a:gd name="connsiteY2" fmla="*/ 83534 h 152400"/>
                <a:gd name="connsiteX3" fmla="*/ 119253 w 180975"/>
                <a:gd name="connsiteY3" fmla="*/ 33052 h 152400"/>
                <a:gd name="connsiteX4" fmla="*/ 118777 w 180975"/>
                <a:gd name="connsiteY4" fmla="*/ 33052 h 152400"/>
                <a:gd name="connsiteX5" fmla="*/ 91154 w 180975"/>
                <a:gd name="connsiteY5" fmla="*/ 83534 h 152400"/>
                <a:gd name="connsiteX6" fmla="*/ 86487 w 180975"/>
                <a:gd name="connsiteY6" fmla="*/ 0 h 152400"/>
                <a:gd name="connsiteX7" fmla="*/ 86487 w 180975"/>
                <a:gd name="connsiteY7" fmla="*/ 0 h 152400"/>
                <a:gd name="connsiteX8" fmla="*/ 167735 w 180975"/>
                <a:gd name="connsiteY8" fmla="*/ 0 h 152400"/>
                <a:gd name="connsiteX9" fmla="*/ 189833 w 180975"/>
                <a:gd name="connsiteY9" fmla="*/ 153924 h 152400"/>
                <a:gd name="connsiteX10" fmla="*/ 127921 w 180975"/>
                <a:gd name="connsiteY10" fmla="*/ 153924 h 152400"/>
                <a:gd name="connsiteX11" fmla="*/ 124968 w 180975"/>
                <a:gd name="connsiteY11" fmla="*/ 120587 h 152400"/>
                <a:gd name="connsiteX12" fmla="*/ 75248 w 180975"/>
                <a:gd name="connsiteY12" fmla="*/ 120587 h 152400"/>
                <a:gd name="connsiteX13" fmla="*/ 58769 w 180975"/>
                <a:gd name="connsiteY13" fmla="*/ 153924 h 152400"/>
                <a:gd name="connsiteX14" fmla="*/ 0 w 180975"/>
                <a:gd name="connsiteY14" fmla="*/ 153924 h 152400"/>
                <a:gd name="connsiteX15" fmla="*/ 86487 w 180975"/>
                <a:gd name="connsiteY15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75" h="152400">
                  <a:moveTo>
                    <a:pt x="91154" y="83534"/>
                  </a:moveTo>
                  <a:lnTo>
                    <a:pt x="91154" y="83534"/>
                  </a:lnTo>
                  <a:lnTo>
                    <a:pt x="125254" y="83534"/>
                  </a:lnTo>
                  <a:lnTo>
                    <a:pt x="119253" y="33052"/>
                  </a:lnTo>
                  <a:lnTo>
                    <a:pt x="118777" y="33052"/>
                  </a:lnTo>
                  <a:lnTo>
                    <a:pt x="91154" y="83534"/>
                  </a:lnTo>
                  <a:close/>
                  <a:moveTo>
                    <a:pt x="86487" y="0"/>
                  </a:moveTo>
                  <a:lnTo>
                    <a:pt x="86487" y="0"/>
                  </a:lnTo>
                  <a:lnTo>
                    <a:pt x="167735" y="0"/>
                  </a:lnTo>
                  <a:lnTo>
                    <a:pt x="189833" y="153924"/>
                  </a:lnTo>
                  <a:lnTo>
                    <a:pt x="127921" y="153924"/>
                  </a:lnTo>
                  <a:lnTo>
                    <a:pt x="124968" y="120587"/>
                  </a:lnTo>
                  <a:lnTo>
                    <a:pt x="75248" y="120587"/>
                  </a:lnTo>
                  <a:lnTo>
                    <a:pt x="58769" y="153924"/>
                  </a:lnTo>
                  <a:lnTo>
                    <a:pt x="0" y="153924"/>
                  </a:lnTo>
                  <a:lnTo>
                    <a:pt x="86487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0" name="Freeform 28">
              <a:extLst>
                <a:ext uri="{FF2B5EF4-FFF2-40B4-BE49-F238E27FC236}">
                  <a16:creationId xmlns:a16="http://schemas.microsoft.com/office/drawing/2014/main" id="{814B52E7-8744-8BF9-DBFD-C758CCD7EC44}"/>
                </a:ext>
              </a:extLst>
            </p:cNvPr>
            <p:cNvSpPr/>
            <p:nvPr/>
          </p:nvSpPr>
          <p:spPr>
            <a:xfrm>
              <a:off x="6476453" y="3350990"/>
              <a:ext cx="161925" cy="152400"/>
            </a:xfrm>
            <a:custGeom>
              <a:avLst/>
              <a:gdLst>
                <a:gd name="connsiteX0" fmla="*/ 142184 w 161925"/>
                <a:gd name="connsiteY0" fmla="*/ 150781 h 152400"/>
                <a:gd name="connsiteX1" fmla="*/ 142184 w 161925"/>
                <a:gd name="connsiteY1" fmla="*/ 150781 h 152400"/>
                <a:gd name="connsiteX2" fmla="*/ 76747 w 161925"/>
                <a:gd name="connsiteY2" fmla="*/ 159258 h 152400"/>
                <a:gd name="connsiteX3" fmla="*/ 2261 w 161925"/>
                <a:gd name="connsiteY3" fmla="*/ 77343 h 152400"/>
                <a:gd name="connsiteX4" fmla="*/ 110561 w 161925"/>
                <a:gd name="connsiteY4" fmla="*/ 0 h 152400"/>
                <a:gd name="connsiteX5" fmla="*/ 166853 w 161925"/>
                <a:gd name="connsiteY5" fmla="*/ 5715 h 152400"/>
                <a:gd name="connsiteX6" fmla="*/ 157995 w 161925"/>
                <a:gd name="connsiteY6" fmla="*/ 47244 h 152400"/>
                <a:gd name="connsiteX7" fmla="*/ 119419 w 161925"/>
                <a:gd name="connsiteY7" fmla="*/ 38386 h 152400"/>
                <a:gd name="connsiteX8" fmla="*/ 61697 w 161925"/>
                <a:gd name="connsiteY8" fmla="*/ 81058 h 152400"/>
                <a:gd name="connsiteX9" fmla="*/ 85510 w 161925"/>
                <a:gd name="connsiteY9" fmla="*/ 120777 h 152400"/>
                <a:gd name="connsiteX10" fmla="*/ 98273 w 161925"/>
                <a:gd name="connsiteY10" fmla="*/ 119444 h 152400"/>
                <a:gd name="connsiteX11" fmla="*/ 106941 w 161925"/>
                <a:gd name="connsiteY11" fmla="*/ 78391 h 152400"/>
                <a:gd name="connsiteX12" fmla="*/ 157519 w 161925"/>
                <a:gd name="connsiteY12" fmla="*/ 78391 h 152400"/>
                <a:gd name="connsiteX13" fmla="*/ 142184 w 161925"/>
                <a:gd name="connsiteY13" fmla="*/ 1507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152400">
                  <a:moveTo>
                    <a:pt x="142184" y="150781"/>
                  </a:moveTo>
                  <a:lnTo>
                    <a:pt x="142184" y="150781"/>
                  </a:lnTo>
                  <a:cubicBezTo>
                    <a:pt x="120752" y="156782"/>
                    <a:pt x="101036" y="159258"/>
                    <a:pt x="76747" y="159258"/>
                  </a:cubicBezTo>
                  <a:cubicBezTo>
                    <a:pt x="25693" y="159258"/>
                    <a:pt x="-9455" y="132207"/>
                    <a:pt x="2261" y="77343"/>
                  </a:cubicBezTo>
                  <a:cubicBezTo>
                    <a:pt x="13024" y="25622"/>
                    <a:pt x="61316" y="0"/>
                    <a:pt x="110561" y="0"/>
                  </a:cubicBezTo>
                  <a:cubicBezTo>
                    <a:pt x="139326" y="0"/>
                    <a:pt x="152851" y="2191"/>
                    <a:pt x="166853" y="5715"/>
                  </a:cubicBezTo>
                  <a:lnTo>
                    <a:pt x="157995" y="47244"/>
                  </a:lnTo>
                  <a:cubicBezTo>
                    <a:pt x="150661" y="42386"/>
                    <a:pt x="135897" y="38386"/>
                    <a:pt x="119419" y="38386"/>
                  </a:cubicBezTo>
                  <a:cubicBezTo>
                    <a:pt x="90177" y="38386"/>
                    <a:pt x="67698" y="53054"/>
                    <a:pt x="61697" y="81058"/>
                  </a:cubicBezTo>
                  <a:cubicBezTo>
                    <a:pt x="57220" y="102203"/>
                    <a:pt x="61888" y="120777"/>
                    <a:pt x="85510" y="120777"/>
                  </a:cubicBezTo>
                  <a:cubicBezTo>
                    <a:pt x="89605" y="120777"/>
                    <a:pt x="94463" y="120777"/>
                    <a:pt x="98273" y="119444"/>
                  </a:cubicBezTo>
                  <a:lnTo>
                    <a:pt x="106941" y="78391"/>
                  </a:lnTo>
                  <a:lnTo>
                    <a:pt x="157519" y="78391"/>
                  </a:lnTo>
                  <a:lnTo>
                    <a:pt x="142184" y="15078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1" name="Freeform 29">
              <a:extLst>
                <a:ext uri="{FF2B5EF4-FFF2-40B4-BE49-F238E27FC236}">
                  <a16:creationId xmlns:a16="http://schemas.microsoft.com/office/drawing/2014/main" id="{8E6C8B09-DD9B-6E0D-BDFD-7767FCD5637B}"/>
                </a:ext>
              </a:extLst>
            </p:cNvPr>
            <p:cNvSpPr/>
            <p:nvPr/>
          </p:nvSpPr>
          <p:spPr>
            <a:xfrm>
              <a:off x="5648991" y="3412046"/>
              <a:ext cx="200025" cy="28575"/>
            </a:xfrm>
            <a:custGeom>
              <a:avLst/>
              <a:gdLst>
                <a:gd name="connsiteX0" fmla="*/ 7811 w 200025"/>
                <a:gd name="connsiteY0" fmla="*/ 0 h 28575"/>
                <a:gd name="connsiteX1" fmla="*/ 7811 w 200025"/>
                <a:gd name="connsiteY1" fmla="*/ 0 h 28575"/>
                <a:gd name="connsiteX2" fmla="*/ 202978 w 200025"/>
                <a:gd name="connsiteY2" fmla="*/ 0 h 28575"/>
                <a:gd name="connsiteX3" fmla="*/ 195167 w 200025"/>
                <a:gd name="connsiteY3" fmla="*/ 37052 h 28575"/>
                <a:gd name="connsiteX4" fmla="*/ 0 w 200025"/>
                <a:gd name="connsiteY4" fmla="*/ 3705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8575">
                  <a:moveTo>
                    <a:pt x="7811" y="0"/>
                  </a:moveTo>
                  <a:lnTo>
                    <a:pt x="7811" y="0"/>
                  </a:lnTo>
                  <a:lnTo>
                    <a:pt x="202978" y="0"/>
                  </a:lnTo>
                  <a:lnTo>
                    <a:pt x="195167" y="37052"/>
                  </a:lnTo>
                  <a:lnTo>
                    <a:pt x="0" y="370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2" name="Freeform 30">
              <a:extLst>
                <a:ext uri="{FF2B5EF4-FFF2-40B4-BE49-F238E27FC236}">
                  <a16:creationId xmlns:a16="http://schemas.microsoft.com/office/drawing/2014/main" id="{B37951B6-9096-A7E1-EC3E-E43A2172D431}"/>
                </a:ext>
              </a:extLst>
            </p:cNvPr>
            <p:cNvSpPr/>
            <p:nvPr/>
          </p:nvSpPr>
          <p:spPr>
            <a:xfrm>
              <a:off x="5673661" y="3295650"/>
              <a:ext cx="200025" cy="28575"/>
            </a:xfrm>
            <a:custGeom>
              <a:avLst/>
              <a:gdLst>
                <a:gd name="connsiteX0" fmla="*/ 7810 w 200025"/>
                <a:gd name="connsiteY0" fmla="*/ 0 h 28575"/>
                <a:gd name="connsiteX1" fmla="*/ 0 w 200025"/>
                <a:gd name="connsiteY1" fmla="*/ 36862 h 28575"/>
                <a:gd name="connsiteX2" fmla="*/ 194977 w 200025"/>
                <a:gd name="connsiteY2" fmla="*/ 36862 h 28575"/>
                <a:gd name="connsiteX3" fmla="*/ 202978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7810" y="0"/>
                  </a:moveTo>
                  <a:lnTo>
                    <a:pt x="0" y="36862"/>
                  </a:lnTo>
                  <a:lnTo>
                    <a:pt x="194977" y="36862"/>
                  </a:lnTo>
                  <a:lnTo>
                    <a:pt x="20297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3" name="Freeform 31">
              <a:extLst>
                <a:ext uri="{FF2B5EF4-FFF2-40B4-BE49-F238E27FC236}">
                  <a16:creationId xmlns:a16="http://schemas.microsoft.com/office/drawing/2014/main" id="{79AE90B5-071C-A31E-0644-6ADE74686CFB}"/>
                </a:ext>
              </a:extLst>
            </p:cNvPr>
            <p:cNvSpPr/>
            <p:nvPr/>
          </p:nvSpPr>
          <p:spPr>
            <a:xfrm>
              <a:off x="5624322" y="3528441"/>
              <a:ext cx="200025" cy="28575"/>
            </a:xfrm>
            <a:custGeom>
              <a:avLst/>
              <a:gdLst>
                <a:gd name="connsiteX0" fmla="*/ 8001 w 200025"/>
                <a:gd name="connsiteY0" fmla="*/ 0 h 28575"/>
                <a:gd name="connsiteX1" fmla="*/ 0 w 200025"/>
                <a:gd name="connsiteY1" fmla="*/ 37243 h 28575"/>
                <a:gd name="connsiteX2" fmla="*/ 195263 w 200025"/>
                <a:gd name="connsiteY2" fmla="*/ 37243 h 28575"/>
                <a:gd name="connsiteX3" fmla="*/ 203073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8001" y="0"/>
                  </a:moveTo>
                  <a:lnTo>
                    <a:pt x="0" y="37243"/>
                  </a:lnTo>
                  <a:lnTo>
                    <a:pt x="195263" y="37243"/>
                  </a:lnTo>
                  <a:lnTo>
                    <a:pt x="20307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4" name="Freeform 32">
              <a:extLst>
                <a:ext uri="{FF2B5EF4-FFF2-40B4-BE49-F238E27FC236}">
                  <a16:creationId xmlns:a16="http://schemas.microsoft.com/office/drawing/2014/main" id="{95A7CB76-69C8-721A-0CBB-D13EB7C00DAF}"/>
                </a:ext>
              </a:extLst>
            </p:cNvPr>
            <p:cNvSpPr/>
            <p:nvPr/>
          </p:nvSpPr>
          <p:spPr>
            <a:xfrm>
              <a:off x="5548312" y="3354229"/>
              <a:ext cx="371475" cy="152400"/>
            </a:xfrm>
            <a:custGeom>
              <a:avLst/>
              <a:gdLst>
                <a:gd name="connsiteX0" fmla="*/ 344424 w 371475"/>
                <a:gd name="connsiteY0" fmla="*/ 153924 h 152400"/>
                <a:gd name="connsiteX1" fmla="*/ 344424 w 371475"/>
                <a:gd name="connsiteY1" fmla="*/ 153924 h 152400"/>
                <a:gd name="connsiteX2" fmla="*/ 0 w 371475"/>
                <a:gd name="connsiteY2" fmla="*/ 154115 h 152400"/>
                <a:gd name="connsiteX3" fmla="*/ 344424 w 371475"/>
                <a:gd name="connsiteY3" fmla="*/ 153924 h 152400"/>
                <a:gd name="connsiteX4" fmla="*/ 377190 w 371475"/>
                <a:gd name="connsiteY4" fmla="*/ 0 h 152400"/>
                <a:gd name="connsiteX5" fmla="*/ 32576 w 371475"/>
                <a:gd name="connsiteY5" fmla="*/ 0 h 152400"/>
                <a:gd name="connsiteX6" fmla="*/ 24575 w 371475"/>
                <a:gd name="connsiteY6" fmla="*/ 37148 h 152400"/>
                <a:gd name="connsiteX7" fmla="*/ 331946 w 371475"/>
                <a:gd name="connsiteY7" fmla="*/ 36957 h 152400"/>
                <a:gd name="connsiteX8" fmla="*/ 314992 w 371475"/>
                <a:gd name="connsiteY8" fmla="*/ 116872 h 152400"/>
                <a:gd name="connsiteX9" fmla="*/ 8192 w 371475"/>
                <a:gd name="connsiteY9" fmla="*/ 117062 h 152400"/>
                <a:gd name="connsiteX10" fmla="*/ 0 w 371475"/>
                <a:gd name="connsiteY10" fmla="*/ 154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475" h="152400">
                  <a:moveTo>
                    <a:pt x="344424" y="153924"/>
                  </a:moveTo>
                  <a:lnTo>
                    <a:pt x="344424" y="153924"/>
                  </a:lnTo>
                  <a:cubicBezTo>
                    <a:pt x="344424" y="153924"/>
                    <a:pt x="476" y="154115"/>
                    <a:pt x="0" y="154115"/>
                  </a:cubicBezTo>
                  <a:lnTo>
                    <a:pt x="344424" y="153924"/>
                  </a:lnTo>
                  <a:lnTo>
                    <a:pt x="377190" y="0"/>
                  </a:lnTo>
                  <a:cubicBezTo>
                    <a:pt x="377190" y="190"/>
                    <a:pt x="32576" y="0"/>
                    <a:pt x="32576" y="0"/>
                  </a:cubicBezTo>
                  <a:lnTo>
                    <a:pt x="24575" y="37148"/>
                  </a:lnTo>
                  <a:lnTo>
                    <a:pt x="331946" y="36957"/>
                  </a:lnTo>
                  <a:lnTo>
                    <a:pt x="314992" y="116872"/>
                  </a:lnTo>
                  <a:lnTo>
                    <a:pt x="8192" y="117062"/>
                  </a:lnTo>
                  <a:lnTo>
                    <a:pt x="0" y="154019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</p:grpSp>
      <p:sp>
        <p:nvSpPr>
          <p:cNvPr id="15" name="TextBox 12">
            <a:extLst>
              <a:ext uri="{FF2B5EF4-FFF2-40B4-BE49-F238E27FC236}">
                <a16:creationId xmlns:a16="http://schemas.microsoft.com/office/drawing/2014/main" id="{81D8C773-6DC5-A71A-1664-9FAEE3C7A998}"/>
              </a:ext>
            </a:extLst>
          </p:cNvPr>
          <p:cNvSpPr txBox="1"/>
          <p:nvPr userDrawn="1"/>
        </p:nvSpPr>
        <p:spPr bwMode="gray">
          <a:xfrm>
            <a:off x="8956432" y="6553476"/>
            <a:ext cx="2062072" cy="11037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r">
              <a:lnSpc>
                <a:spcPct val="85000"/>
              </a:lnSpc>
            </a:pPr>
            <a:r>
              <a:rPr lang="en-US" sz="800" noProof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</a:t>
            </a:r>
            <a:r>
              <a:rPr lang="de-DE" sz="800" noProof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noProof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EDAG Group. All rights reserved.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737DC639-DBC2-9923-5CB1-59DDF011A3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318005" y="6515100"/>
            <a:ext cx="214905" cy="142876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r">
              <a:lnSpc>
                <a:spcPct val="85000"/>
              </a:lnSpc>
              <a:defRPr sz="800">
                <a:solidFill>
                  <a:schemeClr val="bg2"/>
                </a:solidFill>
              </a:defRPr>
            </a:lvl1pPr>
            <a:lvl2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2pPr>
            <a:lvl3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3pPr>
            <a:lvl4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4pPr>
            <a:lvl5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5pPr>
            <a:lvl6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6pPr>
            <a:lvl7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7pPr>
            <a:lvl8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8pPr>
            <a:lvl9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9pPr>
          </a:lstStyle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9835387-DDA8-28F6-FAF3-46DCF0986B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3"/>
          </p:nvPr>
        </p:nvSpPr>
        <p:spPr>
          <a:xfrm>
            <a:off x="1440000" y="6537600"/>
            <a:ext cx="7560000" cy="10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3" name="Titelplatzhalter 2">
            <a:extLst>
              <a:ext uri="{FF2B5EF4-FFF2-40B4-BE49-F238E27FC236}">
                <a16:creationId xmlns:a16="http://schemas.microsoft.com/office/drawing/2014/main" id="{0E7E8398-E06A-4C53-F125-73EE9687A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522000"/>
            <a:ext cx="6840000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340004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26" r:id="rId1"/>
    <p:sldLayoutId id="2147484627" r:id="rId2"/>
    <p:sldLayoutId id="2147484628" r:id="rId3"/>
    <p:sldLayoutId id="2147484629" r:id="rId4"/>
    <p:sldLayoutId id="2147484630" r:id="rId5"/>
    <p:sldLayoutId id="2147484631" r:id="rId6"/>
    <p:sldLayoutId id="2147484632" r:id="rId7"/>
    <p:sldLayoutId id="2147484633" r:id="rId8"/>
    <p:sldLayoutId id="2147484634" r:id="rId9"/>
    <p:sldLayoutId id="2147484635" r:id="rId10"/>
    <p:sldLayoutId id="2147484636" r:id="rId11"/>
    <p:sldLayoutId id="2147484637" r:id="rId12"/>
    <p:sldLayoutId id="2147484638" r:id="rId13"/>
    <p:sldLayoutId id="2147484639" r:id="rId14"/>
    <p:sldLayoutId id="2147484640" r:id="rId15"/>
    <p:sldLayoutId id="2147484641" r:id="rId16"/>
    <p:sldLayoutId id="2147484642" r:id="rId17"/>
    <p:sldLayoutId id="2147484643" r:id="rId18"/>
    <p:sldLayoutId id="2147484644" r:id="rId19"/>
    <p:sldLayoutId id="2147484645" r:id="rId20"/>
    <p:sldLayoutId id="2147484646" r:id="rId21"/>
    <p:sldLayoutId id="2147484647" r:id="rId22"/>
    <p:sldLayoutId id="2147484648" r:id="rId23"/>
    <p:sldLayoutId id="2147484649" r:id="rId24"/>
    <p:sldLayoutId id="2147484650" r:id="rId25"/>
    <p:sldLayoutId id="2147484651" r:id="rId26"/>
    <p:sldLayoutId id="2147484652" r:id="rId27"/>
    <p:sldLayoutId id="2147484653" r:id="rId28"/>
    <p:sldLayoutId id="2147484654" r:id="rId29"/>
    <p:sldLayoutId id="2147484655" r:id="rId30"/>
    <p:sldLayoutId id="2147484656" r:id="rId31"/>
    <p:sldLayoutId id="2147484657" r:id="rId32"/>
    <p:sldLayoutId id="2147484658" r:id="rId33"/>
    <p:sldLayoutId id="2147484659" r:id="rId34"/>
    <p:sldLayoutId id="2147484660" r:id="rId35"/>
    <p:sldLayoutId id="2147484661" r:id="rId36"/>
    <p:sldLayoutId id="2147484662" r:id="rId37"/>
    <p:sldLayoutId id="2147484663" r:id="rId38"/>
    <p:sldLayoutId id="2147484664" r:id="rId39"/>
    <p:sldLayoutId id="2147484665" r:id="rId40"/>
    <p:sldLayoutId id="2147484666" r:id="rId41"/>
    <p:sldLayoutId id="2147484667" r:id="rId42"/>
    <p:sldLayoutId id="2147484668" r:id="rId43"/>
    <p:sldLayoutId id="2147484669" r:id="rId44"/>
    <p:sldLayoutId id="2147484670" r:id="rId45"/>
    <p:sldLayoutId id="2147484671" r:id="rId46"/>
    <p:sldLayoutId id="2147484672" r:id="rId47"/>
    <p:sldLayoutId id="2147484673" r:id="rId48"/>
    <p:sldLayoutId id="2147484674" r:id="rId49"/>
    <p:sldLayoutId id="2147484675" r:id="rId50"/>
    <p:sldLayoutId id="2147484676" r:id="rId51"/>
    <p:sldLayoutId id="2147484677" r:id="rId52"/>
    <p:sldLayoutId id="2147484678" r:id="rId53"/>
    <p:sldLayoutId id="2147484679" r:id="rId54"/>
    <p:sldLayoutId id="2147484680" r:id="rId55"/>
    <p:sldLayoutId id="2147484681" r:id="rId56"/>
    <p:sldLayoutId id="2147484682" r:id="rId57"/>
    <p:sldLayoutId id="2147484683" r:id="rId58"/>
    <p:sldLayoutId id="2147484684" r:id="rId59"/>
    <p:sldLayoutId id="2147484685" r:id="rId60"/>
    <p:sldLayoutId id="2147484686" r:id="rId61"/>
    <p:sldLayoutId id="2147484687" r:id="rId62"/>
    <p:sldLayoutId id="2147484688" r:id="rId63"/>
    <p:sldLayoutId id="2147484689" r:id="rId64"/>
    <p:sldLayoutId id="2147484690" r:id="rId65"/>
    <p:sldLayoutId id="2147484691" r:id="rId66"/>
    <p:sldLayoutId id="2147484692" r:id="rId67"/>
    <p:sldLayoutId id="2147484693" r:id="rId68"/>
    <p:sldLayoutId id="2147484694" r:id="rId6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kern="1200" cap="all" baseline="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1200" kern="1200" baseline="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200" kern="1200" baseline="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200" kern="1200" baseline="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200" kern="1200" baseline="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200" kern="1200" baseline="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5" userDrawn="1">
          <p15:clr>
            <a:srgbClr val="F26B43"/>
          </p15:clr>
        </p15:guide>
        <p15:guide id="2" pos="7265" userDrawn="1">
          <p15:clr>
            <a:srgbClr val="F26B43"/>
          </p15:clr>
        </p15:guide>
        <p15:guide id="3" orient="horz" pos="4178" userDrawn="1">
          <p15:clr>
            <a:srgbClr val="F26B43"/>
          </p15:clr>
        </p15:guide>
        <p15:guide id="5" orient="horz" pos="346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aphic 6">
            <a:extLst>
              <a:ext uri="{FF2B5EF4-FFF2-40B4-BE49-F238E27FC236}">
                <a16:creationId xmlns:a16="http://schemas.microsoft.com/office/drawing/2014/main" id="{1719B499-0542-7343-0DD2-68D66DB1357A}"/>
              </a:ext>
            </a:extLst>
          </p:cNvPr>
          <p:cNvGrpSpPr/>
          <p:nvPr userDrawn="1"/>
        </p:nvGrpSpPr>
        <p:grpSpPr>
          <a:xfrm>
            <a:off x="658813" y="6521024"/>
            <a:ext cx="586813" cy="142876"/>
            <a:chOff x="5548312" y="3295650"/>
            <a:chExt cx="1095375" cy="266700"/>
          </a:xfrm>
          <a:solidFill>
            <a:schemeClr val="tx2"/>
          </a:solidFill>
        </p:grpSpPr>
        <p:sp>
          <p:nvSpPr>
            <p:cNvPr id="6" name="Freeform 25">
              <a:extLst>
                <a:ext uri="{FF2B5EF4-FFF2-40B4-BE49-F238E27FC236}">
                  <a16:creationId xmlns:a16="http://schemas.microsoft.com/office/drawing/2014/main" id="{81E538E9-371E-3AA0-7EC1-F6404176A815}"/>
                </a:ext>
              </a:extLst>
            </p:cNvPr>
            <p:cNvSpPr/>
            <p:nvPr/>
          </p:nvSpPr>
          <p:spPr>
            <a:xfrm>
              <a:off x="5949981" y="3353657"/>
              <a:ext cx="161925" cy="152400"/>
            </a:xfrm>
            <a:custGeom>
              <a:avLst/>
              <a:gdLst>
                <a:gd name="connsiteX0" fmla="*/ 32671 w 161925"/>
                <a:gd name="connsiteY0" fmla="*/ 0 h 152400"/>
                <a:gd name="connsiteX1" fmla="*/ 32671 w 161925"/>
                <a:gd name="connsiteY1" fmla="*/ 0 h 152400"/>
                <a:gd name="connsiteX2" fmla="*/ 165735 w 161925"/>
                <a:gd name="connsiteY2" fmla="*/ 0 h 152400"/>
                <a:gd name="connsiteX3" fmla="*/ 157925 w 161925"/>
                <a:gd name="connsiteY3" fmla="*/ 37052 h 152400"/>
                <a:gd name="connsiteX4" fmla="*/ 82391 w 161925"/>
                <a:gd name="connsiteY4" fmla="*/ 37052 h 152400"/>
                <a:gd name="connsiteX5" fmla="*/ 77724 w 161925"/>
                <a:gd name="connsiteY5" fmla="*/ 58865 h 152400"/>
                <a:gd name="connsiteX6" fmla="*/ 150019 w 161925"/>
                <a:gd name="connsiteY6" fmla="*/ 58865 h 152400"/>
                <a:gd name="connsiteX7" fmla="*/ 142113 w 161925"/>
                <a:gd name="connsiteY7" fmla="*/ 95917 h 152400"/>
                <a:gd name="connsiteX8" fmla="*/ 69914 w 161925"/>
                <a:gd name="connsiteY8" fmla="*/ 95917 h 152400"/>
                <a:gd name="connsiteX9" fmla="*/ 65437 w 161925"/>
                <a:gd name="connsiteY9" fmla="*/ 116777 h 152400"/>
                <a:gd name="connsiteX10" fmla="*/ 142494 w 161925"/>
                <a:gd name="connsiteY10" fmla="*/ 116777 h 152400"/>
                <a:gd name="connsiteX11" fmla="*/ 134684 w 161925"/>
                <a:gd name="connsiteY11" fmla="*/ 153924 h 152400"/>
                <a:gd name="connsiteX12" fmla="*/ 0 w 161925"/>
                <a:gd name="connsiteY12" fmla="*/ 15392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152400">
                  <a:moveTo>
                    <a:pt x="32671" y="0"/>
                  </a:moveTo>
                  <a:lnTo>
                    <a:pt x="32671" y="0"/>
                  </a:lnTo>
                  <a:lnTo>
                    <a:pt x="165735" y="0"/>
                  </a:lnTo>
                  <a:lnTo>
                    <a:pt x="157925" y="37052"/>
                  </a:lnTo>
                  <a:lnTo>
                    <a:pt x="82391" y="37052"/>
                  </a:lnTo>
                  <a:lnTo>
                    <a:pt x="77724" y="58865"/>
                  </a:lnTo>
                  <a:lnTo>
                    <a:pt x="150019" y="58865"/>
                  </a:lnTo>
                  <a:lnTo>
                    <a:pt x="142113" y="95917"/>
                  </a:lnTo>
                  <a:lnTo>
                    <a:pt x="69914" y="95917"/>
                  </a:lnTo>
                  <a:lnTo>
                    <a:pt x="65437" y="116777"/>
                  </a:lnTo>
                  <a:lnTo>
                    <a:pt x="142494" y="116777"/>
                  </a:lnTo>
                  <a:lnTo>
                    <a:pt x="134684" y="153924"/>
                  </a:lnTo>
                  <a:lnTo>
                    <a:pt x="0" y="1539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6" name="Freeform 26">
              <a:extLst>
                <a:ext uri="{FF2B5EF4-FFF2-40B4-BE49-F238E27FC236}">
                  <a16:creationId xmlns:a16="http://schemas.microsoft.com/office/drawing/2014/main" id="{985FB097-35AD-31A1-F555-1F3C2553C80A}"/>
                </a:ext>
              </a:extLst>
            </p:cNvPr>
            <p:cNvSpPr/>
            <p:nvPr/>
          </p:nvSpPr>
          <p:spPr>
            <a:xfrm>
              <a:off x="6112478" y="3353657"/>
              <a:ext cx="180975" cy="152400"/>
            </a:xfrm>
            <a:custGeom>
              <a:avLst/>
              <a:gdLst>
                <a:gd name="connsiteX0" fmla="*/ 67151 w 180975"/>
                <a:gd name="connsiteY0" fmla="*/ 115633 h 152400"/>
                <a:gd name="connsiteX1" fmla="*/ 67151 w 180975"/>
                <a:gd name="connsiteY1" fmla="*/ 115633 h 152400"/>
                <a:gd name="connsiteX2" fmla="*/ 81820 w 180975"/>
                <a:gd name="connsiteY2" fmla="*/ 115633 h 152400"/>
                <a:gd name="connsiteX3" fmla="*/ 116395 w 180975"/>
                <a:gd name="connsiteY3" fmla="*/ 75724 h 152400"/>
                <a:gd name="connsiteX4" fmla="*/ 98584 w 180975"/>
                <a:gd name="connsiteY4" fmla="*/ 35719 h 152400"/>
                <a:gd name="connsiteX5" fmla="*/ 83915 w 180975"/>
                <a:gd name="connsiteY5" fmla="*/ 35719 h 152400"/>
                <a:gd name="connsiteX6" fmla="*/ 67151 w 180975"/>
                <a:gd name="connsiteY6" fmla="*/ 115633 h 152400"/>
                <a:gd name="connsiteX7" fmla="*/ 32576 w 180975"/>
                <a:gd name="connsiteY7" fmla="*/ 0 h 152400"/>
                <a:gd name="connsiteX8" fmla="*/ 32576 w 180975"/>
                <a:gd name="connsiteY8" fmla="*/ 0 h 152400"/>
                <a:gd name="connsiteX9" fmla="*/ 119063 w 180975"/>
                <a:gd name="connsiteY9" fmla="*/ 0 h 152400"/>
                <a:gd name="connsiteX10" fmla="*/ 177832 w 180975"/>
                <a:gd name="connsiteY10" fmla="*/ 77343 h 152400"/>
                <a:gd name="connsiteX11" fmla="*/ 84011 w 180975"/>
                <a:gd name="connsiteY11" fmla="*/ 153924 h 152400"/>
                <a:gd name="connsiteX12" fmla="*/ 0 w 180975"/>
                <a:gd name="connsiteY12" fmla="*/ 153924 h 152400"/>
                <a:gd name="connsiteX13" fmla="*/ 32576 w 180975"/>
                <a:gd name="connsiteY13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975" h="152400">
                  <a:moveTo>
                    <a:pt x="67151" y="115633"/>
                  </a:moveTo>
                  <a:lnTo>
                    <a:pt x="67151" y="115633"/>
                  </a:lnTo>
                  <a:lnTo>
                    <a:pt x="81820" y="115633"/>
                  </a:lnTo>
                  <a:cubicBezTo>
                    <a:pt x="103251" y="115633"/>
                    <a:pt x="111062" y="101441"/>
                    <a:pt x="116395" y="75724"/>
                  </a:cubicBezTo>
                  <a:cubicBezTo>
                    <a:pt x="122111" y="49340"/>
                    <a:pt x="119729" y="35719"/>
                    <a:pt x="98584" y="35719"/>
                  </a:cubicBezTo>
                  <a:lnTo>
                    <a:pt x="83915" y="35719"/>
                  </a:lnTo>
                  <a:lnTo>
                    <a:pt x="67151" y="115633"/>
                  </a:lnTo>
                  <a:close/>
                  <a:moveTo>
                    <a:pt x="32576" y="0"/>
                  </a:moveTo>
                  <a:lnTo>
                    <a:pt x="32576" y="0"/>
                  </a:lnTo>
                  <a:lnTo>
                    <a:pt x="119063" y="0"/>
                  </a:lnTo>
                  <a:cubicBezTo>
                    <a:pt x="163163" y="0"/>
                    <a:pt x="190976" y="14859"/>
                    <a:pt x="177832" y="77343"/>
                  </a:cubicBezTo>
                  <a:cubicBezTo>
                    <a:pt x="165354" y="135541"/>
                    <a:pt x="128111" y="153924"/>
                    <a:pt x="84011" y="153924"/>
                  </a:cubicBezTo>
                  <a:lnTo>
                    <a:pt x="0" y="153924"/>
                  </a:lnTo>
                  <a:lnTo>
                    <a:pt x="32576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8" name="Freeform 27">
              <a:extLst>
                <a:ext uri="{FF2B5EF4-FFF2-40B4-BE49-F238E27FC236}">
                  <a16:creationId xmlns:a16="http://schemas.microsoft.com/office/drawing/2014/main" id="{8457B419-E27F-D496-42B3-0DC00416BADF}"/>
                </a:ext>
              </a:extLst>
            </p:cNvPr>
            <p:cNvSpPr/>
            <p:nvPr/>
          </p:nvSpPr>
          <p:spPr>
            <a:xfrm>
              <a:off x="6274498" y="3353657"/>
              <a:ext cx="180975" cy="152400"/>
            </a:xfrm>
            <a:custGeom>
              <a:avLst/>
              <a:gdLst>
                <a:gd name="connsiteX0" fmla="*/ 91154 w 180975"/>
                <a:gd name="connsiteY0" fmla="*/ 83534 h 152400"/>
                <a:gd name="connsiteX1" fmla="*/ 91154 w 180975"/>
                <a:gd name="connsiteY1" fmla="*/ 83534 h 152400"/>
                <a:gd name="connsiteX2" fmla="*/ 125254 w 180975"/>
                <a:gd name="connsiteY2" fmla="*/ 83534 h 152400"/>
                <a:gd name="connsiteX3" fmla="*/ 119253 w 180975"/>
                <a:gd name="connsiteY3" fmla="*/ 33052 h 152400"/>
                <a:gd name="connsiteX4" fmla="*/ 118777 w 180975"/>
                <a:gd name="connsiteY4" fmla="*/ 33052 h 152400"/>
                <a:gd name="connsiteX5" fmla="*/ 91154 w 180975"/>
                <a:gd name="connsiteY5" fmla="*/ 83534 h 152400"/>
                <a:gd name="connsiteX6" fmla="*/ 86487 w 180975"/>
                <a:gd name="connsiteY6" fmla="*/ 0 h 152400"/>
                <a:gd name="connsiteX7" fmla="*/ 86487 w 180975"/>
                <a:gd name="connsiteY7" fmla="*/ 0 h 152400"/>
                <a:gd name="connsiteX8" fmla="*/ 167735 w 180975"/>
                <a:gd name="connsiteY8" fmla="*/ 0 h 152400"/>
                <a:gd name="connsiteX9" fmla="*/ 189833 w 180975"/>
                <a:gd name="connsiteY9" fmla="*/ 153924 h 152400"/>
                <a:gd name="connsiteX10" fmla="*/ 127921 w 180975"/>
                <a:gd name="connsiteY10" fmla="*/ 153924 h 152400"/>
                <a:gd name="connsiteX11" fmla="*/ 124968 w 180975"/>
                <a:gd name="connsiteY11" fmla="*/ 120587 h 152400"/>
                <a:gd name="connsiteX12" fmla="*/ 75248 w 180975"/>
                <a:gd name="connsiteY12" fmla="*/ 120587 h 152400"/>
                <a:gd name="connsiteX13" fmla="*/ 58769 w 180975"/>
                <a:gd name="connsiteY13" fmla="*/ 153924 h 152400"/>
                <a:gd name="connsiteX14" fmla="*/ 0 w 180975"/>
                <a:gd name="connsiteY14" fmla="*/ 153924 h 152400"/>
                <a:gd name="connsiteX15" fmla="*/ 86487 w 180975"/>
                <a:gd name="connsiteY15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75" h="152400">
                  <a:moveTo>
                    <a:pt x="91154" y="83534"/>
                  </a:moveTo>
                  <a:lnTo>
                    <a:pt x="91154" y="83534"/>
                  </a:lnTo>
                  <a:lnTo>
                    <a:pt x="125254" y="83534"/>
                  </a:lnTo>
                  <a:lnTo>
                    <a:pt x="119253" y="33052"/>
                  </a:lnTo>
                  <a:lnTo>
                    <a:pt x="118777" y="33052"/>
                  </a:lnTo>
                  <a:lnTo>
                    <a:pt x="91154" y="83534"/>
                  </a:lnTo>
                  <a:close/>
                  <a:moveTo>
                    <a:pt x="86487" y="0"/>
                  </a:moveTo>
                  <a:lnTo>
                    <a:pt x="86487" y="0"/>
                  </a:lnTo>
                  <a:lnTo>
                    <a:pt x="167735" y="0"/>
                  </a:lnTo>
                  <a:lnTo>
                    <a:pt x="189833" y="153924"/>
                  </a:lnTo>
                  <a:lnTo>
                    <a:pt x="127921" y="153924"/>
                  </a:lnTo>
                  <a:lnTo>
                    <a:pt x="124968" y="120587"/>
                  </a:lnTo>
                  <a:lnTo>
                    <a:pt x="75248" y="120587"/>
                  </a:lnTo>
                  <a:lnTo>
                    <a:pt x="58769" y="153924"/>
                  </a:lnTo>
                  <a:lnTo>
                    <a:pt x="0" y="153924"/>
                  </a:lnTo>
                  <a:lnTo>
                    <a:pt x="86487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9" name="Freeform 28">
              <a:extLst>
                <a:ext uri="{FF2B5EF4-FFF2-40B4-BE49-F238E27FC236}">
                  <a16:creationId xmlns:a16="http://schemas.microsoft.com/office/drawing/2014/main" id="{D63461A3-F7E9-5D1B-EB47-2551AFC6B26C}"/>
                </a:ext>
              </a:extLst>
            </p:cNvPr>
            <p:cNvSpPr/>
            <p:nvPr/>
          </p:nvSpPr>
          <p:spPr>
            <a:xfrm>
              <a:off x="6476453" y="3350990"/>
              <a:ext cx="161925" cy="152400"/>
            </a:xfrm>
            <a:custGeom>
              <a:avLst/>
              <a:gdLst>
                <a:gd name="connsiteX0" fmla="*/ 142184 w 161925"/>
                <a:gd name="connsiteY0" fmla="*/ 150781 h 152400"/>
                <a:gd name="connsiteX1" fmla="*/ 142184 w 161925"/>
                <a:gd name="connsiteY1" fmla="*/ 150781 h 152400"/>
                <a:gd name="connsiteX2" fmla="*/ 76747 w 161925"/>
                <a:gd name="connsiteY2" fmla="*/ 159258 h 152400"/>
                <a:gd name="connsiteX3" fmla="*/ 2261 w 161925"/>
                <a:gd name="connsiteY3" fmla="*/ 77343 h 152400"/>
                <a:gd name="connsiteX4" fmla="*/ 110561 w 161925"/>
                <a:gd name="connsiteY4" fmla="*/ 0 h 152400"/>
                <a:gd name="connsiteX5" fmla="*/ 166853 w 161925"/>
                <a:gd name="connsiteY5" fmla="*/ 5715 h 152400"/>
                <a:gd name="connsiteX6" fmla="*/ 157995 w 161925"/>
                <a:gd name="connsiteY6" fmla="*/ 47244 h 152400"/>
                <a:gd name="connsiteX7" fmla="*/ 119419 w 161925"/>
                <a:gd name="connsiteY7" fmla="*/ 38386 h 152400"/>
                <a:gd name="connsiteX8" fmla="*/ 61697 w 161925"/>
                <a:gd name="connsiteY8" fmla="*/ 81058 h 152400"/>
                <a:gd name="connsiteX9" fmla="*/ 85510 w 161925"/>
                <a:gd name="connsiteY9" fmla="*/ 120777 h 152400"/>
                <a:gd name="connsiteX10" fmla="*/ 98273 w 161925"/>
                <a:gd name="connsiteY10" fmla="*/ 119444 h 152400"/>
                <a:gd name="connsiteX11" fmla="*/ 106941 w 161925"/>
                <a:gd name="connsiteY11" fmla="*/ 78391 h 152400"/>
                <a:gd name="connsiteX12" fmla="*/ 157519 w 161925"/>
                <a:gd name="connsiteY12" fmla="*/ 78391 h 152400"/>
                <a:gd name="connsiteX13" fmla="*/ 142184 w 161925"/>
                <a:gd name="connsiteY13" fmla="*/ 1507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152400">
                  <a:moveTo>
                    <a:pt x="142184" y="150781"/>
                  </a:moveTo>
                  <a:lnTo>
                    <a:pt x="142184" y="150781"/>
                  </a:lnTo>
                  <a:cubicBezTo>
                    <a:pt x="120752" y="156782"/>
                    <a:pt x="101036" y="159258"/>
                    <a:pt x="76747" y="159258"/>
                  </a:cubicBezTo>
                  <a:cubicBezTo>
                    <a:pt x="25693" y="159258"/>
                    <a:pt x="-9455" y="132207"/>
                    <a:pt x="2261" y="77343"/>
                  </a:cubicBezTo>
                  <a:cubicBezTo>
                    <a:pt x="13024" y="25622"/>
                    <a:pt x="61316" y="0"/>
                    <a:pt x="110561" y="0"/>
                  </a:cubicBezTo>
                  <a:cubicBezTo>
                    <a:pt x="139326" y="0"/>
                    <a:pt x="152851" y="2191"/>
                    <a:pt x="166853" y="5715"/>
                  </a:cubicBezTo>
                  <a:lnTo>
                    <a:pt x="157995" y="47244"/>
                  </a:lnTo>
                  <a:cubicBezTo>
                    <a:pt x="150661" y="42386"/>
                    <a:pt x="135897" y="38386"/>
                    <a:pt x="119419" y="38386"/>
                  </a:cubicBezTo>
                  <a:cubicBezTo>
                    <a:pt x="90177" y="38386"/>
                    <a:pt x="67698" y="53054"/>
                    <a:pt x="61697" y="81058"/>
                  </a:cubicBezTo>
                  <a:cubicBezTo>
                    <a:pt x="57220" y="102203"/>
                    <a:pt x="61888" y="120777"/>
                    <a:pt x="85510" y="120777"/>
                  </a:cubicBezTo>
                  <a:cubicBezTo>
                    <a:pt x="89605" y="120777"/>
                    <a:pt x="94463" y="120777"/>
                    <a:pt x="98273" y="119444"/>
                  </a:cubicBezTo>
                  <a:lnTo>
                    <a:pt x="106941" y="78391"/>
                  </a:lnTo>
                  <a:lnTo>
                    <a:pt x="157519" y="78391"/>
                  </a:lnTo>
                  <a:lnTo>
                    <a:pt x="142184" y="15078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20" name="Freeform 29">
              <a:extLst>
                <a:ext uri="{FF2B5EF4-FFF2-40B4-BE49-F238E27FC236}">
                  <a16:creationId xmlns:a16="http://schemas.microsoft.com/office/drawing/2014/main" id="{3ED5BC5A-EE5C-00AB-3D0D-5951B00C13EF}"/>
                </a:ext>
              </a:extLst>
            </p:cNvPr>
            <p:cNvSpPr/>
            <p:nvPr/>
          </p:nvSpPr>
          <p:spPr>
            <a:xfrm>
              <a:off x="5648991" y="3412046"/>
              <a:ext cx="200025" cy="28575"/>
            </a:xfrm>
            <a:custGeom>
              <a:avLst/>
              <a:gdLst>
                <a:gd name="connsiteX0" fmla="*/ 7811 w 200025"/>
                <a:gd name="connsiteY0" fmla="*/ 0 h 28575"/>
                <a:gd name="connsiteX1" fmla="*/ 7811 w 200025"/>
                <a:gd name="connsiteY1" fmla="*/ 0 h 28575"/>
                <a:gd name="connsiteX2" fmla="*/ 202978 w 200025"/>
                <a:gd name="connsiteY2" fmla="*/ 0 h 28575"/>
                <a:gd name="connsiteX3" fmla="*/ 195167 w 200025"/>
                <a:gd name="connsiteY3" fmla="*/ 37052 h 28575"/>
                <a:gd name="connsiteX4" fmla="*/ 0 w 200025"/>
                <a:gd name="connsiteY4" fmla="*/ 3705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8575">
                  <a:moveTo>
                    <a:pt x="7811" y="0"/>
                  </a:moveTo>
                  <a:lnTo>
                    <a:pt x="7811" y="0"/>
                  </a:lnTo>
                  <a:lnTo>
                    <a:pt x="202978" y="0"/>
                  </a:lnTo>
                  <a:lnTo>
                    <a:pt x="195167" y="37052"/>
                  </a:lnTo>
                  <a:lnTo>
                    <a:pt x="0" y="370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22" name="Freeform 30">
              <a:extLst>
                <a:ext uri="{FF2B5EF4-FFF2-40B4-BE49-F238E27FC236}">
                  <a16:creationId xmlns:a16="http://schemas.microsoft.com/office/drawing/2014/main" id="{0E23E678-9242-80B7-70C9-6662ED9B78C7}"/>
                </a:ext>
              </a:extLst>
            </p:cNvPr>
            <p:cNvSpPr/>
            <p:nvPr/>
          </p:nvSpPr>
          <p:spPr>
            <a:xfrm>
              <a:off x="5673661" y="3295650"/>
              <a:ext cx="200025" cy="28575"/>
            </a:xfrm>
            <a:custGeom>
              <a:avLst/>
              <a:gdLst>
                <a:gd name="connsiteX0" fmla="*/ 7810 w 200025"/>
                <a:gd name="connsiteY0" fmla="*/ 0 h 28575"/>
                <a:gd name="connsiteX1" fmla="*/ 0 w 200025"/>
                <a:gd name="connsiteY1" fmla="*/ 36862 h 28575"/>
                <a:gd name="connsiteX2" fmla="*/ 194977 w 200025"/>
                <a:gd name="connsiteY2" fmla="*/ 36862 h 28575"/>
                <a:gd name="connsiteX3" fmla="*/ 202978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7810" y="0"/>
                  </a:moveTo>
                  <a:lnTo>
                    <a:pt x="0" y="36862"/>
                  </a:lnTo>
                  <a:lnTo>
                    <a:pt x="194977" y="36862"/>
                  </a:lnTo>
                  <a:lnTo>
                    <a:pt x="20297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23" name="Freeform 31">
              <a:extLst>
                <a:ext uri="{FF2B5EF4-FFF2-40B4-BE49-F238E27FC236}">
                  <a16:creationId xmlns:a16="http://schemas.microsoft.com/office/drawing/2014/main" id="{89051112-C022-66BC-D46C-61137239FD94}"/>
                </a:ext>
              </a:extLst>
            </p:cNvPr>
            <p:cNvSpPr/>
            <p:nvPr/>
          </p:nvSpPr>
          <p:spPr>
            <a:xfrm>
              <a:off x="5624322" y="3528441"/>
              <a:ext cx="200025" cy="28575"/>
            </a:xfrm>
            <a:custGeom>
              <a:avLst/>
              <a:gdLst>
                <a:gd name="connsiteX0" fmla="*/ 8001 w 200025"/>
                <a:gd name="connsiteY0" fmla="*/ 0 h 28575"/>
                <a:gd name="connsiteX1" fmla="*/ 0 w 200025"/>
                <a:gd name="connsiteY1" fmla="*/ 37243 h 28575"/>
                <a:gd name="connsiteX2" fmla="*/ 195263 w 200025"/>
                <a:gd name="connsiteY2" fmla="*/ 37243 h 28575"/>
                <a:gd name="connsiteX3" fmla="*/ 203073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8001" y="0"/>
                  </a:moveTo>
                  <a:lnTo>
                    <a:pt x="0" y="37243"/>
                  </a:lnTo>
                  <a:lnTo>
                    <a:pt x="195263" y="37243"/>
                  </a:lnTo>
                  <a:lnTo>
                    <a:pt x="20307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24" name="Freeform 32">
              <a:extLst>
                <a:ext uri="{FF2B5EF4-FFF2-40B4-BE49-F238E27FC236}">
                  <a16:creationId xmlns:a16="http://schemas.microsoft.com/office/drawing/2014/main" id="{D8EF0630-81F4-85BD-7B2C-1BB78AF54559}"/>
                </a:ext>
              </a:extLst>
            </p:cNvPr>
            <p:cNvSpPr/>
            <p:nvPr/>
          </p:nvSpPr>
          <p:spPr>
            <a:xfrm>
              <a:off x="5548312" y="3354229"/>
              <a:ext cx="371475" cy="152400"/>
            </a:xfrm>
            <a:custGeom>
              <a:avLst/>
              <a:gdLst>
                <a:gd name="connsiteX0" fmla="*/ 344424 w 371475"/>
                <a:gd name="connsiteY0" fmla="*/ 153924 h 152400"/>
                <a:gd name="connsiteX1" fmla="*/ 344424 w 371475"/>
                <a:gd name="connsiteY1" fmla="*/ 153924 h 152400"/>
                <a:gd name="connsiteX2" fmla="*/ 0 w 371475"/>
                <a:gd name="connsiteY2" fmla="*/ 154115 h 152400"/>
                <a:gd name="connsiteX3" fmla="*/ 344424 w 371475"/>
                <a:gd name="connsiteY3" fmla="*/ 153924 h 152400"/>
                <a:gd name="connsiteX4" fmla="*/ 377190 w 371475"/>
                <a:gd name="connsiteY4" fmla="*/ 0 h 152400"/>
                <a:gd name="connsiteX5" fmla="*/ 32576 w 371475"/>
                <a:gd name="connsiteY5" fmla="*/ 0 h 152400"/>
                <a:gd name="connsiteX6" fmla="*/ 24575 w 371475"/>
                <a:gd name="connsiteY6" fmla="*/ 37148 h 152400"/>
                <a:gd name="connsiteX7" fmla="*/ 331946 w 371475"/>
                <a:gd name="connsiteY7" fmla="*/ 36957 h 152400"/>
                <a:gd name="connsiteX8" fmla="*/ 314992 w 371475"/>
                <a:gd name="connsiteY8" fmla="*/ 116872 h 152400"/>
                <a:gd name="connsiteX9" fmla="*/ 8192 w 371475"/>
                <a:gd name="connsiteY9" fmla="*/ 117062 h 152400"/>
                <a:gd name="connsiteX10" fmla="*/ 0 w 371475"/>
                <a:gd name="connsiteY10" fmla="*/ 154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475" h="152400">
                  <a:moveTo>
                    <a:pt x="344424" y="153924"/>
                  </a:moveTo>
                  <a:lnTo>
                    <a:pt x="344424" y="153924"/>
                  </a:lnTo>
                  <a:cubicBezTo>
                    <a:pt x="344424" y="153924"/>
                    <a:pt x="476" y="154115"/>
                    <a:pt x="0" y="154115"/>
                  </a:cubicBezTo>
                  <a:lnTo>
                    <a:pt x="344424" y="153924"/>
                  </a:lnTo>
                  <a:lnTo>
                    <a:pt x="377190" y="0"/>
                  </a:lnTo>
                  <a:cubicBezTo>
                    <a:pt x="377190" y="190"/>
                    <a:pt x="32576" y="0"/>
                    <a:pt x="32576" y="0"/>
                  </a:cubicBezTo>
                  <a:lnTo>
                    <a:pt x="24575" y="37148"/>
                  </a:lnTo>
                  <a:lnTo>
                    <a:pt x="331946" y="36957"/>
                  </a:lnTo>
                  <a:lnTo>
                    <a:pt x="314992" y="116872"/>
                  </a:lnTo>
                  <a:lnTo>
                    <a:pt x="8192" y="117062"/>
                  </a:lnTo>
                  <a:lnTo>
                    <a:pt x="0" y="154019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</p:grpSp>
      <p:sp>
        <p:nvSpPr>
          <p:cNvPr id="25" name="TextBox 12">
            <a:extLst>
              <a:ext uri="{FF2B5EF4-FFF2-40B4-BE49-F238E27FC236}">
                <a16:creationId xmlns:a16="http://schemas.microsoft.com/office/drawing/2014/main" id="{C5D477DF-B498-71D1-5FA7-B6853F1F79AC}"/>
              </a:ext>
            </a:extLst>
          </p:cNvPr>
          <p:cNvSpPr txBox="1"/>
          <p:nvPr userDrawn="1"/>
        </p:nvSpPr>
        <p:spPr bwMode="gray">
          <a:xfrm>
            <a:off x="8956432" y="6553476"/>
            <a:ext cx="2062072" cy="11037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r">
              <a:lnSpc>
                <a:spcPct val="85000"/>
              </a:lnSpc>
            </a:pPr>
            <a:r>
              <a:rPr lang="en-US" sz="800" noProof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</a:t>
            </a:r>
            <a:r>
              <a:rPr lang="de-DE" sz="800" noProof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noProof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EDAG Group. All rights reserved.</a:t>
            </a: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D873C442-ED87-9EC4-0AB3-F65CB1B41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318005" y="6515100"/>
            <a:ext cx="214905" cy="142876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r">
              <a:lnSpc>
                <a:spcPct val="85000"/>
              </a:lnSpc>
              <a:defRPr sz="800">
                <a:solidFill>
                  <a:schemeClr val="tx2"/>
                </a:solidFill>
              </a:defRPr>
            </a:lvl1pPr>
            <a:lvl2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2pPr>
            <a:lvl3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3pPr>
            <a:lvl4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4pPr>
            <a:lvl5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5pPr>
            <a:lvl6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6pPr>
            <a:lvl7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7pPr>
            <a:lvl8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8pPr>
            <a:lvl9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9pPr>
          </a:lstStyle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F414C343-2E71-520B-08CD-85B13F5A94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40000" y="6537600"/>
            <a:ext cx="7560000" cy="10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aseline="0">
                <a:solidFill>
                  <a:schemeClr val="tx2"/>
                </a:solidFill>
              </a:defRPr>
            </a:lvl1pPr>
          </a:lstStyle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3" name="Titelplatzhalter 2">
            <a:extLst>
              <a:ext uri="{FF2B5EF4-FFF2-40B4-BE49-F238E27FC236}">
                <a16:creationId xmlns:a16="http://schemas.microsoft.com/office/drawing/2014/main" id="{6CAF4F76-4A43-31A0-6929-F30D973FD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522000"/>
            <a:ext cx="6840000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/>
              <a:t>Mastertitelformat bearbeiten</a:t>
            </a:r>
          </a:p>
        </p:txBody>
      </p:sp>
      <p:pic>
        <p:nvPicPr>
          <p:cNvPr id="4" name="Grafik 2">
            <a:extLst>
              <a:ext uri="{FF2B5EF4-FFF2-40B4-BE49-F238E27FC236}">
                <a16:creationId xmlns:a16="http://schemas.microsoft.com/office/drawing/2014/main" id="{488D32B3-C06C-F405-9D70-1D8A065FCE39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4"/>
              </a:ext>
            </a:extLst>
          </a:blip>
          <a:srcRect r="148"/>
          <a:stretch/>
        </p:blipFill>
        <p:spPr>
          <a:xfrm>
            <a:off x="5330548" y="1"/>
            <a:ext cx="6861452" cy="1457999"/>
          </a:xfrm>
          <a:prstGeom prst="rect">
            <a:avLst/>
          </a:prstGeom>
        </p:spPr>
      </p:pic>
      <p:grpSp>
        <p:nvGrpSpPr>
          <p:cNvPr id="17" name="Grafik 13">
            <a:extLst>
              <a:ext uri="{FF2B5EF4-FFF2-40B4-BE49-F238E27FC236}">
                <a16:creationId xmlns:a16="http://schemas.microsoft.com/office/drawing/2014/main" id="{2104CDC5-4E0D-13ED-53C8-4AD47145713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21200" y="489600"/>
            <a:ext cx="1209600" cy="299018"/>
            <a:chOff x="8501174" y="2383489"/>
            <a:chExt cx="2699861" cy="667416"/>
          </a:xfrm>
          <a:solidFill>
            <a:schemeClr val="tx1"/>
          </a:solidFill>
        </p:grpSpPr>
        <p:grpSp>
          <p:nvGrpSpPr>
            <p:cNvPr id="21" name="Grafik 13">
              <a:extLst>
                <a:ext uri="{FF2B5EF4-FFF2-40B4-BE49-F238E27FC236}">
                  <a16:creationId xmlns:a16="http://schemas.microsoft.com/office/drawing/2014/main" id="{EB5D8CB2-ABFD-C860-E279-6D31A9B838E5}"/>
                </a:ext>
              </a:extLst>
            </p:cNvPr>
            <p:cNvGrpSpPr/>
            <p:nvPr/>
          </p:nvGrpSpPr>
          <p:grpSpPr>
            <a:xfrm>
              <a:off x="9461484" y="2955941"/>
              <a:ext cx="876871" cy="94964"/>
              <a:chOff x="9461484" y="2955941"/>
              <a:chExt cx="876871" cy="94964"/>
            </a:xfrm>
            <a:grpFill/>
          </p:grpSpPr>
          <p:sp>
            <p:nvSpPr>
              <p:cNvPr id="35" name="Freihandform: Form 34">
                <a:extLst>
                  <a:ext uri="{FF2B5EF4-FFF2-40B4-BE49-F238E27FC236}">
                    <a16:creationId xmlns:a16="http://schemas.microsoft.com/office/drawing/2014/main" id="{8B3CA3FE-31CF-9811-D32A-74C65CCA7018}"/>
                  </a:ext>
                </a:extLst>
              </p:cNvPr>
              <p:cNvSpPr/>
              <p:nvPr/>
            </p:nvSpPr>
            <p:spPr>
              <a:xfrm>
                <a:off x="9461484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8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8 w 64198"/>
                  <a:gd name="connsiteY9" fmla="*/ 83820 h 91725"/>
                  <a:gd name="connsiteX10" fmla="*/ 48577 w 64198"/>
                  <a:gd name="connsiteY10" fmla="*/ 83820 h 91725"/>
                  <a:gd name="connsiteX11" fmla="*/ 47244 w 64198"/>
                  <a:gd name="connsiteY11" fmla="*/ 91726 h 91725"/>
                  <a:gd name="connsiteX12" fmla="*/ 190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8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8" y="83820"/>
                    </a:lnTo>
                    <a:lnTo>
                      <a:pt x="48577" y="83820"/>
                    </a:lnTo>
                    <a:lnTo>
                      <a:pt x="47244" y="91726"/>
                    </a:lnTo>
                    <a:lnTo>
                      <a:pt x="19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6" name="Freihandform: Form 35">
                <a:extLst>
                  <a:ext uri="{FF2B5EF4-FFF2-40B4-BE49-F238E27FC236}">
                    <a16:creationId xmlns:a16="http://schemas.microsoft.com/office/drawing/2014/main" id="{C77B0EC1-9607-DE07-F52D-A560E2B07EA7}"/>
                  </a:ext>
                </a:extLst>
              </p:cNvPr>
              <p:cNvSpPr/>
              <p:nvPr/>
            </p:nvSpPr>
            <p:spPr>
              <a:xfrm>
                <a:off x="9534636" y="2957560"/>
                <a:ext cx="48387" cy="91725"/>
              </a:xfrm>
              <a:custGeom>
                <a:avLst/>
                <a:gdLst>
                  <a:gd name="connsiteX0" fmla="*/ 0 w 48387"/>
                  <a:gd name="connsiteY0" fmla="*/ 91726 h 91725"/>
                  <a:gd name="connsiteX1" fmla="*/ 19621 w 48387"/>
                  <a:gd name="connsiteY1" fmla="*/ 0 h 91725"/>
                  <a:gd name="connsiteX2" fmla="*/ 28956 w 48387"/>
                  <a:gd name="connsiteY2" fmla="*/ 0 h 91725"/>
                  <a:gd name="connsiteX3" fmla="*/ 10954 w 48387"/>
                  <a:gd name="connsiteY3" fmla="*/ 83820 h 91725"/>
                  <a:gd name="connsiteX4" fmla="*/ 48387 w 48387"/>
                  <a:gd name="connsiteY4" fmla="*/ 83820 h 91725"/>
                  <a:gd name="connsiteX5" fmla="*/ 46958 w 48387"/>
                  <a:gd name="connsiteY5" fmla="*/ 91726 h 91725"/>
                  <a:gd name="connsiteX6" fmla="*/ 95 w 48387"/>
                  <a:gd name="connsiteY6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8387" h="91725">
                    <a:moveTo>
                      <a:pt x="0" y="91726"/>
                    </a:moveTo>
                    <a:lnTo>
                      <a:pt x="19621" y="0"/>
                    </a:lnTo>
                    <a:lnTo>
                      <a:pt x="28956" y="0"/>
                    </a:lnTo>
                    <a:lnTo>
                      <a:pt x="10954" y="83820"/>
                    </a:lnTo>
                    <a:lnTo>
                      <a:pt x="48387" y="83820"/>
                    </a:lnTo>
                    <a:lnTo>
                      <a:pt x="46958" y="91726"/>
                    </a:lnTo>
                    <a:lnTo>
                      <a:pt x="95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7" name="Freihandform: Form 36">
                <a:extLst>
                  <a:ext uri="{FF2B5EF4-FFF2-40B4-BE49-F238E27FC236}">
                    <a16:creationId xmlns:a16="http://schemas.microsoft.com/office/drawing/2014/main" id="{200C030B-F0D9-433F-52F3-8501059A9C32}"/>
                  </a:ext>
                </a:extLst>
              </p:cNvPr>
              <p:cNvSpPr/>
              <p:nvPr/>
            </p:nvSpPr>
            <p:spPr>
              <a:xfrm>
                <a:off x="9605216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9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9 w 64198"/>
                  <a:gd name="connsiteY9" fmla="*/ 83820 h 91725"/>
                  <a:gd name="connsiteX10" fmla="*/ 48578 w 64198"/>
                  <a:gd name="connsiteY10" fmla="*/ 83820 h 91725"/>
                  <a:gd name="connsiteX11" fmla="*/ 47244 w 64198"/>
                  <a:gd name="connsiteY11" fmla="*/ 91726 h 91725"/>
                  <a:gd name="connsiteX12" fmla="*/ 191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9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9" y="83820"/>
                    </a:lnTo>
                    <a:lnTo>
                      <a:pt x="48578" y="83820"/>
                    </a:lnTo>
                    <a:lnTo>
                      <a:pt x="47244" y="91726"/>
                    </a:lnTo>
                    <a:lnTo>
                      <a:pt x="19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8" name="Freihandform: Form 37">
                <a:extLst>
                  <a:ext uri="{FF2B5EF4-FFF2-40B4-BE49-F238E27FC236}">
                    <a16:creationId xmlns:a16="http://schemas.microsoft.com/office/drawing/2014/main" id="{7DDB1C88-52C4-A578-E89F-B5B739889C3C}"/>
                  </a:ext>
                </a:extLst>
              </p:cNvPr>
              <p:cNvSpPr/>
              <p:nvPr/>
            </p:nvSpPr>
            <p:spPr>
              <a:xfrm>
                <a:off x="9684179" y="2955941"/>
                <a:ext cx="79247" cy="94869"/>
              </a:xfrm>
              <a:custGeom>
                <a:avLst/>
                <a:gdLst>
                  <a:gd name="connsiteX0" fmla="*/ 60960 w 79247"/>
                  <a:gd name="connsiteY0" fmla="*/ 92012 h 94869"/>
                  <a:gd name="connsiteX1" fmla="*/ 43053 w 79247"/>
                  <a:gd name="connsiteY1" fmla="*/ 94869 h 94869"/>
                  <a:gd name="connsiteX2" fmla="*/ 0 w 79247"/>
                  <a:gd name="connsiteY2" fmla="*/ 54674 h 94869"/>
                  <a:gd name="connsiteX3" fmla="*/ 54673 w 79247"/>
                  <a:gd name="connsiteY3" fmla="*/ 0 h 94869"/>
                  <a:gd name="connsiteX4" fmla="*/ 79248 w 79247"/>
                  <a:gd name="connsiteY4" fmla="*/ 4763 h 94869"/>
                  <a:gd name="connsiteX5" fmla="*/ 76105 w 79247"/>
                  <a:gd name="connsiteY5" fmla="*/ 12382 h 94869"/>
                  <a:gd name="connsiteX6" fmla="*/ 54007 w 79247"/>
                  <a:gd name="connsiteY6" fmla="*/ 7906 h 94869"/>
                  <a:gd name="connsiteX7" fmla="*/ 9049 w 79247"/>
                  <a:gd name="connsiteY7" fmla="*/ 54769 h 94869"/>
                  <a:gd name="connsiteX8" fmla="*/ 42577 w 79247"/>
                  <a:gd name="connsiteY8" fmla="*/ 86963 h 94869"/>
                  <a:gd name="connsiteX9" fmla="*/ 62008 w 79247"/>
                  <a:gd name="connsiteY9" fmla="*/ 83915 h 94869"/>
                  <a:gd name="connsiteX10" fmla="*/ 60960 w 79247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7" h="94869">
                    <a:moveTo>
                      <a:pt x="60960" y="92012"/>
                    </a:moveTo>
                    <a:cubicBezTo>
                      <a:pt x="54293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9" y="0"/>
                      <a:pt x="54673" y="0"/>
                    </a:cubicBezTo>
                    <a:cubicBezTo>
                      <a:pt x="66199" y="0"/>
                      <a:pt x="72961" y="1810"/>
                      <a:pt x="79248" y="4763"/>
                    </a:cubicBezTo>
                    <a:lnTo>
                      <a:pt x="76105" y="12382"/>
                    </a:lnTo>
                    <a:cubicBezTo>
                      <a:pt x="69532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9" name="Freihandform: Form 38">
                <a:extLst>
                  <a:ext uri="{FF2B5EF4-FFF2-40B4-BE49-F238E27FC236}">
                    <a16:creationId xmlns:a16="http://schemas.microsoft.com/office/drawing/2014/main" id="{792D0174-8937-5BEA-4794-EA0D9EF2A266}"/>
                  </a:ext>
                </a:extLst>
              </p:cNvPr>
              <p:cNvSpPr/>
              <p:nvPr/>
            </p:nvSpPr>
            <p:spPr>
              <a:xfrm>
                <a:off x="9781905" y="2957560"/>
                <a:ext cx="66484" cy="91725"/>
              </a:xfrm>
              <a:custGeom>
                <a:avLst/>
                <a:gdLst>
                  <a:gd name="connsiteX0" fmla="*/ 9906 w 66484"/>
                  <a:gd name="connsiteY0" fmla="*/ 91726 h 91725"/>
                  <a:gd name="connsiteX1" fmla="*/ 27813 w 66484"/>
                  <a:gd name="connsiteY1" fmla="*/ 7906 h 91725"/>
                  <a:gd name="connsiteX2" fmla="*/ 0 w 66484"/>
                  <a:gd name="connsiteY2" fmla="*/ 7906 h 91725"/>
                  <a:gd name="connsiteX3" fmla="*/ 1715 w 66484"/>
                  <a:gd name="connsiteY3" fmla="*/ 0 h 91725"/>
                  <a:gd name="connsiteX4" fmla="*/ 66484 w 66484"/>
                  <a:gd name="connsiteY4" fmla="*/ 0 h 91725"/>
                  <a:gd name="connsiteX5" fmla="*/ 64865 w 66484"/>
                  <a:gd name="connsiteY5" fmla="*/ 7906 h 91725"/>
                  <a:gd name="connsiteX6" fmla="*/ 37052 w 66484"/>
                  <a:gd name="connsiteY6" fmla="*/ 7906 h 91725"/>
                  <a:gd name="connsiteX7" fmla="*/ 19431 w 66484"/>
                  <a:gd name="connsiteY7" fmla="*/ 91726 h 91725"/>
                  <a:gd name="connsiteX8" fmla="*/ 10001 w 66484"/>
                  <a:gd name="connsiteY8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6484" h="91725">
                    <a:moveTo>
                      <a:pt x="9906" y="91726"/>
                    </a:moveTo>
                    <a:lnTo>
                      <a:pt x="27813" y="7906"/>
                    </a:lnTo>
                    <a:lnTo>
                      <a:pt x="0" y="7906"/>
                    </a:lnTo>
                    <a:lnTo>
                      <a:pt x="1715" y="0"/>
                    </a:lnTo>
                    <a:lnTo>
                      <a:pt x="66484" y="0"/>
                    </a:lnTo>
                    <a:lnTo>
                      <a:pt x="64865" y="7906"/>
                    </a:lnTo>
                    <a:lnTo>
                      <a:pt x="37052" y="7906"/>
                    </a:lnTo>
                    <a:lnTo>
                      <a:pt x="19431" y="91726"/>
                    </a:lnTo>
                    <a:lnTo>
                      <a:pt x="1000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0" name="Freihandform: Form 39">
                <a:extLst>
                  <a:ext uri="{FF2B5EF4-FFF2-40B4-BE49-F238E27FC236}">
                    <a16:creationId xmlns:a16="http://schemas.microsoft.com/office/drawing/2014/main" id="{44D85B2C-962A-E94A-6EF9-C026FE9BD65C}"/>
                  </a:ext>
                </a:extLst>
              </p:cNvPr>
              <p:cNvSpPr/>
              <p:nvPr/>
            </p:nvSpPr>
            <p:spPr>
              <a:xfrm>
                <a:off x="9852104" y="2957560"/>
                <a:ext cx="65912" cy="91725"/>
              </a:xfrm>
              <a:custGeom>
                <a:avLst/>
                <a:gdLst>
                  <a:gd name="connsiteX0" fmla="*/ 49625 w 65912"/>
                  <a:gd name="connsiteY0" fmla="*/ 91726 h 91725"/>
                  <a:gd name="connsiteX1" fmla="*/ 41910 w 65912"/>
                  <a:gd name="connsiteY1" fmla="*/ 58769 h 91725"/>
                  <a:gd name="connsiteX2" fmla="*/ 29051 w 65912"/>
                  <a:gd name="connsiteY2" fmla="*/ 48482 h 91725"/>
                  <a:gd name="connsiteX3" fmla="*/ 18383 w 65912"/>
                  <a:gd name="connsiteY3" fmla="*/ 48482 h 91725"/>
                  <a:gd name="connsiteX4" fmla="*/ 9144 w 65912"/>
                  <a:gd name="connsiteY4" fmla="*/ 91726 h 91725"/>
                  <a:gd name="connsiteX5" fmla="*/ 0 w 65912"/>
                  <a:gd name="connsiteY5" fmla="*/ 91726 h 91725"/>
                  <a:gd name="connsiteX6" fmla="*/ 20003 w 65912"/>
                  <a:gd name="connsiteY6" fmla="*/ 0 h 91725"/>
                  <a:gd name="connsiteX7" fmla="*/ 42291 w 65912"/>
                  <a:gd name="connsiteY7" fmla="*/ 0 h 91725"/>
                  <a:gd name="connsiteX8" fmla="*/ 65913 w 65912"/>
                  <a:gd name="connsiteY8" fmla="*/ 20479 h 91725"/>
                  <a:gd name="connsiteX9" fmla="*/ 40005 w 65912"/>
                  <a:gd name="connsiteY9" fmla="*/ 45053 h 91725"/>
                  <a:gd name="connsiteX10" fmla="*/ 40005 w 65912"/>
                  <a:gd name="connsiteY10" fmla="*/ 45339 h 91725"/>
                  <a:gd name="connsiteX11" fmla="*/ 49721 w 65912"/>
                  <a:gd name="connsiteY11" fmla="*/ 56007 h 91725"/>
                  <a:gd name="connsiteX12" fmla="*/ 58483 w 65912"/>
                  <a:gd name="connsiteY12" fmla="*/ 91726 h 91725"/>
                  <a:gd name="connsiteX13" fmla="*/ 49530 w 65912"/>
                  <a:gd name="connsiteY13" fmla="*/ 91726 h 91725"/>
                  <a:gd name="connsiteX14" fmla="*/ 29242 w 65912"/>
                  <a:gd name="connsiteY14" fmla="*/ 40672 h 91725"/>
                  <a:gd name="connsiteX15" fmla="*/ 56864 w 65912"/>
                  <a:gd name="connsiteY15" fmla="*/ 21717 h 91725"/>
                  <a:gd name="connsiteX16" fmla="*/ 40291 w 65912"/>
                  <a:gd name="connsiteY16" fmla="*/ 7906 h 91725"/>
                  <a:gd name="connsiteX17" fmla="*/ 27051 w 65912"/>
                  <a:gd name="connsiteY17" fmla="*/ 7906 h 91725"/>
                  <a:gd name="connsiteX18" fmla="*/ 20098 w 65912"/>
                  <a:gd name="connsiteY18" fmla="*/ 40576 h 91725"/>
                  <a:gd name="connsiteX19" fmla="*/ 29242 w 65912"/>
                  <a:gd name="connsiteY19" fmla="*/ 4057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5912" h="91725">
                    <a:moveTo>
                      <a:pt x="49625" y="91726"/>
                    </a:moveTo>
                    <a:lnTo>
                      <a:pt x="41910" y="58769"/>
                    </a:lnTo>
                    <a:cubicBezTo>
                      <a:pt x="39910" y="50578"/>
                      <a:pt x="36481" y="48482"/>
                      <a:pt x="29051" y="48482"/>
                    </a:cubicBezTo>
                    <a:lnTo>
                      <a:pt x="18383" y="48482"/>
                    </a:lnTo>
                    <a:lnTo>
                      <a:pt x="9144" y="91726"/>
                    </a:lnTo>
                    <a:lnTo>
                      <a:pt x="0" y="91726"/>
                    </a:lnTo>
                    <a:lnTo>
                      <a:pt x="20003" y="0"/>
                    </a:lnTo>
                    <a:lnTo>
                      <a:pt x="42291" y="0"/>
                    </a:lnTo>
                    <a:cubicBezTo>
                      <a:pt x="57245" y="0"/>
                      <a:pt x="65913" y="6286"/>
                      <a:pt x="65913" y="20479"/>
                    </a:cubicBezTo>
                    <a:cubicBezTo>
                      <a:pt x="65913" y="34671"/>
                      <a:pt x="55531" y="44291"/>
                      <a:pt x="40005" y="45053"/>
                    </a:cubicBezTo>
                    <a:lnTo>
                      <a:pt x="40005" y="45339"/>
                    </a:lnTo>
                    <a:cubicBezTo>
                      <a:pt x="46577" y="46482"/>
                      <a:pt x="48292" y="49911"/>
                      <a:pt x="49721" y="56007"/>
                    </a:cubicBezTo>
                    <a:lnTo>
                      <a:pt x="58483" y="91726"/>
                    </a:lnTo>
                    <a:lnTo>
                      <a:pt x="49530" y="91726"/>
                    </a:lnTo>
                    <a:close/>
                    <a:moveTo>
                      <a:pt x="29242" y="40672"/>
                    </a:moveTo>
                    <a:cubicBezTo>
                      <a:pt x="45149" y="40672"/>
                      <a:pt x="56864" y="34671"/>
                      <a:pt x="56864" y="21717"/>
                    </a:cubicBezTo>
                    <a:cubicBezTo>
                      <a:pt x="56864" y="11716"/>
                      <a:pt x="50197" y="7906"/>
                      <a:pt x="40291" y="7906"/>
                    </a:cubicBezTo>
                    <a:lnTo>
                      <a:pt x="27051" y="7906"/>
                    </a:lnTo>
                    <a:lnTo>
                      <a:pt x="20098" y="40576"/>
                    </a:lnTo>
                    <a:lnTo>
                      <a:pt x="29242" y="4057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1" name="Freihandform: Form 40">
                <a:extLst>
                  <a:ext uri="{FF2B5EF4-FFF2-40B4-BE49-F238E27FC236}">
                    <a16:creationId xmlns:a16="http://schemas.microsoft.com/office/drawing/2014/main" id="{59755CD3-ED5E-FB40-FF99-B80C36CBA4E3}"/>
                  </a:ext>
                </a:extLst>
              </p:cNvPr>
              <p:cNvSpPr/>
              <p:nvPr/>
            </p:nvSpPr>
            <p:spPr>
              <a:xfrm>
                <a:off x="9939068" y="2956036"/>
                <a:ext cx="83438" cy="94868"/>
              </a:xfrm>
              <a:custGeom>
                <a:avLst/>
                <a:gdLst>
                  <a:gd name="connsiteX0" fmla="*/ 0 w 83438"/>
                  <a:gd name="connsiteY0" fmla="*/ 57436 h 94868"/>
                  <a:gd name="connsiteX1" fmla="*/ 48768 w 83438"/>
                  <a:gd name="connsiteY1" fmla="*/ 0 h 94868"/>
                  <a:gd name="connsiteX2" fmla="*/ 83439 w 83438"/>
                  <a:gd name="connsiteY2" fmla="*/ 37433 h 94868"/>
                  <a:gd name="connsiteX3" fmla="*/ 34671 w 83438"/>
                  <a:gd name="connsiteY3" fmla="*/ 94869 h 94868"/>
                  <a:gd name="connsiteX4" fmla="*/ 0 w 83438"/>
                  <a:gd name="connsiteY4" fmla="*/ 57436 h 94868"/>
                  <a:gd name="connsiteX5" fmla="*/ 74390 w 83438"/>
                  <a:gd name="connsiteY5" fmla="*/ 38481 h 94868"/>
                  <a:gd name="connsiteX6" fmla="*/ 48387 w 83438"/>
                  <a:gd name="connsiteY6" fmla="*/ 7906 h 94868"/>
                  <a:gd name="connsiteX7" fmla="*/ 9144 w 83438"/>
                  <a:gd name="connsiteY7" fmla="*/ 56674 h 94868"/>
                  <a:gd name="connsiteX8" fmla="*/ 35433 w 83438"/>
                  <a:gd name="connsiteY8" fmla="*/ 87058 h 94868"/>
                  <a:gd name="connsiteX9" fmla="*/ 74486 w 83438"/>
                  <a:gd name="connsiteY9" fmla="*/ 38576 h 94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3438" h="94868">
                    <a:moveTo>
                      <a:pt x="0" y="57436"/>
                    </a:moveTo>
                    <a:cubicBezTo>
                      <a:pt x="0" y="28099"/>
                      <a:pt x="18574" y="0"/>
                      <a:pt x="48768" y="0"/>
                    </a:cubicBezTo>
                    <a:cubicBezTo>
                      <a:pt x="70961" y="0"/>
                      <a:pt x="83439" y="14573"/>
                      <a:pt x="83439" y="37433"/>
                    </a:cubicBezTo>
                    <a:cubicBezTo>
                      <a:pt x="83439" y="66866"/>
                      <a:pt x="64865" y="94869"/>
                      <a:pt x="34671" y="94869"/>
                    </a:cubicBezTo>
                    <a:cubicBezTo>
                      <a:pt x="12383" y="94869"/>
                      <a:pt x="0" y="80010"/>
                      <a:pt x="0" y="57436"/>
                    </a:cubicBezTo>
                    <a:close/>
                    <a:moveTo>
                      <a:pt x="74390" y="38481"/>
                    </a:moveTo>
                    <a:cubicBezTo>
                      <a:pt x="74390" y="19717"/>
                      <a:pt x="64961" y="7906"/>
                      <a:pt x="48387" y="7906"/>
                    </a:cubicBezTo>
                    <a:cubicBezTo>
                      <a:pt x="24384" y="7906"/>
                      <a:pt x="9144" y="33623"/>
                      <a:pt x="9144" y="56674"/>
                    </a:cubicBezTo>
                    <a:cubicBezTo>
                      <a:pt x="9144" y="72485"/>
                      <a:pt x="16383" y="87058"/>
                      <a:pt x="35433" y="87058"/>
                    </a:cubicBezTo>
                    <a:cubicBezTo>
                      <a:pt x="59246" y="87058"/>
                      <a:pt x="74486" y="61055"/>
                      <a:pt x="74486" y="38576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2" name="Freihandform: Form 41">
                <a:extLst>
                  <a:ext uri="{FF2B5EF4-FFF2-40B4-BE49-F238E27FC236}">
                    <a16:creationId xmlns:a16="http://schemas.microsoft.com/office/drawing/2014/main" id="{BDF40372-0A8E-50B7-7BFA-FEE546D8CE3B}"/>
                  </a:ext>
                </a:extLst>
              </p:cNvPr>
              <p:cNvSpPr/>
              <p:nvPr/>
            </p:nvSpPr>
            <p:spPr>
              <a:xfrm>
                <a:off x="10040890" y="2957560"/>
                <a:ext cx="86772" cy="91725"/>
              </a:xfrm>
              <a:custGeom>
                <a:avLst/>
                <a:gdLst>
                  <a:gd name="connsiteX0" fmla="*/ 56579 w 86772"/>
                  <a:gd name="connsiteY0" fmla="*/ 91726 h 91725"/>
                  <a:gd name="connsiteX1" fmla="*/ 26003 w 86772"/>
                  <a:gd name="connsiteY1" fmla="*/ 11049 h 91725"/>
                  <a:gd name="connsiteX2" fmla="*/ 25717 w 86772"/>
                  <a:gd name="connsiteY2" fmla="*/ 11049 h 91725"/>
                  <a:gd name="connsiteX3" fmla="*/ 8382 w 86772"/>
                  <a:gd name="connsiteY3" fmla="*/ 91726 h 91725"/>
                  <a:gd name="connsiteX4" fmla="*/ 0 w 86772"/>
                  <a:gd name="connsiteY4" fmla="*/ 91726 h 91725"/>
                  <a:gd name="connsiteX5" fmla="*/ 19812 w 86772"/>
                  <a:gd name="connsiteY5" fmla="*/ 0 h 91725"/>
                  <a:gd name="connsiteX6" fmla="*/ 30575 w 86772"/>
                  <a:gd name="connsiteY6" fmla="*/ 0 h 91725"/>
                  <a:gd name="connsiteX7" fmla="*/ 61150 w 86772"/>
                  <a:gd name="connsiteY7" fmla="*/ 80677 h 91725"/>
                  <a:gd name="connsiteX8" fmla="*/ 61436 w 86772"/>
                  <a:gd name="connsiteY8" fmla="*/ 80677 h 91725"/>
                  <a:gd name="connsiteX9" fmla="*/ 78486 w 86772"/>
                  <a:gd name="connsiteY9" fmla="*/ 0 h 91725"/>
                  <a:gd name="connsiteX10" fmla="*/ 86773 w 86772"/>
                  <a:gd name="connsiteY10" fmla="*/ 0 h 91725"/>
                  <a:gd name="connsiteX11" fmla="*/ 67342 w 86772"/>
                  <a:gd name="connsiteY11" fmla="*/ 91726 h 91725"/>
                  <a:gd name="connsiteX12" fmla="*/ 56579 w 86772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6772" h="91725">
                    <a:moveTo>
                      <a:pt x="56579" y="91726"/>
                    </a:moveTo>
                    <a:lnTo>
                      <a:pt x="26003" y="11049"/>
                    </a:lnTo>
                    <a:lnTo>
                      <a:pt x="25717" y="11049"/>
                    </a:lnTo>
                    <a:lnTo>
                      <a:pt x="8382" y="91726"/>
                    </a:lnTo>
                    <a:lnTo>
                      <a:pt x="0" y="91726"/>
                    </a:lnTo>
                    <a:lnTo>
                      <a:pt x="19812" y="0"/>
                    </a:lnTo>
                    <a:lnTo>
                      <a:pt x="30575" y="0"/>
                    </a:lnTo>
                    <a:lnTo>
                      <a:pt x="61150" y="80677"/>
                    </a:lnTo>
                    <a:lnTo>
                      <a:pt x="61436" y="80677"/>
                    </a:lnTo>
                    <a:lnTo>
                      <a:pt x="78486" y="0"/>
                    </a:lnTo>
                    <a:lnTo>
                      <a:pt x="86773" y="0"/>
                    </a:lnTo>
                    <a:lnTo>
                      <a:pt x="67342" y="91726"/>
                    </a:lnTo>
                    <a:lnTo>
                      <a:pt x="56579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3" name="Freihandform: Form 42">
                <a:extLst>
                  <a:ext uri="{FF2B5EF4-FFF2-40B4-BE49-F238E27FC236}">
                    <a16:creationId xmlns:a16="http://schemas.microsoft.com/office/drawing/2014/main" id="{DDC8BBC1-C060-19DE-F20A-1EC579483030}"/>
                  </a:ext>
                </a:extLst>
              </p:cNvPr>
              <p:cNvSpPr/>
              <p:nvPr/>
            </p:nvSpPr>
            <p:spPr>
              <a:xfrm>
                <a:off x="10141379" y="2957560"/>
                <a:ext cx="28479" cy="91725"/>
              </a:xfrm>
              <a:custGeom>
                <a:avLst/>
                <a:gdLst>
                  <a:gd name="connsiteX0" fmla="*/ 0 w 28479"/>
                  <a:gd name="connsiteY0" fmla="*/ 91726 h 91725"/>
                  <a:gd name="connsiteX1" fmla="*/ 19431 w 28479"/>
                  <a:gd name="connsiteY1" fmla="*/ 0 h 91725"/>
                  <a:gd name="connsiteX2" fmla="*/ 28480 w 28479"/>
                  <a:gd name="connsiteY2" fmla="*/ 0 h 91725"/>
                  <a:gd name="connsiteX3" fmla="*/ 9049 w 28479"/>
                  <a:gd name="connsiteY3" fmla="*/ 91726 h 91725"/>
                  <a:gd name="connsiteX4" fmla="*/ 0 w 28479"/>
                  <a:gd name="connsiteY4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479" h="91725">
                    <a:moveTo>
                      <a:pt x="0" y="91726"/>
                    </a:moveTo>
                    <a:lnTo>
                      <a:pt x="19431" y="0"/>
                    </a:lnTo>
                    <a:lnTo>
                      <a:pt x="28480" y="0"/>
                    </a:lnTo>
                    <a:lnTo>
                      <a:pt x="9049" y="91726"/>
                    </a:lnTo>
                    <a:lnTo>
                      <a:pt x="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4" name="Freihandform: Form 43">
                <a:extLst>
                  <a:ext uri="{FF2B5EF4-FFF2-40B4-BE49-F238E27FC236}">
                    <a16:creationId xmlns:a16="http://schemas.microsoft.com/office/drawing/2014/main" id="{E4CA22A3-5E9D-37FE-8F65-F7328C7BF702}"/>
                  </a:ext>
                </a:extLst>
              </p:cNvPr>
              <p:cNvSpPr/>
              <p:nvPr/>
            </p:nvSpPr>
            <p:spPr>
              <a:xfrm>
                <a:off x="10187766" y="2955941"/>
                <a:ext cx="79248" cy="94869"/>
              </a:xfrm>
              <a:custGeom>
                <a:avLst/>
                <a:gdLst>
                  <a:gd name="connsiteX0" fmla="*/ 60960 w 79248"/>
                  <a:gd name="connsiteY0" fmla="*/ 92012 h 94869"/>
                  <a:gd name="connsiteX1" fmla="*/ 43053 w 79248"/>
                  <a:gd name="connsiteY1" fmla="*/ 94869 h 94869"/>
                  <a:gd name="connsiteX2" fmla="*/ 0 w 79248"/>
                  <a:gd name="connsiteY2" fmla="*/ 54674 h 94869"/>
                  <a:gd name="connsiteX3" fmla="*/ 54674 w 79248"/>
                  <a:gd name="connsiteY3" fmla="*/ 0 h 94869"/>
                  <a:gd name="connsiteX4" fmla="*/ 79248 w 79248"/>
                  <a:gd name="connsiteY4" fmla="*/ 4763 h 94869"/>
                  <a:gd name="connsiteX5" fmla="*/ 76105 w 79248"/>
                  <a:gd name="connsiteY5" fmla="*/ 12382 h 94869"/>
                  <a:gd name="connsiteX6" fmla="*/ 54007 w 79248"/>
                  <a:gd name="connsiteY6" fmla="*/ 7906 h 94869"/>
                  <a:gd name="connsiteX7" fmla="*/ 9049 w 79248"/>
                  <a:gd name="connsiteY7" fmla="*/ 54769 h 94869"/>
                  <a:gd name="connsiteX8" fmla="*/ 42577 w 79248"/>
                  <a:gd name="connsiteY8" fmla="*/ 86963 h 94869"/>
                  <a:gd name="connsiteX9" fmla="*/ 62008 w 79248"/>
                  <a:gd name="connsiteY9" fmla="*/ 83915 h 94869"/>
                  <a:gd name="connsiteX10" fmla="*/ 60960 w 79248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8" h="94869">
                    <a:moveTo>
                      <a:pt x="60960" y="92012"/>
                    </a:moveTo>
                    <a:cubicBezTo>
                      <a:pt x="54292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8" y="0"/>
                      <a:pt x="54674" y="0"/>
                    </a:cubicBezTo>
                    <a:cubicBezTo>
                      <a:pt x="66199" y="0"/>
                      <a:pt x="72962" y="1810"/>
                      <a:pt x="79248" y="4763"/>
                    </a:cubicBezTo>
                    <a:lnTo>
                      <a:pt x="76105" y="12382"/>
                    </a:lnTo>
                    <a:cubicBezTo>
                      <a:pt x="69533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5" name="Freihandform: Form 44">
                <a:extLst>
                  <a:ext uri="{FF2B5EF4-FFF2-40B4-BE49-F238E27FC236}">
                    <a16:creationId xmlns:a16="http://schemas.microsoft.com/office/drawing/2014/main" id="{B96C057E-0A2C-107F-7754-3C5DBC30A174}"/>
                  </a:ext>
                </a:extLst>
              </p:cNvPr>
              <p:cNvSpPr/>
              <p:nvPr/>
            </p:nvSpPr>
            <p:spPr>
              <a:xfrm>
                <a:off x="10272062" y="2955941"/>
                <a:ext cx="66293" cy="94869"/>
              </a:xfrm>
              <a:custGeom>
                <a:avLst/>
                <a:gdLst>
                  <a:gd name="connsiteX0" fmla="*/ 2572 w 66293"/>
                  <a:gd name="connsiteY0" fmla="*/ 81248 h 94869"/>
                  <a:gd name="connsiteX1" fmla="*/ 22193 w 66293"/>
                  <a:gd name="connsiteY1" fmla="*/ 87058 h 94869"/>
                  <a:gd name="connsiteX2" fmla="*/ 47720 w 66293"/>
                  <a:gd name="connsiteY2" fmla="*/ 67437 h 94869"/>
                  <a:gd name="connsiteX3" fmla="*/ 34099 w 66293"/>
                  <a:gd name="connsiteY3" fmla="*/ 49435 h 94869"/>
                  <a:gd name="connsiteX4" fmla="*/ 14002 w 66293"/>
                  <a:gd name="connsiteY4" fmla="*/ 25527 h 94869"/>
                  <a:gd name="connsiteX5" fmla="*/ 45053 w 66293"/>
                  <a:gd name="connsiteY5" fmla="*/ 0 h 94869"/>
                  <a:gd name="connsiteX6" fmla="*/ 66294 w 66293"/>
                  <a:gd name="connsiteY6" fmla="*/ 4096 h 94869"/>
                  <a:gd name="connsiteX7" fmla="*/ 63532 w 66293"/>
                  <a:gd name="connsiteY7" fmla="*/ 12382 h 94869"/>
                  <a:gd name="connsiteX8" fmla="*/ 44863 w 66293"/>
                  <a:gd name="connsiteY8" fmla="*/ 7906 h 94869"/>
                  <a:gd name="connsiteX9" fmla="*/ 23050 w 66293"/>
                  <a:gd name="connsiteY9" fmla="*/ 24860 h 94869"/>
                  <a:gd name="connsiteX10" fmla="*/ 36481 w 66293"/>
                  <a:gd name="connsiteY10" fmla="*/ 40481 h 94869"/>
                  <a:gd name="connsiteX11" fmla="*/ 56864 w 66293"/>
                  <a:gd name="connsiteY11" fmla="*/ 66199 h 94869"/>
                  <a:gd name="connsiteX12" fmla="*/ 22955 w 66293"/>
                  <a:gd name="connsiteY12" fmla="*/ 94869 h 94869"/>
                  <a:gd name="connsiteX13" fmla="*/ 0 w 66293"/>
                  <a:gd name="connsiteY13" fmla="*/ 89916 h 94869"/>
                  <a:gd name="connsiteX14" fmla="*/ 2762 w 66293"/>
                  <a:gd name="connsiteY14" fmla="*/ 81248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6293" h="94869">
                    <a:moveTo>
                      <a:pt x="2572" y="81248"/>
                    </a:moveTo>
                    <a:cubicBezTo>
                      <a:pt x="8096" y="84963"/>
                      <a:pt x="15430" y="87058"/>
                      <a:pt x="22193" y="87058"/>
                    </a:cubicBezTo>
                    <a:cubicBezTo>
                      <a:pt x="34576" y="87058"/>
                      <a:pt x="47720" y="81629"/>
                      <a:pt x="47720" y="67437"/>
                    </a:cubicBezTo>
                    <a:cubicBezTo>
                      <a:pt x="47720" y="59912"/>
                      <a:pt x="42767" y="54959"/>
                      <a:pt x="34099" y="49435"/>
                    </a:cubicBezTo>
                    <a:cubicBezTo>
                      <a:pt x="23241" y="42482"/>
                      <a:pt x="14002" y="36957"/>
                      <a:pt x="14002" y="25527"/>
                    </a:cubicBezTo>
                    <a:cubicBezTo>
                      <a:pt x="14002" y="8477"/>
                      <a:pt x="28099" y="0"/>
                      <a:pt x="45053" y="0"/>
                    </a:cubicBezTo>
                    <a:cubicBezTo>
                      <a:pt x="52768" y="0"/>
                      <a:pt x="59912" y="1333"/>
                      <a:pt x="66294" y="4096"/>
                    </a:cubicBezTo>
                    <a:lnTo>
                      <a:pt x="63532" y="12382"/>
                    </a:lnTo>
                    <a:cubicBezTo>
                      <a:pt x="57626" y="9334"/>
                      <a:pt x="51340" y="7906"/>
                      <a:pt x="44863" y="7906"/>
                    </a:cubicBezTo>
                    <a:cubicBezTo>
                      <a:pt x="34861" y="7906"/>
                      <a:pt x="23050" y="12764"/>
                      <a:pt x="23050" y="24860"/>
                    </a:cubicBezTo>
                    <a:cubicBezTo>
                      <a:pt x="23050" y="31051"/>
                      <a:pt x="27527" y="34957"/>
                      <a:pt x="36481" y="40481"/>
                    </a:cubicBezTo>
                    <a:cubicBezTo>
                      <a:pt x="48673" y="48006"/>
                      <a:pt x="56864" y="54293"/>
                      <a:pt x="56864" y="66199"/>
                    </a:cubicBezTo>
                    <a:cubicBezTo>
                      <a:pt x="56864" y="84868"/>
                      <a:pt x="39814" y="94869"/>
                      <a:pt x="22955" y="94869"/>
                    </a:cubicBezTo>
                    <a:cubicBezTo>
                      <a:pt x="14573" y="94869"/>
                      <a:pt x="6382" y="93440"/>
                      <a:pt x="0" y="89916"/>
                    </a:cubicBezTo>
                    <a:lnTo>
                      <a:pt x="2762" y="8124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  <p:sp>
          <p:nvSpPr>
            <p:cNvPr id="27" name="Freihandform: Form 26">
              <a:extLst>
                <a:ext uri="{FF2B5EF4-FFF2-40B4-BE49-F238E27FC236}">
                  <a16:creationId xmlns:a16="http://schemas.microsoft.com/office/drawing/2014/main" id="{D578A50C-ED2A-C061-54C9-C6E924C05493}"/>
                </a:ext>
              </a:extLst>
            </p:cNvPr>
            <p:cNvSpPr/>
            <p:nvPr/>
          </p:nvSpPr>
          <p:spPr>
            <a:xfrm>
              <a:off x="9491583" y="2527792"/>
              <a:ext cx="408717" cy="379666"/>
            </a:xfrm>
            <a:custGeom>
              <a:avLst/>
              <a:gdLst>
                <a:gd name="connsiteX0" fmla="*/ 80486 w 408717"/>
                <a:gd name="connsiteY0" fmla="*/ 0 h 379666"/>
                <a:gd name="connsiteX1" fmla="*/ 80486 w 408717"/>
                <a:gd name="connsiteY1" fmla="*/ 0 h 379666"/>
                <a:gd name="connsiteX2" fmla="*/ 408718 w 408717"/>
                <a:gd name="connsiteY2" fmla="*/ 0 h 379666"/>
                <a:gd name="connsiteX3" fmla="*/ 389477 w 408717"/>
                <a:gd name="connsiteY3" fmla="*/ 91345 h 379666"/>
                <a:gd name="connsiteX4" fmla="*/ 203168 w 408717"/>
                <a:gd name="connsiteY4" fmla="*/ 91345 h 379666"/>
                <a:gd name="connsiteX5" fmla="*/ 191643 w 408717"/>
                <a:gd name="connsiteY5" fmla="*/ 145161 h 379666"/>
                <a:gd name="connsiteX6" fmla="*/ 369760 w 408717"/>
                <a:gd name="connsiteY6" fmla="*/ 145161 h 379666"/>
                <a:gd name="connsiteX7" fmla="*/ 350520 w 408717"/>
                <a:gd name="connsiteY7" fmla="*/ 236506 h 379666"/>
                <a:gd name="connsiteX8" fmla="*/ 172402 w 408717"/>
                <a:gd name="connsiteY8" fmla="*/ 236506 h 379666"/>
                <a:gd name="connsiteX9" fmla="*/ 161353 w 408717"/>
                <a:gd name="connsiteY9" fmla="*/ 287941 h 379666"/>
                <a:gd name="connsiteX10" fmla="*/ 351282 w 408717"/>
                <a:gd name="connsiteY10" fmla="*/ 287941 h 379666"/>
                <a:gd name="connsiteX11" fmla="*/ 331946 w 408717"/>
                <a:gd name="connsiteY11" fmla="*/ 379667 h 379666"/>
                <a:gd name="connsiteX12" fmla="*/ 0 w 408717"/>
                <a:gd name="connsiteY12" fmla="*/ 379667 h 379666"/>
                <a:gd name="connsiteX13" fmla="*/ 80486 w 408717"/>
                <a:gd name="connsiteY13" fmla="*/ 0 h 379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8717" h="379666">
                  <a:moveTo>
                    <a:pt x="80486" y="0"/>
                  </a:moveTo>
                  <a:lnTo>
                    <a:pt x="80486" y="0"/>
                  </a:lnTo>
                  <a:lnTo>
                    <a:pt x="408718" y="0"/>
                  </a:lnTo>
                  <a:lnTo>
                    <a:pt x="389477" y="91345"/>
                  </a:lnTo>
                  <a:lnTo>
                    <a:pt x="203168" y="91345"/>
                  </a:lnTo>
                  <a:lnTo>
                    <a:pt x="191643" y="145161"/>
                  </a:lnTo>
                  <a:lnTo>
                    <a:pt x="369760" y="145161"/>
                  </a:lnTo>
                  <a:lnTo>
                    <a:pt x="350520" y="236506"/>
                  </a:lnTo>
                  <a:lnTo>
                    <a:pt x="172402" y="236506"/>
                  </a:lnTo>
                  <a:lnTo>
                    <a:pt x="161353" y="287941"/>
                  </a:lnTo>
                  <a:lnTo>
                    <a:pt x="351282" y="287941"/>
                  </a:lnTo>
                  <a:lnTo>
                    <a:pt x="331946" y="379667"/>
                  </a:lnTo>
                  <a:lnTo>
                    <a:pt x="0" y="379667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" name="Freihandform: Form 27">
              <a:extLst>
                <a:ext uri="{FF2B5EF4-FFF2-40B4-BE49-F238E27FC236}">
                  <a16:creationId xmlns:a16="http://schemas.microsoft.com/office/drawing/2014/main" id="{D1EC6CFB-E892-A4A1-7A7A-428426273D95}"/>
                </a:ext>
              </a:extLst>
            </p:cNvPr>
            <p:cNvSpPr/>
            <p:nvPr/>
          </p:nvSpPr>
          <p:spPr>
            <a:xfrm>
              <a:off x="9892110" y="2527792"/>
              <a:ext cx="446790" cy="379571"/>
            </a:xfrm>
            <a:custGeom>
              <a:avLst/>
              <a:gdLst>
                <a:gd name="connsiteX0" fmla="*/ 80486 w 446790"/>
                <a:gd name="connsiteY0" fmla="*/ 0 h 379571"/>
                <a:gd name="connsiteX1" fmla="*/ 293846 w 446790"/>
                <a:gd name="connsiteY1" fmla="*/ 0 h 379571"/>
                <a:gd name="connsiteX2" fmla="*/ 438721 w 446790"/>
                <a:gd name="connsiteY2" fmla="*/ 190786 h 379571"/>
                <a:gd name="connsiteX3" fmla="*/ 207264 w 446790"/>
                <a:gd name="connsiteY3" fmla="*/ 379571 h 379571"/>
                <a:gd name="connsiteX4" fmla="*/ 0 w 446790"/>
                <a:gd name="connsiteY4" fmla="*/ 379571 h 379571"/>
                <a:gd name="connsiteX5" fmla="*/ 80486 w 446790"/>
                <a:gd name="connsiteY5" fmla="*/ 0 h 379571"/>
                <a:gd name="connsiteX6" fmla="*/ 165830 w 446790"/>
                <a:gd name="connsiteY6" fmla="*/ 284988 h 379571"/>
                <a:gd name="connsiteX7" fmla="*/ 201930 w 446790"/>
                <a:gd name="connsiteY7" fmla="*/ 284988 h 379571"/>
                <a:gd name="connsiteX8" fmla="*/ 287274 w 446790"/>
                <a:gd name="connsiteY8" fmla="*/ 186690 h 379571"/>
                <a:gd name="connsiteX9" fmla="*/ 243364 w 446790"/>
                <a:gd name="connsiteY9" fmla="*/ 88011 h 379571"/>
                <a:gd name="connsiteX10" fmla="*/ 207264 w 446790"/>
                <a:gd name="connsiteY10" fmla="*/ 88011 h 379571"/>
                <a:gd name="connsiteX11" fmla="*/ 165830 w 446790"/>
                <a:gd name="connsiteY11" fmla="*/ 284988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6790" h="379571">
                  <a:moveTo>
                    <a:pt x="80486" y="0"/>
                  </a:moveTo>
                  <a:lnTo>
                    <a:pt x="293846" y="0"/>
                  </a:lnTo>
                  <a:cubicBezTo>
                    <a:pt x="402622" y="0"/>
                    <a:pt x="471106" y="36576"/>
                    <a:pt x="438721" y="190786"/>
                  </a:cubicBezTo>
                  <a:cubicBezTo>
                    <a:pt x="407956" y="334328"/>
                    <a:pt x="316039" y="379571"/>
                    <a:pt x="207264" y="379571"/>
                  </a:cubicBezTo>
                  <a:lnTo>
                    <a:pt x="0" y="379571"/>
                  </a:lnTo>
                  <a:lnTo>
                    <a:pt x="80486" y="0"/>
                  </a:lnTo>
                  <a:close/>
                  <a:moveTo>
                    <a:pt x="165830" y="284988"/>
                  </a:moveTo>
                  <a:lnTo>
                    <a:pt x="201930" y="284988"/>
                  </a:lnTo>
                  <a:cubicBezTo>
                    <a:pt x="254889" y="284988"/>
                    <a:pt x="274130" y="250031"/>
                    <a:pt x="287274" y="186690"/>
                  </a:cubicBezTo>
                  <a:cubicBezTo>
                    <a:pt x="301276" y="121730"/>
                    <a:pt x="295465" y="88011"/>
                    <a:pt x="243364" y="88011"/>
                  </a:cubicBezTo>
                  <a:lnTo>
                    <a:pt x="207264" y="88011"/>
                  </a:lnTo>
                  <a:lnTo>
                    <a:pt x="165830" y="2849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9" name="Freihandform: Form 28">
              <a:extLst>
                <a:ext uri="{FF2B5EF4-FFF2-40B4-BE49-F238E27FC236}">
                  <a16:creationId xmlns:a16="http://schemas.microsoft.com/office/drawing/2014/main" id="{180BFA0B-6C85-DB21-6AF8-DF39AB3BBF10}"/>
                </a:ext>
              </a:extLst>
            </p:cNvPr>
            <p:cNvSpPr/>
            <p:nvPr/>
          </p:nvSpPr>
          <p:spPr>
            <a:xfrm>
              <a:off x="10291778" y="2527792"/>
              <a:ext cx="468344" cy="379571"/>
            </a:xfrm>
            <a:custGeom>
              <a:avLst/>
              <a:gdLst>
                <a:gd name="connsiteX0" fmla="*/ 213455 w 468344"/>
                <a:gd name="connsiteY0" fmla="*/ 0 h 379571"/>
                <a:gd name="connsiteX1" fmla="*/ 413766 w 468344"/>
                <a:gd name="connsiteY1" fmla="*/ 0 h 379571"/>
                <a:gd name="connsiteX2" fmla="*/ 468344 w 468344"/>
                <a:gd name="connsiteY2" fmla="*/ 379571 h 379571"/>
                <a:gd name="connsiteX3" fmla="*/ 315659 w 468344"/>
                <a:gd name="connsiteY3" fmla="*/ 379571 h 379571"/>
                <a:gd name="connsiteX4" fmla="*/ 308229 w 468344"/>
                <a:gd name="connsiteY4" fmla="*/ 297275 h 379571"/>
                <a:gd name="connsiteX5" fmla="*/ 185547 w 468344"/>
                <a:gd name="connsiteY5" fmla="*/ 297275 h 379571"/>
                <a:gd name="connsiteX6" fmla="*/ 144875 w 468344"/>
                <a:gd name="connsiteY6" fmla="*/ 379571 h 379571"/>
                <a:gd name="connsiteX7" fmla="*/ 0 w 468344"/>
                <a:gd name="connsiteY7" fmla="*/ 379571 h 379571"/>
                <a:gd name="connsiteX8" fmla="*/ 213360 w 468344"/>
                <a:gd name="connsiteY8" fmla="*/ 0 h 379571"/>
                <a:gd name="connsiteX9" fmla="*/ 224885 w 468344"/>
                <a:gd name="connsiteY9" fmla="*/ 206026 h 379571"/>
                <a:gd name="connsiteX10" fmla="*/ 308991 w 468344"/>
                <a:gd name="connsiteY10" fmla="*/ 206026 h 379571"/>
                <a:gd name="connsiteX11" fmla="*/ 294227 w 468344"/>
                <a:gd name="connsiteY11" fmla="*/ 81439 h 379571"/>
                <a:gd name="connsiteX12" fmla="*/ 292989 w 468344"/>
                <a:gd name="connsiteY12" fmla="*/ 81439 h 379571"/>
                <a:gd name="connsiteX13" fmla="*/ 224885 w 468344"/>
                <a:gd name="connsiteY13" fmla="*/ 206026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68344" h="379571">
                  <a:moveTo>
                    <a:pt x="213455" y="0"/>
                  </a:moveTo>
                  <a:lnTo>
                    <a:pt x="413766" y="0"/>
                  </a:lnTo>
                  <a:lnTo>
                    <a:pt x="468344" y="379571"/>
                  </a:lnTo>
                  <a:lnTo>
                    <a:pt x="315659" y="379571"/>
                  </a:lnTo>
                  <a:lnTo>
                    <a:pt x="308229" y="297275"/>
                  </a:lnTo>
                  <a:lnTo>
                    <a:pt x="185547" y="297275"/>
                  </a:lnTo>
                  <a:lnTo>
                    <a:pt x="144875" y="379571"/>
                  </a:lnTo>
                  <a:lnTo>
                    <a:pt x="0" y="379571"/>
                  </a:lnTo>
                  <a:lnTo>
                    <a:pt x="213360" y="0"/>
                  </a:lnTo>
                  <a:close/>
                  <a:moveTo>
                    <a:pt x="224885" y="206026"/>
                  </a:moveTo>
                  <a:lnTo>
                    <a:pt x="308991" y="206026"/>
                  </a:lnTo>
                  <a:lnTo>
                    <a:pt x="294227" y="81439"/>
                  </a:lnTo>
                  <a:lnTo>
                    <a:pt x="292989" y="81439"/>
                  </a:lnTo>
                  <a:lnTo>
                    <a:pt x="224885" y="2060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0" name="Freihandform: Form 29">
              <a:extLst>
                <a:ext uri="{FF2B5EF4-FFF2-40B4-BE49-F238E27FC236}">
                  <a16:creationId xmlns:a16="http://schemas.microsoft.com/office/drawing/2014/main" id="{E746B967-598C-D387-1818-26A51398990C}"/>
                </a:ext>
              </a:extLst>
            </p:cNvPr>
            <p:cNvSpPr/>
            <p:nvPr/>
          </p:nvSpPr>
          <p:spPr>
            <a:xfrm>
              <a:off x="10789761" y="2521220"/>
              <a:ext cx="411274" cy="392715"/>
            </a:xfrm>
            <a:custGeom>
              <a:avLst/>
              <a:gdLst>
                <a:gd name="connsiteX0" fmla="*/ 350695 w 411274"/>
                <a:gd name="connsiteY0" fmla="*/ 371761 h 392715"/>
                <a:gd name="connsiteX1" fmla="*/ 350695 w 411274"/>
                <a:gd name="connsiteY1" fmla="*/ 371761 h 392715"/>
                <a:gd name="connsiteX2" fmla="*/ 189341 w 411274"/>
                <a:gd name="connsiteY2" fmla="*/ 392716 h 392715"/>
                <a:gd name="connsiteX3" fmla="*/ 5509 w 411274"/>
                <a:gd name="connsiteY3" fmla="*/ 190786 h 392715"/>
                <a:gd name="connsiteX4" fmla="*/ 272590 w 411274"/>
                <a:gd name="connsiteY4" fmla="*/ 0 h 392715"/>
                <a:gd name="connsiteX5" fmla="*/ 411274 w 411274"/>
                <a:gd name="connsiteY5" fmla="*/ 14002 h 392715"/>
                <a:gd name="connsiteX6" fmla="*/ 389462 w 411274"/>
                <a:gd name="connsiteY6" fmla="*/ 116396 h 392715"/>
                <a:gd name="connsiteX7" fmla="*/ 294307 w 411274"/>
                <a:gd name="connsiteY7" fmla="*/ 94583 h 392715"/>
                <a:gd name="connsiteX8" fmla="*/ 151908 w 411274"/>
                <a:gd name="connsiteY8" fmla="*/ 199835 h 392715"/>
                <a:gd name="connsiteX9" fmla="*/ 210582 w 411274"/>
                <a:gd name="connsiteY9" fmla="*/ 297752 h 392715"/>
                <a:gd name="connsiteX10" fmla="*/ 242110 w 411274"/>
                <a:gd name="connsiteY10" fmla="*/ 294418 h 392715"/>
                <a:gd name="connsiteX11" fmla="*/ 263446 w 411274"/>
                <a:gd name="connsiteY11" fmla="*/ 193262 h 392715"/>
                <a:gd name="connsiteX12" fmla="*/ 388224 w 411274"/>
                <a:gd name="connsiteY12" fmla="*/ 193262 h 392715"/>
                <a:gd name="connsiteX13" fmla="*/ 350505 w 411274"/>
                <a:gd name="connsiteY13" fmla="*/ 371761 h 392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11274" h="392715">
                  <a:moveTo>
                    <a:pt x="350695" y="371761"/>
                  </a:moveTo>
                  <a:lnTo>
                    <a:pt x="350695" y="371761"/>
                  </a:lnTo>
                  <a:cubicBezTo>
                    <a:pt x="297736" y="386525"/>
                    <a:pt x="249349" y="392716"/>
                    <a:pt x="189341" y="392716"/>
                  </a:cubicBezTo>
                  <a:cubicBezTo>
                    <a:pt x="63326" y="392716"/>
                    <a:pt x="-23161" y="326041"/>
                    <a:pt x="5509" y="190786"/>
                  </a:cubicBezTo>
                  <a:cubicBezTo>
                    <a:pt x="32179" y="63246"/>
                    <a:pt x="151146" y="0"/>
                    <a:pt x="272590" y="0"/>
                  </a:cubicBezTo>
                  <a:cubicBezTo>
                    <a:pt x="343551" y="0"/>
                    <a:pt x="376889" y="5334"/>
                    <a:pt x="411274" y="14002"/>
                  </a:cubicBezTo>
                  <a:lnTo>
                    <a:pt x="389462" y="116396"/>
                  </a:lnTo>
                  <a:cubicBezTo>
                    <a:pt x="371364" y="104489"/>
                    <a:pt x="334883" y="94583"/>
                    <a:pt x="294307" y="94583"/>
                  </a:cubicBezTo>
                  <a:cubicBezTo>
                    <a:pt x="222107" y="94583"/>
                    <a:pt x="166672" y="130778"/>
                    <a:pt x="151908" y="199835"/>
                  </a:cubicBezTo>
                  <a:cubicBezTo>
                    <a:pt x="140764" y="252032"/>
                    <a:pt x="152289" y="297752"/>
                    <a:pt x="210582" y="297752"/>
                  </a:cubicBezTo>
                  <a:cubicBezTo>
                    <a:pt x="220774" y="297752"/>
                    <a:pt x="232776" y="297752"/>
                    <a:pt x="242110" y="294418"/>
                  </a:cubicBezTo>
                  <a:lnTo>
                    <a:pt x="263446" y="193262"/>
                  </a:lnTo>
                  <a:lnTo>
                    <a:pt x="388224" y="193262"/>
                  </a:lnTo>
                  <a:lnTo>
                    <a:pt x="350505" y="3717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1" name="Freihandform: Form 30">
              <a:extLst>
                <a:ext uri="{FF2B5EF4-FFF2-40B4-BE49-F238E27FC236}">
                  <a16:creationId xmlns:a16="http://schemas.microsoft.com/office/drawing/2014/main" id="{6DF9560B-A6DB-77CB-4D06-07D0E18A8EC6}"/>
                </a:ext>
              </a:extLst>
            </p:cNvPr>
            <p:cNvSpPr/>
            <p:nvPr/>
          </p:nvSpPr>
          <p:spPr>
            <a:xfrm>
              <a:off x="8749300" y="2670477"/>
              <a:ext cx="500824" cy="91344"/>
            </a:xfrm>
            <a:custGeom>
              <a:avLst/>
              <a:gdLst>
                <a:gd name="connsiteX0" fmla="*/ 19336 w 500824"/>
                <a:gd name="connsiteY0" fmla="*/ 0 h 91344"/>
                <a:gd name="connsiteX1" fmla="*/ 500824 w 500824"/>
                <a:gd name="connsiteY1" fmla="*/ 0 h 91344"/>
                <a:gd name="connsiteX2" fmla="*/ 481489 w 500824"/>
                <a:gd name="connsiteY2" fmla="*/ 91345 h 91344"/>
                <a:gd name="connsiteX3" fmla="*/ 0 w 500824"/>
                <a:gd name="connsiteY3" fmla="*/ 91345 h 91344"/>
                <a:gd name="connsiteX4" fmla="*/ 19336 w 500824"/>
                <a:gd name="connsiteY4" fmla="*/ 0 h 91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824" h="91344">
                  <a:moveTo>
                    <a:pt x="19336" y="0"/>
                  </a:moveTo>
                  <a:lnTo>
                    <a:pt x="500824" y="0"/>
                  </a:lnTo>
                  <a:lnTo>
                    <a:pt x="481489" y="91345"/>
                  </a:lnTo>
                  <a:lnTo>
                    <a:pt x="0" y="91345"/>
                  </a:lnTo>
                  <a:lnTo>
                    <a:pt x="1933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2" name="Freihandform: Form 31">
              <a:extLst>
                <a:ext uri="{FF2B5EF4-FFF2-40B4-BE49-F238E27FC236}">
                  <a16:creationId xmlns:a16="http://schemas.microsoft.com/office/drawing/2014/main" id="{BF44687E-0B0F-4B78-B2AE-6B18841F2F1A}"/>
                </a:ext>
              </a:extLst>
            </p:cNvPr>
            <p:cNvSpPr/>
            <p:nvPr/>
          </p:nvSpPr>
          <p:spPr>
            <a:xfrm>
              <a:off x="8810260" y="2383489"/>
              <a:ext cx="500729" cy="90773"/>
            </a:xfrm>
            <a:custGeom>
              <a:avLst/>
              <a:gdLst>
                <a:gd name="connsiteX0" fmla="*/ 19241 w 500729"/>
                <a:gd name="connsiteY0" fmla="*/ 0 h 90773"/>
                <a:gd name="connsiteX1" fmla="*/ 500729 w 500729"/>
                <a:gd name="connsiteY1" fmla="*/ 0 h 90773"/>
                <a:gd name="connsiteX2" fmla="*/ 481489 w 500729"/>
                <a:gd name="connsiteY2" fmla="*/ 90773 h 90773"/>
                <a:gd name="connsiteX3" fmla="*/ 0 w 500729"/>
                <a:gd name="connsiteY3" fmla="*/ 90773 h 90773"/>
                <a:gd name="connsiteX4" fmla="*/ 19241 w 500729"/>
                <a:gd name="connsiteY4" fmla="*/ 0 h 90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729" h="90773">
                  <a:moveTo>
                    <a:pt x="19241" y="0"/>
                  </a:moveTo>
                  <a:lnTo>
                    <a:pt x="500729" y="0"/>
                  </a:lnTo>
                  <a:lnTo>
                    <a:pt x="481489" y="90773"/>
                  </a:lnTo>
                  <a:lnTo>
                    <a:pt x="0" y="90773"/>
                  </a:lnTo>
                  <a:lnTo>
                    <a:pt x="1924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3" name="Freihandform: Form 32">
              <a:extLst>
                <a:ext uri="{FF2B5EF4-FFF2-40B4-BE49-F238E27FC236}">
                  <a16:creationId xmlns:a16="http://schemas.microsoft.com/office/drawing/2014/main" id="{47DD8555-44E6-98B4-F248-1E59D027022F}"/>
                </a:ext>
              </a:extLst>
            </p:cNvPr>
            <p:cNvSpPr/>
            <p:nvPr/>
          </p:nvSpPr>
          <p:spPr>
            <a:xfrm>
              <a:off x="8688340" y="2957560"/>
              <a:ext cx="501015" cy="91725"/>
            </a:xfrm>
            <a:custGeom>
              <a:avLst/>
              <a:gdLst>
                <a:gd name="connsiteX0" fmla="*/ 19431 w 501015"/>
                <a:gd name="connsiteY0" fmla="*/ 0 h 91725"/>
                <a:gd name="connsiteX1" fmla="*/ 501015 w 501015"/>
                <a:gd name="connsiteY1" fmla="*/ 0 h 91725"/>
                <a:gd name="connsiteX2" fmla="*/ 481489 w 501015"/>
                <a:gd name="connsiteY2" fmla="*/ 91726 h 91725"/>
                <a:gd name="connsiteX3" fmla="*/ 0 w 501015"/>
                <a:gd name="connsiteY3" fmla="*/ 91726 h 91725"/>
                <a:gd name="connsiteX4" fmla="*/ 19431 w 501015"/>
                <a:gd name="connsiteY4" fmla="*/ 0 h 91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015" h="91725">
                  <a:moveTo>
                    <a:pt x="19431" y="0"/>
                  </a:moveTo>
                  <a:lnTo>
                    <a:pt x="501015" y="0"/>
                  </a:lnTo>
                  <a:lnTo>
                    <a:pt x="481489" y="91726"/>
                  </a:lnTo>
                  <a:lnTo>
                    <a:pt x="0" y="91726"/>
                  </a:lnTo>
                  <a:lnTo>
                    <a:pt x="1943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4" name="Freihandform: Form 33">
              <a:extLst>
                <a:ext uri="{FF2B5EF4-FFF2-40B4-BE49-F238E27FC236}">
                  <a16:creationId xmlns:a16="http://schemas.microsoft.com/office/drawing/2014/main" id="{A09BAAF4-9E0D-F717-F754-98A2939536C0}"/>
                </a:ext>
              </a:extLst>
            </p:cNvPr>
            <p:cNvSpPr/>
            <p:nvPr/>
          </p:nvSpPr>
          <p:spPr>
            <a:xfrm>
              <a:off x="8501174" y="2527792"/>
              <a:ext cx="930402" cy="379571"/>
            </a:xfrm>
            <a:custGeom>
              <a:avLst/>
              <a:gdLst>
                <a:gd name="connsiteX0" fmla="*/ 80486 w 930402"/>
                <a:gd name="connsiteY0" fmla="*/ 0 h 379571"/>
                <a:gd name="connsiteX1" fmla="*/ 61055 w 930402"/>
                <a:gd name="connsiteY1" fmla="*/ 91726 h 379571"/>
                <a:gd name="connsiteX2" fmla="*/ 818769 w 930402"/>
                <a:gd name="connsiteY2" fmla="*/ 91345 h 379571"/>
                <a:gd name="connsiteX3" fmla="*/ 776954 w 930402"/>
                <a:gd name="connsiteY3" fmla="*/ 288322 h 379571"/>
                <a:gd name="connsiteX4" fmla="*/ 19336 w 930402"/>
                <a:gd name="connsiteY4" fmla="*/ 288322 h 379571"/>
                <a:gd name="connsiteX5" fmla="*/ 0 w 930402"/>
                <a:gd name="connsiteY5" fmla="*/ 379571 h 379571"/>
                <a:gd name="connsiteX6" fmla="*/ 849916 w 930402"/>
                <a:gd name="connsiteY6" fmla="*/ 379571 h 379571"/>
                <a:gd name="connsiteX7" fmla="*/ 930402 w 930402"/>
                <a:gd name="connsiteY7" fmla="*/ 0 h 379571"/>
                <a:gd name="connsiteX8" fmla="*/ 80486 w 930402"/>
                <a:gd name="connsiteY8" fmla="*/ 0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30402" h="379571">
                  <a:moveTo>
                    <a:pt x="80486" y="0"/>
                  </a:moveTo>
                  <a:lnTo>
                    <a:pt x="61055" y="91726"/>
                  </a:lnTo>
                  <a:lnTo>
                    <a:pt x="818769" y="91345"/>
                  </a:lnTo>
                  <a:lnTo>
                    <a:pt x="776954" y="288322"/>
                  </a:lnTo>
                  <a:lnTo>
                    <a:pt x="19336" y="288322"/>
                  </a:lnTo>
                  <a:lnTo>
                    <a:pt x="0" y="379571"/>
                  </a:lnTo>
                  <a:lnTo>
                    <a:pt x="849916" y="379571"/>
                  </a:lnTo>
                  <a:lnTo>
                    <a:pt x="930402" y="0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719199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25" r:id="rId1"/>
    <p:sldLayoutId id="2147484426" r:id="rId2"/>
    <p:sldLayoutId id="2147484427" r:id="rId3"/>
    <p:sldLayoutId id="2147484428" r:id="rId4"/>
    <p:sldLayoutId id="2147484429" r:id="rId5"/>
    <p:sldLayoutId id="2147484430" r:id="rId6"/>
    <p:sldLayoutId id="2147484441" r:id="rId7"/>
    <p:sldLayoutId id="2147484431" r:id="rId8"/>
    <p:sldLayoutId id="2147484432" r:id="rId9"/>
    <p:sldLayoutId id="2147484433" r:id="rId10"/>
    <p:sldLayoutId id="2147484434" r:id="rId11"/>
    <p:sldLayoutId id="2147484435" r:id="rId12"/>
    <p:sldLayoutId id="2147484436" r:id="rId13"/>
    <p:sldLayoutId id="2147484437" r:id="rId14"/>
    <p:sldLayoutId id="2147484438" r:id="rId15"/>
    <p:sldLayoutId id="2147484439" r:id="rId16"/>
    <p:sldLayoutId id="2147484601" r:id="rId17"/>
    <p:sldLayoutId id="2147484597" r:id="rId18"/>
    <p:sldLayoutId id="2147484440" r:id="rId19"/>
    <p:sldLayoutId id="2147484444" r:id="rId20"/>
    <p:sldLayoutId id="2147484445" r:id="rId21"/>
    <p:sldLayoutId id="2147484449" r:id="rId22"/>
    <p:sldLayoutId id="2147484450" r:id="rId23"/>
    <p:sldLayoutId id="2147484622" r:id="rId24"/>
    <p:sldLayoutId id="2147484451" r:id="rId25"/>
    <p:sldLayoutId id="2147484448" r:id="rId26"/>
    <p:sldLayoutId id="2147484442" r:id="rId27"/>
    <p:sldLayoutId id="2147484443" r:id="rId28"/>
    <p:sldLayoutId id="2147484624" r:id="rId29"/>
    <p:sldLayoutId id="2147484602" r:id="rId30"/>
    <p:sldLayoutId id="2147484447" r:id="rId31"/>
    <p:sldLayoutId id="2147484623" r:id="rId32"/>
    <p:sldLayoutId id="2147484452" r:id="rId33"/>
    <p:sldLayoutId id="2147484453" r:id="rId34"/>
    <p:sldLayoutId id="2147484454" r:id="rId35"/>
    <p:sldLayoutId id="2147484455" r:id="rId36"/>
    <p:sldLayoutId id="2147484456" r:id="rId37"/>
    <p:sldLayoutId id="2147484457" r:id="rId38"/>
    <p:sldLayoutId id="2147484458" r:id="rId39"/>
    <p:sldLayoutId id="2147484459" r:id="rId40"/>
    <p:sldLayoutId id="2147484460" r:id="rId41"/>
    <p:sldLayoutId id="2147484461" r:id="rId42"/>
    <p:sldLayoutId id="2147484462" r:id="rId43"/>
    <p:sldLayoutId id="2147484463" r:id="rId44"/>
    <p:sldLayoutId id="2147484464" r:id="rId45"/>
    <p:sldLayoutId id="2147484465" r:id="rId46"/>
    <p:sldLayoutId id="2147484466" r:id="rId47"/>
    <p:sldLayoutId id="2147484467" r:id="rId48"/>
    <p:sldLayoutId id="2147484468" r:id="rId49"/>
    <p:sldLayoutId id="2147484469" r:id="rId50"/>
    <p:sldLayoutId id="2147484470" r:id="rId51"/>
    <p:sldLayoutId id="2147484471" r:id="rId52"/>
    <p:sldLayoutId id="2147484472" r:id="rId53"/>
    <p:sldLayoutId id="2147484614" r:id="rId54"/>
    <p:sldLayoutId id="2147484615" r:id="rId55"/>
    <p:sldLayoutId id="2147484616" r:id="rId56"/>
    <p:sldLayoutId id="2147484473" r:id="rId57"/>
    <p:sldLayoutId id="2147484474" r:id="rId58"/>
    <p:sldLayoutId id="2147484475" r:id="rId59"/>
    <p:sldLayoutId id="2147484476" r:id="rId60"/>
    <p:sldLayoutId id="2147484617" r:id="rId61"/>
    <p:sldLayoutId id="2147484477" r:id="rId6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kern="1200" cap="all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5" userDrawn="1">
          <p15:clr>
            <a:srgbClr val="F26B43"/>
          </p15:clr>
        </p15:guide>
        <p15:guide id="2" pos="7265" userDrawn="1">
          <p15:clr>
            <a:srgbClr val="F26B43"/>
          </p15:clr>
        </p15:guide>
        <p15:guide id="3" orient="horz" pos="4178" userDrawn="1">
          <p15:clr>
            <a:srgbClr val="F26B43"/>
          </p15:clr>
        </p15:guide>
        <p15:guide id="5" orient="horz" pos="346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aphic 6">
            <a:extLst>
              <a:ext uri="{FF2B5EF4-FFF2-40B4-BE49-F238E27FC236}">
                <a16:creationId xmlns:a16="http://schemas.microsoft.com/office/drawing/2014/main" id="{1719B499-0542-7343-0DD2-68D66DB1357A}"/>
              </a:ext>
            </a:extLst>
          </p:cNvPr>
          <p:cNvGrpSpPr/>
          <p:nvPr userDrawn="1"/>
        </p:nvGrpSpPr>
        <p:grpSpPr>
          <a:xfrm>
            <a:off x="658813" y="6521024"/>
            <a:ext cx="586813" cy="142876"/>
            <a:chOff x="5548312" y="3295650"/>
            <a:chExt cx="1095375" cy="266700"/>
          </a:xfrm>
          <a:solidFill>
            <a:schemeClr val="tx2"/>
          </a:solidFill>
        </p:grpSpPr>
        <p:sp>
          <p:nvSpPr>
            <p:cNvPr id="6" name="Freeform 25">
              <a:extLst>
                <a:ext uri="{FF2B5EF4-FFF2-40B4-BE49-F238E27FC236}">
                  <a16:creationId xmlns:a16="http://schemas.microsoft.com/office/drawing/2014/main" id="{81E538E9-371E-3AA0-7EC1-F6404176A815}"/>
                </a:ext>
              </a:extLst>
            </p:cNvPr>
            <p:cNvSpPr/>
            <p:nvPr/>
          </p:nvSpPr>
          <p:spPr>
            <a:xfrm>
              <a:off x="5949981" y="3353657"/>
              <a:ext cx="161925" cy="152400"/>
            </a:xfrm>
            <a:custGeom>
              <a:avLst/>
              <a:gdLst>
                <a:gd name="connsiteX0" fmla="*/ 32671 w 161925"/>
                <a:gd name="connsiteY0" fmla="*/ 0 h 152400"/>
                <a:gd name="connsiteX1" fmla="*/ 32671 w 161925"/>
                <a:gd name="connsiteY1" fmla="*/ 0 h 152400"/>
                <a:gd name="connsiteX2" fmla="*/ 165735 w 161925"/>
                <a:gd name="connsiteY2" fmla="*/ 0 h 152400"/>
                <a:gd name="connsiteX3" fmla="*/ 157925 w 161925"/>
                <a:gd name="connsiteY3" fmla="*/ 37052 h 152400"/>
                <a:gd name="connsiteX4" fmla="*/ 82391 w 161925"/>
                <a:gd name="connsiteY4" fmla="*/ 37052 h 152400"/>
                <a:gd name="connsiteX5" fmla="*/ 77724 w 161925"/>
                <a:gd name="connsiteY5" fmla="*/ 58865 h 152400"/>
                <a:gd name="connsiteX6" fmla="*/ 150019 w 161925"/>
                <a:gd name="connsiteY6" fmla="*/ 58865 h 152400"/>
                <a:gd name="connsiteX7" fmla="*/ 142113 w 161925"/>
                <a:gd name="connsiteY7" fmla="*/ 95917 h 152400"/>
                <a:gd name="connsiteX8" fmla="*/ 69914 w 161925"/>
                <a:gd name="connsiteY8" fmla="*/ 95917 h 152400"/>
                <a:gd name="connsiteX9" fmla="*/ 65437 w 161925"/>
                <a:gd name="connsiteY9" fmla="*/ 116777 h 152400"/>
                <a:gd name="connsiteX10" fmla="*/ 142494 w 161925"/>
                <a:gd name="connsiteY10" fmla="*/ 116777 h 152400"/>
                <a:gd name="connsiteX11" fmla="*/ 134684 w 161925"/>
                <a:gd name="connsiteY11" fmla="*/ 153924 h 152400"/>
                <a:gd name="connsiteX12" fmla="*/ 0 w 161925"/>
                <a:gd name="connsiteY12" fmla="*/ 15392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152400">
                  <a:moveTo>
                    <a:pt x="32671" y="0"/>
                  </a:moveTo>
                  <a:lnTo>
                    <a:pt x="32671" y="0"/>
                  </a:lnTo>
                  <a:lnTo>
                    <a:pt x="165735" y="0"/>
                  </a:lnTo>
                  <a:lnTo>
                    <a:pt x="157925" y="37052"/>
                  </a:lnTo>
                  <a:lnTo>
                    <a:pt x="82391" y="37052"/>
                  </a:lnTo>
                  <a:lnTo>
                    <a:pt x="77724" y="58865"/>
                  </a:lnTo>
                  <a:lnTo>
                    <a:pt x="150019" y="58865"/>
                  </a:lnTo>
                  <a:lnTo>
                    <a:pt x="142113" y="95917"/>
                  </a:lnTo>
                  <a:lnTo>
                    <a:pt x="69914" y="95917"/>
                  </a:lnTo>
                  <a:lnTo>
                    <a:pt x="65437" y="116777"/>
                  </a:lnTo>
                  <a:lnTo>
                    <a:pt x="142494" y="116777"/>
                  </a:lnTo>
                  <a:lnTo>
                    <a:pt x="134684" y="153924"/>
                  </a:lnTo>
                  <a:lnTo>
                    <a:pt x="0" y="1539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6" name="Freeform 26">
              <a:extLst>
                <a:ext uri="{FF2B5EF4-FFF2-40B4-BE49-F238E27FC236}">
                  <a16:creationId xmlns:a16="http://schemas.microsoft.com/office/drawing/2014/main" id="{985FB097-35AD-31A1-F555-1F3C2553C80A}"/>
                </a:ext>
              </a:extLst>
            </p:cNvPr>
            <p:cNvSpPr/>
            <p:nvPr/>
          </p:nvSpPr>
          <p:spPr>
            <a:xfrm>
              <a:off x="6112478" y="3353657"/>
              <a:ext cx="180975" cy="152400"/>
            </a:xfrm>
            <a:custGeom>
              <a:avLst/>
              <a:gdLst>
                <a:gd name="connsiteX0" fmla="*/ 67151 w 180975"/>
                <a:gd name="connsiteY0" fmla="*/ 115633 h 152400"/>
                <a:gd name="connsiteX1" fmla="*/ 67151 w 180975"/>
                <a:gd name="connsiteY1" fmla="*/ 115633 h 152400"/>
                <a:gd name="connsiteX2" fmla="*/ 81820 w 180975"/>
                <a:gd name="connsiteY2" fmla="*/ 115633 h 152400"/>
                <a:gd name="connsiteX3" fmla="*/ 116395 w 180975"/>
                <a:gd name="connsiteY3" fmla="*/ 75724 h 152400"/>
                <a:gd name="connsiteX4" fmla="*/ 98584 w 180975"/>
                <a:gd name="connsiteY4" fmla="*/ 35719 h 152400"/>
                <a:gd name="connsiteX5" fmla="*/ 83915 w 180975"/>
                <a:gd name="connsiteY5" fmla="*/ 35719 h 152400"/>
                <a:gd name="connsiteX6" fmla="*/ 67151 w 180975"/>
                <a:gd name="connsiteY6" fmla="*/ 115633 h 152400"/>
                <a:gd name="connsiteX7" fmla="*/ 32576 w 180975"/>
                <a:gd name="connsiteY7" fmla="*/ 0 h 152400"/>
                <a:gd name="connsiteX8" fmla="*/ 32576 w 180975"/>
                <a:gd name="connsiteY8" fmla="*/ 0 h 152400"/>
                <a:gd name="connsiteX9" fmla="*/ 119063 w 180975"/>
                <a:gd name="connsiteY9" fmla="*/ 0 h 152400"/>
                <a:gd name="connsiteX10" fmla="*/ 177832 w 180975"/>
                <a:gd name="connsiteY10" fmla="*/ 77343 h 152400"/>
                <a:gd name="connsiteX11" fmla="*/ 84011 w 180975"/>
                <a:gd name="connsiteY11" fmla="*/ 153924 h 152400"/>
                <a:gd name="connsiteX12" fmla="*/ 0 w 180975"/>
                <a:gd name="connsiteY12" fmla="*/ 153924 h 152400"/>
                <a:gd name="connsiteX13" fmla="*/ 32576 w 180975"/>
                <a:gd name="connsiteY13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975" h="152400">
                  <a:moveTo>
                    <a:pt x="67151" y="115633"/>
                  </a:moveTo>
                  <a:lnTo>
                    <a:pt x="67151" y="115633"/>
                  </a:lnTo>
                  <a:lnTo>
                    <a:pt x="81820" y="115633"/>
                  </a:lnTo>
                  <a:cubicBezTo>
                    <a:pt x="103251" y="115633"/>
                    <a:pt x="111062" y="101441"/>
                    <a:pt x="116395" y="75724"/>
                  </a:cubicBezTo>
                  <a:cubicBezTo>
                    <a:pt x="122111" y="49340"/>
                    <a:pt x="119729" y="35719"/>
                    <a:pt x="98584" y="35719"/>
                  </a:cubicBezTo>
                  <a:lnTo>
                    <a:pt x="83915" y="35719"/>
                  </a:lnTo>
                  <a:lnTo>
                    <a:pt x="67151" y="115633"/>
                  </a:lnTo>
                  <a:close/>
                  <a:moveTo>
                    <a:pt x="32576" y="0"/>
                  </a:moveTo>
                  <a:lnTo>
                    <a:pt x="32576" y="0"/>
                  </a:lnTo>
                  <a:lnTo>
                    <a:pt x="119063" y="0"/>
                  </a:lnTo>
                  <a:cubicBezTo>
                    <a:pt x="163163" y="0"/>
                    <a:pt x="190976" y="14859"/>
                    <a:pt x="177832" y="77343"/>
                  </a:cubicBezTo>
                  <a:cubicBezTo>
                    <a:pt x="165354" y="135541"/>
                    <a:pt x="128111" y="153924"/>
                    <a:pt x="84011" y="153924"/>
                  </a:cubicBezTo>
                  <a:lnTo>
                    <a:pt x="0" y="153924"/>
                  </a:lnTo>
                  <a:lnTo>
                    <a:pt x="32576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8" name="Freeform 27">
              <a:extLst>
                <a:ext uri="{FF2B5EF4-FFF2-40B4-BE49-F238E27FC236}">
                  <a16:creationId xmlns:a16="http://schemas.microsoft.com/office/drawing/2014/main" id="{8457B419-E27F-D496-42B3-0DC00416BADF}"/>
                </a:ext>
              </a:extLst>
            </p:cNvPr>
            <p:cNvSpPr/>
            <p:nvPr/>
          </p:nvSpPr>
          <p:spPr>
            <a:xfrm>
              <a:off x="6274498" y="3353657"/>
              <a:ext cx="180975" cy="152400"/>
            </a:xfrm>
            <a:custGeom>
              <a:avLst/>
              <a:gdLst>
                <a:gd name="connsiteX0" fmla="*/ 91154 w 180975"/>
                <a:gd name="connsiteY0" fmla="*/ 83534 h 152400"/>
                <a:gd name="connsiteX1" fmla="*/ 91154 w 180975"/>
                <a:gd name="connsiteY1" fmla="*/ 83534 h 152400"/>
                <a:gd name="connsiteX2" fmla="*/ 125254 w 180975"/>
                <a:gd name="connsiteY2" fmla="*/ 83534 h 152400"/>
                <a:gd name="connsiteX3" fmla="*/ 119253 w 180975"/>
                <a:gd name="connsiteY3" fmla="*/ 33052 h 152400"/>
                <a:gd name="connsiteX4" fmla="*/ 118777 w 180975"/>
                <a:gd name="connsiteY4" fmla="*/ 33052 h 152400"/>
                <a:gd name="connsiteX5" fmla="*/ 91154 w 180975"/>
                <a:gd name="connsiteY5" fmla="*/ 83534 h 152400"/>
                <a:gd name="connsiteX6" fmla="*/ 86487 w 180975"/>
                <a:gd name="connsiteY6" fmla="*/ 0 h 152400"/>
                <a:gd name="connsiteX7" fmla="*/ 86487 w 180975"/>
                <a:gd name="connsiteY7" fmla="*/ 0 h 152400"/>
                <a:gd name="connsiteX8" fmla="*/ 167735 w 180975"/>
                <a:gd name="connsiteY8" fmla="*/ 0 h 152400"/>
                <a:gd name="connsiteX9" fmla="*/ 189833 w 180975"/>
                <a:gd name="connsiteY9" fmla="*/ 153924 h 152400"/>
                <a:gd name="connsiteX10" fmla="*/ 127921 w 180975"/>
                <a:gd name="connsiteY10" fmla="*/ 153924 h 152400"/>
                <a:gd name="connsiteX11" fmla="*/ 124968 w 180975"/>
                <a:gd name="connsiteY11" fmla="*/ 120587 h 152400"/>
                <a:gd name="connsiteX12" fmla="*/ 75248 w 180975"/>
                <a:gd name="connsiteY12" fmla="*/ 120587 h 152400"/>
                <a:gd name="connsiteX13" fmla="*/ 58769 w 180975"/>
                <a:gd name="connsiteY13" fmla="*/ 153924 h 152400"/>
                <a:gd name="connsiteX14" fmla="*/ 0 w 180975"/>
                <a:gd name="connsiteY14" fmla="*/ 153924 h 152400"/>
                <a:gd name="connsiteX15" fmla="*/ 86487 w 180975"/>
                <a:gd name="connsiteY15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75" h="152400">
                  <a:moveTo>
                    <a:pt x="91154" y="83534"/>
                  </a:moveTo>
                  <a:lnTo>
                    <a:pt x="91154" y="83534"/>
                  </a:lnTo>
                  <a:lnTo>
                    <a:pt x="125254" y="83534"/>
                  </a:lnTo>
                  <a:lnTo>
                    <a:pt x="119253" y="33052"/>
                  </a:lnTo>
                  <a:lnTo>
                    <a:pt x="118777" y="33052"/>
                  </a:lnTo>
                  <a:lnTo>
                    <a:pt x="91154" y="83534"/>
                  </a:lnTo>
                  <a:close/>
                  <a:moveTo>
                    <a:pt x="86487" y="0"/>
                  </a:moveTo>
                  <a:lnTo>
                    <a:pt x="86487" y="0"/>
                  </a:lnTo>
                  <a:lnTo>
                    <a:pt x="167735" y="0"/>
                  </a:lnTo>
                  <a:lnTo>
                    <a:pt x="189833" y="153924"/>
                  </a:lnTo>
                  <a:lnTo>
                    <a:pt x="127921" y="153924"/>
                  </a:lnTo>
                  <a:lnTo>
                    <a:pt x="124968" y="120587"/>
                  </a:lnTo>
                  <a:lnTo>
                    <a:pt x="75248" y="120587"/>
                  </a:lnTo>
                  <a:lnTo>
                    <a:pt x="58769" y="153924"/>
                  </a:lnTo>
                  <a:lnTo>
                    <a:pt x="0" y="153924"/>
                  </a:lnTo>
                  <a:lnTo>
                    <a:pt x="86487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9" name="Freeform 28">
              <a:extLst>
                <a:ext uri="{FF2B5EF4-FFF2-40B4-BE49-F238E27FC236}">
                  <a16:creationId xmlns:a16="http://schemas.microsoft.com/office/drawing/2014/main" id="{D63461A3-F7E9-5D1B-EB47-2551AFC6B26C}"/>
                </a:ext>
              </a:extLst>
            </p:cNvPr>
            <p:cNvSpPr/>
            <p:nvPr/>
          </p:nvSpPr>
          <p:spPr>
            <a:xfrm>
              <a:off x="6476453" y="3350990"/>
              <a:ext cx="161925" cy="152400"/>
            </a:xfrm>
            <a:custGeom>
              <a:avLst/>
              <a:gdLst>
                <a:gd name="connsiteX0" fmla="*/ 142184 w 161925"/>
                <a:gd name="connsiteY0" fmla="*/ 150781 h 152400"/>
                <a:gd name="connsiteX1" fmla="*/ 142184 w 161925"/>
                <a:gd name="connsiteY1" fmla="*/ 150781 h 152400"/>
                <a:gd name="connsiteX2" fmla="*/ 76747 w 161925"/>
                <a:gd name="connsiteY2" fmla="*/ 159258 h 152400"/>
                <a:gd name="connsiteX3" fmla="*/ 2261 w 161925"/>
                <a:gd name="connsiteY3" fmla="*/ 77343 h 152400"/>
                <a:gd name="connsiteX4" fmla="*/ 110561 w 161925"/>
                <a:gd name="connsiteY4" fmla="*/ 0 h 152400"/>
                <a:gd name="connsiteX5" fmla="*/ 166853 w 161925"/>
                <a:gd name="connsiteY5" fmla="*/ 5715 h 152400"/>
                <a:gd name="connsiteX6" fmla="*/ 157995 w 161925"/>
                <a:gd name="connsiteY6" fmla="*/ 47244 h 152400"/>
                <a:gd name="connsiteX7" fmla="*/ 119419 w 161925"/>
                <a:gd name="connsiteY7" fmla="*/ 38386 h 152400"/>
                <a:gd name="connsiteX8" fmla="*/ 61697 w 161925"/>
                <a:gd name="connsiteY8" fmla="*/ 81058 h 152400"/>
                <a:gd name="connsiteX9" fmla="*/ 85510 w 161925"/>
                <a:gd name="connsiteY9" fmla="*/ 120777 h 152400"/>
                <a:gd name="connsiteX10" fmla="*/ 98273 w 161925"/>
                <a:gd name="connsiteY10" fmla="*/ 119444 h 152400"/>
                <a:gd name="connsiteX11" fmla="*/ 106941 w 161925"/>
                <a:gd name="connsiteY11" fmla="*/ 78391 h 152400"/>
                <a:gd name="connsiteX12" fmla="*/ 157519 w 161925"/>
                <a:gd name="connsiteY12" fmla="*/ 78391 h 152400"/>
                <a:gd name="connsiteX13" fmla="*/ 142184 w 161925"/>
                <a:gd name="connsiteY13" fmla="*/ 1507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152400">
                  <a:moveTo>
                    <a:pt x="142184" y="150781"/>
                  </a:moveTo>
                  <a:lnTo>
                    <a:pt x="142184" y="150781"/>
                  </a:lnTo>
                  <a:cubicBezTo>
                    <a:pt x="120752" y="156782"/>
                    <a:pt x="101036" y="159258"/>
                    <a:pt x="76747" y="159258"/>
                  </a:cubicBezTo>
                  <a:cubicBezTo>
                    <a:pt x="25693" y="159258"/>
                    <a:pt x="-9455" y="132207"/>
                    <a:pt x="2261" y="77343"/>
                  </a:cubicBezTo>
                  <a:cubicBezTo>
                    <a:pt x="13024" y="25622"/>
                    <a:pt x="61316" y="0"/>
                    <a:pt x="110561" y="0"/>
                  </a:cubicBezTo>
                  <a:cubicBezTo>
                    <a:pt x="139326" y="0"/>
                    <a:pt x="152851" y="2191"/>
                    <a:pt x="166853" y="5715"/>
                  </a:cubicBezTo>
                  <a:lnTo>
                    <a:pt x="157995" y="47244"/>
                  </a:lnTo>
                  <a:cubicBezTo>
                    <a:pt x="150661" y="42386"/>
                    <a:pt x="135897" y="38386"/>
                    <a:pt x="119419" y="38386"/>
                  </a:cubicBezTo>
                  <a:cubicBezTo>
                    <a:pt x="90177" y="38386"/>
                    <a:pt x="67698" y="53054"/>
                    <a:pt x="61697" y="81058"/>
                  </a:cubicBezTo>
                  <a:cubicBezTo>
                    <a:pt x="57220" y="102203"/>
                    <a:pt x="61888" y="120777"/>
                    <a:pt x="85510" y="120777"/>
                  </a:cubicBezTo>
                  <a:cubicBezTo>
                    <a:pt x="89605" y="120777"/>
                    <a:pt x="94463" y="120777"/>
                    <a:pt x="98273" y="119444"/>
                  </a:cubicBezTo>
                  <a:lnTo>
                    <a:pt x="106941" y="78391"/>
                  </a:lnTo>
                  <a:lnTo>
                    <a:pt x="157519" y="78391"/>
                  </a:lnTo>
                  <a:lnTo>
                    <a:pt x="142184" y="15078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20" name="Freeform 29">
              <a:extLst>
                <a:ext uri="{FF2B5EF4-FFF2-40B4-BE49-F238E27FC236}">
                  <a16:creationId xmlns:a16="http://schemas.microsoft.com/office/drawing/2014/main" id="{3ED5BC5A-EE5C-00AB-3D0D-5951B00C13EF}"/>
                </a:ext>
              </a:extLst>
            </p:cNvPr>
            <p:cNvSpPr/>
            <p:nvPr/>
          </p:nvSpPr>
          <p:spPr>
            <a:xfrm>
              <a:off x="5648991" y="3412046"/>
              <a:ext cx="200025" cy="28575"/>
            </a:xfrm>
            <a:custGeom>
              <a:avLst/>
              <a:gdLst>
                <a:gd name="connsiteX0" fmla="*/ 7811 w 200025"/>
                <a:gd name="connsiteY0" fmla="*/ 0 h 28575"/>
                <a:gd name="connsiteX1" fmla="*/ 7811 w 200025"/>
                <a:gd name="connsiteY1" fmla="*/ 0 h 28575"/>
                <a:gd name="connsiteX2" fmla="*/ 202978 w 200025"/>
                <a:gd name="connsiteY2" fmla="*/ 0 h 28575"/>
                <a:gd name="connsiteX3" fmla="*/ 195167 w 200025"/>
                <a:gd name="connsiteY3" fmla="*/ 37052 h 28575"/>
                <a:gd name="connsiteX4" fmla="*/ 0 w 200025"/>
                <a:gd name="connsiteY4" fmla="*/ 3705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8575">
                  <a:moveTo>
                    <a:pt x="7811" y="0"/>
                  </a:moveTo>
                  <a:lnTo>
                    <a:pt x="7811" y="0"/>
                  </a:lnTo>
                  <a:lnTo>
                    <a:pt x="202978" y="0"/>
                  </a:lnTo>
                  <a:lnTo>
                    <a:pt x="195167" y="37052"/>
                  </a:lnTo>
                  <a:lnTo>
                    <a:pt x="0" y="370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22" name="Freeform 30">
              <a:extLst>
                <a:ext uri="{FF2B5EF4-FFF2-40B4-BE49-F238E27FC236}">
                  <a16:creationId xmlns:a16="http://schemas.microsoft.com/office/drawing/2014/main" id="{0E23E678-9242-80B7-70C9-6662ED9B78C7}"/>
                </a:ext>
              </a:extLst>
            </p:cNvPr>
            <p:cNvSpPr/>
            <p:nvPr/>
          </p:nvSpPr>
          <p:spPr>
            <a:xfrm>
              <a:off x="5673661" y="3295650"/>
              <a:ext cx="200025" cy="28575"/>
            </a:xfrm>
            <a:custGeom>
              <a:avLst/>
              <a:gdLst>
                <a:gd name="connsiteX0" fmla="*/ 7810 w 200025"/>
                <a:gd name="connsiteY0" fmla="*/ 0 h 28575"/>
                <a:gd name="connsiteX1" fmla="*/ 0 w 200025"/>
                <a:gd name="connsiteY1" fmla="*/ 36862 h 28575"/>
                <a:gd name="connsiteX2" fmla="*/ 194977 w 200025"/>
                <a:gd name="connsiteY2" fmla="*/ 36862 h 28575"/>
                <a:gd name="connsiteX3" fmla="*/ 202978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7810" y="0"/>
                  </a:moveTo>
                  <a:lnTo>
                    <a:pt x="0" y="36862"/>
                  </a:lnTo>
                  <a:lnTo>
                    <a:pt x="194977" y="36862"/>
                  </a:lnTo>
                  <a:lnTo>
                    <a:pt x="20297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23" name="Freeform 31">
              <a:extLst>
                <a:ext uri="{FF2B5EF4-FFF2-40B4-BE49-F238E27FC236}">
                  <a16:creationId xmlns:a16="http://schemas.microsoft.com/office/drawing/2014/main" id="{89051112-C022-66BC-D46C-61137239FD94}"/>
                </a:ext>
              </a:extLst>
            </p:cNvPr>
            <p:cNvSpPr/>
            <p:nvPr/>
          </p:nvSpPr>
          <p:spPr>
            <a:xfrm>
              <a:off x="5624322" y="3528441"/>
              <a:ext cx="200025" cy="28575"/>
            </a:xfrm>
            <a:custGeom>
              <a:avLst/>
              <a:gdLst>
                <a:gd name="connsiteX0" fmla="*/ 8001 w 200025"/>
                <a:gd name="connsiteY0" fmla="*/ 0 h 28575"/>
                <a:gd name="connsiteX1" fmla="*/ 0 w 200025"/>
                <a:gd name="connsiteY1" fmla="*/ 37243 h 28575"/>
                <a:gd name="connsiteX2" fmla="*/ 195263 w 200025"/>
                <a:gd name="connsiteY2" fmla="*/ 37243 h 28575"/>
                <a:gd name="connsiteX3" fmla="*/ 203073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8001" y="0"/>
                  </a:moveTo>
                  <a:lnTo>
                    <a:pt x="0" y="37243"/>
                  </a:lnTo>
                  <a:lnTo>
                    <a:pt x="195263" y="37243"/>
                  </a:lnTo>
                  <a:lnTo>
                    <a:pt x="20307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24" name="Freeform 32">
              <a:extLst>
                <a:ext uri="{FF2B5EF4-FFF2-40B4-BE49-F238E27FC236}">
                  <a16:creationId xmlns:a16="http://schemas.microsoft.com/office/drawing/2014/main" id="{D8EF0630-81F4-85BD-7B2C-1BB78AF54559}"/>
                </a:ext>
              </a:extLst>
            </p:cNvPr>
            <p:cNvSpPr/>
            <p:nvPr/>
          </p:nvSpPr>
          <p:spPr>
            <a:xfrm>
              <a:off x="5548312" y="3354229"/>
              <a:ext cx="371475" cy="152400"/>
            </a:xfrm>
            <a:custGeom>
              <a:avLst/>
              <a:gdLst>
                <a:gd name="connsiteX0" fmla="*/ 344424 w 371475"/>
                <a:gd name="connsiteY0" fmla="*/ 153924 h 152400"/>
                <a:gd name="connsiteX1" fmla="*/ 344424 w 371475"/>
                <a:gd name="connsiteY1" fmla="*/ 153924 h 152400"/>
                <a:gd name="connsiteX2" fmla="*/ 0 w 371475"/>
                <a:gd name="connsiteY2" fmla="*/ 154115 h 152400"/>
                <a:gd name="connsiteX3" fmla="*/ 344424 w 371475"/>
                <a:gd name="connsiteY3" fmla="*/ 153924 h 152400"/>
                <a:gd name="connsiteX4" fmla="*/ 377190 w 371475"/>
                <a:gd name="connsiteY4" fmla="*/ 0 h 152400"/>
                <a:gd name="connsiteX5" fmla="*/ 32576 w 371475"/>
                <a:gd name="connsiteY5" fmla="*/ 0 h 152400"/>
                <a:gd name="connsiteX6" fmla="*/ 24575 w 371475"/>
                <a:gd name="connsiteY6" fmla="*/ 37148 h 152400"/>
                <a:gd name="connsiteX7" fmla="*/ 331946 w 371475"/>
                <a:gd name="connsiteY7" fmla="*/ 36957 h 152400"/>
                <a:gd name="connsiteX8" fmla="*/ 314992 w 371475"/>
                <a:gd name="connsiteY8" fmla="*/ 116872 h 152400"/>
                <a:gd name="connsiteX9" fmla="*/ 8192 w 371475"/>
                <a:gd name="connsiteY9" fmla="*/ 117062 h 152400"/>
                <a:gd name="connsiteX10" fmla="*/ 0 w 371475"/>
                <a:gd name="connsiteY10" fmla="*/ 154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475" h="152400">
                  <a:moveTo>
                    <a:pt x="344424" y="153924"/>
                  </a:moveTo>
                  <a:lnTo>
                    <a:pt x="344424" y="153924"/>
                  </a:lnTo>
                  <a:cubicBezTo>
                    <a:pt x="344424" y="153924"/>
                    <a:pt x="476" y="154115"/>
                    <a:pt x="0" y="154115"/>
                  </a:cubicBezTo>
                  <a:lnTo>
                    <a:pt x="344424" y="153924"/>
                  </a:lnTo>
                  <a:lnTo>
                    <a:pt x="377190" y="0"/>
                  </a:lnTo>
                  <a:cubicBezTo>
                    <a:pt x="377190" y="190"/>
                    <a:pt x="32576" y="0"/>
                    <a:pt x="32576" y="0"/>
                  </a:cubicBezTo>
                  <a:lnTo>
                    <a:pt x="24575" y="37148"/>
                  </a:lnTo>
                  <a:lnTo>
                    <a:pt x="331946" y="36957"/>
                  </a:lnTo>
                  <a:lnTo>
                    <a:pt x="314992" y="116872"/>
                  </a:lnTo>
                  <a:lnTo>
                    <a:pt x="8192" y="117062"/>
                  </a:lnTo>
                  <a:lnTo>
                    <a:pt x="0" y="154019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</p:grpSp>
      <p:sp>
        <p:nvSpPr>
          <p:cNvPr id="25" name="TextBox 12">
            <a:extLst>
              <a:ext uri="{FF2B5EF4-FFF2-40B4-BE49-F238E27FC236}">
                <a16:creationId xmlns:a16="http://schemas.microsoft.com/office/drawing/2014/main" id="{C5D477DF-B498-71D1-5FA7-B6853F1F79AC}"/>
              </a:ext>
            </a:extLst>
          </p:cNvPr>
          <p:cNvSpPr txBox="1"/>
          <p:nvPr userDrawn="1"/>
        </p:nvSpPr>
        <p:spPr bwMode="gray">
          <a:xfrm>
            <a:off x="8956432" y="6553476"/>
            <a:ext cx="2062072" cy="11037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r">
              <a:lnSpc>
                <a:spcPct val="85000"/>
              </a:lnSpc>
            </a:pPr>
            <a:r>
              <a:rPr lang="en-US" sz="800" noProof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</a:t>
            </a:r>
            <a:r>
              <a:rPr lang="de-DE" sz="800" noProof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noProof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EDAG Group. All rights reserved.</a:t>
            </a: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D873C442-ED87-9EC4-0AB3-F65CB1B41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318005" y="6515100"/>
            <a:ext cx="214905" cy="142876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r">
              <a:lnSpc>
                <a:spcPct val="85000"/>
              </a:lnSpc>
              <a:defRPr sz="800">
                <a:solidFill>
                  <a:schemeClr val="tx2"/>
                </a:solidFill>
              </a:defRPr>
            </a:lvl1pPr>
            <a:lvl2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2pPr>
            <a:lvl3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3pPr>
            <a:lvl4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4pPr>
            <a:lvl5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5pPr>
            <a:lvl6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6pPr>
            <a:lvl7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7pPr>
            <a:lvl8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8pPr>
            <a:lvl9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9pPr>
          </a:lstStyle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F414C343-2E71-520B-08CD-85B13F5A94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40000" y="6537600"/>
            <a:ext cx="7560000" cy="10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aseline="0">
                <a:solidFill>
                  <a:schemeClr val="tx2"/>
                </a:solidFill>
              </a:defRPr>
            </a:lvl1pPr>
          </a:lstStyle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3" name="Titelplatzhalter 2">
            <a:extLst>
              <a:ext uri="{FF2B5EF4-FFF2-40B4-BE49-F238E27FC236}">
                <a16:creationId xmlns:a16="http://schemas.microsoft.com/office/drawing/2014/main" id="{6CAF4F76-4A43-31A0-6929-F30D973FD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522000"/>
            <a:ext cx="6840000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/>
              <a:t>Mastertitelformat bearbeiten</a:t>
            </a:r>
          </a:p>
        </p:txBody>
      </p:sp>
      <p:pic>
        <p:nvPicPr>
          <p:cNvPr id="4" name="Grafik 2">
            <a:extLst>
              <a:ext uri="{FF2B5EF4-FFF2-40B4-BE49-F238E27FC236}">
                <a16:creationId xmlns:a16="http://schemas.microsoft.com/office/drawing/2014/main" id="{5B362F6F-19EE-354F-0720-20FD490F2318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4"/>
              </a:ext>
            </a:extLst>
          </a:blip>
          <a:srcRect r="148"/>
          <a:stretch/>
        </p:blipFill>
        <p:spPr>
          <a:xfrm>
            <a:off x="5330548" y="1"/>
            <a:ext cx="6861452" cy="1457999"/>
          </a:xfrm>
          <a:prstGeom prst="rect">
            <a:avLst/>
          </a:prstGeom>
        </p:spPr>
      </p:pic>
      <p:grpSp>
        <p:nvGrpSpPr>
          <p:cNvPr id="17" name="Grafik 13">
            <a:extLst>
              <a:ext uri="{FF2B5EF4-FFF2-40B4-BE49-F238E27FC236}">
                <a16:creationId xmlns:a16="http://schemas.microsoft.com/office/drawing/2014/main" id="{92E713FB-CB3A-CB7D-813D-46AA34E757A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321200" y="489600"/>
            <a:ext cx="1209600" cy="299018"/>
            <a:chOff x="8501174" y="2383489"/>
            <a:chExt cx="2699861" cy="667416"/>
          </a:xfrm>
          <a:solidFill>
            <a:schemeClr val="bg1"/>
          </a:solidFill>
        </p:grpSpPr>
        <p:grpSp>
          <p:nvGrpSpPr>
            <p:cNvPr id="21" name="Grafik 13">
              <a:extLst>
                <a:ext uri="{FF2B5EF4-FFF2-40B4-BE49-F238E27FC236}">
                  <a16:creationId xmlns:a16="http://schemas.microsoft.com/office/drawing/2014/main" id="{ADD87B44-B7DE-02A8-3B2E-CCE21C16D0B1}"/>
                </a:ext>
              </a:extLst>
            </p:cNvPr>
            <p:cNvGrpSpPr/>
            <p:nvPr/>
          </p:nvGrpSpPr>
          <p:grpSpPr>
            <a:xfrm>
              <a:off x="9461484" y="2955941"/>
              <a:ext cx="876871" cy="94964"/>
              <a:chOff x="9461484" y="2955941"/>
              <a:chExt cx="876871" cy="94964"/>
            </a:xfrm>
            <a:grpFill/>
          </p:grpSpPr>
          <p:sp>
            <p:nvSpPr>
              <p:cNvPr id="35" name="Freihandform: Form 34">
                <a:extLst>
                  <a:ext uri="{FF2B5EF4-FFF2-40B4-BE49-F238E27FC236}">
                    <a16:creationId xmlns:a16="http://schemas.microsoft.com/office/drawing/2014/main" id="{6E5D741D-8D03-AD38-7C3A-030FCF13C3A5}"/>
                  </a:ext>
                </a:extLst>
              </p:cNvPr>
              <p:cNvSpPr/>
              <p:nvPr/>
            </p:nvSpPr>
            <p:spPr>
              <a:xfrm>
                <a:off x="9461484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8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8 w 64198"/>
                  <a:gd name="connsiteY9" fmla="*/ 83820 h 91725"/>
                  <a:gd name="connsiteX10" fmla="*/ 48577 w 64198"/>
                  <a:gd name="connsiteY10" fmla="*/ 83820 h 91725"/>
                  <a:gd name="connsiteX11" fmla="*/ 47244 w 64198"/>
                  <a:gd name="connsiteY11" fmla="*/ 91726 h 91725"/>
                  <a:gd name="connsiteX12" fmla="*/ 190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8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8" y="83820"/>
                    </a:lnTo>
                    <a:lnTo>
                      <a:pt x="48577" y="83820"/>
                    </a:lnTo>
                    <a:lnTo>
                      <a:pt x="47244" y="91726"/>
                    </a:lnTo>
                    <a:lnTo>
                      <a:pt x="19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6" name="Freihandform: Form 35">
                <a:extLst>
                  <a:ext uri="{FF2B5EF4-FFF2-40B4-BE49-F238E27FC236}">
                    <a16:creationId xmlns:a16="http://schemas.microsoft.com/office/drawing/2014/main" id="{72B93348-FD75-95B6-5027-8A20FFFFF264}"/>
                  </a:ext>
                </a:extLst>
              </p:cNvPr>
              <p:cNvSpPr/>
              <p:nvPr/>
            </p:nvSpPr>
            <p:spPr>
              <a:xfrm>
                <a:off x="9534636" y="2957560"/>
                <a:ext cx="48387" cy="91725"/>
              </a:xfrm>
              <a:custGeom>
                <a:avLst/>
                <a:gdLst>
                  <a:gd name="connsiteX0" fmla="*/ 0 w 48387"/>
                  <a:gd name="connsiteY0" fmla="*/ 91726 h 91725"/>
                  <a:gd name="connsiteX1" fmla="*/ 19621 w 48387"/>
                  <a:gd name="connsiteY1" fmla="*/ 0 h 91725"/>
                  <a:gd name="connsiteX2" fmla="*/ 28956 w 48387"/>
                  <a:gd name="connsiteY2" fmla="*/ 0 h 91725"/>
                  <a:gd name="connsiteX3" fmla="*/ 10954 w 48387"/>
                  <a:gd name="connsiteY3" fmla="*/ 83820 h 91725"/>
                  <a:gd name="connsiteX4" fmla="*/ 48387 w 48387"/>
                  <a:gd name="connsiteY4" fmla="*/ 83820 h 91725"/>
                  <a:gd name="connsiteX5" fmla="*/ 46958 w 48387"/>
                  <a:gd name="connsiteY5" fmla="*/ 91726 h 91725"/>
                  <a:gd name="connsiteX6" fmla="*/ 95 w 48387"/>
                  <a:gd name="connsiteY6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8387" h="91725">
                    <a:moveTo>
                      <a:pt x="0" y="91726"/>
                    </a:moveTo>
                    <a:lnTo>
                      <a:pt x="19621" y="0"/>
                    </a:lnTo>
                    <a:lnTo>
                      <a:pt x="28956" y="0"/>
                    </a:lnTo>
                    <a:lnTo>
                      <a:pt x="10954" y="83820"/>
                    </a:lnTo>
                    <a:lnTo>
                      <a:pt x="48387" y="83820"/>
                    </a:lnTo>
                    <a:lnTo>
                      <a:pt x="46958" y="91726"/>
                    </a:lnTo>
                    <a:lnTo>
                      <a:pt x="95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7" name="Freihandform: Form 36">
                <a:extLst>
                  <a:ext uri="{FF2B5EF4-FFF2-40B4-BE49-F238E27FC236}">
                    <a16:creationId xmlns:a16="http://schemas.microsoft.com/office/drawing/2014/main" id="{2E120095-7E2F-9410-3DDB-47E61A10BCBE}"/>
                  </a:ext>
                </a:extLst>
              </p:cNvPr>
              <p:cNvSpPr/>
              <p:nvPr/>
            </p:nvSpPr>
            <p:spPr>
              <a:xfrm>
                <a:off x="9605216" y="2957560"/>
                <a:ext cx="64198" cy="91725"/>
              </a:xfrm>
              <a:custGeom>
                <a:avLst/>
                <a:gdLst>
                  <a:gd name="connsiteX0" fmla="*/ 0 w 64198"/>
                  <a:gd name="connsiteY0" fmla="*/ 91726 h 91725"/>
                  <a:gd name="connsiteX1" fmla="*/ 18955 w 64198"/>
                  <a:gd name="connsiteY1" fmla="*/ 0 h 91725"/>
                  <a:gd name="connsiteX2" fmla="*/ 64199 w 64198"/>
                  <a:gd name="connsiteY2" fmla="*/ 0 h 91725"/>
                  <a:gd name="connsiteX3" fmla="*/ 62770 w 64198"/>
                  <a:gd name="connsiteY3" fmla="*/ 7906 h 91725"/>
                  <a:gd name="connsiteX4" fmla="*/ 26384 w 64198"/>
                  <a:gd name="connsiteY4" fmla="*/ 7906 h 91725"/>
                  <a:gd name="connsiteX5" fmla="*/ 19717 w 64198"/>
                  <a:gd name="connsiteY5" fmla="*/ 40576 h 91725"/>
                  <a:gd name="connsiteX6" fmla="*/ 54007 w 64198"/>
                  <a:gd name="connsiteY6" fmla="*/ 40576 h 91725"/>
                  <a:gd name="connsiteX7" fmla="*/ 52578 w 64198"/>
                  <a:gd name="connsiteY7" fmla="*/ 48482 h 91725"/>
                  <a:gd name="connsiteX8" fmla="*/ 18193 w 64198"/>
                  <a:gd name="connsiteY8" fmla="*/ 48482 h 91725"/>
                  <a:gd name="connsiteX9" fmla="*/ 10859 w 64198"/>
                  <a:gd name="connsiteY9" fmla="*/ 83820 h 91725"/>
                  <a:gd name="connsiteX10" fmla="*/ 48578 w 64198"/>
                  <a:gd name="connsiteY10" fmla="*/ 83820 h 91725"/>
                  <a:gd name="connsiteX11" fmla="*/ 47244 w 64198"/>
                  <a:gd name="connsiteY11" fmla="*/ 91726 h 91725"/>
                  <a:gd name="connsiteX12" fmla="*/ 191 w 64198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4198" h="91725">
                    <a:moveTo>
                      <a:pt x="0" y="91726"/>
                    </a:moveTo>
                    <a:lnTo>
                      <a:pt x="18955" y="0"/>
                    </a:lnTo>
                    <a:lnTo>
                      <a:pt x="64199" y="0"/>
                    </a:lnTo>
                    <a:lnTo>
                      <a:pt x="62770" y="7906"/>
                    </a:lnTo>
                    <a:lnTo>
                      <a:pt x="26384" y="7906"/>
                    </a:lnTo>
                    <a:lnTo>
                      <a:pt x="19717" y="40576"/>
                    </a:lnTo>
                    <a:lnTo>
                      <a:pt x="54007" y="40576"/>
                    </a:lnTo>
                    <a:lnTo>
                      <a:pt x="52578" y="48482"/>
                    </a:lnTo>
                    <a:lnTo>
                      <a:pt x="18193" y="48482"/>
                    </a:lnTo>
                    <a:lnTo>
                      <a:pt x="10859" y="83820"/>
                    </a:lnTo>
                    <a:lnTo>
                      <a:pt x="48578" y="83820"/>
                    </a:lnTo>
                    <a:lnTo>
                      <a:pt x="47244" y="91726"/>
                    </a:lnTo>
                    <a:lnTo>
                      <a:pt x="19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8" name="Freihandform: Form 37">
                <a:extLst>
                  <a:ext uri="{FF2B5EF4-FFF2-40B4-BE49-F238E27FC236}">
                    <a16:creationId xmlns:a16="http://schemas.microsoft.com/office/drawing/2014/main" id="{3FC6FA50-4371-BBB9-2BD0-3554260BE40B}"/>
                  </a:ext>
                </a:extLst>
              </p:cNvPr>
              <p:cNvSpPr/>
              <p:nvPr/>
            </p:nvSpPr>
            <p:spPr>
              <a:xfrm>
                <a:off x="9684179" y="2955941"/>
                <a:ext cx="79247" cy="94869"/>
              </a:xfrm>
              <a:custGeom>
                <a:avLst/>
                <a:gdLst>
                  <a:gd name="connsiteX0" fmla="*/ 60960 w 79247"/>
                  <a:gd name="connsiteY0" fmla="*/ 92012 h 94869"/>
                  <a:gd name="connsiteX1" fmla="*/ 43053 w 79247"/>
                  <a:gd name="connsiteY1" fmla="*/ 94869 h 94869"/>
                  <a:gd name="connsiteX2" fmla="*/ 0 w 79247"/>
                  <a:gd name="connsiteY2" fmla="*/ 54674 h 94869"/>
                  <a:gd name="connsiteX3" fmla="*/ 54673 w 79247"/>
                  <a:gd name="connsiteY3" fmla="*/ 0 h 94869"/>
                  <a:gd name="connsiteX4" fmla="*/ 79248 w 79247"/>
                  <a:gd name="connsiteY4" fmla="*/ 4763 h 94869"/>
                  <a:gd name="connsiteX5" fmla="*/ 76105 w 79247"/>
                  <a:gd name="connsiteY5" fmla="*/ 12382 h 94869"/>
                  <a:gd name="connsiteX6" fmla="*/ 54007 w 79247"/>
                  <a:gd name="connsiteY6" fmla="*/ 7906 h 94869"/>
                  <a:gd name="connsiteX7" fmla="*/ 9049 w 79247"/>
                  <a:gd name="connsiteY7" fmla="*/ 54769 h 94869"/>
                  <a:gd name="connsiteX8" fmla="*/ 42577 w 79247"/>
                  <a:gd name="connsiteY8" fmla="*/ 86963 h 94869"/>
                  <a:gd name="connsiteX9" fmla="*/ 62008 w 79247"/>
                  <a:gd name="connsiteY9" fmla="*/ 83915 h 94869"/>
                  <a:gd name="connsiteX10" fmla="*/ 60960 w 79247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7" h="94869">
                    <a:moveTo>
                      <a:pt x="60960" y="92012"/>
                    </a:moveTo>
                    <a:cubicBezTo>
                      <a:pt x="54293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9" y="0"/>
                      <a:pt x="54673" y="0"/>
                    </a:cubicBezTo>
                    <a:cubicBezTo>
                      <a:pt x="66199" y="0"/>
                      <a:pt x="72961" y="1810"/>
                      <a:pt x="79248" y="4763"/>
                    </a:cubicBezTo>
                    <a:lnTo>
                      <a:pt x="76105" y="12382"/>
                    </a:lnTo>
                    <a:cubicBezTo>
                      <a:pt x="69532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39" name="Freihandform: Form 38">
                <a:extLst>
                  <a:ext uri="{FF2B5EF4-FFF2-40B4-BE49-F238E27FC236}">
                    <a16:creationId xmlns:a16="http://schemas.microsoft.com/office/drawing/2014/main" id="{997BC1C8-F824-309E-76EC-4F04B87A4E1A}"/>
                  </a:ext>
                </a:extLst>
              </p:cNvPr>
              <p:cNvSpPr/>
              <p:nvPr/>
            </p:nvSpPr>
            <p:spPr>
              <a:xfrm>
                <a:off x="9781905" y="2957560"/>
                <a:ext cx="66484" cy="91725"/>
              </a:xfrm>
              <a:custGeom>
                <a:avLst/>
                <a:gdLst>
                  <a:gd name="connsiteX0" fmla="*/ 9906 w 66484"/>
                  <a:gd name="connsiteY0" fmla="*/ 91726 h 91725"/>
                  <a:gd name="connsiteX1" fmla="*/ 27813 w 66484"/>
                  <a:gd name="connsiteY1" fmla="*/ 7906 h 91725"/>
                  <a:gd name="connsiteX2" fmla="*/ 0 w 66484"/>
                  <a:gd name="connsiteY2" fmla="*/ 7906 h 91725"/>
                  <a:gd name="connsiteX3" fmla="*/ 1715 w 66484"/>
                  <a:gd name="connsiteY3" fmla="*/ 0 h 91725"/>
                  <a:gd name="connsiteX4" fmla="*/ 66484 w 66484"/>
                  <a:gd name="connsiteY4" fmla="*/ 0 h 91725"/>
                  <a:gd name="connsiteX5" fmla="*/ 64865 w 66484"/>
                  <a:gd name="connsiteY5" fmla="*/ 7906 h 91725"/>
                  <a:gd name="connsiteX6" fmla="*/ 37052 w 66484"/>
                  <a:gd name="connsiteY6" fmla="*/ 7906 h 91725"/>
                  <a:gd name="connsiteX7" fmla="*/ 19431 w 66484"/>
                  <a:gd name="connsiteY7" fmla="*/ 91726 h 91725"/>
                  <a:gd name="connsiteX8" fmla="*/ 10001 w 66484"/>
                  <a:gd name="connsiteY8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6484" h="91725">
                    <a:moveTo>
                      <a:pt x="9906" y="91726"/>
                    </a:moveTo>
                    <a:lnTo>
                      <a:pt x="27813" y="7906"/>
                    </a:lnTo>
                    <a:lnTo>
                      <a:pt x="0" y="7906"/>
                    </a:lnTo>
                    <a:lnTo>
                      <a:pt x="1715" y="0"/>
                    </a:lnTo>
                    <a:lnTo>
                      <a:pt x="66484" y="0"/>
                    </a:lnTo>
                    <a:lnTo>
                      <a:pt x="64865" y="7906"/>
                    </a:lnTo>
                    <a:lnTo>
                      <a:pt x="37052" y="7906"/>
                    </a:lnTo>
                    <a:lnTo>
                      <a:pt x="19431" y="91726"/>
                    </a:lnTo>
                    <a:lnTo>
                      <a:pt x="10001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0" name="Freihandform: Form 39">
                <a:extLst>
                  <a:ext uri="{FF2B5EF4-FFF2-40B4-BE49-F238E27FC236}">
                    <a16:creationId xmlns:a16="http://schemas.microsoft.com/office/drawing/2014/main" id="{B90EDAEB-E112-73CE-859A-B4824B3E8F46}"/>
                  </a:ext>
                </a:extLst>
              </p:cNvPr>
              <p:cNvSpPr/>
              <p:nvPr/>
            </p:nvSpPr>
            <p:spPr>
              <a:xfrm>
                <a:off x="9852104" y="2957560"/>
                <a:ext cx="65912" cy="91725"/>
              </a:xfrm>
              <a:custGeom>
                <a:avLst/>
                <a:gdLst>
                  <a:gd name="connsiteX0" fmla="*/ 49625 w 65912"/>
                  <a:gd name="connsiteY0" fmla="*/ 91726 h 91725"/>
                  <a:gd name="connsiteX1" fmla="*/ 41910 w 65912"/>
                  <a:gd name="connsiteY1" fmla="*/ 58769 h 91725"/>
                  <a:gd name="connsiteX2" fmla="*/ 29051 w 65912"/>
                  <a:gd name="connsiteY2" fmla="*/ 48482 h 91725"/>
                  <a:gd name="connsiteX3" fmla="*/ 18383 w 65912"/>
                  <a:gd name="connsiteY3" fmla="*/ 48482 h 91725"/>
                  <a:gd name="connsiteX4" fmla="*/ 9144 w 65912"/>
                  <a:gd name="connsiteY4" fmla="*/ 91726 h 91725"/>
                  <a:gd name="connsiteX5" fmla="*/ 0 w 65912"/>
                  <a:gd name="connsiteY5" fmla="*/ 91726 h 91725"/>
                  <a:gd name="connsiteX6" fmla="*/ 20003 w 65912"/>
                  <a:gd name="connsiteY6" fmla="*/ 0 h 91725"/>
                  <a:gd name="connsiteX7" fmla="*/ 42291 w 65912"/>
                  <a:gd name="connsiteY7" fmla="*/ 0 h 91725"/>
                  <a:gd name="connsiteX8" fmla="*/ 65913 w 65912"/>
                  <a:gd name="connsiteY8" fmla="*/ 20479 h 91725"/>
                  <a:gd name="connsiteX9" fmla="*/ 40005 w 65912"/>
                  <a:gd name="connsiteY9" fmla="*/ 45053 h 91725"/>
                  <a:gd name="connsiteX10" fmla="*/ 40005 w 65912"/>
                  <a:gd name="connsiteY10" fmla="*/ 45339 h 91725"/>
                  <a:gd name="connsiteX11" fmla="*/ 49721 w 65912"/>
                  <a:gd name="connsiteY11" fmla="*/ 56007 h 91725"/>
                  <a:gd name="connsiteX12" fmla="*/ 58483 w 65912"/>
                  <a:gd name="connsiteY12" fmla="*/ 91726 h 91725"/>
                  <a:gd name="connsiteX13" fmla="*/ 49530 w 65912"/>
                  <a:gd name="connsiteY13" fmla="*/ 91726 h 91725"/>
                  <a:gd name="connsiteX14" fmla="*/ 29242 w 65912"/>
                  <a:gd name="connsiteY14" fmla="*/ 40672 h 91725"/>
                  <a:gd name="connsiteX15" fmla="*/ 56864 w 65912"/>
                  <a:gd name="connsiteY15" fmla="*/ 21717 h 91725"/>
                  <a:gd name="connsiteX16" fmla="*/ 40291 w 65912"/>
                  <a:gd name="connsiteY16" fmla="*/ 7906 h 91725"/>
                  <a:gd name="connsiteX17" fmla="*/ 27051 w 65912"/>
                  <a:gd name="connsiteY17" fmla="*/ 7906 h 91725"/>
                  <a:gd name="connsiteX18" fmla="*/ 20098 w 65912"/>
                  <a:gd name="connsiteY18" fmla="*/ 40576 h 91725"/>
                  <a:gd name="connsiteX19" fmla="*/ 29242 w 65912"/>
                  <a:gd name="connsiteY19" fmla="*/ 4057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5912" h="91725">
                    <a:moveTo>
                      <a:pt x="49625" y="91726"/>
                    </a:moveTo>
                    <a:lnTo>
                      <a:pt x="41910" y="58769"/>
                    </a:lnTo>
                    <a:cubicBezTo>
                      <a:pt x="39910" y="50578"/>
                      <a:pt x="36481" y="48482"/>
                      <a:pt x="29051" y="48482"/>
                    </a:cubicBezTo>
                    <a:lnTo>
                      <a:pt x="18383" y="48482"/>
                    </a:lnTo>
                    <a:lnTo>
                      <a:pt x="9144" y="91726"/>
                    </a:lnTo>
                    <a:lnTo>
                      <a:pt x="0" y="91726"/>
                    </a:lnTo>
                    <a:lnTo>
                      <a:pt x="20003" y="0"/>
                    </a:lnTo>
                    <a:lnTo>
                      <a:pt x="42291" y="0"/>
                    </a:lnTo>
                    <a:cubicBezTo>
                      <a:pt x="57245" y="0"/>
                      <a:pt x="65913" y="6286"/>
                      <a:pt x="65913" y="20479"/>
                    </a:cubicBezTo>
                    <a:cubicBezTo>
                      <a:pt x="65913" y="34671"/>
                      <a:pt x="55531" y="44291"/>
                      <a:pt x="40005" y="45053"/>
                    </a:cubicBezTo>
                    <a:lnTo>
                      <a:pt x="40005" y="45339"/>
                    </a:lnTo>
                    <a:cubicBezTo>
                      <a:pt x="46577" y="46482"/>
                      <a:pt x="48292" y="49911"/>
                      <a:pt x="49721" y="56007"/>
                    </a:cubicBezTo>
                    <a:lnTo>
                      <a:pt x="58483" y="91726"/>
                    </a:lnTo>
                    <a:lnTo>
                      <a:pt x="49530" y="91726"/>
                    </a:lnTo>
                    <a:close/>
                    <a:moveTo>
                      <a:pt x="29242" y="40672"/>
                    </a:moveTo>
                    <a:cubicBezTo>
                      <a:pt x="45149" y="40672"/>
                      <a:pt x="56864" y="34671"/>
                      <a:pt x="56864" y="21717"/>
                    </a:cubicBezTo>
                    <a:cubicBezTo>
                      <a:pt x="56864" y="11716"/>
                      <a:pt x="50197" y="7906"/>
                      <a:pt x="40291" y="7906"/>
                    </a:cubicBezTo>
                    <a:lnTo>
                      <a:pt x="27051" y="7906"/>
                    </a:lnTo>
                    <a:lnTo>
                      <a:pt x="20098" y="40576"/>
                    </a:lnTo>
                    <a:lnTo>
                      <a:pt x="29242" y="4057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1" name="Freihandform: Form 40">
                <a:extLst>
                  <a:ext uri="{FF2B5EF4-FFF2-40B4-BE49-F238E27FC236}">
                    <a16:creationId xmlns:a16="http://schemas.microsoft.com/office/drawing/2014/main" id="{4DD5AB9B-0F2A-2808-C883-E92FD94C1D9D}"/>
                  </a:ext>
                </a:extLst>
              </p:cNvPr>
              <p:cNvSpPr/>
              <p:nvPr/>
            </p:nvSpPr>
            <p:spPr>
              <a:xfrm>
                <a:off x="9939068" y="2956036"/>
                <a:ext cx="83438" cy="94868"/>
              </a:xfrm>
              <a:custGeom>
                <a:avLst/>
                <a:gdLst>
                  <a:gd name="connsiteX0" fmla="*/ 0 w 83438"/>
                  <a:gd name="connsiteY0" fmla="*/ 57436 h 94868"/>
                  <a:gd name="connsiteX1" fmla="*/ 48768 w 83438"/>
                  <a:gd name="connsiteY1" fmla="*/ 0 h 94868"/>
                  <a:gd name="connsiteX2" fmla="*/ 83439 w 83438"/>
                  <a:gd name="connsiteY2" fmla="*/ 37433 h 94868"/>
                  <a:gd name="connsiteX3" fmla="*/ 34671 w 83438"/>
                  <a:gd name="connsiteY3" fmla="*/ 94869 h 94868"/>
                  <a:gd name="connsiteX4" fmla="*/ 0 w 83438"/>
                  <a:gd name="connsiteY4" fmla="*/ 57436 h 94868"/>
                  <a:gd name="connsiteX5" fmla="*/ 74390 w 83438"/>
                  <a:gd name="connsiteY5" fmla="*/ 38481 h 94868"/>
                  <a:gd name="connsiteX6" fmla="*/ 48387 w 83438"/>
                  <a:gd name="connsiteY6" fmla="*/ 7906 h 94868"/>
                  <a:gd name="connsiteX7" fmla="*/ 9144 w 83438"/>
                  <a:gd name="connsiteY7" fmla="*/ 56674 h 94868"/>
                  <a:gd name="connsiteX8" fmla="*/ 35433 w 83438"/>
                  <a:gd name="connsiteY8" fmla="*/ 87058 h 94868"/>
                  <a:gd name="connsiteX9" fmla="*/ 74486 w 83438"/>
                  <a:gd name="connsiteY9" fmla="*/ 38576 h 94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3438" h="94868">
                    <a:moveTo>
                      <a:pt x="0" y="57436"/>
                    </a:moveTo>
                    <a:cubicBezTo>
                      <a:pt x="0" y="28099"/>
                      <a:pt x="18574" y="0"/>
                      <a:pt x="48768" y="0"/>
                    </a:cubicBezTo>
                    <a:cubicBezTo>
                      <a:pt x="70961" y="0"/>
                      <a:pt x="83439" y="14573"/>
                      <a:pt x="83439" y="37433"/>
                    </a:cubicBezTo>
                    <a:cubicBezTo>
                      <a:pt x="83439" y="66866"/>
                      <a:pt x="64865" y="94869"/>
                      <a:pt x="34671" y="94869"/>
                    </a:cubicBezTo>
                    <a:cubicBezTo>
                      <a:pt x="12383" y="94869"/>
                      <a:pt x="0" y="80010"/>
                      <a:pt x="0" y="57436"/>
                    </a:cubicBezTo>
                    <a:close/>
                    <a:moveTo>
                      <a:pt x="74390" y="38481"/>
                    </a:moveTo>
                    <a:cubicBezTo>
                      <a:pt x="74390" y="19717"/>
                      <a:pt x="64961" y="7906"/>
                      <a:pt x="48387" y="7906"/>
                    </a:cubicBezTo>
                    <a:cubicBezTo>
                      <a:pt x="24384" y="7906"/>
                      <a:pt x="9144" y="33623"/>
                      <a:pt x="9144" y="56674"/>
                    </a:cubicBezTo>
                    <a:cubicBezTo>
                      <a:pt x="9144" y="72485"/>
                      <a:pt x="16383" y="87058"/>
                      <a:pt x="35433" y="87058"/>
                    </a:cubicBezTo>
                    <a:cubicBezTo>
                      <a:pt x="59246" y="87058"/>
                      <a:pt x="74486" y="61055"/>
                      <a:pt x="74486" y="38576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2" name="Freihandform: Form 41">
                <a:extLst>
                  <a:ext uri="{FF2B5EF4-FFF2-40B4-BE49-F238E27FC236}">
                    <a16:creationId xmlns:a16="http://schemas.microsoft.com/office/drawing/2014/main" id="{7707F0C8-5B00-6E0C-1D85-44C57AE956E3}"/>
                  </a:ext>
                </a:extLst>
              </p:cNvPr>
              <p:cNvSpPr/>
              <p:nvPr/>
            </p:nvSpPr>
            <p:spPr>
              <a:xfrm>
                <a:off x="10040890" y="2957560"/>
                <a:ext cx="86772" cy="91725"/>
              </a:xfrm>
              <a:custGeom>
                <a:avLst/>
                <a:gdLst>
                  <a:gd name="connsiteX0" fmla="*/ 56579 w 86772"/>
                  <a:gd name="connsiteY0" fmla="*/ 91726 h 91725"/>
                  <a:gd name="connsiteX1" fmla="*/ 26003 w 86772"/>
                  <a:gd name="connsiteY1" fmla="*/ 11049 h 91725"/>
                  <a:gd name="connsiteX2" fmla="*/ 25717 w 86772"/>
                  <a:gd name="connsiteY2" fmla="*/ 11049 h 91725"/>
                  <a:gd name="connsiteX3" fmla="*/ 8382 w 86772"/>
                  <a:gd name="connsiteY3" fmla="*/ 91726 h 91725"/>
                  <a:gd name="connsiteX4" fmla="*/ 0 w 86772"/>
                  <a:gd name="connsiteY4" fmla="*/ 91726 h 91725"/>
                  <a:gd name="connsiteX5" fmla="*/ 19812 w 86772"/>
                  <a:gd name="connsiteY5" fmla="*/ 0 h 91725"/>
                  <a:gd name="connsiteX6" fmla="*/ 30575 w 86772"/>
                  <a:gd name="connsiteY6" fmla="*/ 0 h 91725"/>
                  <a:gd name="connsiteX7" fmla="*/ 61150 w 86772"/>
                  <a:gd name="connsiteY7" fmla="*/ 80677 h 91725"/>
                  <a:gd name="connsiteX8" fmla="*/ 61436 w 86772"/>
                  <a:gd name="connsiteY8" fmla="*/ 80677 h 91725"/>
                  <a:gd name="connsiteX9" fmla="*/ 78486 w 86772"/>
                  <a:gd name="connsiteY9" fmla="*/ 0 h 91725"/>
                  <a:gd name="connsiteX10" fmla="*/ 86773 w 86772"/>
                  <a:gd name="connsiteY10" fmla="*/ 0 h 91725"/>
                  <a:gd name="connsiteX11" fmla="*/ 67342 w 86772"/>
                  <a:gd name="connsiteY11" fmla="*/ 91726 h 91725"/>
                  <a:gd name="connsiteX12" fmla="*/ 56579 w 86772"/>
                  <a:gd name="connsiteY12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6772" h="91725">
                    <a:moveTo>
                      <a:pt x="56579" y="91726"/>
                    </a:moveTo>
                    <a:lnTo>
                      <a:pt x="26003" y="11049"/>
                    </a:lnTo>
                    <a:lnTo>
                      <a:pt x="25717" y="11049"/>
                    </a:lnTo>
                    <a:lnTo>
                      <a:pt x="8382" y="91726"/>
                    </a:lnTo>
                    <a:lnTo>
                      <a:pt x="0" y="91726"/>
                    </a:lnTo>
                    <a:lnTo>
                      <a:pt x="19812" y="0"/>
                    </a:lnTo>
                    <a:lnTo>
                      <a:pt x="30575" y="0"/>
                    </a:lnTo>
                    <a:lnTo>
                      <a:pt x="61150" y="80677"/>
                    </a:lnTo>
                    <a:lnTo>
                      <a:pt x="61436" y="80677"/>
                    </a:lnTo>
                    <a:lnTo>
                      <a:pt x="78486" y="0"/>
                    </a:lnTo>
                    <a:lnTo>
                      <a:pt x="86773" y="0"/>
                    </a:lnTo>
                    <a:lnTo>
                      <a:pt x="67342" y="91726"/>
                    </a:lnTo>
                    <a:lnTo>
                      <a:pt x="56579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3" name="Freihandform: Form 42">
                <a:extLst>
                  <a:ext uri="{FF2B5EF4-FFF2-40B4-BE49-F238E27FC236}">
                    <a16:creationId xmlns:a16="http://schemas.microsoft.com/office/drawing/2014/main" id="{08724668-6B21-4140-44D6-0F956F20437B}"/>
                  </a:ext>
                </a:extLst>
              </p:cNvPr>
              <p:cNvSpPr/>
              <p:nvPr/>
            </p:nvSpPr>
            <p:spPr>
              <a:xfrm>
                <a:off x="10141379" y="2957560"/>
                <a:ext cx="28479" cy="91725"/>
              </a:xfrm>
              <a:custGeom>
                <a:avLst/>
                <a:gdLst>
                  <a:gd name="connsiteX0" fmla="*/ 0 w 28479"/>
                  <a:gd name="connsiteY0" fmla="*/ 91726 h 91725"/>
                  <a:gd name="connsiteX1" fmla="*/ 19431 w 28479"/>
                  <a:gd name="connsiteY1" fmla="*/ 0 h 91725"/>
                  <a:gd name="connsiteX2" fmla="*/ 28480 w 28479"/>
                  <a:gd name="connsiteY2" fmla="*/ 0 h 91725"/>
                  <a:gd name="connsiteX3" fmla="*/ 9049 w 28479"/>
                  <a:gd name="connsiteY3" fmla="*/ 91726 h 91725"/>
                  <a:gd name="connsiteX4" fmla="*/ 0 w 28479"/>
                  <a:gd name="connsiteY4" fmla="*/ 91726 h 91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479" h="91725">
                    <a:moveTo>
                      <a:pt x="0" y="91726"/>
                    </a:moveTo>
                    <a:lnTo>
                      <a:pt x="19431" y="0"/>
                    </a:lnTo>
                    <a:lnTo>
                      <a:pt x="28480" y="0"/>
                    </a:lnTo>
                    <a:lnTo>
                      <a:pt x="9049" y="91726"/>
                    </a:lnTo>
                    <a:lnTo>
                      <a:pt x="0" y="9172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4" name="Freihandform: Form 43">
                <a:extLst>
                  <a:ext uri="{FF2B5EF4-FFF2-40B4-BE49-F238E27FC236}">
                    <a16:creationId xmlns:a16="http://schemas.microsoft.com/office/drawing/2014/main" id="{E69C7FE0-8930-294C-E9B5-DD2E899FF0B4}"/>
                  </a:ext>
                </a:extLst>
              </p:cNvPr>
              <p:cNvSpPr/>
              <p:nvPr/>
            </p:nvSpPr>
            <p:spPr>
              <a:xfrm>
                <a:off x="10187766" y="2955941"/>
                <a:ext cx="79248" cy="94869"/>
              </a:xfrm>
              <a:custGeom>
                <a:avLst/>
                <a:gdLst>
                  <a:gd name="connsiteX0" fmla="*/ 60960 w 79248"/>
                  <a:gd name="connsiteY0" fmla="*/ 92012 h 94869"/>
                  <a:gd name="connsiteX1" fmla="*/ 43053 w 79248"/>
                  <a:gd name="connsiteY1" fmla="*/ 94869 h 94869"/>
                  <a:gd name="connsiteX2" fmla="*/ 0 w 79248"/>
                  <a:gd name="connsiteY2" fmla="*/ 54674 h 94869"/>
                  <a:gd name="connsiteX3" fmla="*/ 54674 w 79248"/>
                  <a:gd name="connsiteY3" fmla="*/ 0 h 94869"/>
                  <a:gd name="connsiteX4" fmla="*/ 79248 w 79248"/>
                  <a:gd name="connsiteY4" fmla="*/ 4763 h 94869"/>
                  <a:gd name="connsiteX5" fmla="*/ 76105 w 79248"/>
                  <a:gd name="connsiteY5" fmla="*/ 12382 h 94869"/>
                  <a:gd name="connsiteX6" fmla="*/ 54007 w 79248"/>
                  <a:gd name="connsiteY6" fmla="*/ 7906 h 94869"/>
                  <a:gd name="connsiteX7" fmla="*/ 9049 w 79248"/>
                  <a:gd name="connsiteY7" fmla="*/ 54769 h 94869"/>
                  <a:gd name="connsiteX8" fmla="*/ 42577 w 79248"/>
                  <a:gd name="connsiteY8" fmla="*/ 86963 h 94869"/>
                  <a:gd name="connsiteX9" fmla="*/ 62008 w 79248"/>
                  <a:gd name="connsiteY9" fmla="*/ 83915 h 94869"/>
                  <a:gd name="connsiteX10" fmla="*/ 60960 w 79248"/>
                  <a:gd name="connsiteY10" fmla="*/ 91916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9248" h="94869">
                    <a:moveTo>
                      <a:pt x="60960" y="92012"/>
                    </a:moveTo>
                    <a:cubicBezTo>
                      <a:pt x="54292" y="94202"/>
                      <a:pt x="49244" y="94869"/>
                      <a:pt x="43053" y="94869"/>
                    </a:cubicBezTo>
                    <a:cubicBezTo>
                      <a:pt x="19145" y="94869"/>
                      <a:pt x="0" y="79153"/>
                      <a:pt x="0" y="54674"/>
                    </a:cubicBezTo>
                    <a:cubicBezTo>
                      <a:pt x="0" y="23050"/>
                      <a:pt x="22288" y="0"/>
                      <a:pt x="54674" y="0"/>
                    </a:cubicBezTo>
                    <a:cubicBezTo>
                      <a:pt x="66199" y="0"/>
                      <a:pt x="72962" y="1810"/>
                      <a:pt x="79248" y="4763"/>
                    </a:cubicBezTo>
                    <a:lnTo>
                      <a:pt x="76105" y="12382"/>
                    </a:lnTo>
                    <a:cubicBezTo>
                      <a:pt x="69533" y="8858"/>
                      <a:pt x="61817" y="7906"/>
                      <a:pt x="54007" y="7906"/>
                    </a:cubicBezTo>
                    <a:cubicBezTo>
                      <a:pt x="27337" y="7906"/>
                      <a:pt x="9049" y="28289"/>
                      <a:pt x="9049" y="54769"/>
                    </a:cubicBezTo>
                    <a:cubicBezTo>
                      <a:pt x="9049" y="72485"/>
                      <a:pt x="22955" y="86963"/>
                      <a:pt x="42577" y="86963"/>
                    </a:cubicBezTo>
                    <a:cubicBezTo>
                      <a:pt x="48482" y="86963"/>
                      <a:pt x="53721" y="86678"/>
                      <a:pt x="62008" y="83915"/>
                    </a:cubicBezTo>
                    <a:lnTo>
                      <a:pt x="60960" y="9191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sp>
            <p:nvSpPr>
              <p:cNvPr id="45" name="Freihandform: Form 44">
                <a:extLst>
                  <a:ext uri="{FF2B5EF4-FFF2-40B4-BE49-F238E27FC236}">
                    <a16:creationId xmlns:a16="http://schemas.microsoft.com/office/drawing/2014/main" id="{CB249951-2301-F951-0759-0E3C8B9DC21C}"/>
                  </a:ext>
                </a:extLst>
              </p:cNvPr>
              <p:cNvSpPr/>
              <p:nvPr/>
            </p:nvSpPr>
            <p:spPr>
              <a:xfrm>
                <a:off x="10272062" y="2955941"/>
                <a:ext cx="66293" cy="94869"/>
              </a:xfrm>
              <a:custGeom>
                <a:avLst/>
                <a:gdLst>
                  <a:gd name="connsiteX0" fmla="*/ 2572 w 66293"/>
                  <a:gd name="connsiteY0" fmla="*/ 81248 h 94869"/>
                  <a:gd name="connsiteX1" fmla="*/ 22193 w 66293"/>
                  <a:gd name="connsiteY1" fmla="*/ 87058 h 94869"/>
                  <a:gd name="connsiteX2" fmla="*/ 47720 w 66293"/>
                  <a:gd name="connsiteY2" fmla="*/ 67437 h 94869"/>
                  <a:gd name="connsiteX3" fmla="*/ 34099 w 66293"/>
                  <a:gd name="connsiteY3" fmla="*/ 49435 h 94869"/>
                  <a:gd name="connsiteX4" fmla="*/ 14002 w 66293"/>
                  <a:gd name="connsiteY4" fmla="*/ 25527 h 94869"/>
                  <a:gd name="connsiteX5" fmla="*/ 45053 w 66293"/>
                  <a:gd name="connsiteY5" fmla="*/ 0 h 94869"/>
                  <a:gd name="connsiteX6" fmla="*/ 66294 w 66293"/>
                  <a:gd name="connsiteY6" fmla="*/ 4096 h 94869"/>
                  <a:gd name="connsiteX7" fmla="*/ 63532 w 66293"/>
                  <a:gd name="connsiteY7" fmla="*/ 12382 h 94869"/>
                  <a:gd name="connsiteX8" fmla="*/ 44863 w 66293"/>
                  <a:gd name="connsiteY8" fmla="*/ 7906 h 94869"/>
                  <a:gd name="connsiteX9" fmla="*/ 23050 w 66293"/>
                  <a:gd name="connsiteY9" fmla="*/ 24860 h 94869"/>
                  <a:gd name="connsiteX10" fmla="*/ 36481 w 66293"/>
                  <a:gd name="connsiteY10" fmla="*/ 40481 h 94869"/>
                  <a:gd name="connsiteX11" fmla="*/ 56864 w 66293"/>
                  <a:gd name="connsiteY11" fmla="*/ 66199 h 94869"/>
                  <a:gd name="connsiteX12" fmla="*/ 22955 w 66293"/>
                  <a:gd name="connsiteY12" fmla="*/ 94869 h 94869"/>
                  <a:gd name="connsiteX13" fmla="*/ 0 w 66293"/>
                  <a:gd name="connsiteY13" fmla="*/ 89916 h 94869"/>
                  <a:gd name="connsiteX14" fmla="*/ 2762 w 66293"/>
                  <a:gd name="connsiteY14" fmla="*/ 81248 h 94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6293" h="94869">
                    <a:moveTo>
                      <a:pt x="2572" y="81248"/>
                    </a:moveTo>
                    <a:cubicBezTo>
                      <a:pt x="8096" y="84963"/>
                      <a:pt x="15430" y="87058"/>
                      <a:pt x="22193" y="87058"/>
                    </a:cubicBezTo>
                    <a:cubicBezTo>
                      <a:pt x="34576" y="87058"/>
                      <a:pt x="47720" y="81629"/>
                      <a:pt x="47720" y="67437"/>
                    </a:cubicBezTo>
                    <a:cubicBezTo>
                      <a:pt x="47720" y="59912"/>
                      <a:pt x="42767" y="54959"/>
                      <a:pt x="34099" y="49435"/>
                    </a:cubicBezTo>
                    <a:cubicBezTo>
                      <a:pt x="23241" y="42482"/>
                      <a:pt x="14002" y="36957"/>
                      <a:pt x="14002" y="25527"/>
                    </a:cubicBezTo>
                    <a:cubicBezTo>
                      <a:pt x="14002" y="8477"/>
                      <a:pt x="28099" y="0"/>
                      <a:pt x="45053" y="0"/>
                    </a:cubicBezTo>
                    <a:cubicBezTo>
                      <a:pt x="52768" y="0"/>
                      <a:pt x="59912" y="1333"/>
                      <a:pt x="66294" y="4096"/>
                    </a:cubicBezTo>
                    <a:lnTo>
                      <a:pt x="63532" y="12382"/>
                    </a:lnTo>
                    <a:cubicBezTo>
                      <a:pt x="57626" y="9334"/>
                      <a:pt x="51340" y="7906"/>
                      <a:pt x="44863" y="7906"/>
                    </a:cubicBezTo>
                    <a:cubicBezTo>
                      <a:pt x="34861" y="7906"/>
                      <a:pt x="23050" y="12764"/>
                      <a:pt x="23050" y="24860"/>
                    </a:cubicBezTo>
                    <a:cubicBezTo>
                      <a:pt x="23050" y="31051"/>
                      <a:pt x="27527" y="34957"/>
                      <a:pt x="36481" y="40481"/>
                    </a:cubicBezTo>
                    <a:cubicBezTo>
                      <a:pt x="48673" y="48006"/>
                      <a:pt x="56864" y="54293"/>
                      <a:pt x="56864" y="66199"/>
                    </a:cubicBezTo>
                    <a:cubicBezTo>
                      <a:pt x="56864" y="84868"/>
                      <a:pt x="39814" y="94869"/>
                      <a:pt x="22955" y="94869"/>
                    </a:cubicBezTo>
                    <a:cubicBezTo>
                      <a:pt x="14573" y="94869"/>
                      <a:pt x="6382" y="93440"/>
                      <a:pt x="0" y="89916"/>
                    </a:cubicBezTo>
                    <a:lnTo>
                      <a:pt x="2762" y="8124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  <p:sp>
          <p:nvSpPr>
            <p:cNvPr id="27" name="Freihandform: Form 26">
              <a:extLst>
                <a:ext uri="{FF2B5EF4-FFF2-40B4-BE49-F238E27FC236}">
                  <a16:creationId xmlns:a16="http://schemas.microsoft.com/office/drawing/2014/main" id="{DB9412F3-9B54-6D51-3DFD-4D224D071CD0}"/>
                </a:ext>
              </a:extLst>
            </p:cNvPr>
            <p:cNvSpPr/>
            <p:nvPr/>
          </p:nvSpPr>
          <p:spPr>
            <a:xfrm>
              <a:off x="9491583" y="2527792"/>
              <a:ext cx="408717" cy="379666"/>
            </a:xfrm>
            <a:custGeom>
              <a:avLst/>
              <a:gdLst>
                <a:gd name="connsiteX0" fmla="*/ 80486 w 408717"/>
                <a:gd name="connsiteY0" fmla="*/ 0 h 379666"/>
                <a:gd name="connsiteX1" fmla="*/ 80486 w 408717"/>
                <a:gd name="connsiteY1" fmla="*/ 0 h 379666"/>
                <a:gd name="connsiteX2" fmla="*/ 408718 w 408717"/>
                <a:gd name="connsiteY2" fmla="*/ 0 h 379666"/>
                <a:gd name="connsiteX3" fmla="*/ 389477 w 408717"/>
                <a:gd name="connsiteY3" fmla="*/ 91345 h 379666"/>
                <a:gd name="connsiteX4" fmla="*/ 203168 w 408717"/>
                <a:gd name="connsiteY4" fmla="*/ 91345 h 379666"/>
                <a:gd name="connsiteX5" fmla="*/ 191643 w 408717"/>
                <a:gd name="connsiteY5" fmla="*/ 145161 h 379666"/>
                <a:gd name="connsiteX6" fmla="*/ 369760 w 408717"/>
                <a:gd name="connsiteY6" fmla="*/ 145161 h 379666"/>
                <a:gd name="connsiteX7" fmla="*/ 350520 w 408717"/>
                <a:gd name="connsiteY7" fmla="*/ 236506 h 379666"/>
                <a:gd name="connsiteX8" fmla="*/ 172402 w 408717"/>
                <a:gd name="connsiteY8" fmla="*/ 236506 h 379666"/>
                <a:gd name="connsiteX9" fmla="*/ 161353 w 408717"/>
                <a:gd name="connsiteY9" fmla="*/ 287941 h 379666"/>
                <a:gd name="connsiteX10" fmla="*/ 351282 w 408717"/>
                <a:gd name="connsiteY10" fmla="*/ 287941 h 379666"/>
                <a:gd name="connsiteX11" fmla="*/ 331946 w 408717"/>
                <a:gd name="connsiteY11" fmla="*/ 379667 h 379666"/>
                <a:gd name="connsiteX12" fmla="*/ 0 w 408717"/>
                <a:gd name="connsiteY12" fmla="*/ 379667 h 379666"/>
                <a:gd name="connsiteX13" fmla="*/ 80486 w 408717"/>
                <a:gd name="connsiteY13" fmla="*/ 0 h 379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8717" h="379666">
                  <a:moveTo>
                    <a:pt x="80486" y="0"/>
                  </a:moveTo>
                  <a:lnTo>
                    <a:pt x="80486" y="0"/>
                  </a:lnTo>
                  <a:lnTo>
                    <a:pt x="408718" y="0"/>
                  </a:lnTo>
                  <a:lnTo>
                    <a:pt x="389477" y="91345"/>
                  </a:lnTo>
                  <a:lnTo>
                    <a:pt x="203168" y="91345"/>
                  </a:lnTo>
                  <a:lnTo>
                    <a:pt x="191643" y="145161"/>
                  </a:lnTo>
                  <a:lnTo>
                    <a:pt x="369760" y="145161"/>
                  </a:lnTo>
                  <a:lnTo>
                    <a:pt x="350520" y="236506"/>
                  </a:lnTo>
                  <a:lnTo>
                    <a:pt x="172402" y="236506"/>
                  </a:lnTo>
                  <a:lnTo>
                    <a:pt x="161353" y="287941"/>
                  </a:lnTo>
                  <a:lnTo>
                    <a:pt x="351282" y="287941"/>
                  </a:lnTo>
                  <a:lnTo>
                    <a:pt x="331946" y="379667"/>
                  </a:lnTo>
                  <a:lnTo>
                    <a:pt x="0" y="379667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" name="Freihandform: Form 27">
              <a:extLst>
                <a:ext uri="{FF2B5EF4-FFF2-40B4-BE49-F238E27FC236}">
                  <a16:creationId xmlns:a16="http://schemas.microsoft.com/office/drawing/2014/main" id="{7C0A10F1-7857-8493-BD37-C35564C49637}"/>
                </a:ext>
              </a:extLst>
            </p:cNvPr>
            <p:cNvSpPr/>
            <p:nvPr/>
          </p:nvSpPr>
          <p:spPr>
            <a:xfrm>
              <a:off x="9892110" y="2527792"/>
              <a:ext cx="446790" cy="379571"/>
            </a:xfrm>
            <a:custGeom>
              <a:avLst/>
              <a:gdLst>
                <a:gd name="connsiteX0" fmla="*/ 80486 w 446790"/>
                <a:gd name="connsiteY0" fmla="*/ 0 h 379571"/>
                <a:gd name="connsiteX1" fmla="*/ 293846 w 446790"/>
                <a:gd name="connsiteY1" fmla="*/ 0 h 379571"/>
                <a:gd name="connsiteX2" fmla="*/ 438721 w 446790"/>
                <a:gd name="connsiteY2" fmla="*/ 190786 h 379571"/>
                <a:gd name="connsiteX3" fmla="*/ 207264 w 446790"/>
                <a:gd name="connsiteY3" fmla="*/ 379571 h 379571"/>
                <a:gd name="connsiteX4" fmla="*/ 0 w 446790"/>
                <a:gd name="connsiteY4" fmla="*/ 379571 h 379571"/>
                <a:gd name="connsiteX5" fmla="*/ 80486 w 446790"/>
                <a:gd name="connsiteY5" fmla="*/ 0 h 379571"/>
                <a:gd name="connsiteX6" fmla="*/ 165830 w 446790"/>
                <a:gd name="connsiteY6" fmla="*/ 284988 h 379571"/>
                <a:gd name="connsiteX7" fmla="*/ 201930 w 446790"/>
                <a:gd name="connsiteY7" fmla="*/ 284988 h 379571"/>
                <a:gd name="connsiteX8" fmla="*/ 287274 w 446790"/>
                <a:gd name="connsiteY8" fmla="*/ 186690 h 379571"/>
                <a:gd name="connsiteX9" fmla="*/ 243364 w 446790"/>
                <a:gd name="connsiteY9" fmla="*/ 88011 h 379571"/>
                <a:gd name="connsiteX10" fmla="*/ 207264 w 446790"/>
                <a:gd name="connsiteY10" fmla="*/ 88011 h 379571"/>
                <a:gd name="connsiteX11" fmla="*/ 165830 w 446790"/>
                <a:gd name="connsiteY11" fmla="*/ 284988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6790" h="379571">
                  <a:moveTo>
                    <a:pt x="80486" y="0"/>
                  </a:moveTo>
                  <a:lnTo>
                    <a:pt x="293846" y="0"/>
                  </a:lnTo>
                  <a:cubicBezTo>
                    <a:pt x="402622" y="0"/>
                    <a:pt x="471106" y="36576"/>
                    <a:pt x="438721" y="190786"/>
                  </a:cubicBezTo>
                  <a:cubicBezTo>
                    <a:pt x="407956" y="334328"/>
                    <a:pt x="316039" y="379571"/>
                    <a:pt x="207264" y="379571"/>
                  </a:cubicBezTo>
                  <a:lnTo>
                    <a:pt x="0" y="379571"/>
                  </a:lnTo>
                  <a:lnTo>
                    <a:pt x="80486" y="0"/>
                  </a:lnTo>
                  <a:close/>
                  <a:moveTo>
                    <a:pt x="165830" y="284988"/>
                  </a:moveTo>
                  <a:lnTo>
                    <a:pt x="201930" y="284988"/>
                  </a:lnTo>
                  <a:cubicBezTo>
                    <a:pt x="254889" y="284988"/>
                    <a:pt x="274130" y="250031"/>
                    <a:pt x="287274" y="186690"/>
                  </a:cubicBezTo>
                  <a:cubicBezTo>
                    <a:pt x="301276" y="121730"/>
                    <a:pt x="295465" y="88011"/>
                    <a:pt x="243364" y="88011"/>
                  </a:cubicBezTo>
                  <a:lnTo>
                    <a:pt x="207264" y="88011"/>
                  </a:lnTo>
                  <a:lnTo>
                    <a:pt x="165830" y="2849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9" name="Freihandform: Form 28">
              <a:extLst>
                <a:ext uri="{FF2B5EF4-FFF2-40B4-BE49-F238E27FC236}">
                  <a16:creationId xmlns:a16="http://schemas.microsoft.com/office/drawing/2014/main" id="{A3CF241B-8842-E8B2-4A88-2058D454D9B8}"/>
                </a:ext>
              </a:extLst>
            </p:cNvPr>
            <p:cNvSpPr/>
            <p:nvPr/>
          </p:nvSpPr>
          <p:spPr>
            <a:xfrm>
              <a:off x="10291778" y="2527792"/>
              <a:ext cx="468344" cy="379571"/>
            </a:xfrm>
            <a:custGeom>
              <a:avLst/>
              <a:gdLst>
                <a:gd name="connsiteX0" fmla="*/ 213455 w 468344"/>
                <a:gd name="connsiteY0" fmla="*/ 0 h 379571"/>
                <a:gd name="connsiteX1" fmla="*/ 413766 w 468344"/>
                <a:gd name="connsiteY1" fmla="*/ 0 h 379571"/>
                <a:gd name="connsiteX2" fmla="*/ 468344 w 468344"/>
                <a:gd name="connsiteY2" fmla="*/ 379571 h 379571"/>
                <a:gd name="connsiteX3" fmla="*/ 315659 w 468344"/>
                <a:gd name="connsiteY3" fmla="*/ 379571 h 379571"/>
                <a:gd name="connsiteX4" fmla="*/ 308229 w 468344"/>
                <a:gd name="connsiteY4" fmla="*/ 297275 h 379571"/>
                <a:gd name="connsiteX5" fmla="*/ 185547 w 468344"/>
                <a:gd name="connsiteY5" fmla="*/ 297275 h 379571"/>
                <a:gd name="connsiteX6" fmla="*/ 144875 w 468344"/>
                <a:gd name="connsiteY6" fmla="*/ 379571 h 379571"/>
                <a:gd name="connsiteX7" fmla="*/ 0 w 468344"/>
                <a:gd name="connsiteY7" fmla="*/ 379571 h 379571"/>
                <a:gd name="connsiteX8" fmla="*/ 213360 w 468344"/>
                <a:gd name="connsiteY8" fmla="*/ 0 h 379571"/>
                <a:gd name="connsiteX9" fmla="*/ 224885 w 468344"/>
                <a:gd name="connsiteY9" fmla="*/ 206026 h 379571"/>
                <a:gd name="connsiteX10" fmla="*/ 308991 w 468344"/>
                <a:gd name="connsiteY10" fmla="*/ 206026 h 379571"/>
                <a:gd name="connsiteX11" fmla="*/ 294227 w 468344"/>
                <a:gd name="connsiteY11" fmla="*/ 81439 h 379571"/>
                <a:gd name="connsiteX12" fmla="*/ 292989 w 468344"/>
                <a:gd name="connsiteY12" fmla="*/ 81439 h 379571"/>
                <a:gd name="connsiteX13" fmla="*/ 224885 w 468344"/>
                <a:gd name="connsiteY13" fmla="*/ 206026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68344" h="379571">
                  <a:moveTo>
                    <a:pt x="213455" y="0"/>
                  </a:moveTo>
                  <a:lnTo>
                    <a:pt x="413766" y="0"/>
                  </a:lnTo>
                  <a:lnTo>
                    <a:pt x="468344" y="379571"/>
                  </a:lnTo>
                  <a:lnTo>
                    <a:pt x="315659" y="379571"/>
                  </a:lnTo>
                  <a:lnTo>
                    <a:pt x="308229" y="297275"/>
                  </a:lnTo>
                  <a:lnTo>
                    <a:pt x="185547" y="297275"/>
                  </a:lnTo>
                  <a:lnTo>
                    <a:pt x="144875" y="379571"/>
                  </a:lnTo>
                  <a:lnTo>
                    <a:pt x="0" y="379571"/>
                  </a:lnTo>
                  <a:lnTo>
                    <a:pt x="213360" y="0"/>
                  </a:lnTo>
                  <a:close/>
                  <a:moveTo>
                    <a:pt x="224885" y="206026"/>
                  </a:moveTo>
                  <a:lnTo>
                    <a:pt x="308991" y="206026"/>
                  </a:lnTo>
                  <a:lnTo>
                    <a:pt x="294227" y="81439"/>
                  </a:lnTo>
                  <a:lnTo>
                    <a:pt x="292989" y="81439"/>
                  </a:lnTo>
                  <a:lnTo>
                    <a:pt x="224885" y="2060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0" name="Freihandform: Form 29">
              <a:extLst>
                <a:ext uri="{FF2B5EF4-FFF2-40B4-BE49-F238E27FC236}">
                  <a16:creationId xmlns:a16="http://schemas.microsoft.com/office/drawing/2014/main" id="{35D94A88-2D50-B52C-2664-D293E9A3EA6E}"/>
                </a:ext>
              </a:extLst>
            </p:cNvPr>
            <p:cNvSpPr/>
            <p:nvPr/>
          </p:nvSpPr>
          <p:spPr>
            <a:xfrm>
              <a:off x="10789761" y="2521220"/>
              <a:ext cx="411274" cy="392715"/>
            </a:xfrm>
            <a:custGeom>
              <a:avLst/>
              <a:gdLst>
                <a:gd name="connsiteX0" fmla="*/ 350695 w 411274"/>
                <a:gd name="connsiteY0" fmla="*/ 371761 h 392715"/>
                <a:gd name="connsiteX1" fmla="*/ 350695 w 411274"/>
                <a:gd name="connsiteY1" fmla="*/ 371761 h 392715"/>
                <a:gd name="connsiteX2" fmla="*/ 189341 w 411274"/>
                <a:gd name="connsiteY2" fmla="*/ 392716 h 392715"/>
                <a:gd name="connsiteX3" fmla="*/ 5509 w 411274"/>
                <a:gd name="connsiteY3" fmla="*/ 190786 h 392715"/>
                <a:gd name="connsiteX4" fmla="*/ 272590 w 411274"/>
                <a:gd name="connsiteY4" fmla="*/ 0 h 392715"/>
                <a:gd name="connsiteX5" fmla="*/ 411274 w 411274"/>
                <a:gd name="connsiteY5" fmla="*/ 14002 h 392715"/>
                <a:gd name="connsiteX6" fmla="*/ 389462 w 411274"/>
                <a:gd name="connsiteY6" fmla="*/ 116396 h 392715"/>
                <a:gd name="connsiteX7" fmla="*/ 294307 w 411274"/>
                <a:gd name="connsiteY7" fmla="*/ 94583 h 392715"/>
                <a:gd name="connsiteX8" fmla="*/ 151908 w 411274"/>
                <a:gd name="connsiteY8" fmla="*/ 199835 h 392715"/>
                <a:gd name="connsiteX9" fmla="*/ 210582 w 411274"/>
                <a:gd name="connsiteY9" fmla="*/ 297752 h 392715"/>
                <a:gd name="connsiteX10" fmla="*/ 242110 w 411274"/>
                <a:gd name="connsiteY10" fmla="*/ 294418 h 392715"/>
                <a:gd name="connsiteX11" fmla="*/ 263446 w 411274"/>
                <a:gd name="connsiteY11" fmla="*/ 193262 h 392715"/>
                <a:gd name="connsiteX12" fmla="*/ 388224 w 411274"/>
                <a:gd name="connsiteY12" fmla="*/ 193262 h 392715"/>
                <a:gd name="connsiteX13" fmla="*/ 350505 w 411274"/>
                <a:gd name="connsiteY13" fmla="*/ 371761 h 392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11274" h="392715">
                  <a:moveTo>
                    <a:pt x="350695" y="371761"/>
                  </a:moveTo>
                  <a:lnTo>
                    <a:pt x="350695" y="371761"/>
                  </a:lnTo>
                  <a:cubicBezTo>
                    <a:pt x="297736" y="386525"/>
                    <a:pt x="249349" y="392716"/>
                    <a:pt x="189341" y="392716"/>
                  </a:cubicBezTo>
                  <a:cubicBezTo>
                    <a:pt x="63326" y="392716"/>
                    <a:pt x="-23161" y="326041"/>
                    <a:pt x="5509" y="190786"/>
                  </a:cubicBezTo>
                  <a:cubicBezTo>
                    <a:pt x="32179" y="63246"/>
                    <a:pt x="151146" y="0"/>
                    <a:pt x="272590" y="0"/>
                  </a:cubicBezTo>
                  <a:cubicBezTo>
                    <a:pt x="343551" y="0"/>
                    <a:pt x="376889" y="5334"/>
                    <a:pt x="411274" y="14002"/>
                  </a:cubicBezTo>
                  <a:lnTo>
                    <a:pt x="389462" y="116396"/>
                  </a:lnTo>
                  <a:cubicBezTo>
                    <a:pt x="371364" y="104489"/>
                    <a:pt x="334883" y="94583"/>
                    <a:pt x="294307" y="94583"/>
                  </a:cubicBezTo>
                  <a:cubicBezTo>
                    <a:pt x="222107" y="94583"/>
                    <a:pt x="166672" y="130778"/>
                    <a:pt x="151908" y="199835"/>
                  </a:cubicBezTo>
                  <a:cubicBezTo>
                    <a:pt x="140764" y="252032"/>
                    <a:pt x="152289" y="297752"/>
                    <a:pt x="210582" y="297752"/>
                  </a:cubicBezTo>
                  <a:cubicBezTo>
                    <a:pt x="220774" y="297752"/>
                    <a:pt x="232776" y="297752"/>
                    <a:pt x="242110" y="294418"/>
                  </a:cubicBezTo>
                  <a:lnTo>
                    <a:pt x="263446" y="193262"/>
                  </a:lnTo>
                  <a:lnTo>
                    <a:pt x="388224" y="193262"/>
                  </a:lnTo>
                  <a:lnTo>
                    <a:pt x="350505" y="37176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1" name="Freihandform: Form 30">
              <a:extLst>
                <a:ext uri="{FF2B5EF4-FFF2-40B4-BE49-F238E27FC236}">
                  <a16:creationId xmlns:a16="http://schemas.microsoft.com/office/drawing/2014/main" id="{186AD128-5EE6-A903-019B-B36D1108E77C}"/>
                </a:ext>
              </a:extLst>
            </p:cNvPr>
            <p:cNvSpPr/>
            <p:nvPr/>
          </p:nvSpPr>
          <p:spPr>
            <a:xfrm>
              <a:off x="8749300" y="2670477"/>
              <a:ext cx="500824" cy="91344"/>
            </a:xfrm>
            <a:custGeom>
              <a:avLst/>
              <a:gdLst>
                <a:gd name="connsiteX0" fmla="*/ 19336 w 500824"/>
                <a:gd name="connsiteY0" fmla="*/ 0 h 91344"/>
                <a:gd name="connsiteX1" fmla="*/ 500824 w 500824"/>
                <a:gd name="connsiteY1" fmla="*/ 0 h 91344"/>
                <a:gd name="connsiteX2" fmla="*/ 481489 w 500824"/>
                <a:gd name="connsiteY2" fmla="*/ 91345 h 91344"/>
                <a:gd name="connsiteX3" fmla="*/ 0 w 500824"/>
                <a:gd name="connsiteY3" fmla="*/ 91345 h 91344"/>
                <a:gd name="connsiteX4" fmla="*/ 19336 w 500824"/>
                <a:gd name="connsiteY4" fmla="*/ 0 h 91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824" h="91344">
                  <a:moveTo>
                    <a:pt x="19336" y="0"/>
                  </a:moveTo>
                  <a:lnTo>
                    <a:pt x="500824" y="0"/>
                  </a:lnTo>
                  <a:lnTo>
                    <a:pt x="481489" y="91345"/>
                  </a:lnTo>
                  <a:lnTo>
                    <a:pt x="0" y="91345"/>
                  </a:lnTo>
                  <a:lnTo>
                    <a:pt x="1933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2" name="Freihandform: Form 31">
              <a:extLst>
                <a:ext uri="{FF2B5EF4-FFF2-40B4-BE49-F238E27FC236}">
                  <a16:creationId xmlns:a16="http://schemas.microsoft.com/office/drawing/2014/main" id="{2BC78C9A-0175-2CE5-624F-27965C28A7F8}"/>
                </a:ext>
              </a:extLst>
            </p:cNvPr>
            <p:cNvSpPr/>
            <p:nvPr/>
          </p:nvSpPr>
          <p:spPr>
            <a:xfrm>
              <a:off x="8810260" y="2383489"/>
              <a:ext cx="500729" cy="90773"/>
            </a:xfrm>
            <a:custGeom>
              <a:avLst/>
              <a:gdLst>
                <a:gd name="connsiteX0" fmla="*/ 19241 w 500729"/>
                <a:gd name="connsiteY0" fmla="*/ 0 h 90773"/>
                <a:gd name="connsiteX1" fmla="*/ 500729 w 500729"/>
                <a:gd name="connsiteY1" fmla="*/ 0 h 90773"/>
                <a:gd name="connsiteX2" fmla="*/ 481489 w 500729"/>
                <a:gd name="connsiteY2" fmla="*/ 90773 h 90773"/>
                <a:gd name="connsiteX3" fmla="*/ 0 w 500729"/>
                <a:gd name="connsiteY3" fmla="*/ 90773 h 90773"/>
                <a:gd name="connsiteX4" fmla="*/ 19241 w 500729"/>
                <a:gd name="connsiteY4" fmla="*/ 0 h 90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0729" h="90773">
                  <a:moveTo>
                    <a:pt x="19241" y="0"/>
                  </a:moveTo>
                  <a:lnTo>
                    <a:pt x="500729" y="0"/>
                  </a:lnTo>
                  <a:lnTo>
                    <a:pt x="481489" y="90773"/>
                  </a:lnTo>
                  <a:lnTo>
                    <a:pt x="0" y="90773"/>
                  </a:lnTo>
                  <a:lnTo>
                    <a:pt x="1924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3" name="Freihandform: Form 32">
              <a:extLst>
                <a:ext uri="{FF2B5EF4-FFF2-40B4-BE49-F238E27FC236}">
                  <a16:creationId xmlns:a16="http://schemas.microsoft.com/office/drawing/2014/main" id="{82A86ABF-EE15-A468-327D-22A889267697}"/>
                </a:ext>
              </a:extLst>
            </p:cNvPr>
            <p:cNvSpPr/>
            <p:nvPr/>
          </p:nvSpPr>
          <p:spPr>
            <a:xfrm>
              <a:off x="8688340" y="2957560"/>
              <a:ext cx="501015" cy="91725"/>
            </a:xfrm>
            <a:custGeom>
              <a:avLst/>
              <a:gdLst>
                <a:gd name="connsiteX0" fmla="*/ 19431 w 501015"/>
                <a:gd name="connsiteY0" fmla="*/ 0 h 91725"/>
                <a:gd name="connsiteX1" fmla="*/ 501015 w 501015"/>
                <a:gd name="connsiteY1" fmla="*/ 0 h 91725"/>
                <a:gd name="connsiteX2" fmla="*/ 481489 w 501015"/>
                <a:gd name="connsiteY2" fmla="*/ 91726 h 91725"/>
                <a:gd name="connsiteX3" fmla="*/ 0 w 501015"/>
                <a:gd name="connsiteY3" fmla="*/ 91726 h 91725"/>
                <a:gd name="connsiteX4" fmla="*/ 19431 w 501015"/>
                <a:gd name="connsiteY4" fmla="*/ 0 h 91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1015" h="91725">
                  <a:moveTo>
                    <a:pt x="19431" y="0"/>
                  </a:moveTo>
                  <a:lnTo>
                    <a:pt x="501015" y="0"/>
                  </a:lnTo>
                  <a:lnTo>
                    <a:pt x="481489" y="91726"/>
                  </a:lnTo>
                  <a:lnTo>
                    <a:pt x="0" y="91726"/>
                  </a:lnTo>
                  <a:lnTo>
                    <a:pt x="1943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34" name="Freihandform: Form 33">
              <a:extLst>
                <a:ext uri="{FF2B5EF4-FFF2-40B4-BE49-F238E27FC236}">
                  <a16:creationId xmlns:a16="http://schemas.microsoft.com/office/drawing/2014/main" id="{565A187F-8983-3BA5-45CC-5C9C6348CAF5}"/>
                </a:ext>
              </a:extLst>
            </p:cNvPr>
            <p:cNvSpPr/>
            <p:nvPr/>
          </p:nvSpPr>
          <p:spPr>
            <a:xfrm>
              <a:off x="8501174" y="2527792"/>
              <a:ext cx="930402" cy="379571"/>
            </a:xfrm>
            <a:custGeom>
              <a:avLst/>
              <a:gdLst>
                <a:gd name="connsiteX0" fmla="*/ 80486 w 930402"/>
                <a:gd name="connsiteY0" fmla="*/ 0 h 379571"/>
                <a:gd name="connsiteX1" fmla="*/ 61055 w 930402"/>
                <a:gd name="connsiteY1" fmla="*/ 91726 h 379571"/>
                <a:gd name="connsiteX2" fmla="*/ 818769 w 930402"/>
                <a:gd name="connsiteY2" fmla="*/ 91345 h 379571"/>
                <a:gd name="connsiteX3" fmla="*/ 776954 w 930402"/>
                <a:gd name="connsiteY3" fmla="*/ 288322 h 379571"/>
                <a:gd name="connsiteX4" fmla="*/ 19336 w 930402"/>
                <a:gd name="connsiteY4" fmla="*/ 288322 h 379571"/>
                <a:gd name="connsiteX5" fmla="*/ 0 w 930402"/>
                <a:gd name="connsiteY5" fmla="*/ 379571 h 379571"/>
                <a:gd name="connsiteX6" fmla="*/ 849916 w 930402"/>
                <a:gd name="connsiteY6" fmla="*/ 379571 h 379571"/>
                <a:gd name="connsiteX7" fmla="*/ 930402 w 930402"/>
                <a:gd name="connsiteY7" fmla="*/ 0 h 379571"/>
                <a:gd name="connsiteX8" fmla="*/ 80486 w 930402"/>
                <a:gd name="connsiteY8" fmla="*/ 0 h 37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30402" h="379571">
                  <a:moveTo>
                    <a:pt x="80486" y="0"/>
                  </a:moveTo>
                  <a:lnTo>
                    <a:pt x="61055" y="91726"/>
                  </a:lnTo>
                  <a:lnTo>
                    <a:pt x="818769" y="91345"/>
                  </a:lnTo>
                  <a:lnTo>
                    <a:pt x="776954" y="288322"/>
                  </a:lnTo>
                  <a:lnTo>
                    <a:pt x="19336" y="288322"/>
                  </a:lnTo>
                  <a:lnTo>
                    <a:pt x="0" y="379571"/>
                  </a:lnTo>
                  <a:lnTo>
                    <a:pt x="849916" y="379571"/>
                  </a:lnTo>
                  <a:lnTo>
                    <a:pt x="930402" y="0"/>
                  </a:lnTo>
                  <a:lnTo>
                    <a:pt x="80486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059440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26" r:id="rId1"/>
    <p:sldLayoutId id="2147484827" r:id="rId2"/>
    <p:sldLayoutId id="2147484828" r:id="rId3"/>
    <p:sldLayoutId id="2147484829" r:id="rId4"/>
    <p:sldLayoutId id="2147484830" r:id="rId5"/>
    <p:sldLayoutId id="2147484831" r:id="rId6"/>
    <p:sldLayoutId id="2147484832" r:id="rId7"/>
    <p:sldLayoutId id="2147484833" r:id="rId8"/>
    <p:sldLayoutId id="2147484834" r:id="rId9"/>
    <p:sldLayoutId id="2147484835" r:id="rId10"/>
    <p:sldLayoutId id="2147484836" r:id="rId11"/>
    <p:sldLayoutId id="2147484837" r:id="rId12"/>
    <p:sldLayoutId id="2147484838" r:id="rId13"/>
    <p:sldLayoutId id="2147484839" r:id="rId14"/>
    <p:sldLayoutId id="2147484840" r:id="rId15"/>
    <p:sldLayoutId id="2147484841" r:id="rId16"/>
    <p:sldLayoutId id="2147484842" r:id="rId17"/>
    <p:sldLayoutId id="2147484843" r:id="rId18"/>
    <p:sldLayoutId id="2147484844" r:id="rId19"/>
    <p:sldLayoutId id="2147484845" r:id="rId20"/>
    <p:sldLayoutId id="2147484846" r:id="rId21"/>
    <p:sldLayoutId id="2147484847" r:id="rId22"/>
    <p:sldLayoutId id="2147484848" r:id="rId23"/>
    <p:sldLayoutId id="2147484849" r:id="rId24"/>
    <p:sldLayoutId id="2147484850" r:id="rId25"/>
    <p:sldLayoutId id="2147484851" r:id="rId26"/>
    <p:sldLayoutId id="2147484852" r:id="rId27"/>
    <p:sldLayoutId id="2147484853" r:id="rId28"/>
    <p:sldLayoutId id="2147484854" r:id="rId29"/>
    <p:sldLayoutId id="2147484855" r:id="rId30"/>
    <p:sldLayoutId id="2147484856" r:id="rId31"/>
    <p:sldLayoutId id="2147484857" r:id="rId32"/>
    <p:sldLayoutId id="2147484858" r:id="rId33"/>
    <p:sldLayoutId id="2147484859" r:id="rId34"/>
    <p:sldLayoutId id="2147484860" r:id="rId35"/>
    <p:sldLayoutId id="2147484861" r:id="rId36"/>
    <p:sldLayoutId id="2147484862" r:id="rId37"/>
    <p:sldLayoutId id="2147484863" r:id="rId38"/>
    <p:sldLayoutId id="2147484864" r:id="rId39"/>
    <p:sldLayoutId id="2147484865" r:id="rId40"/>
    <p:sldLayoutId id="2147484866" r:id="rId41"/>
    <p:sldLayoutId id="2147484867" r:id="rId42"/>
    <p:sldLayoutId id="2147484868" r:id="rId43"/>
    <p:sldLayoutId id="2147484869" r:id="rId44"/>
    <p:sldLayoutId id="2147484870" r:id="rId45"/>
    <p:sldLayoutId id="2147484871" r:id="rId46"/>
    <p:sldLayoutId id="2147484872" r:id="rId47"/>
    <p:sldLayoutId id="2147484873" r:id="rId48"/>
    <p:sldLayoutId id="2147484874" r:id="rId49"/>
    <p:sldLayoutId id="2147484875" r:id="rId50"/>
    <p:sldLayoutId id="2147484876" r:id="rId51"/>
    <p:sldLayoutId id="2147484877" r:id="rId52"/>
    <p:sldLayoutId id="2147484878" r:id="rId53"/>
    <p:sldLayoutId id="2147484879" r:id="rId54"/>
    <p:sldLayoutId id="2147484880" r:id="rId55"/>
    <p:sldLayoutId id="2147484881" r:id="rId56"/>
    <p:sldLayoutId id="2147484882" r:id="rId57"/>
    <p:sldLayoutId id="2147484883" r:id="rId58"/>
    <p:sldLayoutId id="2147484884" r:id="rId59"/>
    <p:sldLayoutId id="2147484885" r:id="rId60"/>
    <p:sldLayoutId id="2147484886" r:id="rId61"/>
    <p:sldLayoutId id="2147484887" r:id="rId6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kern="1200" cap="all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5" userDrawn="1">
          <p15:clr>
            <a:srgbClr val="F26B43"/>
          </p15:clr>
        </p15:guide>
        <p15:guide id="2" pos="7265" userDrawn="1">
          <p15:clr>
            <a:srgbClr val="F26B43"/>
          </p15:clr>
        </p15:guide>
        <p15:guide id="3" orient="horz" pos="4178" userDrawn="1">
          <p15:clr>
            <a:srgbClr val="F26B43"/>
          </p15:clr>
        </p15:guide>
        <p15:guide id="5" orient="horz" pos="346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aphic 6">
            <a:extLst>
              <a:ext uri="{FF2B5EF4-FFF2-40B4-BE49-F238E27FC236}">
                <a16:creationId xmlns:a16="http://schemas.microsoft.com/office/drawing/2014/main" id="{1719B499-0542-7343-0DD2-68D66DB1357A}"/>
              </a:ext>
            </a:extLst>
          </p:cNvPr>
          <p:cNvGrpSpPr/>
          <p:nvPr userDrawn="1"/>
        </p:nvGrpSpPr>
        <p:grpSpPr>
          <a:xfrm>
            <a:off x="658813" y="6521024"/>
            <a:ext cx="586813" cy="142876"/>
            <a:chOff x="5548312" y="3295650"/>
            <a:chExt cx="1095375" cy="266700"/>
          </a:xfrm>
          <a:solidFill>
            <a:schemeClr val="tx2"/>
          </a:solidFill>
        </p:grpSpPr>
        <p:sp>
          <p:nvSpPr>
            <p:cNvPr id="6" name="Freeform 25">
              <a:extLst>
                <a:ext uri="{FF2B5EF4-FFF2-40B4-BE49-F238E27FC236}">
                  <a16:creationId xmlns:a16="http://schemas.microsoft.com/office/drawing/2014/main" id="{81E538E9-371E-3AA0-7EC1-F6404176A815}"/>
                </a:ext>
              </a:extLst>
            </p:cNvPr>
            <p:cNvSpPr/>
            <p:nvPr/>
          </p:nvSpPr>
          <p:spPr>
            <a:xfrm>
              <a:off x="5949981" y="3353657"/>
              <a:ext cx="161925" cy="152400"/>
            </a:xfrm>
            <a:custGeom>
              <a:avLst/>
              <a:gdLst>
                <a:gd name="connsiteX0" fmla="*/ 32671 w 161925"/>
                <a:gd name="connsiteY0" fmla="*/ 0 h 152400"/>
                <a:gd name="connsiteX1" fmla="*/ 32671 w 161925"/>
                <a:gd name="connsiteY1" fmla="*/ 0 h 152400"/>
                <a:gd name="connsiteX2" fmla="*/ 165735 w 161925"/>
                <a:gd name="connsiteY2" fmla="*/ 0 h 152400"/>
                <a:gd name="connsiteX3" fmla="*/ 157925 w 161925"/>
                <a:gd name="connsiteY3" fmla="*/ 37052 h 152400"/>
                <a:gd name="connsiteX4" fmla="*/ 82391 w 161925"/>
                <a:gd name="connsiteY4" fmla="*/ 37052 h 152400"/>
                <a:gd name="connsiteX5" fmla="*/ 77724 w 161925"/>
                <a:gd name="connsiteY5" fmla="*/ 58865 h 152400"/>
                <a:gd name="connsiteX6" fmla="*/ 150019 w 161925"/>
                <a:gd name="connsiteY6" fmla="*/ 58865 h 152400"/>
                <a:gd name="connsiteX7" fmla="*/ 142113 w 161925"/>
                <a:gd name="connsiteY7" fmla="*/ 95917 h 152400"/>
                <a:gd name="connsiteX8" fmla="*/ 69914 w 161925"/>
                <a:gd name="connsiteY8" fmla="*/ 95917 h 152400"/>
                <a:gd name="connsiteX9" fmla="*/ 65437 w 161925"/>
                <a:gd name="connsiteY9" fmla="*/ 116777 h 152400"/>
                <a:gd name="connsiteX10" fmla="*/ 142494 w 161925"/>
                <a:gd name="connsiteY10" fmla="*/ 116777 h 152400"/>
                <a:gd name="connsiteX11" fmla="*/ 134684 w 161925"/>
                <a:gd name="connsiteY11" fmla="*/ 153924 h 152400"/>
                <a:gd name="connsiteX12" fmla="*/ 0 w 161925"/>
                <a:gd name="connsiteY12" fmla="*/ 153924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925" h="152400">
                  <a:moveTo>
                    <a:pt x="32671" y="0"/>
                  </a:moveTo>
                  <a:lnTo>
                    <a:pt x="32671" y="0"/>
                  </a:lnTo>
                  <a:lnTo>
                    <a:pt x="165735" y="0"/>
                  </a:lnTo>
                  <a:lnTo>
                    <a:pt x="157925" y="37052"/>
                  </a:lnTo>
                  <a:lnTo>
                    <a:pt x="82391" y="37052"/>
                  </a:lnTo>
                  <a:lnTo>
                    <a:pt x="77724" y="58865"/>
                  </a:lnTo>
                  <a:lnTo>
                    <a:pt x="150019" y="58865"/>
                  </a:lnTo>
                  <a:lnTo>
                    <a:pt x="142113" y="95917"/>
                  </a:lnTo>
                  <a:lnTo>
                    <a:pt x="69914" y="95917"/>
                  </a:lnTo>
                  <a:lnTo>
                    <a:pt x="65437" y="116777"/>
                  </a:lnTo>
                  <a:lnTo>
                    <a:pt x="142494" y="116777"/>
                  </a:lnTo>
                  <a:lnTo>
                    <a:pt x="134684" y="153924"/>
                  </a:lnTo>
                  <a:lnTo>
                    <a:pt x="0" y="1539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6" name="Freeform 26">
              <a:extLst>
                <a:ext uri="{FF2B5EF4-FFF2-40B4-BE49-F238E27FC236}">
                  <a16:creationId xmlns:a16="http://schemas.microsoft.com/office/drawing/2014/main" id="{985FB097-35AD-31A1-F555-1F3C2553C80A}"/>
                </a:ext>
              </a:extLst>
            </p:cNvPr>
            <p:cNvSpPr/>
            <p:nvPr/>
          </p:nvSpPr>
          <p:spPr>
            <a:xfrm>
              <a:off x="6112478" y="3353657"/>
              <a:ext cx="180975" cy="152400"/>
            </a:xfrm>
            <a:custGeom>
              <a:avLst/>
              <a:gdLst>
                <a:gd name="connsiteX0" fmla="*/ 67151 w 180975"/>
                <a:gd name="connsiteY0" fmla="*/ 115633 h 152400"/>
                <a:gd name="connsiteX1" fmla="*/ 67151 w 180975"/>
                <a:gd name="connsiteY1" fmla="*/ 115633 h 152400"/>
                <a:gd name="connsiteX2" fmla="*/ 81820 w 180975"/>
                <a:gd name="connsiteY2" fmla="*/ 115633 h 152400"/>
                <a:gd name="connsiteX3" fmla="*/ 116395 w 180975"/>
                <a:gd name="connsiteY3" fmla="*/ 75724 h 152400"/>
                <a:gd name="connsiteX4" fmla="*/ 98584 w 180975"/>
                <a:gd name="connsiteY4" fmla="*/ 35719 h 152400"/>
                <a:gd name="connsiteX5" fmla="*/ 83915 w 180975"/>
                <a:gd name="connsiteY5" fmla="*/ 35719 h 152400"/>
                <a:gd name="connsiteX6" fmla="*/ 67151 w 180975"/>
                <a:gd name="connsiteY6" fmla="*/ 115633 h 152400"/>
                <a:gd name="connsiteX7" fmla="*/ 32576 w 180975"/>
                <a:gd name="connsiteY7" fmla="*/ 0 h 152400"/>
                <a:gd name="connsiteX8" fmla="*/ 32576 w 180975"/>
                <a:gd name="connsiteY8" fmla="*/ 0 h 152400"/>
                <a:gd name="connsiteX9" fmla="*/ 119063 w 180975"/>
                <a:gd name="connsiteY9" fmla="*/ 0 h 152400"/>
                <a:gd name="connsiteX10" fmla="*/ 177832 w 180975"/>
                <a:gd name="connsiteY10" fmla="*/ 77343 h 152400"/>
                <a:gd name="connsiteX11" fmla="*/ 84011 w 180975"/>
                <a:gd name="connsiteY11" fmla="*/ 153924 h 152400"/>
                <a:gd name="connsiteX12" fmla="*/ 0 w 180975"/>
                <a:gd name="connsiteY12" fmla="*/ 153924 h 152400"/>
                <a:gd name="connsiteX13" fmla="*/ 32576 w 180975"/>
                <a:gd name="connsiteY13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0975" h="152400">
                  <a:moveTo>
                    <a:pt x="67151" y="115633"/>
                  </a:moveTo>
                  <a:lnTo>
                    <a:pt x="67151" y="115633"/>
                  </a:lnTo>
                  <a:lnTo>
                    <a:pt x="81820" y="115633"/>
                  </a:lnTo>
                  <a:cubicBezTo>
                    <a:pt x="103251" y="115633"/>
                    <a:pt x="111062" y="101441"/>
                    <a:pt x="116395" y="75724"/>
                  </a:cubicBezTo>
                  <a:cubicBezTo>
                    <a:pt x="122111" y="49340"/>
                    <a:pt x="119729" y="35719"/>
                    <a:pt x="98584" y="35719"/>
                  </a:cubicBezTo>
                  <a:lnTo>
                    <a:pt x="83915" y="35719"/>
                  </a:lnTo>
                  <a:lnTo>
                    <a:pt x="67151" y="115633"/>
                  </a:lnTo>
                  <a:close/>
                  <a:moveTo>
                    <a:pt x="32576" y="0"/>
                  </a:moveTo>
                  <a:lnTo>
                    <a:pt x="32576" y="0"/>
                  </a:lnTo>
                  <a:lnTo>
                    <a:pt x="119063" y="0"/>
                  </a:lnTo>
                  <a:cubicBezTo>
                    <a:pt x="163163" y="0"/>
                    <a:pt x="190976" y="14859"/>
                    <a:pt x="177832" y="77343"/>
                  </a:cubicBezTo>
                  <a:cubicBezTo>
                    <a:pt x="165354" y="135541"/>
                    <a:pt x="128111" y="153924"/>
                    <a:pt x="84011" y="153924"/>
                  </a:cubicBezTo>
                  <a:lnTo>
                    <a:pt x="0" y="153924"/>
                  </a:lnTo>
                  <a:lnTo>
                    <a:pt x="32576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8" name="Freeform 27">
              <a:extLst>
                <a:ext uri="{FF2B5EF4-FFF2-40B4-BE49-F238E27FC236}">
                  <a16:creationId xmlns:a16="http://schemas.microsoft.com/office/drawing/2014/main" id="{8457B419-E27F-D496-42B3-0DC00416BADF}"/>
                </a:ext>
              </a:extLst>
            </p:cNvPr>
            <p:cNvSpPr/>
            <p:nvPr/>
          </p:nvSpPr>
          <p:spPr>
            <a:xfrm>
              <a:off x="6274498" y="3353657"/>
              <a:ext cx="180975" cy="152400"/>
            </a:xfrm>
            <a:custGeom>
              <a:avLst/>
              <a:gdLst>
                <a:gd name="connsiteX0" fmla="*/ 91154 w 180975"/>
                <a:gd name="connsiteY0" fmla="*/ 83534 h 152400"/>
                <a:gd name="connsiteX1" fmla="*/ 91154 w 180975"/>
                <a:gd name="connsiteY1" fmla="*/ 83534 h 152400"/>
                <a:gd name="connsiteX2" fmla="*/ 125254 w 180975"/>
                <a:gd name="connsiteY2" fmla="*/ 83534 h 152400"/>
                <a:gd name="connsiteX3" fmla="*/ 119253 w 180975"/>
                <a:gd name="connsiteY3" fmla="*/ 33052 h 152400"/>
                <a:gd name="connsiteX4" fmla="*/ 118777 w 180975"/>
                <a:gd name="connsiteY4" fmla="*/ 33052 h 152400"/>
                <a:gd name="connsiteX5" fmla="*/ 91154 w 180975"/>
                <a:gd name="connsiteY5" fmla="*/ 83534 h 152400"/>
                <a:gd name="connsiteX6" fmla="*/ 86487 w 180975"/>
                <a:gd name="connsiteY6" fmla="*/ 0 h 152400"/>
                <a:gd name="connsiteX7" fmla="*/ 86487 w 180975"/>
                <a:gd name="connsiteY7" fmla="*/ 0 h 152400"/>
                <a:gd name="connsiteX8" fmla="*/ 167735 w 180975"/>
                <a:gd name="connsiteY8" fmla="*/ 0 h 152400"/>
                <a:gd name="connsiteX9" fmla="*/ 189833 w 180975"/>
                <a:gd name="connsiteY9" fmla="*/ 153924 h 152400"/>
                <a:gd name="connsiteX10" fmla="*/ 127921 w 180975"/>
                <a:gd name="connsiteY10" fmla="*/ 153924 h 152400"/>
                <a:gd name="connsiteX11" fmla="*/ 124968 w 180975"/>
                <a:gd name="connsiteY11" fmla="*/ 120587 h 152400"/>
                <a:gd name="connsiteX12" fmla="*/ 75248 w 180975"/>
                <a:gd name="connsiteY12" fmla="*/ 120587 h 152400"/>
                <a:gd name="connsiteX13" fmla="*/ 58769 w 180975"/>
                <a:gd name="connsiteY13" fmla="*/ 153924 h 152400"/>
                <a:gd name="connsiteX14" fmla="*/ 0 w 180975"/>
                <a:gd name="connsiteY14" fmla="*/ 153924 h 152400"/>
                <a:gd name="connsiteX15" fmla="*/ 86487 w 180975"/>
                <a:gd name="connsiteY15" fmla="*/ 0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75" h="152400">
                  <a:moveTo>
                    <a:pt x="91154" y="83534"/>
                  </a:moveTo>
                  <a:lnTo>
                    <a:pt x="91154" y="83534"/>
                  </a:lnTo>
                  <a:lnTo>
                    <a:pt x="125254" y="83534"/>
                  </a:lnTo>
                  <a:lnTo>
                    <a:pt x="119253" y="33052"/>
                  </a:lnTo>
                  <a:lnTo>
                    <a:pt x="118777" y="33052"/>
                  </a:lnTo>
                  <a:lnTo>
                    <a:pt x="91154" y="83534"/>
                  </a:lnTo>
                  <a:close/>
                  <a:moveTo>
                    <a:pt x="86487" y="0"/>
                  </a:moveTo>
                  <a:lnTo>
                    <a:pt x="86487" y="0"/>
                  </a:lnTo>
                  <a:lnTo>
                    <a:pt x="167735" y="0"/>
                  </a:lnTo>
                  <a:lnTo>
                    <a:pt x="189833" y="153924"/>
                  </a:lnTo>
                  <a:lnTo>
                    <a:pt x="127921" y="153924"/>
                  </a:lnTo>
                  <a:lnTo>
                    <a:pt x="124968" y="120587"/>
                  </a:lnTo>
                  <a:lnTo>
                    <a:pt x="75248" y="120587"/>
                  </a:lnTo>
                  <a:lnTo>
                    <a:pt x="58769" y="153924"/>
                  </a:lnTo>
                  <a:lnTo>
                    <a:pt x="0" y="153924"/>
                  </a:lnTo>
                  <a:lnTo>
                    <a:pt x="86487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19" name="Freeform 28">
              <a:extLst>
                <a:ext uri="{FF2B5EF4-FFF2-40B4-BE49-F238E27FC236}">
                  <a16:creationId xmlns:a16="http://schemas.microsoft.com/office/drawing/2014/main" id="{D63461A3-F7E9-5D1B-EB47-2551AFC6B26C}"/>
                </a:ext>
              </a:extLst>
            </p:cNvPr>
            <p:cNvSpPr/>
            <p:nvPr/>
          </p:nvSpPr>
          <p:spPr>
            <a:xfrm>
              <a:off x="6476453" y="3350990"/>
              <a:ext cx="161925" cy="152400"/>
            </a:xfrm>
            <a:custGeom>
              <a:avLst/>
              <a:gdLst>
                <a:gd name="connsiteX0" fmla="*/ 142184 w 161925"/>
                <a:gd name="connsiteY0" fmla="*/ 150781 h 152400"/>
                <a:gd name="connsiteX1" fmla="*/ 142184 w 161925"/>
                <a:gd name="connsiteY1" fmla="*/ 150781 h 152400"/>
                <a:gd name="connsiteX2" fmla="*/ 76747 w 161925"/>
                <a:gd name="connsiteY2" fmla="*/ 159258 h 152400"/>
                <a:gd name="connsiteX3" fmla="*/ 2261 w 161925"/>
                <a:gd name="connsiteY3" fmla="*/ 77343 h 152400"/>
                <a:gd name="connsiteX4" fmla="*/ 110561 w 161925"/>
                <a:gd name="connsiteY4" fmla="*/ 0 h 152400"/>
                <a:gd name="connsiteX5" fmla="*/ 166853 w 161925"/>
                <a:gd name="connsiteY5" fmla="*/ 5715 h 152400"/>
                <a:gd name="connsiteX6" fmla="*/ 157995 w 161925"/>
                <a:gd name="connsiteY6" fmla="*/ 47244 h 152400"/>
                <a:gd name="connsiteX7" fmla="*/ 119419 w 161925"/>
                <a:gd name="connsiteY7" fmla="*/ 38386 h 152400"/>
                <a:gd name="connsiteX8" fmla="*/ 61697 w 161925"/>
                <a:gd name="connsiteY8" fmla="*/ 81058 h 152400"/>
                <a:gd name="connsiteX9" fmla="*/ 85510 w 161925"/>
                <a:gd name="connsiteY9" fmla="*/ 120777 h 152400"/>
                <a:gd name="connsiteX10" fmla="*/ 98273 w 161925"/>
                <a:gd name="connsiteY10" fmla="*/ 119444 h 152400"/>
                <a:gd name="connsiteX11" fmla="*/ 106941 w 161925"/>
                <a:gd name="connsiteY11" fmla="*/ 78391 h 152400"/>
                <a:gd name="connsiteX12" fmla="*/ 157519 w 161925"/>
                <a:gd name="connsiteY12" fmla="*/ 78391 h 152400"/>
                <a:gd name="connsiteX13" fmla="*/ 142184 w 161925"/>
                <a:gd name="connsiteY13" fmla="*/ 15078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925" h="152400">
                  <a:moveTo>
                    <a:pt x="142184" y="150781"/>
                  </a:moveTo>
                  <a:lnTo>
                    <a:pt x="142184" y="150781"/>
                  </a:lnTo>
                  <a:cubicBezTo>
                    <a:pt x="120752" y="156782"/>
                    <a:pt x="101036" y="159258"/>
                    <a:pt x="76747" y="159258"/>
                  </a:cubicBezTo>
                  <a:cubicBezTo>
                    <a:pt x="25693" y="159258"/>
                    <a:pt x="-9455" y="132207"/>
                    <a:pt x="2261" y="77343"/>
                  </a:cubicBezTo>
                  <a:cubicBezTo>
                    <a:pt x="13024" y="25622"/>
                    <a:pt x="61316" y="0"/>
                    <a:pt x="110561" y="0"/>
                  </a:cubicBezTo>
                  <a:cubicBezTo>
                    <a:pt x="139326" y="0"/>
                    <a:pt x="152851" y="2191"/>
                    <a:pt x="166853" y="5715"/>
                  </a:cubicBezTo>
                  <a:lnTo>
                    <a:pt x="157995" y="47244"/>
                  </a:lnTo>
                  <a:cubicBezTo>
                    <a:pt x="150661" y="42386"/>
                    <a:pt x="135897" y="38386"/>
                    <a:pt x="119419" y="38386"/>
                  </a:cubicBezTo>
                  <a:cubicBezTo>
                    <a:pt x="90177" y="38386"/>
                    <a:pt x="67698" y="53054"/>
                    <a:pt x="61697" y="81058"/>
                  </a:cubicBezTo>
                  <a:cubicBezTo>
                    <a:pt x="57220" y="102203"/>
                    <a:pt x="61888" y="120777"/>
                    <a:pt x="85510" y="120777"/>
                  </a:cubicBezTo>
                  <a:cubicBezTo>
                    <a:pt x="89605" y="120777"/>
                    <a:pt x="94463" y="120777"/>
                    <a:pt x="98273" y="119444"/>
                  </a:cubicBezTo>
                  <a:lnTo>
                    <a:pt x="106941" y="78391"/>
                  </a:lnTo>
                  <a:lnTo>
                    <a:pt x="157519" y="78391"/>
                  </a:lnTo>
                  <a:lnTo>
                    <a:pt x="142184" y="15078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20" name="Freeform 29">
              <a:extLst>
                <a:ext uri="{FF2B5EF4-FFF2-40B4-BE49-F238E27FC236}">
                  <a16:creationId xmlns:a16="http://schemas.microsoft.com/office/drawing/2014/main" id="{3ED5BC5A-EE5C-00AB-3D0D-5951B00C13EF}"/>
                </a:ext>
              </a:extLst>
            </p:cNvPr>
            <p:cNvSpPr/>
            <p:nvPr/>
          </p:nvSpPr>
          <p:spPr>
            <a:xfrm>
              <a:off x="5648991" y="3412046"/>
              <a:ext cx="200025" cy="28575"/>
            </a:xfrm>
            <a:custGeom>
              <a:avLst/>
              <a:gdLst>
                <a:gd name="connsiteX0" fmla="*/ 7811 w 200025"/>
                <a:gd name="connsiteY0" fmla="*/ 0 h 28575"/>
                <a:gd name="connsiteX1" fmla="*/ 7811 w 200025"/>
                <a:gd name="connsiteY1" fmla="*/ 0 h 28575"/>
                <a:gd name="connsiteX2" fmla="*/ 202978 w 200025"/>
                <a:gd name="connsiteY2" fmla="*/ 0 h 28575"/>
                <a:gd name="connsiteX3" fmla="*/ 195167 w 200025"/>
                <a:gd name="connsiteY3" fmla="*/ 37052 h 28575"/>
                <a:gd name="connsiteX4" fmla="*/ 0 w 200025"/>
                <a:gd name="connsiteY4" fmla="*/ 37052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025" h="28575">
                  <a:moveTo>
                    <a:pt x="7811" y="0"/>
                  </a:moveTo>
                  <a:lnTo>
                    <a:pt x="7811" y="0"/>
                  </a:lnTo>
                  <a:lnTo>
                    <a:pt x="202978" y="0"/>
                  </a:lnTo>
                  <a:lnTo>
                    <a:pt x="195167" y="37052"/>
                  </a:lnTo>
                  <a:lnTo>
                    <a:pt x="0" y="3705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22" name="Freeform 30">
              <a:extLst>
                <a:ext uri="{FF2B5EF4-FFF2-40B4-BE49-F238E27FC236}">
                  <a16:creationId xmlns:a16="http://schemas.microsoft.com/office/drawing/2014/main" id="{0E23E678-9242-80B7-70C9-6662ED9B78C7}"/>
                </a:ext>
              </a:extLst>
            </p:cNvPr>
            <p:cNvSpPr/>
            <p:nvPr/>
          </p:nvSpPr>
          <p:spPr>
            <a:xfrm>
              <a:off x="5673661" y="3295650"/>
              <a:ext cx="200025" cy="28575"/>
            </a:xfrm>
            <a:custGeom>
              <a:avLst/>
              <a:gdLst>
                <a:gd name="connsiteX0" fmla="*/ 7810 w 200025"/>
                <a:gd name="connsiteY0" fmla="*/ 0 h 28575"/>
                <a:gd name="connsiteX1" fmla="*/ 0 w 200025"/>
                <a:gd name="connsiteY1" fmla="*/ 36862 h 28575"/>
                <a:gd name="connsiteX2" fmla="*/ 194977 w 200025"/>
                <a:gd name="connsiteY2" fmla="*/ 36862 h 28575"/>
                <a:gd name="connsiteX3" fmla="*/ 202978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7810" y="0"/>
                  </a:moveTo>
                  <a:lnTo>
                    <a:pt x="0" y="36862"/>
                  </a:lnTo>
                  <a:lnTo>
                    <a:pt x="194977" y="36862"/>
                  </a:lnTo>
                  <a:lnTo>
                    <a:pt x="20297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23" name="Freeform 31">
              <a:extLst>
                <a:ext uri="{FF2B5EF4-FFF2-40B4-BE49-F238E27FC236}">
                  <a16:creationId xmlns:a16="http://schemas.microsoft.com/office/drawing/2014/main" id="{89051112-C022-66BC-D46C-61137239FD94}"/>
                </a:ext>
              </a:extLst>
            </p:cNvPr>
            <p:cNvSpPr/>
            <p:nvPr/>
          </p:nvSpPr>
          <p:spPr>
            <a:xfrm>
              <a:off x="5624322" y="3528441"/>
              <a:ext cx="200025" cy="28575"/>
            </a:xfrm>
            <a:custGeom>
              <a:avLst/>
              <a:gdLst>
                <a:gd name="connsiteX0" fmla="*/ 8001 w 200025"/>
                <a:gd name="connsiteY0" fmla="*/ 0 h 28575"/>
                <a:gd name="connsiteX1" fmla="*/ 0 w 200025"/>
                <a:gd name="connsiteY1" fmla="*/ 37243 h 28575"/>
                <a:gd name="connsiteX2" fmla="*/ 195263 w 200025"/>
                <a:gd name="connsiteY2" fmla="*/ 37243 h 28575"/>
                <a:gd name="connsiteX3" fmla="*/ 203073 w 200025"/>
                <a:gd name="connsiteY3" fmla="*/ 0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025" h="28575">
                  <a:moveTo>
                    <a:pt x="8001" y="0"/>
                  </a:moveTo>
                  <a:lnTo>
                    <a:pt x="0" y="37243"/>
                  </a:lnTo>
                  <a:lnTo>
                    <a:pt x="195263" y="37243"/>
                  </a:lnTo>
                  <a:lnTo>
                    <a:pt x="20307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  <p:sp>
          <p:nvSpPr>
            <p:cNvPr id="24" name="Freeform 32">
              <a:extLst>
                <a:ext uri="{FF2B5EF4-FFF2-40B4-BE49-F238E27FC236}">
                  <a16:creationId xmlns:a16="http://schemas.microsoft.com/office/drawing/2014/main" id="{D8EF0630-81F4-85BD-7B2C-1BB78AF54559}"/>
                </a:ext>
              </a:extLst>
            </p:cNvPr>
            <p:cNvSpPr/>
            <p:nvPr/>
          </p:nvSpPr>
          <p:spPr>
            <a:xfrm>
              <a:off x="5548312" y="3354229"/>
              <a:ext cx="371475" cy="152400"/>
            </a:xfrm>
            <a:custGeom>
              <a:avLst/>
              <a:gdLst>
                <a:gd name="connsiteX0" fmla="*/ 344424 w 371475"/>
                <a:gd name="connsiteY0" fmla="*/ 153924 h 152400"/>
                <a:gd name="connsiteX1" fmla="*/ 344424 w 371475"/>
                <a:gd name="connsiteY1" fmla="*/ 153924 h 152400"/>
                <a:gd name="connsiteX2" fmla="*/ 0 w 371475"/>
                <a:gd name="connsiteY2" fmla="*/ 154115 h 152400"/>
                <a:gd name="connsiteX3" fmla="*/ 344424 w 371475"/>
                <a:gd name="connsiteY3" fmla="*/ 153924 h 152400"/>
                <a:gd name="connsiteX4" fmla="*/ 377190 w 371475"/>
                <a:gd name="connsiteY4" fmla="*/ 0 h 152400"/>
                <a:gd name="connsiteX5" fmla="*/ 32576 w 371475"/>
                <a:gd name="connsiteY5" fmla="*/ 0 h 152400"/>
                <a:gd name="connsiteX6" fmla="*/ 24575 w 371475"/>
                <a:gd name="connsiteY6" fmla="*/ 37148 h 152400"/>
                <a:gd name="connsiteX7" fmla="*/ 331946 w 371475"/>
                <a:gd name="connsiteY7" fmla="*/ 36957 h 152400"/>
                <a:gd name="connsiteX8" fmla="*/ 314992 w 371475"/>
                <a:gd name="connsiteY8" fmla="*/ 116872 h 152400"/>
                <a:gd name="connsiteX9" fmla="*/ 8192 w 371475"/>
                <a:gd name="connsiteY9" fmla="*/ 117062 h 152400"/>
                <a:gd name="connsiteX10" fmla="*/ 0 w 371475"/>
                <a:gd name="connsiteY10" fmla="*/ 154019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475" h="152400">
                  <a:moveTo>
                    <a:pt x="344424" y="153924"/>
                  </a:moveTo>
                  <a:lnTo>
                    <a:pt x="344424" y="153924"/>
                  </a:lnTo>
                  <a:cubicBezTo>
                    <a:pt x="344424" y="153924"/>
                    <a:pt x="476" y="154115"/>
                    <a:pt x="0" y="154115"/>
                  </a:cubicBezTo>
                  <a:lnTo>
                    <a:pt x="344424" y="153924"/>
                  </a:lnTo>
                  <a:lnTo>
                    <a:pt x="377190" y="0"/>
                  </a:lnTo>
                  <a:cubicBezTo>
                    <a:pt x="377190" y="190"/>
                    <a:pt x="32576" y="0"/>
                    <a:pt x="32576" y="0"/>
                  </a:cubicBezTo>
                  <a:lnTo>
                    <a:pt x="24575" y="37148"/>
                  </a:lnTo>
                  <a:lnTo>
                    <a:pt x="331946" y="36957"/>
                  </a:lnTo>
                  <a:lnTo>
                    <a:pt x="314992" y="116872"/>
                  </a:lnTo>
                  <a:lnTo>
                    <a:pt x="8192" y="117062"/>
                  </a:lnTo>
                  <a:lnTo>
                    <a:pt x="0" y="154019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>
                <a:solidFill>
                  <a:schemeClr val="tx2"/>
                </a:solidFill>
              </a:endParaRPr>
            </a:p>
          </p:txBody>
        </p:sp>
      </p:grpSp>
      <p:sp>
        <p:nvSpPr>
          <p:cNvPr id="25" name="TextBox 12">
            <a:extLst>
              <a:ext uri="{FF2B5EF4-FFF2-40B4-BE49-F238E27FC236}">
                <a16:creationId xmlns:a16="http://schemas.microsoft.com/office/drawing/2014/main" id="{C5D477DF-B498-71D1-5FA7-B6853F1F79AC}"/>
              </a:ext>
            </a:extLst>
          </p:cNvPr>
          <p:cNvSpPr txBox="1"/>
          <p:nvPr userDrawn="1"/>
        </p:nvSpPr>
        <p:spPr bwMode="gray">
          <a:xfrm>
            <a:off x="8956432" y="6553476"/>
            <a:ext cx="2062072" cy="11037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r">
              <a:lnSpc>
                <a:spcPct val="85000"/>
              </a:lnSpc>
            </a:pPr>
            <a:r>
              <a:rPr lang="en-US" sz="800" noProof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2026</a:t>
            </a:r>
            <a:r>
              <a:rPr lang="de-DE" sz="800" noProof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noProof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EDAG Group. All rights reserved.</a:t>
            </a: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D873C442-ED87-9EC4-0AB3-F65CB1B41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318005" y="6515100"/>
            <a:ext cx="214905" cy="142876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r">
              <a:lnSpc>
                <a:spcPct val="85000"/>
              </a:lnSpc>
              <a:defRPr sz="800">
                <a:solidFill>
                  <a:schemeClr val="tx2"/>
                </a:solidFill>
              </a:defRPr>
            </a:lvl1pPr>
            <a:lvl2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2pPr>
            <a:lvl3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3pPr>
            <a:lvl4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4pPr>
            <a:lvl5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5pPr>
            <a:lvl6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6pPr>
            <a:lvl7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7pPr>
            <a:lvl8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8pPr>
            <a:lvl9pPr marL="0" indent="0">
              <a:lnSpc>
                <a:spcPct val="85000"/>
              </a:lnSpc>
              <a:defRPr sz="800">
                <a:solidFill>
                  <a:schemeClr val="tx2"/>
                </a:solidFill>
              </a:defRPr>
            </a:lvl9pPr>
          </a:lstStyle>
          <a:p>
            <a:fld id="{7D3ABF3B-F89B-4CD7-B75C-63A8A662AF0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F414C343-2E71-520B-08CD-85B13F5A94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40000" y="6537600"/>
            <a:ext cx="7560000" cy="10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aseline="0">
                <a:solidFill>
                  <a:schemeClr val="tx2"/>
                </a:solidFill>
              </a:defRPr>
            </a:lvl1pPr>
          </a:lstStyle>
          <a:p>
            <a:pPr>
              <a:tabLst>
                <a:tab pos="1257300" algn="l"/>
              </a:tabLst>
            </a:pPr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3" name="Titelplatzhalter 2">
            <a:extLst>
              <a:ext uri="{FF2B5EF4-FFF2-40B4-BE49-F238E27FC236}">
                <a16:creationId xmlns:a16="http://schemas.microsoft.com/office/drawing/2014/main" id="{6CAF4F76-4A43-31A0-6929-F30D973FD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522000"/>
            <a:ext cx="6840000" cy="2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997063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63" r:id="rId1"/>
    <p:sldLayoutId id="2147484764" r:id="rId2"/>
    <p:sldLayoutId id="2147484765" r:id="rId3"/>
    <p:sldLayoutId id="2147484766" r:id="rId4"/>
    <p:sldLayoutId id="2147484767" r:id="rId5"/>
    <p:sldLayoutId id="2147484768" r:id="rId6"/>
    <p:sldLayoutId id="2147484769" r:id="rId7"/>
    <p:sldLayoutId id="2147484770" r:id="rId8"/>
    <p:sldLayoutId id="2147484771" r:id="rId9"/>
    <p:sldLayoutId id="2147484772" r:id="rId10"/>
    <p:sldLayoutId id="2147484773" r:id="rId11"/>
    <p:sldLayoutId id="2147484774" r:id="rId12"/>
    <p:sldLayoutId id="2147484775" r:id="rId13"/>
    <p:sldLayoutId id="2147484776" r:id="rId14"/>
    <p:sldLayoutId id="2147484777" r:id="rId15"/>
    <p:sldLayoutId id="2147484778" r:id="rId16"/>
    <p:sldLayoutId id="2147484779" r:id="rId17"/>
    <p:sldLayoutId id="2147484780" r:id="rId18"/>
    <p:sldLayoutId id="2147484781" r:id="rId19"/>
    <p:sldLayoutId id="2147484782" r:id="rId20"/>
    <p:sldLayoutId id="2147484783" r:id="rId21"/>
    <p:sldLayoutId id="2147484784" r:id="rId22"/>
    <p:sldLayoutId id="2147484785" r:id="rId23"/>
    <p:sldLayoutId id="2147484786" r:id="rId24"/>
    <p:sldLayoutId id="2147484787" r:id="rId25"/>
    <p:sldLayoutId id="2147484788" r:id="rId26"/>
    <p:sldLayoutId id="2147484789" r:id="rId27"/>
    <p:sldLayoutId id="2147484790" r:id="rId28"/>
    <p:sldLayoutId id="2147484791" r:id="rId29"/>
    <p:sldLayoutId id="2147484792" r:id="rId30"/>
    <p:sldLayoutId id="2147484793" r:id="rId31"/>
    <p:sldLayoutId id="2147484794" r:id="rId32"/>
    <p:sldLayoutId id="2147484795" r:id="rId33"/>
    <p:sldLayoutId id="2147484796" r:id="rId34"/>
    <p:sldLayoutId id="2147484797" r:id="rId35"/>
    <p:sldLayoutId id="2147484798" r:id="rId36"/>
    <p:sldLayoutId id="2147484799" r:id="rId37"/>
    <p:sldLayoutId id="2147484800" r:id="rId38"/>
    <p:sldLayoutId id="2147484801" r:id="rId39"/>
    <p:sldLayoutId id="2147484802" r:id="rId40"/>
    <p:sldLayoutId id="2147484803" r:id="rId41"/>
    <p:sldLayoutId id="2147484804" r:id="rId42"/>
    <p:sldLayoutId id="2147484805" r:id="rId43"/>
    <p:sldLayoutId id="2147484806" r:id="rId44"/>
    <p:sldLayoutId id="2147484807" r:id="rId45"/>
    <p:sldLayoutId id="2147484808" r:id="rId46"/>
    <p:sldLayoutId id="2147484809" r:id="rId47"/>
    <p:sldLayoutId id="2147484810" r:id="rId48"/>
    <p:sldLayoutId id="2147484811" r:id="rId49"/>
    <p:sldLayoutId id="2147484812" r:id="rId50"/>
    <p:sldLayoutId id="2147484813" r:id="rId51"/>
    <p:sldLayoutId id="2147484814" r:id="rId52"/>
    <p:sldLayoutId id="2147484815" r:id="rId53"/>
    <p:sldLayoutId id="2147484816" r:id="rId54"/>
    <p:sldLayoutId id="2147484817" r:id="rId55"/>
    <p:sldLayoutId id="2147484818" r:id="rId56"/>
    <p:sldLayoutId id="2147484819" r:id="rId57"/>
    <p:sldLayoutId id="2147484820" r:id="rId58"/>
    <p:sldLayoutId id="2147484821" r:id="rId59"/>
    <p:sldLayoutId id="2147484822" r:id="rId60"/>
    <p:sldLayoutId id="2147484823" r:id="rId61"/>
    <p:sldLayoutId id="2147484824" r:id="rId6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200" kern="1200" cap="all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5" userDrawn="1">
          <p15:clr>
            <a:srgbClr val="F26B43"/>
          </p15:clr>
        </p15:guide>
        <p15:guide id="2" pos="7265" userDrawn="1">
          <p15:clr>
            <a:srgbClr val="F26B43"/>
          </p15:clr>
        </p15:guide>
        <p15:guide id="3" orient="horz" pos="4178" userDrawn="1">
          <p15:clr>
            <a:srgbClr val="F26B43"/>
          </p15:clr>
        </p15:guide>
        <p15:guide id="5" orient="horz" pos="346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0550CA26-78D6-C18B-35BF-0F8E10D4F4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40000" y="6537600"/>
            <a:ext cx="7560000" cy="108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 baseline="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EDAG Electrics/Electronics     Author: Group Marketing     Version: 11.0     Release: Felix Schuster     Scope: EDAG Group     internal</a:t>
            </a:r>
            <a:endParaRPr lang="de-DE"/>
          </a:p>
        </p:txBody>
      </p:sp>
      <p:sp>
        <p:nvSpPr>
          <p:cNvPr id="4" name="Titelplatzhalter 3">
            <a:extLst>
              <a:ext uri="{FF2B5EF4-FFF2-40B4-BE49-F238E27FC236}">
                <a16:creationId xmlns:a16="http://schemas.microsoft.com/office/drawing/2014/main" id="{49E3501A-B8DC-024E-3A99-7F2D55F74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3837600"/>
            <a:ext cx="10897200" cy="115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857808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18" r:id="rId1"/>
    <p:sldLayoutId id="2147484890" r:id="rId2"/>
    <p:sldLayoutId id="2147484891" r:id="rId3"/>
    <p:sldLayoutId id="2147484892" r:id="rId4"/>
    <p:sldLayoutId id="2147484893" r:id="rId5"/>
    <p:sldLayoutId id="2147483807" r:id="rId6"/>
    <p:sldLayoutId id="2147484062" r:id="rId7"/>
    <p:sldLayoutId id="2147483808" r:id="rId8"/>
    <p:sldLayoutId id="2147484621" r:id="rId9"/>
    <p:sldLayoutId id="2147484063" r:id="rId10"/>
    <p:sldLayoutId id="2147483809" r:id="rId11"/>
    <p:sldLayoutId id="2147484064" r:id="rId12"/>
    <p:sldLayoutId id="2147484533" r:id="rId13"/>
    <p:sldLayoutId id="2147484061" r:id="rId14"/>
    <p:sldLayoutId id="2147484532" r:id="rId15"/>
    <p:sldLayoutId id="2147484065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i="0" kern="1200" cap="all" baseline="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5" userDrawn="1">
          <p15:clr>
            <a:srgbClr val="F26B43"/>
          </p15:clr>
        </p15:guide>
        <p15:guide id="2" pos="7265" userDrawn="1">
          <p15:clr>
            <a:srgbClr val="F26B43"/>
          </p15:clr>
        </p15:guide>
        <p15:guide id="3" orient="horz" pos="3997" userDrawn="1">
          <p15:clr>
            <a:srgbClr val="F26B43"/>
          </p15:clr>
        </p15:guide>
        <p15:guide id="5" orient="horz" pos="34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eedag-my.sharepoint.com/:x:/r/personal/sai_areti_edag_com/Documents/Dataset.xlsx?d=w7543e0d0c5c4490f904afd455e924d33&amp;csf=1&amp;web=1&amp;e=Sgv7Bf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lab.edag.de/sa99529/project_sai" TargetMode="External"/><Relationship Id="rId2" Type="http://schemas.openxmlformats.org/officeDocument/2006/relationships/hyperlink" Target="https://gitlab.edag.de/vm99540/project" TargetMode="External"/><Relationship Id="rId1" Type="http://schemas.openxmlformats.org/officeDocument/2006/relationships/slideLayout" Target="../slideLayouts/slideLayout60.xml"/><Relationship Id="rId4" Type="http://schemas.openxmlformats.org/officeDocument/2006/relationships/hyperlink" Target="https://gitlab.edag.de/at99524/project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24E6BC1B-54F9-6989-33A1-8EC9968FB7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4025" y="4197870"/>
            <a:ext cx="10874388" cy="1150584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dirty="0"/>
              <a:t>Automated Test Execution &amp; Reporting Framework</a:t>
            </a:r>
            <a:endParaRPr sz="4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79682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17A0FCF-67E8-7083-EC55-97CF54E569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AGENDA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31470F72-BBBE-B355-1E2D-CAA899FBFB7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5" name="Textplatzhalter 13">
            <a:extLst>
              <a:ext uri="{FF2B5EF4-FFF2-40B4-BE49-F238E27FC236}">
                <a16:creationId xmlns:a16="http://schemas.microsoft.com/office/drawing/2014/main" id="{1BA2E4B3-4386-2298-3A04-7F6A86F5F9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8812" y="2094371"/>
            <a:ext cx="4988779" cy="4225925"/>
          </a:xfrm>
        </p:spPr>
        <p:txBody>
          <a:bodyPr lIns="0" tIns="0" rIns="0" bIns="0" anchor="t"/>
          <a:lstStyle/>
          <a:p>
            <a:pPr fontAlgn="t">
              <a:lnSpc>
                <a:spcPts val="1500"/>
              </a:lnSpc>
              <a:buFont typeface="+mj-lt"/>
              <a:buAutoNum type="arabicPeriod"/>
            </a:pPr>
            <a:r>
              <a:rPr lang="en-US" sz="1200" dirty="0">
                <a:latin typeface="+mj-lt"/>
              </a:rPr>
              <a:t>Project Overview</a:t>
            </a:r>
            <a:endParaRPr lang="en-US" sz="1200" b="0" dirty="0">
              <a:latin typeface="+mj-lt"/>
            </a:endParaRPr>
          </a:p>
          <a:p>
            <a:pPr fontAlgn="t">
              <a:lnSpc>
                <a:spcPts val="1500"/>
              </a:lnSpc>
              <a:buFont typeface="+mj-lt"/>
              <a:buAutoNum type="arabicPeriod"/>
            </a:pPr>
            <a:r>
              <a:rPr lang="en-US" sz="1200" dirty="0">
                <a:latin typeface="+mj-lt"/>
              </a:rPr>
              <a:t>Dataset</a:t>
            </a:r>
            <a:endParaRPr lang="en-US" sz="1200" b="0" dirty="0">
              <a:latin typeface="+mj-lt"/>
            </a:endParaRPr>
          </a:p>
          <a:p>
            <a:pPr fontAlgn="t">
              <a:lnSpc>
                <a:spcPts val="1500"/>
              </a:lnSpc>
              <a:buFont typeface="+mj-lt"/>
              <a:buAutoNum type="arabicPeriod"/>
            </a:pPr>
            <a:r>
              <a:rPr lang="en-US" sz="1200" dirty="0">
                <a:latin typeface="+mj-lt"/>
              </a:rPr>
              <a:t>Tech Stack &amp; Python Concepts Used</a:t>
            </a:r>
            <a:endParaRPr lang="en-US" sz="1200" b="0" dirty="0">
              <a:latin typeface="+mj-lt"/>
            </a:endParaRPr>
          </a:p>
          <a:p>
            <a:pPr fontAlgn="t">
              <a:lnSpc>
                <a:spcPts val="1500"/>
              </a:lnSpc>
              <a:buFont typeface="+mj-lt"/>
              <a:buAutoNum type="arabicPeriod"/>
            </a:pPr>
            <a:r>
              <a:rPr lang="en-US" sz="1200" dirty="0">
                <a:latin typeface="+mj-lt"/>
              </a:rPr>
              <a:t>Output Reports &amp; Dashboard</a:t>
            </a:r>
            <a:endParaRPr lang="en-US" sz="1200" b="0" dirty="0">
              <a:latin typeface="+mj-lt"/>
            </a:endParaRPr>
          </a:p>
          <a:p>
            <a:pPr fontAlgn="t">
              <a:lnSpc>
                <a:spcPts val="1500"/>
              </a:lnSpc>
              <a:buFont typeface="+mj-lt"/>
              <a:buAutoNum type="arabicPeriod"/>
            </a:pPr>
            <a:r>
              <a:rPr lang="en-US" sz="1200" dirty="0">
                <a:latin typeface="+mj-lt"/>
              </a:rPr>
              <a:t>Summary &amp; Future Scope</a:t>
            </a:r>
            <a:endParaRPr lang="en-US" sz="1200" b="0" dirty="0">
              <a:latin typeface="+mj-lt"/>
            </a:endParaRPr>
          </a:p>
          <a:p>
            <a:pPr>
              <a:lnSpc>
                <a:spcPct val="150000"/>
              </a:lnSpc>
            </a:pPr>
            <a:endParaRPr lang="en-US" sz="1200" dirty="0">
              <a:latin typeface="+mj-lt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endParaRPr lang="en-US" sz="1200" dirty="0">
              <a:latin typeface="+mj-lt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endParaRPr lang="en-US" sz="1200" dirty="0">
              <a:latin typeface="+mj-lt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endParaRPr lang="en-US" sz="1200" dirty="0">
              <a:latin typeface="+mj-lt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endParaRPr lang="de-DE" sz="1200" dirty="0">
              <a:latin typeface="+mj-lt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endParaRPr lang="en-US" sz="1200" dirty="0">
              <a:latin typeface="+mj-lt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endParaRPr lang="en-US" sz="1200" dirty="0">
              <a:latin typeface="+mj-lt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endParaRPr lang="en-US" sz="1200" dirty="0">
              <a:latin typeface="+mj-lt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endParaRPr lang="de-DE" sz="1200" dirty="0">
              <a:latin typeface="+mj-lt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endParaRPr lang="de-DE" sz="1200" dirty="0">
              <a:latin typeface="+mj-lt"/>
            </a:endParaRPr>
          </a:p>
          <a:p>
            <a:endParaRPr lang="de-DE" sz="1200" dirty="0">
              <a:latin typeface="+mj-lt"/>
            </a:endParaRPr>
          </a:p>
          <a:p>
            <a:endParaRPr lang="de-DE" sz="1200" dirty="0">
              <a:latin typeface="+mj-lt"/>
            </a:endParaRP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25FBA0F-6A2F-9633-9921-76C5C889D8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EDAG Electrics/Electronics     Author:</a:t>
            </a:r>
            <a:r>
              <a:rPr lang="de-DE"/>
              <a:t> Ahmed Mahmoud      </a:t>
            </a:r>
            <a:r>
              <a:rPr lang="en-US"/>
              <a:t>Version:1.0     	    Scope: EDAG Group     internal</a:t>
            </a:r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7AA374FA-6818-C146-AB18-CAEF947C9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736" y="349599"/>
            <a:ext cx="5518264" cy="252000"/>
          </a:xfrm>
        </p:spPr>
        <p:txBody>
          <a:bodyPr/>
          <a:lstStyle/>
          <a:p>
            <a:r>
              <a:rPr lang="en-US" dirty="0"/>
              <a:t>Automated Test Execution &amp; Reporting Framework</a:t>
            </a:r>
            <a:endParaRPr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62B31F0-E3CE-A9C4-8F32-0691A2F622C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736" y="1095985"/>
            <a:ext cx="5518264" cy="25200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de-DE" dirty="0" err="1"/>
              <a:t>agenda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27841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4DC8B-CF10-09D4-9565-BCEEB2F43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5174F02A-B7CD-CFB6-42B0-493E5457888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1605E3B-CD65-BBB1-186A-E8E0F5D4C9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EDAG Electrics/Electronics     Author: </a:t>
            </a:r>
            <a:r>
              <a:rPr lang="de-DE"/>
              <a:t>Ahmed Mahmoud      </a:t>
            </a:r>
            <a:r>
              <a:rPr lang="en-US"/>
              <a:t>Version:1.0     	    Scope: EDAG Group     internal</a:t>
            </a:r>
            <a:endParaRPr lang="de-DE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8B472366-CD52-7763-6720-FA828A1F7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800" y="471623"/>
            <a:ext cx="6840000" cy="252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Automated Test Execution &amp; Reporting Framework</a:t>
            </a:r>
            <a:endParaRPr dirty="0"/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2C34C607-F7FC-B0CA-FC8D-4FA43904E6F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68867" y="1464459"/>
            <a:ext cx="6840000" cy="25200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2400" dirty="0"/>
              <a:t>Project Overview</a:t>
            </a:r>
            <a:endParaRPr lang="en-US" sz="2400" b="0" dirty="0"/>
          </a:p>
          <a:p>
            <a:endParaRPr lang="en-US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F9C872F-E084-4A39-0CD8-7F13DC8D9550}"/>
              </a:ext>
            </a:extLst>
          </p:cNvPr>
          <p:cNvSpPr txBox="1"/>
          <p:nvPr/>
        </p:nvSpPr>
        <p:spPr>
          <a:xfrm>
            <a:off x="658945" y="2106355"/>
            <a:ext cx="5513256" cy="32667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 fontAlgn="t">
              <a:lnSpc>
                <a:spcPct val="20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+mj-lt"/>
              </a:rPr>
              <a:t>Adaptive Cruise Control (ACC) is an Advanced Driver Assistance System (ADAS) feature that automatically maintains the vehicle's speed while ensuring a safe distance from the vehicle ahead. Manual validation of ACC test cases can be time-consuming, repetitive, and prone to human errors.</a:t>
            </a:r>
          </a:p>
          <a:p>
            <a:pPr algn="just" fontAlgn="t">
              <a:lnSpc>
                <a:spcPct val="200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+mj-lt"/>
              </a:rPr>
              <a:t>The objective of this project is to develop a Python-based automation framework that validates ACC functionality by executing predefined test cases from Excel files, evaluating system behavior against expected rules, and generating professional reports automatically.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1200" noProof="0" dirty="0">
              <a:solidFill>
                <a:schemeClr val="bg1"/>
              </a:solidFill>
              <a:latin typeface="+mj-lt"/>
              <a:ea typeface="Open Sans" pitchFamily="2" charset="0"/>
              <a:cs typeface="Sora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6E7A8D-F234-9BC5-600D-AA36AE3373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1159" y="1590459"/>
            <a:ext cx="4881751" cy="4408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506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17FD8-FA7C-1D2E-4126-82ED15AAA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F40DF76-EFF2-2DA4-E2AA-ACA2F2C363B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E453F38-8D06-9E3D-D602-D41CFC8FED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EDAG Electrics/Electronics     Author: </a:t>
            </a:r>
            <a:r>
              <a:rPr lang="de-DE"/>
              <a:t>Ahmed Mahmoud      </a:t>
            </a:r>
            <a:r>
              <a:rPr lang="en-US"/>
              <a:t>Version:1.0     	    Scope: EDAG Group     internal</a:t>
            </a:r>
            <a:endParaRPr lang="de-DE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0F176EE4-FD30-ADB2-F740-CABAA771EF8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Automated Test Execution &amp; Reporting Framework</a:t>
            </a:r>
            <a:endParaRPr dirty="0"/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F5AB5684-20A2-91CF-85D6-0FCCB03F3E3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5133" y="1520860"/>
            <a:ext cx="6840000" cy="25200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2400" dirty="0">
                <a:latin typeface="+mj-lt"/>
              </a:rPr>
              <a:t>Project Objectives</a:t>
            </a:r>
          </a:p>
          <a:p>
            <a:endParaRPr lang="en-US" dirty="0">
              <a:latin typeface="+mj-lt"/>
            </a:endParaRPr>
          </a:p>
        </p:txBody>
      </p:sp>
      <p:sp>
        <p:nvSpPr>
          <p:cNvPr id="8" name="Textfeld 3">
            <a:extLst>
              <a:ext uri="{FF2B5EF4-FFF2-40B4-BE49-F238E27FC236}">
                <a16:creationId xmlns:a16="http://schemas.microsoft.com/office/drawing/2014/main" id="{71E2EB54-E74B-2812-7520-7A9FC8BD16D2}"/>
              </a:ext>
            </a:extLst>
          </p:cNvPr>
          <p:cNvSpPr txBox="1"/>
          <p:nvPr/>
        </p:nvSpPr>
        <p:spPr>
          <a:xfrm>
            <a:off x="870611" y="2071082"/>
            <a:ext cx="5513256" cy="25280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algn="just" fontAlgn="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ACC test case validation. </a:t>
            </a:r>
          </a:p>
          <a:p>
            <a:pPr marL="171450" indent="-171450" algn="just" fontAlgn="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Reduce manual testing effort and execution time.</a:t>
            </a:r>
          </a:p>
          <a:p>
            <a:pPr marL="171450" indent="-171450" algn="just" fontAlgn="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 Detect missing and invalid test data. </a:t>
            </a:r>
          </a:p>
          <a:p>
            <a:pPr marL="171450" indent="-171450" algn="just" fontAlgn="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Simulate ACC decision-making based on defined rules.</a:t>
            </a:r>
          </a:p>
          <a:p>
            <a:pPr marL="171450" indent="-171450" algn="just" fontAlgn="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 Generate Pass/Fail analysis and graphical insights. </a:t>
            </a:r>
          </a:p>
          <a:p>
            <a:pPr marL="171450" indent="-171450" algn="just" fontAlgn="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Produce HTML, Word, and PDF reports automatically. </a:t>
            </a:r>
            <a:endParaRPr lang="en-US" sz="1200" dirty="0">
              <a:solidFill>
                <a:schemeClr val="bg1"/>
              </a:solidFill>
              <a:latin typeface="+mj-lt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1200" noProof="0" dirty="0">
              <a:solidFill>
                <a:schemeClr val="bg1"/>
              </a:solidFill>
              <a:latin typeface="+mj-lt"/>
              <a:ea typeface="Open Sans" pitchFamily="2" charset="0"/>
              <a:cs typeface="Sora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FCC77C4-9E33-3CA3-77FB-87C434E3E5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03" t="1536" r="6754"/>
          <a:stretch>
            <a:fillRect/>
          </a:stretch>
        </p:blipFill>
        <p:spPr>
          <a:xfrm>
            <a:off x="5594772" y="1249680"/>
            <a:ext cx="4988561" cy="4933920"/>
          </a:xfrm>
          <a:prstGeom prst="rect">
            <a:avLst/>
          </a:prstGeom>
          <a:ln>
            <a:solidFill>
              <a:schemeClr val="tx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54882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C2F24-CD8F-E3AB-79C2-972E409E7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F82B234-7FFA-DA63-1AA3-396A3D78A1A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6FB855E-D570-C3A6-25DA-069682603F8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EDAG Electrics/Electronics     Author: </a:t>
            </a:r>
            <a:r>
              <a:rPr lang="de-DE"/>
              <a:t>Ahmed Mahmoud      </a:t>
            </a:r>
            <a:r>
              <a:rPr lang="en-US"/>
              <a:t>Version:1.0     	    Scope: EDAG Group     internal</a:t>
            </a:r>
            <a:endParaRPr lang="de-DE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EEE776D1-C598-34DA-1DA8-F514F29474F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Automated Test Execution &amp; Reporting Framework</a:t>
            </a:r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7CFB4604-4563-C95C-244F-426CBD7107D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6666" y="1465082"/>
            <a:ext cx="6840000" cy="25200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2400"/>
              <a:t>Dataset</a:t>
            </a:r>
            <a:endParaRPr lang="en-US" sz="2400" b="0"/>
          </a:p>
          <a:p>
            <a:endParaRPr lang="en-US">
              <a:latin typeface="+mj-lt"/>
            </a:endParaRPr>
          </a:p>
        </p:txBody>
      </p:sp>
      <p:sp>
        <p:nvSpPr>
          <p:cNvPr id="8" name="Textfeld 3">
            <a:extLst>
              <a:ext uri="{FF2B5EF4-FFF2-40B4-BE49-F238E27FC236}">
                <a16:creationId xmlns:a16="http://schemas.microsoft.com/office/drawing/2014/main" id="{C8DAB42D-4279-A7FD-2E95-9075F3521E1D}"/>
              </a:ext>
            </a:extLst>
          </p:cNvPr>
          <p:cNvSpPr txBox="1"/>
          <p:nvPr/>
        </p:nvSpPr>
        <p:spPr>
          <a:xfrm>
            <a:off x="506400" y="2104893"/>
            <a:ext cx="5513256" cy="32667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</a:rPr>
              <a:t>Ignition – Vehicle power status (ON/OFF).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</a:rPr>
              <a:t>Vehicle Speed – Current speed of the vehicle.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</a:rPr>
              <a:t>Set Speed – Driver-selected speed for ACC.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</a:rPr>
              <a:t>Lead Vehicle Detected – Indicates whether a vehicle is ahead.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</a:rPr>
              <a:t>Lead Vehicle Speed – Speed of the vehicle ahead.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</a:rPr>
              <a:t> Following Distance – Distance to the vehicle ahead.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</a:rPr>
              <a:t>Test Case Action – ACC operation being tested (ACC ON, Resume, Maintain, etc.).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</a:rPr>
              <a:t>Expected Result – Expected ACC behavior for validation.</a:t>
            </a:r>
            <a:endParaRPr lang="en-US" sz="1200" noProof="0">
              <a:solidFill>
                <a:schemeClr val="bg1"/>
              </a:solidFill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B76447-2ACD-16BA-BABA-1A52D4CACF2A}"/>
              </a:ext>
            </a:extLst>
          </p:cNvPr>
          <p:cNvSpPr txBox="1"/>
          <p:nvPr/>
        </p:nvSpPr>
        <p:spPr>
          <a:xfrm>
            <a:off x="7158490" y="2891064"/>
            <a:ext cx="2459391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>
                <a:solidFill>
                  <a:schemeClr val="bg1"/>
                </a:solidFill>
                <a:latin typeface="+mj-lt"/>
                <a:ea typeface="Open Sans"/>
                <a:cs typeface="Sora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Dataset</a:t>
            </a:r>
            <a:endParaRPr lang="en-US" sz="1400" baseline="0">
              <a:solidFill>
                <a:schemeClr val="bg1"/>
              </a:solidFill>
              <a:latin typeface="+mj-lt"/>
              <a:ea typeface="Open Sans"/>
              <a:cs typeface="Sor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3181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9B5F5-8E88-490C-5F1B-F98A59336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10535D7-8414-F850-CE36-3772F5C1C39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A211934-A8E2-D62F-A28A-E847B2D5D1E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EDAG Electrics/Electronics     Author: </a:t>
            </a:r>
            <a:r>
              <a:rPr lang="de-DE"/>
              <a:t>Ahmed Mahmoud      </a:t>
            </a:r>
            <a:r>
              <a:rPr lang="en-US"/>
              <a:t>Version:1.0     	    Scope: EDAG Group     internal</a:t>
            </a:r>
            <a:endParaRPr lang="de-DE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385CE9C2-0548-22B4-067F-54DDF346C5D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Automated Test Execution &amp; Reporting Framework</a:t>
            </a:r>
            <a:endParaRPr lang="en-US" dirty="0"/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80396520-0758-65D9-165F-66024AAA1A7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6666" y="1465082"/>
            <a:ext cx="6840000" cy="25200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2400" dirty="0"/>
              <a:t>Tech Stack &amp; Python Concepts Used</a:t>
            </a:r>
            <a:endParaRPr lang="en-US" sz="2400" b="0" dirty="0"/>
          </a:p>
          <a:p>
            <a:endParaRPr lang="en-US" dirty="0">
              <a:latin typeface="+mj-lt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9412790-922E-E260-5FFA-87E8A7518F99}"/>
              </a:ext>
            </a:extLst>
          </p:cNvPr>
          <p:cNvSpPr/>
          <p:nvPr/>
        </p:nvSpPr>
        <p:spPr>
          <a:xfrm>
            <a:off x="622742" y="2222075"/>
            <a:ext cx="2958658" cy="475488"/>
          </a:xfrm>
          <a:prstGeom prst="roundRect">
            <a:avLst>
              <a:gd name="adj" fmla="val 50000"/>
            </a:avLst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>
            <a:defPPr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/>
              <a:t>Tech Stack</a:t>
            </a:r>
            <a:endParaRPr lang="en-US" sz="120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7378FC3-3A35-357B-E45F-52DA8E5863E8}"/>
              </a:ext>
            </a:extLst>
          </p:cNvPr>
          <p:cNvSpPr/>
          <p:nvPr/>
        </p:nvSpPr>
        <p:spPr>
          <a:xfrm>
            <a:off x="629467" y="2222075"/>
            <a:ext cx="475488" cy="475488"/>
          </a:xfrm>
          <a:prstGeom prst="ellipse">
            <a:avLst/>
          </a:prstGeom>
          <a:solidFill>
            <a:srgbClr val="F4F5F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52400" h="1778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>
            <a:defPPr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>
                <a:solidFill>
                  <a:srgbClr val="232A30"/>
                </a:solidFill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EF31F-E30F-CD14-C53C-F267295C42FE}"/>
              </a:ext>
            </a:extLst>
          </p:cNvPr>
          <p:cNvSpPr txBox="1"/>
          <p:nvPr/>
        </p:nvSpPr>
        <p:spPr>
          <a:xfrm>
            <a:off x="622742" y="3013501"/>
            <a:ext cx="3649133" cy="1512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effectLst/>
              </a:rPr>
              <a:t>Python 3.x – Core programming language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effectLst/>
              </a:rPr>
              <a:t>VS Code – Development environment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effectLst/>
              </a:rPr>
              <a:t> Excel / CSV – Test case data management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effectLst/>
              </a:rPr>
              <a:t> HTML, Word, PDF – Report generation formats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63FFCED-3FC5-9E4C-0DAE-FD60B135E3CA}"/>
              </a:ext>
            </a:extLst>
          </p:cNvPr>
          <p:cNvSpPr/>
          <p:nvPr/>
        </p:nvSpPr>
        <p:spPr>
          <a:xfrm>
            <a:off x="4540142" y="2222075"/>
            <a:ext cx="2958658" cy="475488"/>
          </a:xfrm>
          <a:prstGeom prst="roundRect">
            <a:avLst>
              <a:gd name="adj" fmla="val 50000"/>
            </a:avLst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>
            <a:defPPr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/>
              <a:t>Python Libraries </a:t>
            </a:r>
            <a:endParaRPr lang="en-US" sz="12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0CBA425-DC11-E772-02D1-0C5A8A43382A}"/>
              </a:ext>
            </a:extLst>
          </p:cNvPr>
          <p:cNvSpPr/>
          <p:nvPr/>
        </p:nvSpPr>
        <p:spPr>
          <a:xfrm>
            <a:off x="8457542" y="2222075"/>
            <a:ext cx="2958658" cy="475488"/>
          </a:xfrm>
          <a:prstGeom prst="roundRect">
            <a:avLst>
              <a:gd name="adj" fmla="val 50000"/>
            </a:avLst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>
            <a:defPPr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>
                <a:solidFill>
                  <a:schemeClr val="bg1"/>
                </a:solidFill>
              </a:rPr>
              <a:t>Python Concepts Used</a:t>
            </a:r>
            <a:endParaRPr lang="en-US" sz="12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9D08AD9-5D86-87A3-C68E-535ED8B6C822}"/>
              </a:ext>
            </a:extLst>
          </p:cNvPr>
          <p:cNvSpPr/>
          <p:nvPr/>
        </p:nvSpPr>
        <p:spPr>
          <a:xfrm>
            <a:off x="4527497" y="2222075"/>
            <a:ext cx="475488" cy="475488"/>
          </a:xfrm>
          <a:prstGeom prst="ellipse">
            <a:avLst/>
          </a:prstGeom>
          <a:solidFill>
            <a:srgbClr val="F4F5F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52400" h="1778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>
            <a:defPPr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>
                <a:solidFill>
                  <a:srgbClr val="232A30"/>
                </a:solidFill>
              </a:rPr>
              <a:t>2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718C56C-2823-01BF-10F2-C52342B69648}"/>
              </a:ext>
            </a:extLst>
          </p:cNvPr>
          <p:cNvSpPr/>
          <p:nvPr/>
        </p:nvSpPr>
        <p:spPr>
          <a:xfrm>
            <a:off x="8457542" y="2222075"/>
            <a:ext cx="475488" cy="475488"/>
          </a:xfrm>
          <a:prstGeom prst="ellipse">
            <a:avLst/>
          </a:prstGeom>
          <a:solidFill>
            <a:srgbClr val="F4F5F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52400" h="1778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>
            <a:defPPr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>
                <a:solidFill>
                  <a:srgbClr val="232A30"/>
                </a:solidFill>
              </a:rPr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79E610-58EA-BDD3-D26F-CA30475C3436}"/>
              </a:ext>
            </a:extLst>
          </p:cNvPr>
          <p:cNvSpPr txBox="1"/>
          <p:nvPr/>
        </p:nvSpPr>
        <p:spPr>
          <a:xfrm>
            <a:off x="4527497" y="2880899"/>
            <a:ext cx="3649133" cy="2620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Python Libraries Pandas – Data processing and Excel handling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bg1"/>
                </a:solidFill>
              </a:rPr>
              <a:t>OpenPyXL</a:t>
            </a:r>
            <a:r>
              <a:rPr lang="en-US" sz="1200" dirty="0">
                <a:solidFill>
                  <a:schemeClr val="bg1"/>
                </a:solidFill>
              </a:rPr>
              <a:t> – Excel file operations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Matplotlib – Pie chart generation python-docx – Word report creation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bg1"/>
                </a:solidFill>
              </a:rPr>
              <a:t>Pathlib</a:t>
            </a:r>
            <a:r>
              <a:rPr lang="en-US" sz="1200" dirty="0">
                <a:solidFill>
                  <a:schemeClr val="bg1"/>
                </a:solidFill>
              </a:rPr>
              <a:t> – File and folder management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Logging – Execution log management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857138-8698-6395-E7E6-E5FA7C324EA9}"/>
              </a:ext>
            </a:extLst>
          </p:cNvPr>
          <p:cNvSpPr txBox="1"/>
          <p:nvPr/>
        </p:nvSpPr>
        <p:spPr>
          <a:xfrm>
            <a:off x="8457542" y="2880899"/>
            <a:ext cx="3649133" cy="3359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Object-Oriented Programming (OOP) Classes &amp; Objects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Static Methods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Dictionaries &amp; Lists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Conditional Statements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Functions &amp; Modules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 Exception Handling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File Handling Data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Validation Logic</a:t>
            </a:r>
          </a:p>
        </p:txBody>
      </p:sp>
    </p:spTree>
    <p:extLst>
      <p:ext uri="{BB962C8B-B14F-4D97-AF65-F5344CB8AC3E}">
        <p14:creationId xmlns:p14="http://schemas.microsoft.com/office/powerpoint/2010/main" val="88220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80D83-0756-D764-9006-FC9CEBED3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1F65C8C-CE77-3F91-EEBB-340E32BCC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A758DE3-D258-E7EB-BA6F-B22EDA2CCC1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EDAG Electrics/Electronics     Author: </a:t>
            </a:r>
            <a:r>
              <a:rPr lang="de-DE"/>
              <a:t>Ahmed Mahmoud      </a:t>
            </a:r>
            <a:r>
              <a:rPr lang="en-US"/>
              <a:t>Version:1.0     	    Scope: EDAG Group     internal</a:t>
            </a:r>
            <a:endParaRPr lang="de-DE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1ED7632C-437F-B17B-4808-797A87295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Automated Test Execution &amp; Reporting Framework</a:t>
            </a:r>
            <a:endParaRPr lang="en-US" dirty="0"/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419F9F53-22F6-9566-B94B-C68D02DDC3A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6666" y="1465082"/>
            <a:ext cx="6840000" cy="25200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2400" dirty="0"/>
              <a:t>Output Reports &amp; Dashboard</a:t>
            </a:r>
            <a:endParaRPr lang="en-US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E67A09-BD9D-7D99-06FA-1E3EB8F5C7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99" y="1997286"/>
            <a:ext cx="10189761" cy="403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036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E2790-FC43-C254-1274-B51979C77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5140E15C-B9F0-555E-9AFE-EB06446EA35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F309AC6-BCCC-9698-F615-EDE71860B9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EDAG Electrics/Electronics     Author: </a:t>
            </a:r>
            <a:r>
              <a:rPr lang="de-DE"/>
              <a:t>Ahmed Mahmoud      </a:t>
            </a:r>
            <a:r>
              <a:rPr lang="en-US"/>
              <a:t>Version:1.0     	    Scope: EDAG Group     internal</a:t>
            </a:r>
            <a:endParaRPr lang="de-DE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A4296381-A5FA-340E-509C-3FA6F9C6224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Automated Test Execution &amp; Reporting Framework</a:t>
            </a:r>
            <a:endParaRPr lang="en-US" dirty="0"/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2EF66444-FF17-8626-045E-EBACED2463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6666" y="1465082"/>
            <a:ext cx="6840000" cy="25200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2400" dirty="0"/>
              <a:t>Output Reports &amp; Dashboard</a:t>
            </a:r>
            <a:endParaRPr lang="en-US" dirty="0"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C374673-6E21-7EB9-E5FC-AF0C8AD4B1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800" y="2408164"/>
            <a:ext cx="10468066" cy="3174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793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48DA2-F288-B24F-5973-E9B40F6B5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43869317-DF67-1FB3-B9E4-FCC93145E9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FC59ACA-4C0A-E5D3-61F6-D7A48F97A4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EDAG Electrics/Electronics     Author: </a:t>
            </a:r>
            <a:r>
              <a:rPr lang="de-DE"/>
              <a:t>Ahmed Mahmoud      </a:t>
            </a:r>
            <a:r>
              <a:rPr lang="en-US"/>
              <a:t>Version:1.0     	    Scope: EDAG Group     internal</a:t>
            </a:r>
            <a:endParaRPr lang="de-DE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DC854769-C153-A3A6-7A0D-073D93A6F75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Automated Test Execution &amp; Reporting Framework</a:t>
            </a:r>
            <a:endParaRPr lang="en-US" dirty="0"/>
          </a:p>
        </p:txBody>
      </p:sp>
      <p:sp>
        <p:nvSpPr>
          <p:cNvPr id="7" name="Textplatzhalter 2">
            <a:extLst>
              <a:ext uri="{FF2B5EF4-FFF2-40B4-BE49-F238E27FC236}">
                <a16:creationId xmlns:a16="http://schemas.microsoft.com/office/drawing/2014/main" id="{58778181-240D-E9D9-0A59-A5138BD2DF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6666" y="1465082"/>
            <a:ext cx="6840000" cy="25200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2400" dirty="0"/>
              <a:t>Summary &amp; Future Scope</a:t>
            </a:r>
            <a:endParaRPr lang="en-US" sz="2400" b="0" dirty="0"/>
          </a:p>
          <a:p>
            <a:endParaRPr lang="en-US" dirty="0">
              <a:latin typeface="+mj-lt"/>
            </a:endParaRPr>
          </a:p>
        </p:txBody>
      </p:sp>
      <p:sp>
        <p:nvSpPr>
          <p:cNvPr id="9" name="Textfeld 3">
            <a:extLst>
              <a:ext uri="{FF2B5EF4-FFF2-40B4-BE49-F238E27FC236}">
                <a16:creationId xmlns:a16="http://schemas.microsoft.com/office/drawing/2014/main" id="{D6F02D07-18F8-5997-A8ED-F8C8F95D859C}"/>
              </a:ext>
            </a:extLst>
          </p:cNvPr>
          <p:cNvSpPr txBox="1"/>
          <p:nvPr/>
        </p:nvSpPr>
        <p:spPr>
          <a:xfrm>
            <a:off x="946666" y="2206493"/>
            <a:ext cx="4150267" cy="17894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1200" b="1" dirty="0">
                <a:solidFill>
                  <a:schemeClr val="bg1"/>
                </a:solidFill>
              </a:rPr>
              <a:t>Summary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</a:p>
          <a:p>
            <a:pPr marL="171450" indent="-1714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Automates ACC test case validation. </a:t>
            </a:r>
          </a:p>
          <a:p>
            <a:pPr marL="171450" indent="-1714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Generates reports and Pass/Fail dashboards. </a:t>
            </a:r>
          </a:p>
          <a:p>
            <a:pPr marL="171450" indent="-1714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Reduces manual effort and improves accuracy.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1200" noProof="0" dirty="0">
              <a:solidFill>
                <a:schemeClr val="bg1"/>
              </a:solidFill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12" name="Textfeld 3">
            <a:extLst>
              <a:ext uri="{FF2B5EF4-FFF2-40B4-BE49-F238E27FC236}">
                <a16:creationId xmlns:a16="http://schemas.microsoft.com/office/drawing/2014/main" id="{06BF4FDC-B988-06B4-350E-B34A96D023EE}"/>
              </a:ext>
            </a:extLst>
          </p:cNvPr>
          <p:cNvSpPr txBox="1"/>
          <p:nvPr/>
        </p:nvSpPr>
        <p:spPr>
          <a:xfrm>
            <a:off x="862242" y="3719717"/>
            <a:ext cx="4150267" cy="17894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t">
              <a:lnSpc>
                <a:spcPct val="200000"/>
              </a:lnSpc>
              <a:buNone/>
            </a:pPr>
            <a:r>
              <a:rPr lang="en-US" sz="1200" b="1" dirty="0">
                <a:solidFill>
                  <a:schemeClr val="bg1"/>
                </a:solidFill>
                <a:latin typeface="+mj-lt"/>
              </a:rPr>
              <a:t>Future Scope</a:t>
            </a:r>
            <a:endParaRPr lang="en-US" sz="1200" dirty="0">
              <a:solidFill>
                <a:schemeClr val="bg1"/>
              </a:solidFill>
              <a:latin typeface="+mj-lt"/>
            </a:endParaRPr>
          </a:p>
          <a:p>
            <a:pPr marL="171450" indent="-171450" fontAlgn="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+mj-lt"/>
              </a:rPr>
              <a:t>Integrate with </a:t>
            </a:r>
            <a:r>
              <a:rPr lang="en-US" sz="1200" dirty="0" err="1">
                <a:solidFill>
                  <a:schemeClr val="bg1"/>
                </a:solidFill>
                <a:latin typeface="+mj-lt"/>
              </a:rPr>
              <a:t>CANoe</a:t>
            </a:r>
            <a:r>
              <a:rPr lang="en-US" sz="1200" dirty="0">
                <a:solidFill>
                  <a:schemeClr val="bg1"/>
                </a:solidFill>
                <a:latin typeface="+mj-lt"/>
              </a:rPr>
              <a:t>/CANalyzer.</a:t>
            </a:r>
          </a:p>
          <a:p>
            <a:pPr marL="171450" indent="-171450" fontAlgn="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+mj-lt"/>
              </a:rPr>
              <a:t>Add real-time vehicle data testing.</a:t>
            </a:r>
          </a:p>
          <a:p>
            <a:pPr marL="171450" indent="-171450" fontAlgn="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+mj-lt"/>
              </a:rPr>
              <a:t>Support more ADAS features such as AEB and LKA.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1200" noProof="0" dirty="0">
              <a:solidFill>
                <a:schemeClr val="bg1"/>
              </a:solidFill>
              <a:latin typeface="+mj-lt"/>
              <a:ea typeface="Open Sans" pitchFamily="2" charset="0"/>
              <a:cs typeface="Sora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30F006-7A7D-1477-F710-7270BD42C444}"/>
              </a:ext>
            </a:extLst>
          </p:cNvPr>
          <p:cNvSpPr txBox="1"/>
          <p:nvPr/>
        </p:nvSpPr>
        <p:spPr>
          <a:xfrm>
            <a:off x="946666" y="5594518"/>
            <a:ext cx="108881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effectLst/>
              </a:rPr>
              <a:t>Automated ACC testing framework that validates test cases and generates reports, with potential for future integration into real automotive testing environments.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2B37ABF-53F3-FF2A-636B-3FFB9E0BB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8089" y="1717082"/>
            <a:ext cx="5077368" cy="3384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931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79C52BA4-FF11-550B-707C-E9DC1F3BB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de-DE"/>
              <a:t>THANK YOU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C39DD4A-645B-3F59-B46C-88FE0FF0B5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3ABF3B-F89B-4CD7-B75C-63A8A662AF01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0AA90A0-3494-4BB6-B639-8005F018034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EDAG Electrics/Electronics     Author: Ahmed Mahmoud      Version:1.0     	    Scope: EDAG Group     internal</a:t>
            </a:r>
            <a:endParaRPr lang="de-DE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23EFE60D-B01F-47E5-0ABC-8D9B8110160F}"/>
              </a:ext>
            </a:extLst>
          </p:cNvPr>
          <p:cNvSpPr txBox="1">
            <a:spLocks/>
          </p:cNvSpPr>
          <p:nvPr/>
        </p:nvSpPr>
        <p:spPr>
          <a:xfrm>
            <a:off x="670139" y="3428612"/>
            <a:ext cx="11171930" cy="540984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i="0" kern="1200" cap="all" baseline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2800">
                <a:latin typeface="Arial"/>
                <a:cs typeface="Arial"/>
              </a:rPr>
              <a:t>Automated Test Execution &amp; Reporting Framework</a:t>
            </a:r>
            <a:endParaRPr lang="en-US"/>
          </a:p>
          <a:p>
            <a:endParaRPr lang="en-US" sz="2800" dirty="0">
              <a:latin typeface="Arial"/>
              <a:cs typeface="Arial"/>
            </a:endParaRPr>
          </a:p>
          <a:p>
            <a:pPr algn="ctr"/>
            <a:r>
              <a:rPr lang="en-US" sz="2000" b="0" dirty="0">
                <a:latin typeface="Arial"/>
                <a:cs typeface="Arial"/>
                <a:hlinkClick r:id="" action="ppaction://noaction"/>
              </a:rPr>
              <a:t>MEGA PROJECT </a:t>
            </a:r>
            <a:r>
              <a:rPr lang="en-US" sz="2000" b="0" dirty="0">
                <a:latin typeface="Arial"/>
                <a:cs typeface="Arial"/>
              </a:rPr>
              <a:t>        </a:t>
            </a:r>
          </a:p>
          <a:p>
            <a:endParaRPr lang="en-US" sz="2000" b="0" dirty="0">
              <a:latin typeface="Arial"/>
              <a:cs typeface="Arial"/>
            </a:endParaRPr>
          </a:p>
          <a:p>
            <a:pPr marL="342900" indent="-342900">
              <a:buFont typeface="Arial"/>
              <a:buChar char="•"/>
            </a:pPr>
            <a:r>
              <a:rPr lang="en-US" sz="2000" b="0">
                <a:latin typeface="Arial"/>
                <a:cs typeface="Arial"/>
              </a:rPr>
              <a:t>Vijayalakshmi  -  </a:t>
            </a:r>
            <a:r>
              <a:rPr lang="en-US" sz="2000" b="0" dirty="0">
                <a:latin typeface="Arial"/>
                <a:cs typeface="Arial"/>
                <a:hlinkClick r:id="rId2"/>
              </a:rPr>
              <a:t>EDAG Git Link</a:t>
            </a:r>
            <a:r>
              <a:rPr lang="en-US" sz="2000" b="0" dirty="0">
                <a:latin typeface="Arial"/>
                <a:cs typeface="Arial"/>
              </a:rPr>
              <a:t> </a:t>
            </a:r>
          </a:p>
          <a:p>
            <a:pPr marL="342900" indent="-342900">
              <a:buFont typeface="Arial"/>
              <a:buChar char="•"/>
            </a:pPr>
            <a:r>
              <a:rPr lang="en-US" sz="2000" b="0" dirty="0">
                <a:latin typeface="Arial"/>
                <a:cs typeface="Arial"/>
              </a:rPr>
              <a:t>Sai </a:t>
            </a:r>
            <a:r>
              <a:rPr lang="en-US" sz="2000" b="0" dirty="0" err="1">
                <a:latin typeface="Arial"/>
                <a:cs typeface="Arial"/>
              </a:rPr>
              <a:t>varshith</a:t>
            </a:r>
            <a:r>
              <a:rPr lang="en-US" sz="2000" b="0" dirty="0">
                <a:latin typeface="Arial"/>
                <a:cs typeface="Arial"/>
              </a:rPr>
              <a:t> -   </a:t>
            </a:r>
            <a:r>
              <a:rPr lang="en-US" sz="2000" b="0" dirty="0">
                <a:latin typeface="Arial"/>
                <a:cs typeface="Arial"/>
                <a:hlinkClick r:id="rId3"/>
              </a:rPr>
              <a:t>Edag git link</a:t>
            </a:r>
            <a:r>
              <a:rPr lang="en-US" sz="2000" b="0" dirty="0">
                <a:latin typeface="Arial"/>
                <a:cs typeface="Arial"/>
              </a:rPr>
              <a:t> </a:t>
            </a:r>
            <a:endParaRPr lang="en-US" sz="2000" b="0" dirty="0"/>
          </a:p>
          <a:p>
            <a:pPr marL="342900" indent="-342900">
              <a:buFont typeface="Arial"/>
              <a:buChar char="•"/>
            </a:pPr>
            <a:r>
              <a:rPr lang="en-US" sz="2000" b="0">
                <a:latin typeface="Arial"/>
                <a:cs typeface="Arial"/>
              </a:rPr>
              <a:t>Apurv tripathi  </a:t>
            </a:r>
            <a:r>
              <a:rPr lang="en-US" sz="2800">
                <a:latin typeface="Arial"/>
                <a:cs typeface="Arial"/>
              </a:rPr>
              <a:t>  -   </a:t>
            </a:r>
            <a:r>
              <a:rPr lang="en-US" sz="2000" b="0" dirty="0">
                <a:latin typeface="Arial"/>
                <a:cs typeface="Arial"/>
                <a:hlinkClick r:id="rId4"/>
              </a:rPr>
              <a:t>edag git link</a:t>
            </a:r>
            <a:r>
              <a:rPr lang="en-US" sz="2000" b="0" dirty="0">
                <a:latin typeface="Arial"/>
                <a:cs typeface="Arial"/>
              </a:rPr>
              <a:t>   </a:t>
            </a:r>
            <a:endParaRPr lang="en-US" sz="2000" b="0" dirty="0"/>
          </a:p>
        </p:txBody>
      </p:sp>
    </p:spTree>
    <p:extLst>
      <p:ext uri="{BB962C8B-B14F-4D97-AF65-F5344CB8AC3E}">
        <p14:creationId xmlns:p14="http://schemas.microsoft.com/office/powerpoint/2010/main" val="18641057"/>
      </p:ext>
    </p:extLst>
  </p:cSld>
  <p:clrMapOvr>
    <a:masterClrMapping/>
  </p:clrMapOvr>
</p:sld>
</file>

<file path=ppt/theme/theme1.xml><?xml version="1.0" encoding="utf-8"?>
<a:theme xmlns:a="http://schemas.openxmlformats.org/drawingml/2006/main" name="EDAG DARK Mode GRAY CORNER">
  <a:themeElements>
    <a:clrScheme name="EDAG">
      <a:dk1>
        <a:srgbClr val="455561"/>
      </a:dk1>
      <a:lt1>
        <a:srgbClr val="FFFFFF"/>
      </a:lt1>
      <a:dk2>
        <a:srgbClr val="949CA3"/>
      </a:dk2>
      <a:lt2>
        <a:srgbClr val="E4E5E6"/>
      </a:lt2>
      <a:accent1>
        <a:srgbClr val="D71946"/>
      </a:accent1>
      <a:accent2>
        <a:srgbClr val="455561"/>
      </a:accent2>
      <a:accent3>
        <a:srgbClr val="949CA3"/>
      </a:accent3>
      <a:accent4>
        <a:srgbClr val="B8ACA5"/>
      </a:accent4>
      <a:accent5>
        <a:srgbClr val="D8CFC9"/>
      </a:accent5>
      <a:accent6>
        <a:srgbClr val="E4E5E6"/>
      </a:accent6>
      <a:hlink>
        <a:srgbClr val="D71946"/>
      </a:hlink>
      <a:folHlink>
        <a:srgbClr val="455561"/>
      </a:folHlink>
    </a:clrScheme>
    <a:fontScheme name="ED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72000" tIns="72000" rIns="72000" bIns="72000" rtlCol="0" anchor="ctr"/>
      <a:lstStyle>
        <a:defPPr algn="ctr">
          <a:defRPr sz="1200" dirty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200" baseline="0" dirty="0">
            <a:solidFill>
              <a:schemeClr val="bg1"/>
            </a:solidFill>
            <a:latin typeface="+mj-lt"/>
            <a:ea typeface="Open Sans" pitchFamily="2" charset="0"/>
            <a:cs typeface="Sora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DAG_EE_PPT_Template_EN" id="{10FF3371-F9FA-46ED-A649-77B0FDE8E4FF}" vid="{B0DADF95-3037-40C7-81F5-F1197A58B0FF}"/>
    </a:ext>
  </a:extLst>
</a:theme>
</file>

<file path=ppt/theme/theme2.xml><?xml version="1.0" encoding="utf-8"?>
<a:theme xmlns:a="http://schemas.openxmlformats.org/drawingml/2006/main" name="EDAG DARK Mode RED CORNER">
  <a:themeElements>
    <a:clrScheme name="EDAG">
      <a:dk1>
        <a:srgbClr val="455561"/>
      </a:dk1>
      <a:lt1>
        <a:srgbClr val="FFFFFF"/>
      </a:lt1>
      <a:dk2>
        <a:srgbClr val="949CA3"/>
      </a:dk2>
      <a:lt2>
        <a:srgbClr val="E4E5E6"/>
      </a:lt2>
      <a:accent1>
        <a:srgbClr val="D71946"/>
      </a:accent1>
      <a:accent2>
        <a:srgbClr val="455561"/>
      </a:accent2>
      <a:accent3>
        <a:srgbClr val="949CA3"/>
      </a:accent3>
      <a:accent4>
        <a:srgbClr val="B8ACA5"/>
      </a:accent4>
      <a:accent5>
        <a:srgbClr val="D8CFC9"/>
      </a:accent5>
      <a:accent6>
        <a:srgbClr val="E4E5E6"/>
      </a:accent6>
      <a:hlink>
        <a:srgbClr val="D71946"/>
      </a:hlink>
      <a:folHlink>
        <a:srgbClr val="455561"/>
      </a:folHlink>
    </a:clrScheme>
    <a:fontScheme name="ED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72000" tIns="72000" rIns="72000" bIns="72000" rtlCol="0" anchor="ctr"/>
      <a:lstStyle>
        <a:defPPr algn="ctr">
          <a:defRPr sz="1200" dirty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200" baseline="0" dirty="0">
            <a:solidFill>
              <a:schemeClr val="bg1"/>
            </a:solidFill>
            <a:latin typeface="+mj-lt"/>
            <a:ea typeface="Open Sans" pitchFamily="2" charset="0"/>
            <a:cs typeface="Sora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DAG_EE_PPT_Template_EN" id="{10FF3371-F9FA-46ED-A649-77B0FDE8E4FF}" vid="{F788B604-5420-4105-AF88-3A1B0EC844C7}"/>
    </a:ext>
  </a:extLst>
</a:theme>
</file>

<file path=ppt/theme/theme3.xml><?xml version="1.0" encoding="utf-8"?>
<a:theme xmlns:a="http://schemas.openxmlformats.org/drawingml/2006/main" name="EDAG DARK Mode WITHOUT CORNER">
  <a:themeElements>
    <a:clrScheme name="EDAG">
      <a:dk1>
        <a:srgbClr val="455561"/>
      </a:dk1>
      <a:lt1>
        <a:srgbClr val="FFFFFF"/>
      </a:lt1>
      <a:dk2>
        <a:srgbClr val="949CA3"/>
      </a:dk2>
      <a:lt2>
        <a:srgbClr val="E4E5E6"/>
      </a:lt2>
      <a:accent1>
        <a:srgbClr val="D71946"/>
      </a:accent1>
      <a:accent2>
        <a:srgbClr val="455561"/>
      </a:accent2>
      <a:accent3>
        <a:srgbClr val="949CA3"/>
      </a:accent3>
      <a:accent4>
        <a:srgbClr val="B8ACA5"/>
      </a:accent4>
      <a:accent5>
        <a:srgbClr val="D8CFC9"/>
      </a:accent5>
      <a:accent6>
        <a:srgbClr val="E4E5E6"/>
      </a:accent6>
      <a:hlink>
        <a:srgbClr val="D71946"/>
      </a:hlink>
      <a:folHlink>
        <a:srgbClr val="455561"/>
      </a:folHlink>
    </a:clrScheme>
    <a:fontScheme name="ED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72000" tIns="72000" rIns="72000" bIns="72000" rtlCol="0" anchor="ctr"/>
      <a:lstStyle>
        <a:defPPr algn="ctr">
          <a:defRPr sz="1200" dirty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200" baseline="0" dirty="0">
            <a:solidFill>
              <a:schemeClr val="bg1"/>
            </a:solidFill>
            <a:latin typeface="+mj-lt"/>
            <a:ea typeface="Open Sans" pitchFamily="2" charset="0"/>
            <a:cs typeface="Sora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DAG_EE_PPT_Template_EN" id="{10FF3371-F9FA-46ED-A649-77B0FDE8E4FF}" vid="{08CF93EF-4706-403E-B9F7-A73D7994EB03}"/>
    </a:ext>
  </a:extLst>
</a:theme>
</file>

<file path=ppt/theme/theme4.xml><?xml version="1.0" encoding="utf-8"?>
<a:theme xmlns:a="http://schemas.openxmlformats.org/drawingml/2006/main" name="EDAG LIGHT Mode GRAY CORNER">
  <a:themeElements>
    <a:clrScheme name="EDAG">
      <a:dk1>
        <a:srgbClr val="455561"/>
      </a:dk1>
      <a:lt1>
        <a:srgbClr val="FFFFFF"/>
      </a:lt1>
      <a:dk2>
        <a:srgbClr val="949CA3"/>
      </a:dk2>
      <a:lt2>
        <a:srgbClr val="E4E5E6"/>
      </a:lt2>
      <a:accent1>
        <a:srgbClr val="D71946"/>
      </a:accent1>
      <a:accent2>
        <a:srgbClr val="455561"/>
      </a:accent2>
      <a:accent3>
        <a:srgbClr val="949CA3"/>
      </a:accent3>
      <a:accent4>
        <a:srgbClr val="B8ACA5"/>
      </a:accent4>
      <a:accent5>
        <a:srgbClr val="D8CFC9"/>
      </a:accent5>
      <a:accent6>
        <a:srgbClr val="E4E5E6"/>
      </a:accent6>
      <a:hlink>
        <a:srgbClr val="D71946"/>
      </a:hlink>
      <a:folHlink>
        <a:srgbClr val="455561"/>
      </a:folHlink>
    </a:clrScheme>
    <a:fontScheme name="EDAG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72000" tIns="72000" rIns="72000" bIns="72000" rtlCol="0" anchor="ctr"/>
      <a:lstStyle>
        <a:defPPr algn="ctr">
          <a:defRPr sz="1200" dirty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200" baseline="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DAG_EE_PPT_Template_EN" id="{10FF3371-F9FA-46ED-A649-77B0FDE8E4FF}" vid="{AF192C93-7E8C-42C5-A54C-36A4973B17BF}"/>
    </a:ext>
  </a:extLst>
</a:theme>
</file>

<file path=ppt/theme/theme5.xml><?xml version="1.0" encoding="utf-8"?>
<a:theme xmlns:a="http://schemas.openxmlformats.org/drawingml/2006/main" name="1_EDAG LIGHT Mode RED CORNER">
  <a:themeElements>
    <a:clrScheme name="EDAG">
      <a:dk1>
        <a:srgbClr val="455561"/>
      </a:dk1>
      <a:lt1>
        <a:srgbClr val="FFFFFF"/>
      </a:lt1>
      <a:dk2>
        <a:srgbClr val="949CA3"/>
      </a:dk2>
      <a:lt2>
        <a:srgbClr val="E4E5E6"/>
      </a:lt2>
      <a:accent1>
        <a:srgbClr val="D71946"/>
      </a:accent1>
      <a:accent2>
        <a:srgbClr val="455561"/>
      </a:accent2>
      <a:accent3>
        <a:srgbClr val="949CA3"/>
      </a:accent3>
      <a:accent4>
        <a:srgbClr val="B8ACA5"/>
      </a:accent4>
      <a:accent5>
        <a:srgbClr val="D8CFC9"/>
      </a:accent5>
      <a:accent6>
        <a:srgbClr val="E4E5E6"/>
      </a:accent6>
      <a:hlink>
        <a:srgbClr val="D71946"/>
      </a:hlink>
      <a:folHlink>
        <a:srgbClr val="455561"/>
      </a:folHlink>
    </a:clrScheme>
    <a:fontScheme name="EDAG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72000" tIns="72000" rIns="72000" bIns="72000" rtlCol="0" anchor="ctr"/>
      <a:lstStyle>
        <a:defPPr algn="ctr">
          <a:defRPr sz="1200" dirty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200" baseline="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DAG_EE_PPT_Template_EN" id="{10FF3371-F9FA-46ED-A649-77B0FDE8E4FF}" vid="{C8115128-C470-447E-8623-EAD7EEFA34FD}"/>
    </a:ext>
  </a:extLst>
</a:theme>
</file>

<file path=ppt/theme/theme6.xml><?xml version="1.0" encoding="utf-8"?>
<a:theme xmlns:a="http://schemas.openxmlformats.org/drawingml/2006/main" name="EDAG LIGHT Mode WITHOUT CORNER">
  <a:themeElements>
    <a:clrScheme name="EDAG">
      <a:dk1>
        <a:srgbClr val="455561"/>
      </a:dk1>
      <a:lt1>
        <a:srgbClr val="FFFFFF"/>
      </a:lt1>
      <a:dk2>
        <a:srgbClr val="949CA3"/>
      </a:dk2>
      <a:lt2>
        <a:srgbClr val="E4E5E6"/>
      </a:lt2>
      <a:accent1>
        <a:srgbClr val="D71946"/>
      </a:accent1>
      <a:accent2>
        <a:srgbClr val="455561"/>
      </a:accent2>
      <a:accent3>
        <a:srgbClr val="949CA3"/>
      </a:accent3>
      <a:accent4>
        <a:srgbClr val="B8ACA5"/>
      </a:accent4>
      <a:accent5>
        <a:srgbClr val="D8CFC9"/>
      </a:accent5>
      <a:accent6>
        <a:srgbClr val="E4E5E6"/>
      </a:accent6>
      <a:hlink>
        <a:srgbClr val="D71946"/>
      </a:hlink>
      <a:folHlink>
        <a:srgbClr val="455561"/>
      </a:folHlink>
    </a:clrScheme>
    <a:fontScheme name="EDAG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72000" tIns="72000" rIns="72000" bIns="72000" rtlCol="0" anchor="ctr"/>
      <a:lstStyle>
        <a:defPPr algn="ctr">
          <a:defRPr sz="1200" dirty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200" baseline="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DAG_EE_PPT_Template_EN" id="{10FF3371-F9FA-46ED-A649-77B0FDE8E4FF}" vid="{E50AF625-8F2D-4F96-A934-E1FA0557E63D}"/>
    </a:ext>
  </a:extLst>
</a:theme>
</file>

<file path=ppt/theme/theme7.xml><?xml version="1.0" encoding="utf-8"?>
<a:theme xmlns:a="http://schemas.openxmlformats.org/drawingml/2006/main" name="EDAG title slides ">
  <a:themeElements>
    <a:clrScheme name="EDAG">
      <a:dk1>
        <a:srgbClr val="455561"/>
      </a:dk1>
      <a:lt1>
        <a:srgbClr val="FFFFFF"/>
      </a:lt1>
      <a:dk2>
        <a:srgbClr val="949CA3"/>
      </a:dk2>
      <a:lt2>
        <a:srgbClr val="E4E5E6"/>
      </a:lt2>
      <a:accent1>
        <a:srgbClr val="D71946"/>
      </a:accent1>
      <a:accent2>
        <a:srgbClr val="455561"/>
      </a:accent2>
      <a:accent3>
        <a:srgbClr val="949CA3"/>
      </a:accent3>
      <a:accent4>
        <a:srgbClr val="B8ACA5"/>
      </a:accent4>
      <a:accent5>
        <a:srgbClr val="D8CFC9"/>
      </a:accent5>
      <a:accent6>
        <a:srgbClr val="E4E5E6"/>
      </a:accent6>
      <a:hlink>
        <a:srgbClr val="D71946"/>
      </a:hlink>
      <a:folHlink>
        <a:srgbClr val="455561"/>
      </a:folHlink>
    </a:clrScheme>
    <a:fontScheme name="ED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72000" tIns="72000" rIns="72000" bIns="72000" rtlCol="0" anchor="ctr"/>
      <a:lstStyle>
        <a:defPPr algn="ctr">
          <a:defRPr sz="1200" dirty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EDAG_EE_PPT_Template_EN" id="{10FF3371-F9FA-46ED-A649-77B0FDE8E4FF}" vid="{5C145F30-1E49-4446-9694-635DF26B8EEE}"/>
    </a:ext>
  </a:extLst>
</a:theme>
</file>

<file path=ppt/theme/theme8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9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1acf788-9cd5-416f-9fb2-a86e557f81d3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C055D29B89CF44B3985284B9400F98" ma:contentTypeVersion="9" ma:contentTypeDescription="Create a new document." ma:contentTypeScope="" ma:versionID="9acd17e95e84049fd722c8dd3745ab66">
  <xsd:schema xmlns:xsd="http://www.w3.org/2001/XMLSchema" xmlns:xs="http://www.w3.org/2001/XMLSchema" xmlns:p="http://schemas.microsoft.com/office/2006/metadata/properties" xmlns:ns2="e1acf788-9cd5-416f-9fb2-a86e557f81d3" targetNamespace="http://schemas.microsoft.com/office/2006/metadata/properties" ma:root="true" ma:fieldsID="339fe59c9eea1f87f0c691e96f8515e6" ns2:_="">
    <xsd:import namespace="e1acf788-9cd5-416f-9fb2-a86e557f81d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acf788-9cd5-416f-9fb2-a86e557f81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f84b36a-b554-4ae8-82dd-230f06b823e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243C257-1004-4FF2-B048-6CA79940C365}">
  <ds:schemaRefs>
    <ds:schemaRef ds:uri="e1acf788-9cd5-416f-9fb2-a86e557f81d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B6009A4-3A4A-427C-83E2-73E238A58824}">
  <ds:schemaRefs>
    <ds:schemaRef ds:uri="e1acf788-9cd5-416f-9fb2-a86e557f81d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8EAAB53-B979-4852-A076-02DCA28C5AD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EDAG_EE_PPT_Template_EN</Template>
  <TotalTime>0</TotalTime>
  <Words>697</Words>
  <Application>Microsoft Office PowerPoint</Application>
  <PresentationFormat>Widescreen</PresentationFormat>
  <Paragraphs>116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Aptos</vt:lpstr>
      <vt:lpstr>Arial</vt:lpstr>
      <vt:lpstr>Symbol</vt:lpstr>
      <vt:lpstr>EDAG DARK Mode GRAY CORNER</vt:lpstr>
      <vt:lpstr>EDAG DARK Mode RED CORNER</vt:lpstr>
      <vt:lpstr>EDAG DARK Mode WITHOUT CORNER</vt:lpstr>
      <vt:lpstr>EDAG LIGHT Mode GRAY CORNER</vt:lpstr>
      <vt:lpstr>1_EDAG LIGHT Mode RED CORNER</vt:lpstr>
      <vt:lpstr>EDAG LIGHT Mode WITHOUT CORNER</vt:lpstr>
      <vt:lpstr>EDAG title slides </vt:lpstr>
      <vt:lpstr>Automated Test Execution &amp; Reporting Framework</vt:lpstr>
      <vt:lpstr>Automated Test Execution &amp; Reporting Framework</vt:lpstr>
      <vt:lpstr>Automated Test Execution &amp; Reporting Framework</vt:lpstr>
      <vt:lpstr>Automated Test Execution &amp; Reporting Framework</vt:lpstr>
      <vt:lpstr>Automated Test Execution &amp; Reporting Framework</vt:lpstr>
      <vt:lpstr>Automated Test Execution &amp; Reporting Framework</vt:lpstr>
      <vt:lpstr>Automated Test Execution &amp; Reporting Framework</vt:lpstr>
      <vt:lpstr>Automated Test Execution &amp; Reporting Framework</vt:lpstr>
      <vt:lpstr>Automated Test Execution &amp; Reporting Framework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Mahmoud, Ahmed</dc:creator>
  <cp:lastModifiedBy>Areti, Sai</cp:lastModifiedBy>
  <cp:revision>236</cp:revision>
  <dcterms:created xsi:type="dcterms:W3CDTF">2026-04-08T13:27:13Z</dcterms:created>
  <dcterms:modified xsi:type="dcterms:W3CDTF">2026-07-21T12:16:59Z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0x010100DFC055D29B89CF44B3985284B9400F98</vt:lpwstr>
  </property>
  <property fmtid="{D5CDD505-2E9C-101B-9397-08002B2CF9AE}" pid="3" name="MediaServiceImageTags">
    <vt:lpwstr/>
  </property>
</Properties>
</file>