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4"/>
    <p:sldMasterId id="2147484762" r:id="rId5"/>
  </p:sldMasterIdLst>
  <p:notesMasterIdLst>
    <p:notesMasterId r:id="rId14"/>
  </p:notesMasterIdLst>
  <p:handoutMasterIdLst>
    <p:handoutMasterId r:id="rId15"/>
  </p:handoutMasterIdLst>
  <p:sldIdLst>
    <p:sldId id="328" r:id="rId6"/>
    <p:sldId id="281" r:id="rId7"/>
    <p:sldId id="346" r:id="rId8"/>
    <p:sldId id="365" r:id="rId9"/>
    <p:sldId id="366" r:id="rId10"/>
    <p:sldId id="367" r:id="rId11"/>
    <p:sldId id="370" r:id="rId12"/>
    <p:sldId id="371" r:id="rId13"/>
  </p:sldIdLst>
  <p:sldSz cx="12192000" cy="6858000"/>
  <p:notesSz cx="6858000" cy="9144000"/>
  <p:defaultTextStyle>
    <a:defPPr>
      <a:defRPr sz="1800" kern="1200">
        <a:solidFill>
          <a:schemeClr val="tx1"/>
        </a:solidFill>
        <a:latin typeface="+mn-lt"/>
        <a:ea typeface="+mn-ea"/>
        <a:cs typeface="+mn-c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205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95A70C-EE3B-D8A3-6E64-EC75E0DC907E}" name="Wilhelm, Felicitas" initials="FW" userId="S::felicitas.wilhelm@edag.com::3c17e333-495e-451a-8dfb-45c2ccbb39b6" providerId="AD"/>
  <p188:author id="{120D9611-4291-2F2A-5E80-C2DE04E304BA}" name="Branner, Benjamin" initials="BB" userId="S::benjamin.branner@edag.com::1ac27f44-f7d7-4630-b56a-f2fb649383f7" providerId="AD"/>
  <p188:author id="{E9D36D1B-0672-5526-AA4D-DEDB8AE93425}" name="Schmelz, Till" initials="ST" userId="S::till.schmelz@edag.com::487e5f64-0366-48b4-8610-77a9f05d4275" providerId="AD"/>
  <p188:author id="{61AFA331-D17E-F34C-414F-F8604A88C23C}" name="Spannagel, Dominique" initials="SD" userId="S::dominique.spannagel@edag.com::9dbcbf7d-b4d6-461c-8821-c66d6ea45a2d" providerId="AD"/>
  <p188:author id="{50488054-35E6-B7B8-F1AA-EE81F131C942}" name="Lehmann, Sophia" initials="SL" userId="S::sophia.lehmann@edag.com::19e17c5f-d763-4355-8fff-f84a647b12b9" providerId="AD"/>
  <p188:author id="{6FDD3EA7-1E33-FAE9-9B05-48985D7CBC7F}" name="Schuster, Felix" initials="FS" userId="S::felix.schuster@edag.com::72d6796b-04d6-4fdb-b01a-656745a3fae5" providerId="AD"/>
  <p188:author id="{3E955FA7-262E-3538-E9D9-8E34C2E1FE61}" name="Sharma, Sumeet" initials="SS" userId="S::sumeet.sharma@edag.com::c624ab3b-560b-4ec9-ba5e-3f3e40f08e25" providerId="AD"/>
  <p188:author id="{3B8F2AA8-911B-A38F-4ADD-7B62D948C5D7}" name="Wilhelm, Felicitas Anna" initials="WFA" userId="S::felicitas.anna.wilhelm@edag.com::3c17e333-495e-451a-8dfb-45c2ccbb39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3FEE"/>
    <a:srgbClr val="A1D3C2"/>
    <a:srgbClr val="64966C"/>
    <a:srgbClr val="2F3941"/>
    <a:srgbClr val="772D5D"/>
    <a:srgbClr val="4BACB9"/>
    <a:srgbClr val="E9B73B"/>
    <a:srgbClr val="F4F5F6"/>
    <a:srgbClr val="455561"/>
    <a:srgbClr val="232A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65F8E5-4B18-9F30-48A0-C0D076D8AFB0}" v="81" dt="2026-07-21T12:41:59.578"/>
    <p1510:client id="{AF499E19-10D7-C386-4D90-8A70E48137D1}" v="4" dt="2026-07-21T12:45:55.345"/>
    <p1510:client id="{DC960471-2D5D-478E-9AB1-1322072C8902}" v="23" dt="2026-07-20T11:08:33.282"/>
    <p1510:client id="{DF0BD32E-DE39-D341-EAFC-8761971A4BE0}" v="427" dt="2026-07-21T12:32:28.933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ge, Sumith" userId="S::sumith.dhage@edag.com::578ce425-9d87-49c8-9d9a-fffffa77522b" providerId="AD" clId="Web-{1965F8E5-4B18-9F30-48A0-C0D076D8AFB0}"/>
    <pc:docChg chg="modSld">
      <pc:chgData name="Dhage, Sumith" userId="S::sumith.dhage@edag.com::578ce425-9d87-49c8-9d9a-fffffa77522b" providerId="AD" clId="Web-{1965F8E5-4B18-9F30-48A0-C0D076D8AFB0}" dt="2026-07-21T12:41:59.532" v="73" actId="20577"/>
      <pc:docMkLst>
        <pc:docMk/>
      </pc:docMkLst>
      <pc:sldChg chg="modSp">
        <pc:chgData name="Dhage, Sumith" userId="S::sumith.dhage@edag.com::578ce425-9d87-49c8-9d9a-fffffa77522b" providerId="AD" clId="Web-{1965F8E5-4B18-9F30-48A0-C0D076D8AFB0}" dt="2026-07-21T12:41:59.532" v="73" actId="20577"/>
        <pc:sldMkLst>
          <pc:docMk/>
          <pc:sldMk cId="4204816902" sldId="281"/>
        </pc:sldMkLst>
        <pc:spChg chg="mod">
          <ac:chgData name="Dhage, Sumith" userId="S::sumith.dhage@edag.com::578ce425-9d87-49c8-9d9a-fffffa77522b" providerId="AD" clId="Web-{1965F8E5-4B18-9F30-48A0-C0D076D8AFB0}" dt="2026-07-21T12:41:59.532" v="73" actId="20577"/>
          <ac:spMkLst>
            <pc:docMk/>
            <pc:sldMk cId="4204816902" sldId="281"/>
            <ac:spMk id="6" creationId="{6E9B4A48-C028-3FAE-E456-9079E4E6FFA6}"/>
          </ac:spMkLst>
        </pc:spChg>
        <pc:spChg chg="mod">
          <ac:chgData name="Dhage, Sumith" userId="S::sumith.dhage@edag.com::578ce425-9d87-49c8-9d9a-fffffa77522b" providerId="AD" clId="Web-{1965F8E5-4B18-9F30-48A0-C0D076D8AFB0}" dt="2026-07-21T12:41:57.407" v="60" actId="20577"/>
          <ac:spMkLst>
            <pc:docMk/>
            <pc:sldMk cId="4204816902" sldId="281"/>
            <ac:spMk id="10" creationId="{5BB56338-BD2F-5EC0-1D89-2F2BC2C3E4FF}"/>
          </ac:spMkLst>
        </pc:spChg>
        <pc:spChg chg="mod">
          <ac:chgData name="Dhage, Sumith" userId="S::sumith.dhage@edag.com::578ce425-9d87-49c8-9d9a-fffffa77522b" providerId="AD" clId="Web-{1965F8E5-4B18-9F30-48A0-C0D076D8AFB0}" dt="2026-07-21T12:41:59.125" v="72" actId="20577"/>
          <ac:spMkLst>
            <pc:docMk/>
            <pc:sldMk cId="4204816902" sldId="281"/>
            <ac:spMk id="11" creationId="{52058344-D99A-1489-8977-80845B4C42F9}"/>
          </ac:spMkLst>
        </pc:spChg>
        <pc:spChg chg="mod">
          <ac:chgData name="Dhage, Sumith" userId="S::sumith.dhage@edag.com::578ce425-9d87-49c8-9d9a-fffffa77522b" providerId="AD" clId="Web-{1965F8E5-4B18-9F30-48A0-C0D076D8AFB0}" dt="2026-07-21T12:41:57.891" v="66" actId="20577"/>
          <ac:spMkLst>
            <pc:docMk/>
            <pc:sldMk cId="4204816902" sldId="281"/>
            <ac:spMk id="12" creationId="{4980D3D3-6B25-E3A5-A2F5-05F9482C1E57}"/>
          </ac:spMkLst>
        </pc:spChg>
      </pc:sldChg>
      <pc:sldChg chg="modSp">
        <pc:chgData name="Dhage, Sumith" userId="S::sumith.dhage@edag.com::578ce425-9d87-49c8-9d9a-fffffa77522b" providerId="AD" clId="Web-{1965F8E5-4B18-9F30-48A0-C0D076D8AFB0}" dt="2026-07-21T12:37:46.626" v="1" actId="1076"/>
        <pc:sldMkLst>
          <pc:docMk/>
          <pc:sldMk cId="2335273871" sldId="366"/>
        </pc:sldMkLst>
        <pc:picChg chg="mod">
          <ac:chgData name="Dhage, Sumith" userId="S::sumith.dhage@edag.com::578ce425-9d87-49c8-9d9a-fffffa77522b" providerId="AD" clId="Web-{1965F8E5-4B18-9F30-48A0-C0D076D8AFB0}" dt="2026-07-21T12:37:46.626" v="1" actId="1076"/>
          <ac:picMkLst>
            <pc:docMk/>
            <pc:sldMk cId="2335273871" sldId="366"/>
            <ac:picMk id="6" creationId="{E1E83F6F-3A4E-0A89-6D72-04C3C15CCC19}"/>
          </ac:picMkLst>
        </pc:picChg>
      </pc:sldChg>
      <pc:sldChg chg="delSp modSp">
        <pc:chgData name="Dhage, Sumith" userId="S::sumith.dhage@edag.com::578ce425-9d87-49c8-9d9a-fffffa77522b" providerId="AD" clId="Web-{1965F8E5-4B18-9F30-48A0-C0D076D8AFB0}" dt="2026-07-21T12:40:12.876" v="35" actId="1076"/>
        <pc:sldMkLst>
          <pc:docMk/>
          <pc:sldMk cId="2698565114" sldId="371"/>
        </pc:sldMkLst>
        <pc:spChg chg="del mod">
          <ac:chgData name="Dhage, Sumith" userId="S::sumith.dhage@edag.com::578ce425-9d87-49c8-9d9a-fffffa77522b" providerId="AD" clId="Web-{1965F8E5-4B18-9F30-48A0-C0D076D8AFB0}" dt="2026-07-21T12:39:28.391" v="11"/>
          <ac:spMkLst>
            <pc:docMk/>
            <pc:sldMk cId="2698565114" sldId="371"/>
            <ac:spMk id="13" creationId="{D7E2D4EC-2D5E-2E79-EFEE-B34003B3E4FC}"/>
          </ac:spMkLst>
        </pc:spChg>
        <pc:spChg chg="del mod">
          <ac:chgData name="Dhage, Sumith" userId="S::sumith.dhage@edag.com::578ce425-9d87-49c8-9d9a-fffffa77522b" providerId="AD" clId="Web-{1965F8E5-4B18-9F30-48A0-C0D076D8AFB0}" dt="2026-07-21T12:39:28.391" v="10"/>
          <ac:spMkLst>
            <pc:docMk/>
            <pc:sldMk cId="2698565114" sldId="371"/>
            <ac:spMk id="14" creationId="{60DA023F-F1F4-3F58-B505-6F050F4AB98C}"/>
          </ac:spMkLst>
        </pc:spChg>
        <pc:spChg chg="mod">
          <ac:chgData name="Dhage, Sumith" userId="S::sumith.dhage@edag.com::578ce425-9d87-49c8-9d9a-fffffa77522b" providerId="AD" clId="Web-{1965F8E5-4B18-9F30-48A0-C0D076D8AFB0}" dt="2026-07-21T12:40:12.876" v="35" actId="1076"/>
          <ac:spMkLst>
            <pc:docMk/>
            <pc:sldMk cId="2698565114" sldId="371"/>
            <ac:spMk id="15" creationId="{3A4E5973-96D0-1263-F150-828DE03E0ECE}"/>
          </ac:spMkLst>
        </pc:spChg>
      </pc:sldChg>
    </pc:docChg>
  </pc:docChgLst>
  <pc:docChgLst>
    <pc:chgData name="Potdar, Yash" userId="S::yash.potdar@edag.com::80731bf8-c417-4733-b3e2-a753e6de09bb" providerId="AD" clId="Web-{AF499E19-10D7-C386-4D90-8A70E48137D1}"/>
    <pc:docChg chg="modSld">
      <pc:chgData name="Potdar, Yash" userId="S::yash.potdar@edag.com::80731bf8-c417-4733-b3e2-a753e6de09bb" providerId="AD" clId="Web-{AF499E19-10D7-C386-4D90-8A70E48137D1}" dt="2026-07-21T12:45:55.345" v="3" actId="1076"/>
      <pc:docMkLst>
        <pc:docMk/>
      </pc:docMkLst>
      <pc:sldChg chg="modSp">
        <pc:chgData name="Potdar, Yash" userId="S::yash.potdar@edag.com::80731bf8-c417-4733-b3e2-a753e6de09bb" providerId="AD" clId="Web-{AF499E19-10D7-C386-4D90-8A70E48137D1}" dt="2026-07-21T12:45:55.345" v="3" actId="1076"/>
        <pc:sldMkLst>
          <pc:docMk/>
          <pc:sldMk cId="4204816902" sldId="281"/>
        </pc:sldMkLst>
        <pc:spChg chg="mod">
          <ac:chgData name="Potdar, Yash" userId="S::yash.potdar@edag.com::80731bf8-c417-4733-b3e2-a753e6de09bb" providerId="AD" clId="Web-{AF499E19-10D7-C386-4D90-8A70E48137D1}" dt="2026-07-21T12:45:38.610" v="2" actId="1076"/>
          <ac:spMkLst>
            <pc:docMk/>
            <pc:sldMk cId="4204816902" sldId="281"/>
            <ac:spMk id="10" creationId="{5BB56338-BD2F-5EC0-1D89-2F2BC2C3E4FF}"/>
          </ac:spMkLst>
        </pc:spChg>
        <pc:spChg chg="mod">
          <ac:chgData name="Potdar, Yash" userId="S::yash.potdar@edag.com::80731bf8-c417-4733-b3e2-a753e6de09bb" providerId="AD" clId="Web-{AF499E19-10D7-C386-4D90-8A70E48137D1}" dt="2026-07-21T12:45:55.345" v="3" actId="1076"/>
          <ac:spMkLst>
            <pc:docMk/>
            <pc:sldMk cId="4204816902" sldId="281"/>
            <ac:spMk id="11" creationId="{52058344-D99A-1489-8977-80845B4C42F9}"/>
          </ac:spMkLst>
        </pc:spChg>
        <pc:spChg chg="mod">
          <ac:chgData name="Potdar, Yash" userId="S::yash.potdar@edag.com::80731bf8-c417-4733-b3e2-a753e6de09bb" providerId="AD" clId="Web-{AF499E19-10D7-C386-4D90-8A70E48137D1}" dt="2026-07-21T12:45:16.204" v="0" actId="1076"/>
          <ac:spMkLst>
            <pc:docMk/>
            <pc:sldMk cId="4204816902" sldId="281"/>
            <ac:spMk id="12" creationId="{4980D3D3-6B25-E3A5-A2F5-05F9482C1E5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996B689-AEB2-8ACA-20EF-B41EFBDDB3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15408A9-8CC6-5F69-BB65-9BBF707DCC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35735-F04D-46D4-A4FE-64467FF07D85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C9A41D8-1DDB-D19F-6809-984287F984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E5B391-C3B5-9CAF-AEC1-F18DB5708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EBD72-5CB5-4B83-BC5A-8266D6B179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394982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E55133-E598-4852-B811-C43CF3E6FB2C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775DD-835E-4F76-96AD-CE8B411EA3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8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7617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069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16944B-AC94-186F-E25F-948808F5FA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</a:t>
            </a:r>
            <a:r>
              <a:rPr lang="de-DE">
                <a:solidFill>
                  <a:srgbClr val="E4E5E6"/>
                </a:solidFill>
              </a:rPr>
              <a:t> Robin </a:t>
            </a:r>
            <a:r>
              <a:rPr lang="de-DE"/>
              <a:t>Schneider, Ahmed Mahmoud     </a:t>
            </a:r>
            <a:r>
              <a:rPr lang="en-US"/>
              <a:t>Version: 1.0                                                 Scope: EDAG Group     internal</a:t>
            </a:r>
            <a:endParaRPr lang="de-DE"/>
          </a:p>
        </p:txBody>
      </p:sp>
      <p:sp>
        <p:nvSpPr>
          <p:cNvPr id="25" name="Titel 24">
            <a:extLst>
              <a:ext uri="{FF2B5EF4-FFF2-40B4-BE49-F238E27FC236}">
                <a16:creationId xmlns:a16="http://schemas.microsoft.com/office/drawing/2014/main" id="{A842EFF0-2F55-0D32-4D5B-015657EE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6175E33-2577-065E-DBAC-90111139F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>
              <a:defRPr sz="2200" b="1" i="0" cap="all" baseline="0">
                <a:solidFill>
                  <a:schemeClr val="bg1"/>
                </a:solidFill>
              </a:defRPr>
            </a:lvl2pPr>
            <a:lvl3pPr>
              <a:defRPr sz="2200" b="1" i="0" cap="all" baseline="0">
                <a:solidFill>
                  <a:schemeClr val="bg1"/>
                </a:solidFill>
              </a:defRPr>
            </a:lvl3pPr>
            <a:lvl4pPr>
              <a:defRPr sz="2200" b="1" i="0" cap="all" baseline="0">
                <a:solidFill>
                  <a:schemeClr val="bg1"/>
                </a:solidFill>
              </a:defRPr>
            </a:lvl4pPr>
            <a:lvl5pPr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56828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9B6B98F-0FD4-34AC-C5B6-ECBA24DBB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/>
              <a:t>Ahmed Mahmoud         V</a:t>
            </a:r>
            <a:r>
              <a:rPr lang="en-US" err="1"/>
              <a:t>ersion</a:t>
            </a:r>
            <a:r>
              <a:rPr lang="en-US"/>
              <a:t>: 1.0    	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02A15F6-D232-9E6E-700E-B567FA08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6143A93-E373-E409-6858-E73B1A8B5D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697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84337FD-9F74-CCC6-6265-ECA4D6FD38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C088DDA5-3F59-DBC6-3B2C-5E171BACBA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813" y="1808163"/>
            <a:ext cx="10874375" cy="45370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FC073A62-BA8E-9C23-B3F5-8F6C1AF4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141FC5E4-F211-66E2-4F70-E8D970C7FA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58300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CC328-DE64-7934-648C-CCA1B4F858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8001D6D-45BA-D52C-BC6F-CD4136A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52DC378C-54E8-54C5-4D04-E09CC1D10A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38762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6405A62B-3D69-C581-6D99-1702599BD0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1E29F652-CF77-AD91-75BE-D19B87CE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3ADAE1BB-DCE3-FF9C-20DA-ED87B6D20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9037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ADBBC3F2-9608-91A2-D1D2-131BCA0039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09126FD-8922-2E1B-E4C7-CEB9B3E1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B4DE3D7-A259-F699-35B9-2702C9243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2330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788228"/>
            <a:ext cx="10875600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6BA7C7D-ED40-B1BF-5681-02CE3BCD2CD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186D9C82-05BD-ECFB-01F8-9B2B3BE918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43A7A1AF-4D42-B3D9-5C68-A9680488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8733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A190292-9D02-6106-5A36-A0C3AF103FD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9943607-F8E9-FE3F-EF77-3050252F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ABD2338-E585-FC8B-532C-B45641485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33333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808162"/>
            <a:ext cx="12191999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2AEEC8F-6DB8-252E-3B33-E1895A290C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58554137-7C81-E4F9-8C5B-7A239FBC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19D0062-E36D-F421-788E-34AEC36335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820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1200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47151B-1E0F-3049-379F-37248A36E6E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675FC8E-013C-0E8B-DAE8-9414F1E7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4A935402-50DF-8AD8-815D-A1BFC688E4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37422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F5DF2-3021-0B83-FC7D-023FC0E7A5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487F8BE-2304-B980-3BB4-3C07BEE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855CEE8-8D0E-F119-9E3A-C03F86724D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537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4845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C35C29-847E-789B-FFF8-67C0BD9C1CA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8ACC91A3-9456-07D1-D649-C209F544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7FBC9890-DE5B-FEE2-D99E-EB61417FAE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1210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943AFE-1B8B-6548-5759-CE621635139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207F9D0-8E34-05B5-3B40-2180BE64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D0C2362-4536-B573-CDCF-B1DCD22BCC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2632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25EAB02-4FFA-9FB4-151C-0B6F387A4C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0BD3E8E-738A-73B5-53FD-A529431EB6F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0D025380-9C84-5FAA-0765-5CCB4F4FE7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47D6D240-5111-B339-7AA0-079FDFBC3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129FB8A-EF42-957B-FFD8-B3665F84C70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587734C-A6DA-4143-97F5-167A98BEE5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D839F79-268F-20D1-0EA3-76C79E11454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6B410C7C-C896-EAAA-7D06-4D6581D6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9887F523-10BB-58A7-FE87-EE95BDC4E61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92506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D4A8E89-6F9F-1F32-DB4F-2D2CE04291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80FB5DB-20BF-5B6C-C190-15002CAE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E0AEC9-FFC4-3558-73DD-7360CC5EB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01277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8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04218D4A-199F-C473-96CD-22B714A2D4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2384599"/>
            <a:ext cx="2160001" cy="2340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453BF8-305D-BE06-0011-FA8616AF5E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B33212-778D-B9B2-0E50-AB439F39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DEFEB58-7229-CC9A-79A5-BA340054C1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>
            <a:noAutofit/>
          </a:bodyPr>
          <a:lstStyle>
            <a:lvl1pPr marL="0" indent="0">
              <a:buNone/>
              <a:defRPr sz="2200" b="1" i="0" kern="1200" cap="all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195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9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752B3D55-DF1E-F97F-0495-FC4A82618A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2000" cy="6345238"/>
          </a:xfrm>
          <a:custGeom>
            <a:avLst/>
            <a:gdLst>
              <a:gd name="connsiteX0" fmla="*/ 0 w 12192000"/>
              <a:gd name="connsiteY0" fmla="*/ 0 h 6345238"/>
              <a:gd name="connsiteX1" fmla="*/ 11134439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36146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345238">
                <a:moveTo>
                  <a:pt x="0" y="0"/>
                </a:moveTo>
                <a:lnTo>
                  <a:pt x="5336146" y="0"/>
                </a:lnTo>
                <a:lnTo>
                  <a:pt x="12192000" y="1452848"/>
                </a:lnTo>
                <a:lnTo>
                  <a:pt x="12192000" y="6345238"/>
                </a:lnTo>
                <a:lnTo>
                  <a:pt x="0" y="6345238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 anchor="ctr" anchorCtr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648EA5A-3B0B-A9A0-E90B-9AE9B56392C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8E7674-C4FD-683E-31F5-6CF71BD4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48516C3-724E-0D99-A357-7CF6A24A5F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17714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0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5D99C2F-75E6-B4F9-B4D2-9F643119F4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58800" y="1808165"/>
            <a:ext cx="2449512" cy="38474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56FBEF1-347B-6FB6-BD0D-A2AFF21200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173116" y="3341077"/>
            <a:ext cx="3671721" cy="23145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3299ED-EE1C-46D1-F635-1A7D7B8C83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173116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31559CB-3D60-8171-A8A3-E6349B311F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5044838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AB3F69-DB94-B7B3-4F54-394FC7BC8B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2CEEE889-BF3C-7DFA-B0BC-784F349A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9C7BC35-7ED4-A10C-D5A5-82F8FDE93C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81565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AB30D0C-63C7-CEA9-B66D-8F025FC1D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4" y="2650188"/>
            <a:ext cx="2612123" cy="3687763"/>
          </a:xfrm>
          <a:custGeom>
            <a:avLst/>
            <a:gdLst>
              <a:gd name="connsiteX0" fmla="*/ 0 w 2485705"/>
              <a:gd name="connsiteY0" fmla="*/ 0 h 3509288"/>
              <a:gd name="connsiteX1" fmla="*/ 2485705 w 2485705"/>
              <a:gd name="connsiteY1" fmla="*/ 0 h 3509288"/>
              <a:gd name="connsiteX2" fmla="*/ 2485705 w 2485705"/>
              <a:gd name="connsiteY2" fmla="*/ 3509288 h 3509288"/>
              <a:gd name="connsiteX3" fmla="*/ 0 w 2485705"/>
              <a:gd name="connsiteY3" fmla="*/ 3509288 h 350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8">
                <a:moveTo>
                  <a:pt x="0" y="0"/>
                </a:moveTo>
                <a:lnTo>
                  <a:pt x="2485705" y="0"/>
                </a:lnTo>
                <a:lnTo>
                  <a:pt x="2485705" y="3509288"/>
                </a:lnTo>
                <a:lnTo>
                  <a:pt x="0" y="350928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5212AB6-D77D-3421-18B6-A996E6DF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9271" y="1808163"/>
            <a:ext cx="2612123" cy="3687762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27F708-63A1-8A33-7580-C6944AD0FC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05625" y="5185887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AC99773-03C0-51B3-A37A-0E2CBB5EC5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05624" y="1800876"/>
            <a:ext cx="4620104" cy="17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84E3282-A06E-A8C5-4340-FF2AAFC9050E}"/>
              </a:ext>
            </a:extLst>
          </p:cNvPr>
          <p:cNvSpPr/>
          <p:nvPr userDrawn="1"/>
        </p:nvSpPr>
        <p:spPr>
          <a:xfrm>
            <a:off x="3419271" y="1800876"/>
            <a:ext cx="4381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E990190D-4E97-F2BC-3E90-4759B1DE023A}"/>
              </a:ext>
            </a:extLst>
          </p:cNvPr>
          <p:cNvSpPr/>
          <p:nvPr userDrawn="1"/>
        </p:nvSpPr>
        <p:spPr>
          <a:xfrm>
            <a:off x="666272" y="2650188"/>
            <a:ext cx="43815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9AF8783-BEC8-7C6C-BF59-E9B7516783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5625" y="3914393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C880B4-6E9A-A99E-8122-A58772FC17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F234045-A0C7-D0FD-FE2A-C262E6F3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12D40DD-BA25-BD68-60FF-A9434170ED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8587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692AD83D-68AA-EFB3-61EC-F41A80E953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3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7839775-A056-A661-1D36-E3FCFE142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7863" y="1808163"/>
            <a:ext cx="3744000" cy="45370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AB35FE18-F01D-5E96-8397-98293418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3D370077-F2C5-9C6F-0A3C-BCEA6E3369B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Inhaltsplatzhalter 2">
            <a:extLst>
              <a:ext uri="{FF2B5EF4-FFF2-40B4-BE49-F238E27FC236}">
                <a16:creationId xmlns:a16="http://schemas.microsoft.com/office/drawing/2014/main" id="{E782331D-27AA-F1E9-BB04-E35F84498B8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62815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7200E6A2-DFC2-8AA5-F92A-FF5C7091B1B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62815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7FA46B-3B3F-3F32-490E-C425718628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F013105-6899-A90D-429D-16D40826C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9EF15-E24F-FA95-B91B-EC4FD5DA858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8C7E6C06-4D07-8AA9-897E-D8CD7664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9296CDA-E927-5F92-68DB-A9159BCC2B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52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2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398209-46F9-AEB2-0368-F7B53762EC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7200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04AC7F-624A-1143-FBB4-6E392986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1614C9C-D27A-26BF-9759-EB7FA6A0CD2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7200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6430E26-EAD7-6A84-CA0E-8069BA09A66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A24A51B2-109E-AB5C-FD62-E32DCAC0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E150674-46ED-B3E9-3557-2713F002C0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52820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56C3CE-9937-575A-4799-87156AAEEF95}"/>
              </a:ext>
            </a:extLst>
          </p:cNvPr>
          <p:cNvSpPr/>
          <p:nvPr userDrawn="1"/>
        </p:nvSpPr>
        <p:spPr>
          <a:xfrm>
            <a:off x="0" y="1"/>
            <a:ext cx="6098400" cy="634523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CE01C8-95AF-7AD2-A082-F5F14A3CCD9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64849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D2A60CA-F61B-4612-7D28-449D1492AC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52094" y="1807200"/>
            <a:ext cx="4087813" cy="453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7" name="Grafik 2">
            <a:extLst>
              <a:ext uri="{FF2B5EF4-FFF2-40B4-BE49-F238E27FC236}">
                <a16:creationId xmlns:a16="http://schemas.microsoft.com/office/drawing/2014/main" id="{07953E8C-C434-5253-1E00-1F2250051B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0AE0904D-C49F-5217-90F8-B09E0F5E1CF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EB62BDD5-FE42-9469-E3A4-883472872E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A655427-DAAF-A55D-8504-794A525F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grpSp>
        <p:nvGrpSpPr>
          <p:cNvPr id="18" name="Grafik 13">
            <a:extLst>
              <a:ext uri="{FF2B5EF4-FFF2-40B4-BE49-F238E27FC236}">
                <a16:creationId xmlns:a16="http://schemas.microsoft.com/office/drawing/2014/main" id="{92301565-0282-331A-F7FC-A636A38FDAA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19" name="Grafik 13">
              <a:extLst>
                <a:ext uri="{FF2B5EF4-FFF2-40B4-BE49-F238E27FC236}">
                  <a16:creationId xmlns:a16="http://schemas.microsoft.com/office/drawing/2014/main" id="{E3B4A805-8914-4DCF-9B56-0A8DE5412308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3F11C033-6005-2295-78B1-7855D31A1BA1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59BD4F8D-CD29-7C3B-C10F-A2C521163AC4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D4B98960-FE72-FDCD-6930-B309F5343D54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56720191-8858-9EAD-35BA-1AD0A4E9098D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2DFC161-78EF-378D-071A-3E27AC21AEC9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D8851229-8480-CCEE-86DE-6CD2857C7775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FD93FE03-F917-1D49-589F-1C11FB9BF8CD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A2D4D78B-A5D1-D878-1AF3-A00FA5B06944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6427754E-284B-85B2-BF25-8D7D630A6B3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9DD579D0-D1C7-EB7B-9819-3BA1C29A9FE7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742B250C-543A-8405-E469-967024438E4B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014C4952-2E1B-CE2E-46B9-ED49A32A2CA2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929EB7A-2F3B-0C2F-F177-C3180D4DB6A1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1A5D1FD5-EE57-2756-622A-18733DFEE24D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96093F97-9490-72E2-B648-91DDB5351324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AAF2F95F-DE04-1C32-032E-AE90B93871F5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E23E8B1E-38DC-31AF-CBD9-C26CA55F552F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3BB9B1D6-A79E-260C-82B0-94EB7FE993CD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08F4B886-7A78-D26C-2087-ED24E8782DD9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234181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4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63801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C601233-5814-87DC-2733-C2D3C033C8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7602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91067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12" y="1808163"/>
            <a:ext cx="11533187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7464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736C734-67A4-52D3-880C-D3399FB45A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591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D7B423B2-62D0-4D8F-3919-8FA2F9F27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03704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BA7CF8FB-1BBA-4FD6-39B1-54748E2A7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148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52B1A05-2DCC-1B1F-0A7D-BFB47B5D787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7148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6" name="Picture Placeholder 28">
            <a:extLst>
              <a:ext uri="{FF2B5EF4-FFF2-40B4-BE49-F238E27FC236}">
                <a16:creationId xmlns:a16="http://schemas.microsoft.com/office/drawing/2014/main" id="{0DCEBE79-3FCC-4FE4-CFBA-BFCBB87B7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03704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8C401FD-1879-55DB-BD55-9FF542133F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3591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3058D995-C3C8-CBF5-4186-BC7D565D55C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4177951"/>
            <a:ext cx="3661974" cy="5058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3">
            <a:extLst>
              <a:ext uri="{FF2B5EF4-FFF2-40B4-BE49-F238E27FC236}">
                <a16:creationId xmlns:a16="http://schemas.microsoft.com/office/drawing/2014/main" id="{E4A96ABA-AC1E-A8F1-8BFB-66E5228227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4776168"/>
            <a:ext cx="3661974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072179F4-998D-3732-42A9-758E6F4D285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3902585"/>
            <a:ext cx="658814" cy="13768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B3DA3-C296-4543-F374-9CBA170764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28E75A9-B42F-26D9-B2CF-AEE2E2AE414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26ACFC4A-F2E4-63D4-0F00-65A0BC8F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F2338C1-2604-0F12-8309-7EB1BD19142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33283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82075BD-ED81-6B21-E55D-9AC8EF491E8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848989BD-0D24-29B2-012F-6F665E069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3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D7AE45-584B-9B45-4A1A-1016A264FF7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58394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1DB5597-71E7-EA0C-ED5B-8A11F67856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94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3DFC8755-C4A6-5576-3793-F9CD5BBAD3F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7975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74B7EF65-04B5-6B3B-11DF-5BC3A4C779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975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1BBF4DA1-0BA6-55F2-475E-458F8A59D24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554912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C7EE6736-1822-EB18-CF56-CF3D2AC4BD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4912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80C4A621-6B42-9A39-5A57-7EE05C20F6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554493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2594C389-A931-CDA3-6684-744F90F82F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54493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3873F2B-4173-ABA9-9283-CD4729A93DA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554074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A71CBFDB-73CA-6C60-E900-9EBBA8347E9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4074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Bildplatzhalter 17">
            <a:extLst>
              <a:ext uri="{FF2B5EF4-FFF2-40B4-BE49-F238E27FC236}">
                <a16:creationId xmlns:a16="http://schemas.microsoft.com/office/drawing/2014/main" id="{78480E12-58D3-B112-4890-1B178B237B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66210" y="1803127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Bildplatzhalter 17">
            <a:extLst>
              <a:ext uri="{FF2B5EF4-FFF2-40B4-BE49-F238E27FC236}">
                <a16:creationId xmlns:a16="http://schemas.microsoft.com/office/drawing/2014/main" id="{0A23C58F-2173-CDF1-75C4-8E73E3F7D0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3275" y="1805886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1" name="Bildplatzhalter 17">
            <a:extLst>
              <a:ext uri="{FF2B5EF4-FFF2-40B4-BE49-F238E27FC236}">
                <a16:creationId xmlns:a16="http://schemas.microsoft.com/office/drawing/2014/main" id="{B606F3C9-0F89-28E2-4897-42EEA909542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67969" y="334083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2" name="Bildplatzhalter 17">
            <a:extLst>
              <a:ext uri="{FF2B5EF4-FFF2-40B4-BE49-F238E27FC236}">
                <a16:creationId xmlns:a16="http://schemas.microsoft.com/office/drawing/2014/main" id="{3F627BC9-C0C9-5B9B-853C-7AF06312A1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3275" y="334145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Bildplatzhalter 17">
            <a:extLst>
              <a:ext uri="{FF2B5EF4-FFF2-40B4-BE49-F238E27FC236}">
                <a16:creationId xmlns:a16="http://schemas.microsoft.com/office/drawing/2014/main" id="{83C28757-846D-C1EF-A38E-E5A5DD73A6C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67589" y="5001061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4" name="Bildplatzhalter 17">
            <a:extLst>
              <a:ext uri="{FF2B5EF4-FFF2-40B4-BE49-F238E27FC236}">
                <a16:creationId xmlns:a16="http://schemas.microsoft.com/office/drawing/2014/main" id="{082E85B8-1757-B107-E8ED-E7FB2417E6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33275" y="5001682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9057E4-7A31-EAB6-C210-61ECE3606C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DB3D603-4901-68B3-3DD4-3EFE2D07F0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40B55D85-66F3-F842-526C-80AEB204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186DE5-36A5-8605-E2DA-B0C6CA1E30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283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1200" y="2274512"/>
            <a:ext cx="5346000" cy="4070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876408-258B-8945-376A-E1F3A9366761}"/>
              </a:ext>
            </a:extLst>
          </p:cNvPr>
          <p:cNvSpPr/>
          <p:nvPr userDrawn="1"/>
        </p:nvSpPr>
        <p:spPr>
          <a:xfrm>
            <a:off x="658813" y="1808076"/>
            <a:ext cx="5346000" cy="45360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12">
            <a:extLst>
              <a:ext uri="{FF2B5EF4-FFF2-40B4-BE49-F238E27FC236}">
                <a16:creationId xmlns:a16="http://schemas.microsoft.com/office/drawing/2014/main" id="{8AF6A13F-C6F6-FDEA-A043-E8F2F4C44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00" y="1941977"/>
            <a:ext cx="5345999" cy="240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ÜBERSCHRIFT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A61CF58-CF33-398B-76AB-959979AAB63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9607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BCC7924C-216D-E54A-C0F1-F891A4560C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9607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1659DEBE-BE47-2CC5-04C4-7EFD87F31B0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9607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272559C6-FEDB-8E9C-6884-84EB480C15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9607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EAF8125F-40B8-DF25-EB60-91B04EB46D2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9607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CF09435C-4221-0976-6D8F-059EC850EA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78160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28D9C3BD-ED1B-B720-17FF-F2A828D0AC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78160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9E0D6E1E-4C21-F271-0404-54AE4FA498C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78160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6" name="Bildplatzhalter 2">
            <a:extLst>
              <a:ext uri="{FF2B5EF4-FFF2-40B4-BE49-F238E27FC236}">
                <a16:creationId xmlns:a16="http://schemas.microsoft.com/office/drawing/2014/main" id="{A7E07654-AA92-B39C-0DEA-8FC93904A0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78160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BA2FD97D-0C49-2704-81A2-D218E3FF216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78160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37B476-1AD5-C567-50EA-03EA53CE94D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A1D3582-B09A-108D-6F29-451FE218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69F72E7F-46C9-39FD-8410-0D9D5921CE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14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964F32-72AB-F1BA-4B4F-75EB1583FD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59A80FB0-FB51-83CC-B146-806E2C55F2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5275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CB8675E-0CD1-0C97-8A9A-D3026E6411E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670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B2603B96-DF65-E976-FA83-02C6EFD0A0D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4064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8754B366-AA2D-9354-420D-5F534E3E7A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544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3D6C926A-DDCB-8A29-D174-8BC8653E32A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5939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A4173441-12EE-66D5-768A-04EB3E1A564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5333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CF13A422-3C24-4EB9-ADF6-500B60F18FF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04728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A0A0CA56-BA82-030D-F0E0-C5E84E569C3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5EB07990-A9C3-3F42-07AE-2EE450E302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5275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D1A9E494-7C7C-A3CA-2B6A-9348E6C27BA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4670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5" name="Bildplatzhalter 2">
            <a:extLst>
              <a:ext uri="{FF2B5EF4-FFF2-40B4-BE49-F238E27FC236}">
                <a16:creationId xmlns:a16="http://schemas.microsoft.com/office/drawing/2014/main" id="{68E3CEDB-B4E5-F793-8CFF-105AD13F9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04064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6" name="Bildplatzhalter 2">
            <a:extLst>
              <a:ext uri="{FF2B5EF4-FFF2-40B4-BE49-F238E27FC236}">
                <a16:creationId xmlns:a16="http://schemas.microsoft.com/office/drawing/2014/main" id="{70B7CB09-852E-3508-0D65-6E79559028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6544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65E447E8-464E-A5AD-5978-4E0AF5950A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45939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3384F8CF-9CEC-AC2F-1654-FA280A43CC6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5333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A0B8796-A130-B7AF-9357-DD89770ED62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04728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15C89E-30AC-B08F-2BD4-2C27C5FBB07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DC1F39-AD31-E4F9-4625-778EF36503B0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A88EC43-491A-4459-9951-F95FEB15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0030A14C-13EF-956E-7A34-2B9C7494D9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1951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E5C5D-D168-6106-CFAC-A7D26E8A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67E333-4ECF-34A9-5DA3-B8116008A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8D90E2-C4DB-F868-0DF6-3E4491E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BD8758DB-9932-98A9-4376-3B54315AD8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C5721F21-1CAB-5707-E0F3-1E4F9DCF3D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428241"/>
            <a:ext cx="2959768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125F3478-62A5-6572-17CD-EBE0266C0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188" y="3032701"/>
            <a:ext cx="5346000" cy="202516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D20DC85B-A08F-2860-CAA4-C5492DBB5A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7188" y="26975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Contents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8A8576D8-2DB5-1A32-9D81-0F5ADF4C6E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87188" y="5620799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F86D6E-C7F6-547C-06AD-6375537EF7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87188" y="52751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tools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43E246A5-CEA2-3E5A-C1A2-98BE28128D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7188" y="1808162"/>
            <a:ext cx="5346000" cy="721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Reference title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233D4FE0-3960-65C8-EEA9-A9814B6165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8813" y="5276689"/>
            <a:ext cx="41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Project </a:t>
            </a:r>
            <a:r>
              <a:rPr lang="de-DE" err="1"/>
              <a:t>goals</a:t>
            </a:r>
            <a:endParaRPr lang="de-DE"/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3467C904-3325-B8AD-ED40-A0D69E47E3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8813" y="5620471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3D63D933-A837-F1BB-4708-7B0E5F7970C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785" y="3034006"/>
            <a:ext cx="43848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96CA6F9-A5E0-22D0-0E64-5AE1422F54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3" y="3034006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Customer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E86545CF-9F9C-845B-E3EA-B4AFBA34C0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17785" y="3854622"/>
            <a:ext cx="4385631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CCD37D4A-5ADE-63A4-7FFF-55C67E150E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3854622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Scope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0D4EC64-C64F-9DE5-7CCE-916249E0B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617785" y="4663515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4E02325E-0C3E-5B11-59A4-80959B3AC3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813" y="4663515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Period</a:t>
            </a:r>
            <a:endParaRPr lang="de-DE"/>
          </a:p>
        </p:txBody>
      </p:sp>
      <p:grpSp>
        <p:nvGrpSpPr>
          <p:cNvPr id="67" name="Group 42">
            <a:extLst>
              <a:ext uri="{FF2B5EF4-FFF2-40B4-BE49-F238E27FC236}">
                <a16:creationId xmlns:a16="http://schemas.microsoft.com/office/drawing/2014/main" id="{9E00147C-019F-3752-8432-91C788FD8223}"/>
              </a:ext>
            </a:extLst>
          </p:cNvPr>
          <p:cNvGrpSpPr/>
          <p:nvPr userDrawn="1"/>
        </p:nvGrpSpPr>
        <p:grpSpPr>
          <a:xfrm>
            <a:off x="4907606" y="4879390"/>
            <a:ext cx="668215" cy="667907"/>
            <a:chOff x="1365101" y="1859505"/>
            <a:chExt cx="4340096" cy="4338095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1A6FB961-5969-88C9-52E7-33FD9026E148}"/>
                </a:ext>
              </a:extLst>
            </p:cNvPr>
            <p:cNvSpPr/>
            <p:nvPr/>
          </p:nvSpPr>
          <p:spPr>
            <a:xfrm>
              <a:off x="1365101" y="2725183"/>
              <a:ext cx="3472576" cy="347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4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4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9" name="Shape 9">
              <a:extLst>
                <a:ext uri="{FF2B5EF4-FFF2-40B4-BE49-F238E27FC236}">
                  <a16:creationId xmlns:a16="http://schemas.microsoft.com/office/drawing/2014/main" id="{D96E7566-8B50-88A5-6ED0-B499499ACA24}"/>
                </a:ext>
              </a:extLst>
            </p:cNvPr>
            <p:cNvSpPr/>
            <p:nvPr/>
          </p:nvSpPr>
          <p:spPr>
            <a:xfrm>
              <a:off x="1677709" y="3109927"/>
              <a:ext cx="3049888" cy="3049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2D71CD38-7C13-6E4A-271F-93D7F8CA309C}"/>
                </a:ext>
              </a:extLst>
            </p:cNvPr>
            <p:cNvSpPr/>
            <p:nvPr/>
          </p:nvSpPr>
          <p:spPr>
            <a:xfrm>
              <a:off x="1761871" y="3109927"/>
              <a:ext cx="2690325" cy="269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159CF461-38D0-3A97-C28F-8465D71430E5}"/>
                </a:ext>
              </a:extLst>
            </p:cNvPr>
            <p:cNvSpPr/>
            <p:nvPr/>
          </p:nvSpPr>
          <p:spPr>
            <a:xfrm>
              <a:off x="2110549" y="3458605"/>
              <a:ext cx="1989312" cy="1989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4"/>
                    <a:pt x="16764" y="21600"/>
                    <a:pt x="10801" y="21600"/>
                  </a:cubicBezTo>
                  <a:cubicBezTo>
                    <a:pt x="4834" y="21600"/>
                    <a:pt x="0" y="16764"/>
                    <a:pt x="0" y="10802"/>
                  </a:cubicBezTo>
                  <a:cubicBezTo>
                    <a:pt x="0" y="4834"/>
                    <a:pt x="4834" y="0"/>
                    <a:pt x="10801" y="0"/>
                  </a:cubicBezTo>
                  <a:cubicBezTo>
                    <a:pt x="16764" y="0"/>
                    <a:pt x="21600" y="4834"/>
                    <a:pt x="21600" y="1080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42ED4F87-2AD0-ECBB-472F-ED959A966D7C}"/>
                </a:ext>
              </a:extLst>
            </p:cNvPr>
            <p:cNvSpPr/>
            <p:nvPr/>
          </p:nvSpPr>
          <p:spPr>
            <a:xfrm>
              <a:off x="2459223" y="3807280"/>
              <a:ext cx="1288234" cy="1288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4"/>
                  </a:moveTo>
                  <a:cubicBezTo>
                    <a:pt x="21600" y="16765"/>
                    <a:pt x="16764" y="21600"/>
                    <a:pt x="10804" y="21600"/>
                  </a:cubicBezTo>
                  <a:cubicBezTo>
                    <a:pt x="4837" y="21600"/>
                    <a:pt x="0" y="16765"/>
                    <a:pt x="0" y="10804"/>
                  </a:cubicBezTo>
                  <a:cubicBezTo>
                    <a:pt x="0" y="4837"/>
                    <a:pt x="4837" y="0"/>
                    <a:pt x="10804" y="0"/>
                  </a:cubicBezTo>
                  <a:cubicBezTo>
                    <a:pt x="16764" y="0"/>
                    <a:pt x="21600" y="4837"/>
                    <a:pt x="21600" y="1080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3" name="Shape 13">
              <a:extLst>
                <a:ext uri="{FF2B5EF4-FFF2-40B4-BE49-F238E27FC236}">
                  <a16:creationId xmlns:a16="http://schemas.microsoft.com/office/drawing/2014/main" id="{93997907-63E0-4118-C65C-504D298661FD}"/>
                </a:ext>
              </a:extLst>
            </p:cNvPr>
            <p:cNvSpPr/>
            <p:nvPr/>
          </p:nvSpPr>
          <p:spPr>
            <a:xfrm>
              <a:off x="2807901" y="4167980"/>
              <a:ext cx="587322" cy="587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9"/>
                  </a:moveTo>
                  <a:cubicBezTo>
                    <a:pt x="21600" y="16771"/>
                    <a:pt x="16765" y="21600"/>
                    <a:pt x="10807" y="21600"/>
                  </a:cubicBezTo>
                  <a:cubicBezTo>
                    <a:pt x="4834" y="21600"/>
                    <a:pt x="0" y="16771"/>
                    <a:pt x="0" y="10809"/>
                  </a:cubicBezTo>
                  <a:cubicBezTo>
                    <a:pt x="0" y="4835"/>
                    <a:pt x="4834" y="0"/>
                    <a:pt x="10807" y="0"/>
                  </a:cubicBezTo>
                  <a:cubicBezTo>
                    <a:pt x="16765" y="0"/>
                    <a:pt x="21600" y="4835"/>
                    <a:pt x="21600" y="1080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4BD7D8B2-E705-240E-08F8-F51173721D5E}"/>
                </a:ext>
              </a:extLst>
            </p:cNvPr>
            <p:cNvSpPr/>
            <p:nvPr/>
          </p:nvSpPr>
          <p:spPr>
            <a:xfrm>
              <a:off x="3097983" y="1859505"/>
              <a:ext cx="2607214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72" y="7845"/>
                  </a:moveTo>
                  <a:lnTo>
                    <a:pt x="21600" y="4612"/>
                  </a:lnTo>
                  <a:lnTo>
                    <a:pt x="17962" y="3640"/>
                  </a:lnTo>
                  <a:lnTo>
                    <a:pt x="16992" y="0"/>
                  </a:lnTo>
                  <a:lnTo>
                    <a:pt x="13760" y="3233"/>
                  </a:lnTo>
                  <a:lnTo>
                    <a:pt x="14548" y="6180"/>
                  </a:lnTo>
                  <a:lnTo>
                    <a:pt x="3582" y="17152"/>
                  </a:lnTo>
                  <a:lnTo>
                    <a:pt x="2027" y="14044"/>
                  </a:lnTo>
                  <a:lnTo>
                    <a:pt x="1014" y="17822"/>
                  </a:lnTo>
                  <a:lnTo>
                    <a:pt x="0" y="21600"/>
                  </a:lnTo>
                  <a:lnTo>
                    <a:pt x="3779" y="20586"/>
                  </a:lnTo>
                  <a:lnTo>
                    <a:pt x="7556" y="19577"/>
                  </a:lnTo>
                  <a:lnTo>
                    <a:pt x="4452" y="18018"/>
                  </a:lnTo>
                  <a:lnTo>
                    <a:pt x="15420" y="7054"/>
                  </a:lnTo>
                  <a:cubicBezTo>
                    <a:pt x="15420" y="7054"/>
                    <a:pt x="18372" y="7845"/>
                    <a:pt x="18372" y="7845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" name="Shape 15">
              <a:extLst>
                <a:ext uri="{FF2B5EF4-FFF2-40B4-BE49-F238E27FC236}">
                  <a16:creationId xmlns:a16="http://schemas.microsoft.com/office/drawing/2014/main" id="{5D455C82-F1BC-C6D4-DCDB-00E9C58D16E4}"/>
                </a:ext>
              </a:extLst>
            </p:cNvPr>
            <p:cNvSpPr/>
            <p:nvPr/>
          </p:nvSpPr>
          <p:spPr>
            <a:xfrm>
              <a:off x="3060390" y="1859505"/>
              <a:ext cx="2168095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640"/>
                  </a:moveTo>
                  <a:lnTo>
                    <a:pt x="20433" y="0"/>
                  </a:lnTo>
                  <a:lnTo>
                    <a:pt x="16546" y="3233"/>
                  </a:lnTo>
                  <a:lnTo>
                    <a:pt x="17500" y="6180"/>
                  </a:lnTo>
                  <a:lnTo>
                    <a:pt x="4302" y="17152"/>
                  </a:lnTo>
                  <a:lnTo>
                    <a:pt x="2438" y="14044"/>
                  </a:lnTo>
                  <a:lnTo>
                    <a:pt x="1219" y="17822"/>
                  </a:lnTo>
                  <a:lnTo>
                    <a:pt x="0" y="21600"/>
                  </a:lnTo>
                  <a:cubicBezTo>
                    <a:pt x="0" y="21600"/>
                    <a:pt x="21600" y="3640"/>
                    <a:pt x="21600" y="364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5FB0438-F817-0529-5E5A-1AECD2242983}"/>
              </a:ext>
            </a:extLst>
          </p:cNvPr>
          <p:cNvCxnSpPr>
            <a:cxnSpLocks/>
          </p:cNvCxnSpPr>
          <p:nvPr userDrawn="1"/>
        </p:nvCxnSpPr>
        <p:spPr>
          <a:xfrm>
            <a:off x="0" y="5099326"/>
            <a:ext cx="4824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D871A804-10B3-1361-AF68-82C849C10FC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91660" y="1428241"/>
            <a:ext cx="1872294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244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pic>
        <p:nvPicPr>
          <p:cNvPr id="4" name="Grafik 2">
            <a:extLst>
              <a:ext uri="{FF2B5EF4-FFF2-40B4-BE49-F238E27FC236}">
                <a16:creationId xmlns:a16="http://schemas.microsoft.com/office/drawing/2014/main" id="{F8E3422C-BD1E-47FE-811B-7DF687B8136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Welcome</a:t>
            </a:r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6" name="Grafik 13">
            <a:extLst>
              <a:ext uri="{FF2B5EF4-FFF2-40B4-BE49-F238E27FC236}">
                <a16:creationId xmlns:a16="http://schemas.microsoft.com/office/drawing/2014/main" id="{1292AE95-5A8D-0ED2-BAD1-1BFC7D5D7C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17" name="Grafik 13">
              <a:extLst>
                <a:ext uri="{FF2B5EF4-FFF2-40B4-BE49-F238E27FC236}">
                  <a16:creationId xmlns:a16="http://schemas.microsoft.com/office/drawing/2014/main" id="{7E6792FF-7533-B152-8D62-5C21A99030BC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5D3D46D6-7BA3-D322-4448-C1FAEC789E1F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8658AE10-D544-E061-AA64-A38BF01A52D8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4342F04A-427D-14AC-BC7A-27F3DA815FDF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130CD3D8-E6A4-BAC4-FEDD-8B05418CFB8F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1BED91A3-4E18-7114-D909-820A838B9FF5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26E0A0E8-F366-66BE-5B95-ED7D5B1E6505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87087C71-BEF0-C154-3D03-D4123741B100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0C0E3641-91AE-3706-1044-A1122B708C99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BDA8FC87-59C4-650B-5FFB-BD2EE6F24FE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826B5FF8-7586-D8C2-B76D-F209B1F502B8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2C0DA13A-B441-BB64-5824-FAB5947F923F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5D68299-8DD6-9AB8-014E-FF79AA994DFF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949D9ADA-7FF6-BFC9-62FA-78CB88BD7503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76AA6863-060B-94D1-3C66-20A84B7FA8D4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C9EF850E-BE6F-7B53-579D-044706DB091C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97C0E186-E26C-C8B0-4D87-31A1A8E5A833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E3E3E733-834E-C1DE-E9DF-9BB272A80CC8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DE46D9C6-1962-781B-B6F4-74415D5A9E29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29E09D6A-8646-2DD9-AE1E-1FB92113B09A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143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Welcome</a:t>
            </a:r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26570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AE81CE-B8F9-9DB6-AEC9-BF256A67CC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" name="Foliennummernplatzhalter 18">
            <a:extLst>
              <a:ext uri="{FF2B5EF4-FFF2-40B4-BE49-F238E27FC236}">
                <a16:creationId xmlns:a16="http://schemas.microsoft.com/office/drawing/2014/main" id="{D2734403-2D1F-E595-57DE-8502C4D4268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B4BD9E0-9FE9-8C79-471F-43A73A085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31BCCF-4D7A-9961-C097-7361B278301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803444"/>
            <a:ext cx="3411607" cy="2687150"/>
          </a:xfrm>
          <a:prstGeom prst="rect">
            <a:avLst/>
          </a:prstGeom>
        </p:spPr>
      </p:pic>
      <p:sp>
        <p:nvSpPr>
          <p:cNvPr id="4" name="Textplatzhalter 33">
            <a:extLst>
              <a:ext uri="{FF2B5EF4-FFF2-40B4-BE49-F238E27FC236}">
                <a16:creationId xmlns:a16="http://schemas.microsoft.com/office/drawing/2014/main" id="{AE32125A-3817-07CF-01D6-C0B07A9AFC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2356686"/>
            <a:ext cx="543718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636FF18-8623-4549-D9A7-EA9E1F700BC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747C14AC-C56B-C64F-92FD-3E5E9FC9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3D384C9-0D83-8907-AA3B-25456A3731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63461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B01745-88C1-A973-E216-635A67BD1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439797-BCC9-8B2A-B2C0-9622A58A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73137ED1-E1D9-EE7B-AAF8-F31982B065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390735"/>
            <a:ext cx="6046788" cy="11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600" b="1" i="0" cap="all" baseline="0"/>
            </a:lvl1pPr>
          </a:lstStyle>
          <a:p>
            <a:pPr lvl="0"/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40179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rateg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2944178-1B33-9C9F-48F1-E8747EB353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28857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5E0DDDA-F6D9-C525-8DA4-680FDD3D29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43073" y="3942471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C8433303-D4FE-8765-2A60-F333FB0D2B4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71748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7A1C65C-3BB1-E444-5734-09F75B7FF7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0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40DB7349-5402-2A18-65CD-A1CA9A53BA6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8857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499BD55-C843-3B16-1FB9-9185A8737F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343073" y="2712586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11F7B4F5-6B3B-9C5F-D657-71257F47D99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71748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3F9810-ADAF-49A0-3267-119189983BE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2446745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2A4D133-4582-E95A-1307-503D3BC12B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9A68FB-4A6D-E66C-0CF4-447F6466DC4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AB84FE1-0078-C2C8-1F1E-500893A9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05E4391-ED7A-FF1B-F40C-00BC0C05E4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02148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831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7" name="Textplatzhalter 14">
            <a:extLst>
              <a:ext uri="{FF2B5EF4-FFF2-40B4-BE49-F238E27FC236}">
                <a16:creationId xmlns:a16="http://schemas.microsoft.com/office/drawing/2014/main" id="{13FE0606-F04B-424C-E3BE-BAF57B7DDD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476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412A0E97-5A9C-EA83-0D7E-7DD4059B49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60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9" name="Textplatzhalter 14">
            <a:extLst>
              <a:ext uri="{FF2B5EF4-FFF2-40B4-BE49-F238E27FC236}">
                <a16:creationId xmlns:a16="http://schemas.microsoft.com/office/drawing/2014/main" id="{0AE4B025-9C59-8A19-CDE2-C05C9E84E6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424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510C8E16-C601-F89F-8417-1E8C3679CC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8396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BA7555F-CD43-F0F9-DE9C-0BD9AC5067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9041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52B8020-10C7-5661-FC4A-FBDDBB6173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6952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3" name="Textplatzhalter 14">
            <a:extLst>
              <a:ext uri="{FF2B5EF4-FFF2-40B4-BE49-F238E27FC236}">
                <a16:creationId xmlns:a16="http://schemas.microsoft.com/office/drawing/2014/main" id="{57ECB7D1-70E4-3AF9-7AF0-4812A43FBD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016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Picture Placeholder 28">
            <a:extLst>
              <a:ext uri="{FF2B5EF4-FFF2-40B4-BE49-F238E27FC236}">
                <a16:creationId xmlns:a16="http://schemas.microsoft.com/office/drawing/2014/main" id="{B4D65023-F505-2566-C97D-0058B83EC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73188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18DB8962-6CCF-F774-C33C-DD6261F2B6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63604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0912C249-B344-BEA0-86A4-9D232AFE467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68396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4257C7AB-C0ED-A7D8-2A02-DF22F17E754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A0B266C-4413-EC40-781D-890F44ED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C76604F2-9A18-B66B-13B2-313945514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28171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06D66280-B296-A5A7-7EE8-6FCC7BE64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055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6" name="Bildplatzhalter 54">
            <a:extLst>
              <a:ext uri="{FF2B5EF4-FFF2-40B4-BE49-F238E27FC236}">
                <a16:creationId xmlns:a16="http://schemas.microsoft.com/office/drawing/2014/main" id="{4C17BC00-A6E9-0373-F99B-F2E150A34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69031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7" name="Bildplatzhalter 54">
            <a:extLst>
              <a:ext uri="{FF2B5EF4-FFF2-40B4-BE49-F238E27FC236}">
                <a16:creationId xmlns:a16="http://schemas.microsoft.com/office/drawing/2014/main" id="{34CCFF98-6651-2BAC-2E69-9209FC7C72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9996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8" name="Bildplatzhalter 54">
            <a:extLst>
              <a:ext uri="{FF2B5EF4-FFF2-40B4-BE49-F238E27FC236}">
                <a16:creationId xmlns:a16="http://schemas.microsoft.com/office/drawing/2014/main" id="{258AED45-5EC2-4252-BC29-45525B6459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593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9" name="Bildplatzhalter 54">
            <a:extLst>
              <a:ext uri="{FF2B5EF4-FFF2-40B4-BE49-F238E27FC236}">
                <a16:creationId xmlns:a16="http://schemas.microsoft.com/office/drawing/2014/main" id="{4EC8B57C-E8BC-D8CD-ED23-CA7F2AA9CB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0688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87F2F3B-69F2-EDE6-50DE-7363CFEF30F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D034AAC-B883-933A-7586-47CE484F34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43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D07B6C7-BDF7-2DDD-436C-71A952866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243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9937520E-2600-0A46-0B1C-2435F0C11F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2649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84E9D5F-6474-19EB-7354-FD4725179E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2649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8E7AEA96-7A70-9950-D28A-8BB7A83A7E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3614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6E8810B9-205D-C13D-A18A-E28DDB1F0F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3614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FA309CBB-3B89-83BC-051B-DAA43249CB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421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FFCCA22F-6C2D-E189-CD7A-D1B2D2F529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0421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C3A10E6D-4CD7-27BC-1F26-9FFA9F179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14306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8FF251DB-C36D-16AE-0A01-29968A043C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4306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973C5E-B215-9256-2358-3254769DD17E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D31B322-802E-EC9E-AEE2-8B0461F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553A17DC-080D-FE7B-3DD4-4A5F1114DE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37221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09838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F7CB81D-FF0E-72CF-16B8-FBD7927C26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09813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80F4203-0D8D-5C45-B7B1-2D94E84AF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09813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4559D798-9BBC-306E-4F18-56BE8596DB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06821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7" name="Picture Placeholder 28">
            <a:extLst>
              <a:ext uri="{FF2B5EF4-FFF2-40B4-BE49-F238E27FC236}">
                <a16:creationId xmlns:a16="http://schemas.microsoft.com/office/drawing/2014/main" id="{F339FA9F-5469-4B74-7C57-7B399649FD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8813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8" name="Textplatzhalter 17">
            <a:extLst>
              <a:ext uri="{FF2B5EF4-FFF2-40B4-BE49-F238E27FC236}">
                <a16:creationId xmlns:a16="http://schemas.microsoft.com/office/drawing/2014/main" id="{16A5779D-18DC-0E64-6685-C606101F7D1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06796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platzhalter 17">
            <a:extLst>
              <a:ext uri="{FF2B5EF4-FFF2-40B4-BE49-F238E27FC236}">
                <a16:creationId xmlns:a16="http://schemas.microsoft.com/office/drawing/2014/main" id="{2F4AB24B-6CC4-EBD6-39BE-A19BBBDDE0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06796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C43A415F-1672-5D89-ADAF-5599E2BEFB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06821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A51D2DBA-7200-C46E-1814-32F092296AD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8813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2" name="Textplatzhalter 17">
            <a:extLst>
              <a:ext uri="{FF2B5EF4-FFF2-40B4-BE49-F238E27FC236}">
                <a16:creationId xmlns:a16="http://schemas.microsoft.com/office/drawing/2014/main" id="{B992DCFB-0F51-3434-FDA2-DBB3AA12660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06796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platzhalter 17">
            <a:extLst>
              <a:ext uri="{FF2B5EF4-FFF2-40B4-BE49-F238E27FC236}">
                <a16:creationId xmlns:a16="http://schemas.microsoft.com/office/drawing/2014/main" id="{2563A2EA-958B-7F62-43D1-7126590687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306796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96CF7D05-17EF-4864-5781-7A5253C360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19366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5" name="Picture Placeholder 28">
            <a:extLst>
              <a:ext uri="{FF2B5EF4-FFF2-40B4-BE49-F238E27FC236}">
                <a16:creationId xmlns:a16="http://schemas.microsoft.com/office/drawing/2014/main" id="{078DBF17-73E1-5710-5D0B-6ACCC4AD467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71358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6" name="Textplatzhalter 17">
            <a:extLst>
              <a:ext uri="{FF2B5EF4-FFF2-40B4-BE49-F238E27FC236}">
                <a16:creationId xmlns:a16="http://schemas.microsoft.com/office/drawing/2014/main" id="{F4123FBF-2926-D735-A91C-0A39185080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19341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Textplatzhalter 17">
            <a:extLst>
              <a:ext uri="{FF2B5EF4-FFF2-40B4-BE49-F238E27FC236}">
                <a16:creationId xmlns:a16="http://schemas.microsoft.com/office/drawing/2014/main" id="{E0C53560-583C-9E5D-4870-6C44B535B1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9341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8" name="Textplatzhalter 12">
            <a:extLst>
              <a:ext uri="{FF2B5EF4-FFF2-40B4-BE49-F238E27FC236}">
                <a16:creationId xmlns:a16="http://schemas.microsoft.com/office/drawing/2014/main" id="{DC80F735-5C79-0CBE-C286-586DDEDBA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6349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9" name="Picture Placeholder 28">
            <a:extLst>
              <a:ext uri="{FF2B5EF4-FFF2-40B4-BE49-F238E27FC236}">
                <a16:creationId xmlns:a16="http://schemas.microsoft.com/office/drawing/2014/main" id="{18920279-0EDB-E75D-F2F8-3BCD364899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8341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0" name="Textplatzhalter 17">
            <a:extLst>
              <a:ext uri="{FF2B5EF4-FFF2-40B4-BE49-F238E27FC236}">
                <a16:creationId xmlns:a16="http://schemas.microsoft.com/office/drawing/2014/main" id="{DAFCB565-B807-D6FD-5984-65D7B48C3BE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916324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1" name="Textplatzhalter 17">
            <a:extLst>
              <a:ext uri="{FF2B5EF4-FFF2-40B4-BE49-F238E27FC236}">
                <a16:creationId xmlns:a16="http://schemas.microsoft.com/office/drawing/2014/main" id="{8DAB6162-9762-B1C9-4DA9-F2912BF197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6324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72" name="Textplatzhalter 12">
            <a:extLst>
              <a:ext uri="{FF2B5EF4-FFF2-40B4-BE49-F238E27FC236}">
                <a16:creationId xmlns:a16="http://schemas.microsoft.com/office/drawing/2014/main" id="{8E12BD1E-03FC-2620-E464-BF143130527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6349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73" name="Picture Placeholder 28">
            <a:extLst>
              <a:ext uri="{FF2B5EF4-FFF2-40B4-BE49-F238E27FC236}">
                <a16:creationId xmlns:a16="http://schemas.microsoft.com/office/drawing/2014/main" id="{6104858C-36C3-8CE8-04EA-CC0AAC3B30F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68341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4" name="Textplatzhalter 17">
            <a:extLst>
              <a:ext uri="{FF2B5EF4-FFF2-40B4-BE49-F238E27FC236}">
                <a16:creationId xmlns:a16="http://schemas.microsoft.com/office/drawing/2014/main" id="{0A82F722-0A42-12F9-4063-F08180B1E6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916324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5" name="Textplatzhalter 17">
            <a:extLst>
              <a:ext uri="{FF2B5EF4-FFF2-40B4-BE49-F238E27FC236}">
                <a16:creationId xmlns:a16="http://schemas.microsoft.com/office/drawing/2014/main" id="{AC4EBC51-387B-8F39-BFFC-6C2DDA8967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16324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921FF-76E4-B5DF-8BA9-E6A5EB1EFA7D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49567F-23A1-95CF-1A11-F4AF9E8D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AEC44FA6-221A-7377-2B99-4CBE6B9038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36699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A843F09-9BDF-BC43-95F6-ADC6B19B0580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E779A24-3462-AB82-3FCA-1CB5423AA266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EDF1C65-8713-DE72-70C7-2749B194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3B381240-5FC0-9E72-E2F7-0353226F05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2" name="Picture Placeholder 107">
            <a:extLst>
              <a:ext uri="{FF2B5EF4-FFF2-40B4-BE49-F238E27FC236}">
                <a16:creationId xmlns:a16="http://schemas.microsoft.com/office/drawing/2014/main" id="{23116499-0CFE-D892-2FA8-13D77406D9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6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3" name="Picture Placeholder 107">
            <a:extLst>
              <a:ext uri="{FF2B5EF4-FFF2-40B4-BE49-F238E27FC236}">
                <a16:creationId xmlns:a16="http://schemas.microsoft.com/office/drawing/2014/main" id="{D725714B-A010-1820-5474-83D5408D06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89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4" name="Picture Placeholder 107">
            <a:extLst>
              <a:ext uri="{FF2B5EF4-FFF2-40B4-BE49-F238E27FC236}">
                <a16:creationId xmlns:a16="http://schemas.microsoft.com/office/drawing/2014/main" id="{366C0021-DBD3-C47D-BE37-EAF8896BC9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5" name="Picture Placeholder 107">
            <a:extLst>
              <a:ext uri="{FF2B5EF4-FFF2-40B4-BE49-F238E27FC236}">
                <a16:creationId xmlns:a16="http://schemas.microsoft.com/office/drawing/2014/main" id="{5BDF1F6C-FBEA-4FF9-E76D-0E47497A81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024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6" name="Textplatzhalter 66">
            <a:extLst>
              <a:ext uri="{FF2B5EF4-FFF2-40B4-BE49-F238E27FC236}">
                <a16:creationId xmlns:a16="http://schemas.microsoft.com/office/drawing/2014/main" id="{A0408540-F57D-87DE-4493-C5D09EC7B6A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7" name="Textplatzhalter 68">
            <a:extLst>
              <a:ext uri="{FF2B5EF4-FFF2-40B4-BE49-F238E27FC236}">
                <a16:creationId xmlns:a16="http://schemas.microsoft.com/office/drawing/2014/main" id="{330E073E-B2BE-5FA9-CC5B-670B0DA7841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3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18" name="Textplatzhalter 66">
            <a:extLst>
              <a:ext uri="{FF2B5EF4-FFF2-40B4-BE49-F238E27FC236}">
                <a16:creationId xmlns:a16="http://schemas.microsoft.com/office/drawing/2014/main" id="{42920F71-790F-4859-6449-EC7BA3BD9E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640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9" name="Textplatzhalter 68">
            <a:extLst>
              <a:ext uri="{FF2B5EF4-FFF2-40B4-BE49-F238E27FC236}">
                <a16:creationId xmlns:a16="http://schemas.microsoft.com/office/drawing/2014/main" id="{E64FF371-E685-6853-BBBF-29894187ADF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40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0" name="Textplatzhalter 66">
            <a:extLst>
              <a:ext uri="{FF2B5EF4-FFF2-40B4-BE49-F238E27FC236}">
                <a16:creationId xmlns:a16="http://schemas.microsoft.com/office/drawing/2014/main" id="{00BE71F8-A1D4-9B86-90D9-0C7E1EE9E54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01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1" name="Textplatzhalter 68">
            <a:extLst>
              <a:ext uri="{FF2B5EF4-FFF2-40B4-BE49-F238E27FC236}">
                <a16:creationId xmlns:a16="http://schemas.microsoft.com/office/drawing/2014/main" id="{769EE524-2AF1-6C92-AB50-37F41F6EBF8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1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2" name="Textplatzhalter 66">
            <a:extLst>
              <a:ext uri="{FF2B5EF4-FFF2-40B4-BE49-F238E27FC236}">
                <a16:creationId xmlns:a16="http://schemas.microsoft.com/office/drawing/2014/main" id="{9ADF8234-321D-FC68-65C0-78C9E302C17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6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3" name="Textplatzhalter 68">
            <a:extLst>
              <a:ext uri="{FF2B5EF4-FFF2-40B4-BE49-F238E27FC236}">
                <a16:creationId xmlns:a16="http://schemas.microsoft.com/office/drawing/2014/main" id="{7819F712-36D5-84F1-0BAF-865448B98A1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66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4" name="Picture Placeholder 107">
            <a:extLst>
              <a:ext uri="{FF2B5EF4-FFF2-40B4-BE49-F238E27FC236}">
                <a16:creationId xmlns:a16="http://schemas.microsoft.com/office/drawing/2014/main" id="{623D1FAA-F70D-A23F-BC3A-349853846EE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516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5" name="Picture Placeholder 107">
            <a:extLst>
              <a:ext uri="{FF2B5EF4-FFF2-40B4-BE49-F238E27FC236}">
                <a16:creationId xmlns:a16="http://schemas.microsoft.com/office/drawing/2014/main" id="{D10920A1-7D3E-93F3-B850-4C6B293E58CD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9789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6" name="Picture Placeholder 107">
            <a:extLst>
              <a:ext uri="{FF2B5EF4-FFF2-40B4-BE49-F238E27FC236}">
                <a16:creationId xmlns:a16="http://schemas.microsoft.com/office/drawing/2014/main" id="{64D67CDF-6C14-0DD4-1834-90DDC489F30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263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7" name="Picture Placeholder 107">
            <a:extLst>
              <a:ext uri="{FF2B5EF4-FFF2-40B4-BE49-F238E27FC236}">
                <a16:creationId xmlns:a16="http://schemas.microsoft.com/office/drawing/2014/main" id="{B3911E14-5E40-800D-D1DE-663EE7DEF00A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7024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8" name="Textplatzhalter 66">
            <a:extLst>
              <a:ext uri="{FF2B5EF4-FFF2-40B4-BE49-F238E27FC236}">
                <a16:creationId xmlns:a16="http://schemas.microsoft.com/office/drawing/2014/main" id="{699E8550-0312-7DF7-AB44-F57D284A741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3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9" name="Textplatzhalter 68">
            <a:extLst>
              <a:ext uri="{FF2B5EF4-FFF2-40B4-BE49-F238E27FC236}">
                <a16:creationId xmlns:a16="http://schemas.microsoft.com/office/drawing/2014/main" id="{711E53DB-E5B2-40FA-7C3C-60AABAB403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93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0" name="Textplatzhalter 66">
            <a:extLst>
              <a:ext uri="{FF2B5EF4-FFF2-40B4-BE49-F238E27FC236}">
                <a16:creationId xmlns:a16="http://schemas.microsoft.com/office/drawing/2014/main" id="{6D5C5519-ECE1-0B15-4F05-6F2A71303B7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640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1" name="Textplatzhalter 68">
            <a:extLst>
              <a:ext uri="{FF2B5EF4-FFF2-40B4-BE49-F238E27FC236}">
                <a16:creationId xmlns:a16="http://schemas.microsoft.com/office/drawing/2014/main" id="{710CE8D6-8438-19B2-6236-77B3750036B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40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2" name="Textplatzhalter 66">
            <a:extLst>
              <a:ext uri="{FF2B5EF4-FFF2-40B4-BE49-F238E27FC236}">
                <a16:creationId xmlns:a16="http://schemas.microsoft.com/office/drawing/2014/main" id="{387EB030-796E-9070-A7B2-7B2988BB769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401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3" name="Textplatzhalter 68">
            <a:extLst>
              <a:ext uri="{FF2B5EF4-FFF2-40B4-BE49-F238E27FC236}">
                <a16:creationId xmlns:a16="http://schemas.microsoft.com/office/drawing/2014/main" id="{35AD2A84-1E7D-AC68-DFFC-41E5562287B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01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4" name="Textplatzhalter 66">
            <a:extLst>
              <a:ext uri="{FF2B5EF4-FFF2-40B4-BE49-F238E27FC236}">
                <a16:creationId xmlns:a16="http://schemas.microsoft.com/office/drawing/2014/main" id="{E97A1406-D0E9-E0EE-0596-37C27C77F94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166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5" name="Textplatzhalter 68">
            <a:extLst>
              <a:ext uri="{FF2B5EF4-FFF2-40B4-BE49-F238E27FC236}">
                <a16:creationId xmlns:a16="http://schemas.microsoft.com/office/drawing/2014/main" id="{6785C65B-7237-37D2-8384-C9A0073525C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166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</p:spTree>
    <p:extLst>
      <p:ext uri="{BB962C8B-B14F-4D97-AF65-F5344CB8AC3E}">
        <p14:creationId xmlns:p14="http://schemas.microsoft.com/office/powerpoint/2010/main" val="281234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07171" y="1807200"/>
            <a:ext cx="1440000" cy="144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9" name="Bildplatzhalter 17">
            <a:extLst>
              <a:ext uri="{FF2B5EF4-FFF2-40B4-BE49-F238E27FC236}">
                <a16:creationId xmlns:a16="http://schemas.microsoft.com/office/drawing/2014/main" id="{A63C3A20-9C90-8D78-D0DD-3D6149F70B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71181" y="1807200"/>
            <a:ext cx="1440000" cy="144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0FA721B5-C5F5-D3E4-B507-68EDA5F34F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7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E1F6DA27-90BE-F221-4957-D72C1D976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717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B421A404-7614-129A-1395-D5B8D4EB77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9176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9176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657A52F1-3DA5-C11D-DEC0-68712FC19D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118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4" name="Textplatzhalter 9">
            <a:extLst>
              <a:ext uri="{FF2B5EF4-FFF2-40B4-BE49-F238E27FC236}">
                <a16:creationId xmlns:a16="http://schemas.microsoft.com/office/drawing/2014/main" id="{0297597A-8259-C62E-D09A-EB510E03D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118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5DE71ECB-DD93-A5BB-3D87-3374FB8B7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3187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6" name="Textplatzhalter 9">
            <a:extLst>
              <a:ext uri="{FF2B5EF4-FFF2-40B4-BE49-F238E27FC236}">
                <a16:creationId xmlns:a16="http://schemas.microsoft.com/office/drawing/2014/main" id="{E945E4C6-1522-1937-CA45-8DE7831240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93187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Bildplatzhalter 17">
            <a:extLst>
              <a:ext uri="{FF2B5EF4-FFF2-40B4-BE49-F238E27FC236}">
                <a16:creationId xmlns:a16="http://schemas.microsoft.com/office/drawing/2014/main" id="{AB95BBF8-A2E9-CCAF-363B-609FBCD52AA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89176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4" name="Bildplatzhalter 17">
            <a:extLst>
              <a:ext uri="{FF2B5EF4-FFF2-40B4-BE49-F238E27FC236}">
                <a16:creationId xmlns:a16="http://schemas.microsoft.com/office/drawing/2014/main" id="{83B8CFFB-FF68-9C25-DA36-496767D6BE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53187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6B5678A-CC30-17EC-6046-C3AB8B5CAEBB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81C64AC1-41FF-6EFD-BD2E-001BE8E7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99F5F5F-70C0-A783-86E8-A25D8BB72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2245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120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33234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9899CC0-4887-5398-AC2D-3879832254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235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87B01507-D539-D1D5-84F5-7BB853D625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9120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E4E34D18-7C92-002E-3062-BC29D200A3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3234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A9390570-DE34-9C81-EEEA-7F73452100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3235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4" name="Bildplatzhalter 17">
            <a:extLst>
              <a:ext uri="{FF2B5EF4-FFF2-40B4-BE49-F238E27FC236}">
                <a16:creationId xmlns:a16="http://schemas.microsoft.com/office/drawing/2014/main" id="{98ACEAFE-80F6-186D-B801-C0FAAFAB13E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18767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634B2B19-BE36-AD4B-9ED9-165B78B7716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92881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CD729948-1748-4F0F-5455-FE8C91C53E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92882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7" name="Bildplatzhalter 17">
            <a:extLst>
              <a:ext uri="{FF2B5EF4-FFF2-40B4-BE49-F238E27FC236}">
                <a16:creationId xmlns:a16="http://schemas.microsoft.com/office/drawing/2014/main" id="{9F59711B-6747-8E5E-11FF-97DC1449F1E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18767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61B007DB-67F4-D21A-1F1A-AA2D4E5EBE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92881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9" name="Textplatzhalter 29">
            <a:extLst>
              <a:ext uri="{FF2B5EF4-FFF2-40B4-BE49-F238E27FC236}">
                <a16:creationId xmlns:a16="http://schemas.microsoft.com/office/drawing/2014/main" id="{E2D5A7CD-3472-54C6-6662-4445240350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92882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4EFD47E-4C34-A113-0CC5-20C28AD7301E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027E37E-9F12-A6AD-EC7B-01596119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557245B5-2A7D-2C02-442C-51FF973469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82015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round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603966" y="774642"/>
            <a:ext cx="3803466" cy="380346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0023C3F-F50B-69C3-8315-077076595BB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22C42462-6E49-11FC-7E0A-4ECFDC8D3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40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3D834707-8148-4480-52CF-6B4CFEC6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400000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4235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22C0D2B2-1E2A-A4F9-8F9E-FE9D767FF5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00952" y="2517821"/>
            <a:ext cx="853200" cy="853200"/>
          </a:xfrm>
          <a:prstGeom prst="ellipse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8A430A93-19D5-EA40-544A-224FA798BCE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67183" y="201969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5" name="Bildplatzhalter 17">
            <a:extLst>
              <a:ext uri="{FF2B5EF4-FFF2-40B4-BE49-F238E27FC236}">
                <a16:creationId xmlns:a16="http://schemas.microsoft.com/office/drawing/2014/main" id="{5BC59A19-4BA7-E66C-BBEC-29C203087D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815420" y="25178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772D5D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6" name="Bildplatzhalter 17">
            <a:extLst>
              <a:ext uri="{FF2B5EF4-FFF2-40B4-BE49-F238E27FC236}">
                <a16:creationId xmlns:a16="http://schemas.microsoft.com/office/drawing/2014/main" id="{6A8575FE-B396-2035-95D8-E8BABF6D8C9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4616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64966C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9" name="Bildplatzhalter 17">
            <a:extLst>
              <a:ext uri="{FF2B5EF4-FFF2-40B4-BE49-F238E27FC236}">
                <a16:creationId xmlns:a16="http://schemas.microsoft.com/office/drawing/2014/main" id="{7CEE9865-02A0-F603-DBF2-5D04BC2BDA3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99432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0" name="Bildplatzhalter 17">
            <a:extLst>
              <a:ext uri="{FF2B5EF4-FFF2-40B4-BE49-F238E27FC236}">
                <a16:creationId xmlns:a16="http://schemas.microsoft.com/office/drawing/2014/main" id="{470BED20-491D-A0CD-D9B1-1CB33D07F7C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67183" y="5305882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4BACB9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3D9172F5-8A83-20A5-CF10-C518ADD8B04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831295" y="491407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A1D3C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4" name="Bildplatzhalter 17">
            <a:extLst>
              <a:ext uri="{FF2B5EF4-FFF2-40B4-BE49-F238E27FC236}">
                <a16:creationId xmlns:a16="http://schemas.microsoft.com/office/drawing/2014/main" id="{E3D12321-A5E9-4824-4807-006BF811B89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477348" y="4885663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3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5" name="Bildplatzhalter 17">
            <a:extLst>
              <a:ext uri="{FF2B5EF4-FFF2-40B4-BE49-F238E27FC236}">
                <a16:creationId xmlns:a16="http://schemas.microsoft.com/office/drawing/2014/main" id="{5B7E1FEA-3193-E534-D0FF-A8360D57CA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440725" y="3429000"/>
            <a:ext cx="1314000" cy="13140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8C5A3A3-6D0A-9511-C42F-D92FF6E770DF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166BA448-4548-5F15-2597-19000926C5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44FCA99-46B5-D8ED-F7FC-FA9C07A4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14367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nhaltsplatzhalter 21">
            <a:extLst>
              <a:ext uri="{FF2B5EF4-FFF2-40B4-BE49-F238E27FC236}">
                <a16:creationId xmlns:a16="http://schemas.microsoft.com/office/drawing/2014/main" id="{D7BB12CC-7D14-8A3C-4285-AFB78BE3C95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112645" y="338034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8" name="Inhaltsplatzhalter 21">
            <a:extLst>
              <a:ext uri="{FF2B5EF4-FFF2-40B4-BE49-F238E27FC236}">
                <a16:creationId xmlns:a16="http://schemas.microsoft.com/office/drawing/2014/main" id="{33A6613D-50B2-BB25-8D72-88FED21374F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95195" y="337993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2BEFC549-E378-FA1A-53D8-D386EC8843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605493" y="1363281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accent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2EF5D6C-C81A-42ED-C67F-9BFF02C054F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03905" y="3329350"/>
            <a:ext cx="2735625" cy="1845927"/>
          </a:xfrm>
          <a:prstGeom prst="flowChartMerge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2" name="Inhaltsplatzhalter 71">
            <a:extLst>
              <a:ext uri="{FF2B5EF4-FFF2-40B4-BE49-F238E27FC236}">
                <a16:creationId xmlns:a16="http://schemas.microsoft.com/office/drawing/2014/main" id="{8006F549-64F8-3BCC-308A-28F09F10E9C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447554" y="5344554"/>
            <a:ext cx="7032155" cy="860272"/>
          </a:xfrm>
          <a:prstGeom prst="trapezoid">
            <a:avLst>
              <a:gd name="adj" fmla="val 69019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  <a:lvl2pPr marL="457200" indent="0" algn="ctr">
              <a:buNone/>
              <a:defRPr sz="800"/>
            </a:lvl2pPr>
            <a:lvl3pPr marL="914400" indent="0" algn="ctr">
              <a:buNone/>
              <a:defRPr sz="800"/>
            </a:lvl3pPr>
            <a:lvl4pPr marL="1371600" indent="0" algn="ctr">
              <a:buNone/>
              <a:defRPr sz="800"/>
            </a:lvl4pPr>
            <a:lvl5pPr marL="1828800" indent="0" algn="ctr">
              <a:buNone/>
              <a:defRPr sz="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F7150A6D-248E-CBE7-0CD1-33F8A7C71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65355B37-BA23-335C-CE2F-CEE495EFA2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158791C-C67E-7588-D1BC-B3C41772755A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6085BFAF-1A15-A977-76A3-4F09E955CB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294FB6B-67DE-26B9-75F7-00E1B094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7231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11FE89E-568B-4322-C82A-99798E9D30E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005963" y="2937589"/>
            <a:ext cx="853200" cy="8532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41371A3A-CB8E-FAD1-6EB4-D91D9A6B1C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27985" y="3438542"/>
            <a:ext cx="853200" cy="8532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7D2C574-0B7B-A00E-10DB-D6293120685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89736" y="4760611"/>
            <a:ext cx="853200" cy="8532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16101017-0C4A-2979-D34B-FED2227CD8B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03391" y="4290671"/>
            <a:ext cx="853200" cy="8532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B71A738C-B934-81D9-A636-A9E923B27B26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5843665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0FF61268-9D01-EE23-5711-074721C042E0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1116783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304610D-9559-3EDB-8D91-B321EF03A435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8486066" y="575850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B22E2E7-D9C0-CB9D-24F9-F4CEDFB2304D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8485655" y="229768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B8321047-6B7B-3C5F-7A70-C0DED8AB10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4F3818-5FEC-91B6-5D85-B43900C53A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87FD774B-FDF1-4DE8-0680-B9E3BA034DBD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DA6C52-DF22-D6A8-85F1-316506D522AB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EE3EA5-32A3-A545-6D9E-E7AB9A4E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E0B7C146-198E-A8E4-D2D7-CABB96CDB9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62838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ildplatzhalter 75">
            <a:extLst>
              <a:ext uri="{FF2B5EF4-FFF2-40B4-BE49-F238E27FC236}">
                <a16:creationId xmlns:a16="http://schemas.microsoft.com/office/drawing/2014/main" id="{E7CDD4E0-24E9-A2A3-13F5-3C8E2C0FF0D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177514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7" name="Bildplatzhalter 75">
            <a:extLst>
              <a:ext uri="{FF2B5EF4-FFF2-40B4-BE49-F238E27FC236}">
                <a16:creationId xmlns:a16="http://schemas.microsoft.com/office/drawing/2014/main" id="{B204E437-6989-182B-D017-758C328395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60189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8" name="Bildplatzhalter 75">
            <a:extLst>
              <a:ext uri="{FF2B5EF4-FFF2-40B4-BE49-F238E27FC236}">
                <a16:creationId xmlns:a16="http://schemas.microsoft.com/office/drawing/2014/main" id="{217F7511-C6AB-4087-E532-017F0D7BBC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199546" y="3910868"/>
            <a:ext cx="720725" cy="719137"/>
          </a:xfrm>
          <a:prstGeom prst="rect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9" name="Bildplatzhalter 75">
            <a:extLst>
              <a:ext uri="{FF2B5EF4-FFF2-40B4-BE49-F238E27FC236}">
                <a16:creationId xmlns:a16="http://schemas.microsoft.com/office/drawing/2014/main" id="{813DC06C-1763-5233-A589-728BCB3A15B6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82221" y="3910868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Bildplatzhalter 75">
            <a:extLst>
              <a:ext uri="{FF2B5EF4-FFF2-40B4-BE49-F238E27FC236}">
                <a16:creationId xmlns:a16="http://schemas.microsoft.com/office/drawing/2014/main" id="{8F91579E-A843-95B5-5C98-8ABA0128209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88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1" name="Bildplatzhalter 75">
            <a:extLst>
              <a:ext uri="{FF2B5EF4-FFF2-40B4-BE49-F238E27FC236}">
                <a16:creationId xmlns:a16="http://schemas.microsoft.com/office/drawing/2014/main" id="{8EF699EA-92D3-AFA2-AF99-C6EFCA7E78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04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2" name="Bildplatzhalter 75">
            <a:extLst>
              <a:ext uri="{FF2B5EF4-FFF2-40B4-BE49-F238E27FC236}">
                <a16:creationId xmlns:a16="http://schemas.microsoft.com/office/drawing/2014/main" id="{B3D1EB28-9044-FA77-EF2C-CD1779377B6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88163" y="3840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3" name="Bildplatzhalter 75">
            <a:extLst>
              <a:ext uri="{FF2B5EF4-FFF2-40B4-BE49-F238E27FC236}">
                <a16:creationId xmlns:a16="http://schemas.microsoft.com/office/drawing/2014/main" id="{9FBFD2AE-A89D-29CF-4CE0-3E4F240BBAC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504163" y="3840462"/>
            <a:ext cx="2016000" cy="2016000"/>
          </a:xfrm>
          <a:prstGeom prst="rect">
            <a:avLst/>
          </a:pr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4" name="Textplatzhalter 9">
            <a:extLst>
              <a:ext uri="{FF2B5EF4-FFF2-40B4-BE49-F238E27FC236}">
                <a16:creationId xmlns:a16="http://schemas.microsoft.com/office/drawing/2014/main" id="{CDA609C0-647C-B1BD-93EC-A78509D983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5" name="Textplatzhalter 29">
            <a:extLst>
              <a:ext uri="{FF2B5EF4-FFF2-40B4-BE49-F238E27FC236}">
                <a16:creationId xmlns:a16="http://schemas.microsoft.com/office/drawing/2014/main" id="{C112F0A2-A070-327C-8023-F5E35CAFF6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4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6" name="Textplatzhalter 9">
            <a:extLst>
              <a:ext uri="{FF2B5EF4-FFF2-40B4-BE49-F238E27FC236}">
                <a16:creationId xmlns:a16="http://schemas.microsoft.com/office/drawing/2014/main" id="{254547D5-8F71-F03C-36AB-1B91C150CC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76789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7" name="Textplatzhalter 29">
            <a:extLst>
              <a:ext uri="{FF2B5EF4-FFF2-40B4-BE49-F238E27FC236}">
                <a16:creationId xmlns:a16="http://schemas.microsoft.com/office/drawing/2014/main" id="{05042D0D-FDDB-CCD7-326B-E6A0483D7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76790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8" name="Textplatzhalter 9">
            <a:extLst>
              <a:ext uri="{FF2B5EF4-FFF2-40B4-BE49-F238E27FC236}">
                <a16:creationId xmlns:a16="http://schemas.microsoft.com/office/drawing/2014/main" id="{0EF15943-3A9E-1793-7627-E1655D446F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570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9" name="Textplatzhalter 29">
            <a:extLst>
              <a:ext uri="{FF2B5EF4-FFF2-40B4-BE49-F238E27FC236}">
                <a16:creationId xmlns:a16="http://schemas.microsoft.com/office/drawing/2014/main" id="{6B860575-782D-1C92-7C8F-D1EFBD3549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1571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0" name="Textplatzhalter 9">
            <a:extLst>
              <a:ext uri="{FF2B5EF4-FFF2-40B4-BE49-F238E27FC236}">
                <a16:creationId xmlns:a16="http://schemas.microsoft.com/office/drawing/2014/main" id="{6D4B7B9E-8681-3FE6-2C1C-3D017FE231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99546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91" name="Textplatzhalter 29">
            <a:extLst>
              <a:ext uri="{FF2B5EF4-FFF2-40B4-BE49-F238E27FC236}">
                <a16:creationId xmlns:a16="http://schemas.microsoft.com/office/drawing/2014/main" id="{81A9C47E-BBD0-D717-A4B3-202CF0F24A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99547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2" name="Textplatzhalter 29">
            <a:extLst>
              <a:ext uri="{FF2B5EF4-FFF2-40B4-BE49-F238E27FC236}">
                <a16:creationId xmlns:a16="http://schemas.microsoft.com/office/drawing/2014/main" id="{311152C1-EE48-B023-11D2-BA0FEDD80F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30427" y="3840462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93" name="Textplatzhalter 29">
            <a:extLst>
              <a:ext uri="{FF2B5EF4-FFF2-40B4-BE49-F238E27FC236}">
                <a16:creationId xmlns:a16="http://schemas.microsoft.com/office/drawing/2014/main" id="{11F56A58-56BB-6693-7AEF-C847D2834F4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04163" y="6126166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FC7BB2F-2DD9-A110-F3B7-5A8AA6E24CF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0D555817-D5BB-91AC-6D7E-2FD0D1988B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FDDD65E-5178-9197-63FD-4C9528DD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9517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Devi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20BA9F0-F524-7BAC-5100-45348B57BCC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BD634087-95FD-2B8B-B83E-2F68D176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E4739C2-4E2B-545F-7B88-2890E13B02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792EC007-5E15-AEDB-5017-B090C77ED1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36">
            <a:extLst>
              <a:ext uri="{FF2B5EF4-FFF2-40B4-BE49-F238E27FC236}">
                <a16:creationId xmlns:a16="http://schemas.microsoft.com/office/drawing/2014/main" id="{6C613CE8-37D3-A363-0BDC-E7D089FFFB2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0" name="Group 22">
            <a:extLst>
              <a:ext uri="{FF2B5EF4-FFF2-40B4-BE49-F238E27FC236}">
                <a16:creationId xmlns:a16="http://schemas.microsoft.com/office/drawing/2014/main" id="{B13FDC59-CAC1-35C5-1668-F8AD7E79843E}"/>
              </a:ext>
            </a:extLst>
          </p:cNvPr>
          <p:cNvGrpSpPr/>
          <p:nvPr userDrawn="1"/>
        </p:nvGrpSpPr>
        <p:grpSpPr>
          <a:xfrm>
            <a:off x="6351402" y="2718513"/>
            <a:ext cx="5221915" cy="3015681"/>
            <a:chOff x="6144186" y="2371271"/>
            <a:chExt cx="6403598" cy="3665723"/>
          </a:xfrm>
          <a:solidFill>
            <a:srgbClr val="2F3941"/>
          </a:solidFill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D6B8E231-7472-23E1-1A62-328766A11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141" y="5953183"/>
              <a:ext cx="6363688" cy="83811"/>
            </a:xfrm>
            <a:custGeom>
              <a:avLst/>
              <a:gdLst>
                <a:gd name="T0" fmla="*/ 1596 w 1596"/>
                <a:gd name="T1" fmla="*/ 0 h 21"/>
                <a:gd name="T2" fmla="*/ 0 w 1596"/>
                <a:gd name="T3" fmla="*/ 0 h 21"/>
                <a:gd name="T4" fmla="*/ 229 w 1596"/>
                <a:gd name="T5" fmla="*/ 21 h 21"/>
                <a:gd name="T6" fmla="*/ 1391 w 1596"/>
                <a:gd name="T7" fmla="*/ 21 h 21"/>
                <a:gd name="T8" fmla="*/ 1596 w 159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6" h="21">
                  <a:moveTo>
                    <a:pt x="15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5" y="12"/>
                    <a:pt x="133" y="21"/>
                    <a:pt x="229" y="21"/>
                  </a:cubicBezTo>
                  <a:cubicBezTo>
                    <a:pt x="1391" y="21"/>
                    <a:pt x="1391" y="21"/>
                    <a:pt x="1391" y="21"/>
                  </a:cubicBezTo>
                  <a:cubicBezTo>
                    <a:pt x="1530" y="21"/>
                    <a:pt x="1582" y="11"/>
                    <a:pt x="15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D97B8499-4440-721F-30A6-FD2AB0E45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2371271"/>
              <a:ext cx="5214273" cy="3542004"/>
            </a:xfrm>
            <a:custGeom>
              <a:avLst/>
              <a:gdLst>
                <a:gd name="T0" fmla="*/ 1260 w 1307"/>
                <a:gd name="T1" fmla="*/ 0 h 888"/>
                <a:gd name="T2" fmla="*/ 47 w 1307"/>
                <a:gd name="T3" fmla="*/ 0 h 888"/>
                <a:gd name="T4" fmla="*/ 0 w 1307"/>
                <a:gd name="T5" fmla="*/ 47 h 888"/>
                <a:gd name="T6" fmla="*/ 0 w 1307"/>
                <a:gd name="T7" fmla="*/ 876 h 888"/>
                <a:gd name="T8" fmla="*/ 12 w 1307"/>
                <a:gd name="T9" fmla="*/ 888 h 888"/>
                <a:gd name="T10" fmla="*/ 14 w 1307"/>
                <a:gd name="T11" fmla="*/ 888 h 888"/>
                <a:gd name="T12" fmla="*/ 14 w 1307"/>
                <a:gd name="T13" fmla="*/ 46 h 888"/>
                <a:gd name="T14" fmla="*/ 46 w 1307"/>
                <a:gd name="T15" fmla="*/ 14 h 888"/>
                <a:gd name="T16" fmla="*/ 1261 w 1307"/>
                <a:gd name="T17" fmla="*/ 14 h 888"/>
                <a:gd name="T18" fmla="*/ 1294 w 1307"/>
                <a:gd name="T19" fmla="*/ 46 h 888"/>
                <a:gd name="T20" fmla="*/ 1294 w 1307"/>
                <a:gd name="T21" fmla="*/ 888 h 888"/>
                <a:gd name="T22" fmla="*/ 1296 w 1307"/>
                <a:gd name="T23" fmla="*/ 888 h 888"/>
                <a:gd name="T24" fmla="*/ 1307 w 1307"/>
                <a:gd name="T25" fmla="*/ 876 h 888"/>
                <a:gd name="T26" fmla="*/ 1307 w 1307"/>
                <a:gd name="T27" fmla="*/ 47 h 888"/>
                <a:gd name="T28" fmla="*/ 1260 w 1307"/>
                <a:gd name="T29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7" h="888">
                  <a:moveTo>
                    <a:pt x="1260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3"/>
                    <a:pt x="6" y="888"/>
                    <a:pt x="12" y="888"/>
                  </a:cubicBezTo>
                  <a:cubicBezTo>
                    <a:pt x="14" y="888"/>
                    <a:pt x="14" y="888"/>
                    <a:pt x="14" y="888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28"/>
                    <a:pt x="29" y="14"/>
                    <a:pt x="46" y="14"/>
                  </a:cubicBezTo>
                  <a:cubicBezTo>
                    <a:pt x="1261" y="14"/>
                    <a:pt x="1261" y="14"/>
                    <a:pt x="1261" y="14"/>
                  </a:cubicBezTo>
                  <a:cubicBezTo>
                    <a:pt x="1279" y="14"/>
                    <a:pt x="1294" y="28"/>
                    <a:pt x="1294" y="46"/>
                  </a:cubicBezTo>
                  <a:cubicBezTo>
                    <a:pt x="1294" y="888"/>
                    <a:pt x="1294" y="888"/>
                    <a:pt x="1294" y="888"/>
                  </a:cubicBezTo>
                  <a:cubicBezTo>
                    <a:pt x="1296" y="888"/>
                    <a:pt x="1296" y="888"/>
                    <a:pt x="1296" y="888"/>
                  </a:cubicBezTo>
                  <a:cubicBezTo>
                    <a:pt x="1302" y="888"/>
                    <a:pt x="1307" y="883"/>
                    <a:pt x="1307" y="876"/>
                  </a:cubicBezTo>
                  <a:cubicBezTo>
                    <a:pt x="1307" y="47"/>
                    <a:pt x="1307" y="47"/>
                    <a:pt x="1307" y="47"/>
                  </a:cubicBezTo>
                  <a:cubicBezTo>
                    <a:pt x="1307" y="21"/>
                    <a:pt x="1286" y="0"/>
                    <a:pt x="12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2538707A-D95E-5F72-948E-9B31942B8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5765622"/>
              <a:ext cx="5214273" cy="147666"/>
            </a:xfrm>
            <a:custGeom>
              <a:avLst/>
              <a:gdLst>
                <a:gd name="T0" fmla="*/ 0 w 1307"/>
                <a:gd name="T1" fmla="*/ 0 h 37"/>
                <a:gd name="T2" fmla="*/ 0 w 1307"/>
                <a:gd name="T3" fmla="*/ 25 h 37"/>
                <a:gd name="T4" fmla="*/ 12 w 1307"/>
                <a:gd name="T5" fmla="*/ 37 h 37"/>
                <a:gd name="T6" fmla="*/ 1296 w 1307"/>
                <a:gd name="T7" fmla="*/ 37 h 37"/>
                <a:gd name="T8" fmla="*/ 1307 w 1307"/>
                <a:gd name="T9" fmla="*/ 25 h 37"/>
                <a:gd name="T10" fmla="*/ 1307 w 1307"/>
                <a:gd name="T11" fmla="*/ 0 h 37"/>
                <a:gd name="T12" fmla="*/ 0 w 1307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7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2"/>
                    <a:pt x="6" y="37"/>
                    <a:pt x="12" y="37"/>
                  </a:cubicBezTo>
                  <a:cubicBezTo>
                    <a:pt x="1296" y="37"/>
                    <a:pt x="1296" y="37"/>
                    <a:pt x="1296" y="37"/>
                  </a:cubicBezTo>
                  <a:cubicBezTo>
                    <a:pt x="1302" y="37"/>
                    <a:pt x="1307" y="32"/>
                    <a:pt x="1307" y="25"/>
                  </a:cubicBezTo>
                  <a:cubicBezTo>
                    <a:pt x="1307" y="0"/>
                    <a:pt x="1307" y="0"/>
                    <a:pt x="13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60F543DF-D4FB-EE1F-3D3C-443C066CB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4186" y="5909336"/>
              <a:ext cx="6403598" cy="43901"/>
            </a:xfrm>
            <a:custGeom>
              <a:avLst/>
              <a:gdLst>
                <a:gd name="T0" fmla="*/ 1601 w 1606"/>
                <a:gd name="T1" fmla="*/ 11 h 11"/>
                <a:gd name="T2" fmla="*/ 5 w 1606"/>
                <a:gd name="T3" fmla="*/ 11 h 11"/>
                <a:gd name="T4" fmla="*/ 0 w 1606"/>
                <a:gd name="T5" fmla="*/ 5 h 11"/>
                <a:gd name="T6" fmla="*/ 5 w 1606"/>
                <a:gd name="T7" fmla="*/ 0 h 11"/>
                <a:gd name="T8" fmla="*/ 1601 w 1606"/>
                <a:gd name="T9" fmla="*/ 0 h 11"/>
                <a:gd name="T10" fmla="*/ 1606 w 1606"/>
                <a:gd name="T11" fmla="*/ 5 h 11"/>
                <a:gd name="T12" fmla="*/ 1601 w 160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6" h="11">
                  <a:moveTo>
                    <a:pt x="160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601" y="0"/>
                    <a:pt x="1601" y="0"/>
                    <a:pt x="1601" y="0"/>
                  </a:cubicBezTo>
                  <a:cubicBezTo>
                    <a:pt x="1604" y="0"/>
                    <a:pt x="1606" y="2"/>
                    <a:pt x="1606" y="5"/>
                  </a:cubicBezTo>
                  <a:cubicBezTo>
                    <a:pt x="1606" y="8"/>
                    <a:pt x="1604" y="11"/>
                    <a:pt x="1601" y="11"/>
                  </a:cubicBezTo>
                </a:path>
              </a:pathLst>
            </a:custGeom>
            <a:gradFill flip="none" rotWithShape="1">
              <a:gsLst>
                <a:gs pos="52000">
                  <a:schemeClr val="tx1"/>
                </a:gs>
                <a:gs pos="99000">
                  <a:srgbClr val="2F3941"/>
                </a:gs>
                <a:gs pos="0">
                  <a:schemeClr val="tx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43" name="Bildplatzhalter 53">
            <a:extLst>
              <a:ext uri="{FF2B5EF4-FFF2-40B4-BE49-F238E27FC236}">
                <a16:creationId xmlns:a16="http://schemas.microsoft.com/office/drawing/2014/main" id="{FC346D2D-ACE6-6313-2B0A-5586B29C16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grpSp>
        <p:nvGrpSpPr>
          <p:cNvPr id="44" name="Group 27">
            <a:extLst>
              <a:ext uri="{FF2B5EF4-FFF2-40B4-BE49-F238E27FC236}">
                <a16:creationId xmlns:a16="http://schemas.microsoft.com/office/drawing/2014/main" id="{47026502-DF30-9808-BFA3-323D5FC6EDF4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AEC3185A-4895-622F-C566-ADE2AB2ED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086BEFD2-FD4C-4040-4202-941EDA53C4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15D6470A-C099-4E33-B9CE-0A61EBFA6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1495F8DF-DCD5-E4CC-91F6-E83070005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F01852E3-14D1-646D-E53E-255754BC0D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0" name="Rectangle 21">
              <a:extLst>
                <a:ext uri="{FF2B5EF4-FFF2-40B4-BE49-F238E27FC236}">
                  <a16:creationId xmlns:a16="http://schemas.microsoft.com/office/drawing/2014/main" id="{A7D9F17C-6AB3-4A02-0709-989DA0EE0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1" name="Rectangle 22">
              <a:extLst>
                <a:ext uri="{FF2B5EF4-FFF2-40B4-BE49-F238E27FC236}">
                  <a16:creationId xmlns:a16="http://schemas.microsoft.com/office/drawing/2014/main" id="{E09212EC-5A00-63BF-B1C0-BFAF1DE2E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122D7EE1-92CA-EBA8-38FC-4AE4F19DB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7D2A0F34-E653-59B3-16A2-261848B27A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4" name="Oval 25">
              <a:extLst>
                <a:ext uri="{FF2B5EF4-FFF2-40B4-BE49-F238E27FC236}">
                  <a16:creationId xmlns:a16="http://schemas.microsoft.com/office/drawing/2014/main" id="{3CB44780-2078-D6B1-E48E-7C54AD0A1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A3DAAA32-76B2-1C98-3781-0D2FC824C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95CA3718-7F2B-CDDD-2A9C-717F0507A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84EE0685-B581-C94D-608A-58D866F3F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16709050-CD05-9428-FD63-F29E6000D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9" name="Freeform 30">
              <a:extLst>
                <a:ext uri="{FF2B5EF4-FFF2-40B4-BE49-F238E27FC236}">
                  <a16:creationId xmlns:a16="http://schemas.microsoft.com/office/drawing/2014/main" id="{0D56973C-987D-FEB3-4C32-C3DE5DF6D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1" name="Bildplatzhalter 37">
            <a:extLst>
              <a:ext uri="{FF2B5EF4-FFF2-40B4-BE49-F238E27FC236}">
                <a16:creationId xmlns:a16="http://schemas.microsoft.com/office/drawing/2014/main" id="{5DB36E10-0B18-98AE-4315-78BDED8894A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2" name="Freeform 11">
            <a:extLst>
              <a:ext uri="{FF2B5EF4-FFF2-40B4-BE49-F238E27FC236}">
                <a16:creationId xmlns:a16="http://schemas.microsoft.com/office/drawing/2014/main" id="{28B13D21-6B76-712D-579C-747AFB9E670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73390" y="2380385"/>
            <a:ext cx="2559698" cy="3353808"/>
          </a:xfrm>
          <a:custGeom>
            <a:avLst/>
            <a:gdLst>
              <a:gd name="T0" fmla="*/ 44 w 787"/>
              <a:gd name="T1" fmla="*/ 1018 h 1031"/>
              <a:gd name="T2" fmla="*/ 12 w 787"/>
              <a:gd name="T3" fmla="*/ 986 h 1031"/>
              <a:gd name="T4" fmla="*/ 12 w 787"/>
              <a:gd name="T5" fmla="*/ 50 h 1031"/>
              <a:gd name="T6" fmla="*/ 44 w 787"/>
              <a:gd name="T7" fmla="*/ 18 h 1031"/>
              <a:gd name="T8" fmla="*/ 738 w 787"/>
              <a:gd name="T9" fmla="*/ 18 h 1031"/>
              <a:gd name="T10" fmla="*/ 770 w 787"/>
              <a:gd name="T11" fmla="*/ 50 h 1031"/>
              <a:gd name="T12" fmla="*/ 770 w 787"/>
              <a:gd name="T13" fmla="*/ 986 h 1031"/>
              <a:gd name="T14" fmla="*/ 738 w 787"/>
              <a:gd name="T15" fmla="*/ 1018 h 1031"/>
              <a:gd name="T16" fmla="*/ 44 w 787"/>
              <a:gd name="T17" fmla="*/ 1018 h 1031"/>
              <a:gd name="T18" fmla="*/ 782 w 787"/>
              <a:gd name="T19" fmla="*/ 986 h 1031"/>
              <a:gd name="T20" fmla="*/ 782 w 787"/>
              <a:gd name="T21" fmla="*/ 162 h 1031"/>
              <a:gd name="T22" fmla="*/ 786 w 787"/>
              <a:gd name="T23" fmla="*/ 162 h 1031"/>
              <a:gd name="T24" fmla="*/ 787 w 787"/>
              <a:gd name="T25" fmla="*/ 161 h 1031"/>
              <a:gd name="T26" fmla="*/ 787 w 787"/>
              <a:gd name="T27" fmla="*/ 125 h 1031"/>
              <a:gd name="T28" fmla="*/ 786 w 787"/>
              <a:gd name="T29" fmla="*/ 123 h 1031"/>
              <a:gd name="T30" fmla="*/ 782 w 787"/>
              <a:gd name="T31" fmla="*/ 123 h 1031"/>
              <a:gd name="T32" fmla="*/ 782 w 787"/>
              <a:gd name="T33" fmla="*/ 112 h 1031"/>
              <a:gd name="T34" fmla="*/ 786 w 787"/>
              <a:gd name="T35" fmla="*/ 112 h 1031"/>
              <a:gd name="T36" fmla="*/ 787 w 787"/>
              <a:gd name="T37" fmla="*/ 111 h 1031"/>
              <a:gd name="T38" fmla="*/ 787 w 787"/>
              <a:gd name="T39" fmla="*/ 74 h 1031"/>
              <a:gd name="T40" fmla="*/ 786 w 787"/>
              <a:gd name="T41" fmla="*/ 73 h 1031"/>
              <a:gd name="T42" fmla="*/ 782 w 787"/>
              <a:gd name="T43" fmla="*/ 73 h 1031"/>
              <a:gd name="T44" fmla="*/ 782 w 787"/>
              <a:gd name="T45" fmla="*/ 50 h 1031"/>
              <a:gd name="T46" fmla="*/ 738 w 787"/>
              <a:gd name="T47" fmla="*/ 6 h 1031"/>
              <a:gd name="T48" fmla="*/ 738 w 787"/>
              <a:gd name="T49" fmla="*/ 1 h 1031"/>
              <a:gd name="T50" fmla="*/ 737 w 787"/>
              <a:gd name="T51" fmla="*/ 0 h 1031"/>
              <a:gd name="T52" fmla="*/ 701 w 787"/>
              <a:gd name="T53" fmla="*/ 0 h 1031"/>
              <a:gd name="T54" fmla="*/ 699 w 787"/>
              <a:gd name="T55" fmla="*/ 1 h 1031"/>
              <a:gd name="T56" fmla="*/ 699 w 787"/>
              <a:gd name="T57" fmla="*/ 6 h 1031"/>
              <a:gd name="T58" fmla="*/ 44 w 787"/>
              <a:gd name="T59" fmla="*/ 6 h 1031"/>
              <a:gd name="T60" fmla="*/ 0 w 787"/>
              <a:gd name="T61" fmla="*/ 50 h 1031"/>
              <a:gd name="T62" fmla="*/ 0 w 787"/>
              <a:gd name="T63" fmla="*/ 986 h 1031"/>
              <a:gd name="T64" fmla="*/ 44 w 787"/>
              <a:gd name="T65" fmla="*/ 1031 h 1031"/>
              <a:gd name="T66" fmla="*/ 738 w 787"/>
              <a:gd name="T67" fmla="*/ 1031 h 1031"/>
              <a:gd name="T68" fmla="*/ 782 w 787"/>
              <a:gd name="T69" fmla="*/ 986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7" h="1031">
                <a:moveTo>
                  <a:pt x="44" y="1018"/>
                </a:moveTo>
                <a:cubicBezTo>
                  <a:pt x="26" y="1018"/>
                  <a:pt x="12" y="1004"/>
                  <a:pt x="12" y="986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33"/>
                  <a:pt x="26" y="18"/>
                  <a:pt x="44" y="18"/>
                </a:cubicBezTo>
                <a:cubicBezTo>
                  <a:pt x="738" y="18"/>
                  <a:pt x="738" y="18"/>
                  <a:pt x="738" y="18"/>
                </a:cubicBezTo>
                <a:cubicBezTo>
                  <a:pt x="755" y="18"/>
                  <a:pt x="770" y="33"/>
                  <a:pt x="770" y="50"/>
                </a:cubicBezTo>
                <a:cubicBezTo>
                  <a:pt x="770" y="986"/>
                  <a:pt x="770" y="986"/>
                  <a:pt x="770" y="986"/>
                </a:cubicBezTo>
                <a:cubicBezTo>
                  <a:pt x="770" y="1004"/>
                  <a:pt x="755" y="1018"/>
                  <a:pt x="738" y="1018"/>
                </a:cubicBezTo>
                <a:cubicBezTo>
                  <a:pt x="44" y="1018"/>
                  <a:pt x="44" y="1018"/>
                  <a:pt x="44" y="1018"/>
                </a:cubicBezTo>
                <a:moveTo>
                  <a:pt x="782" y="986"/>
                </a:moveTo>
                <a:cubicBezTo>
                  <a:pt x="782" y="162"/>
                  <a:pt x="782" y="162"/>
                  <a:pt x="782" y="162"/>
                </a:cubicBezTo>
                <a:cubicBezTo>
                  <a:pt x="786" y="162"/>
                  <a:pt x="786" y="162"/>
                  <a:pt x="786" y="162"/>
                </a:cubicBezTo>
                <a:cubicBezTo>
                  <a:pt x="787" y="162"/>
                  <a:pt x="787" y="161"/>
                  <a:pt x="787" y="161"/>
                </a:cubicBezTo>
                <a:cubicBezTo>
                  <a:pt x="787" y="125"/>
                  <a:pt x="787" y="125"/>
                  <a:pt x="787" y="125"/>
                </a:cubicBezTo>
                <a:cubicBezTo>
                  <a:pt x="787" y="124"/>
                  <a:pt x="787" y="123"/>
                  <a:pt x="786" y="123"/>
                </a:cubicBezTo>
                <a:cubicBezTo>
                  <a:pt x="782" y="123"/>
                  <a:pt x="782" y="123"/>
                  <a:pt x="782" y="123"/>
                </a:cubicBezTo>
                <a:cubicBezTo>
                  <a:pt x="782" y="112"/>
                  <a:pt x="782" y="112"/>
                  <a:pt x="782" y="112"/>
                </a:cubicBezTo>
                <a:cubicBezTo>
                  <a:pt x="786" y="112"/>
                  <a:pt x="786" y="112"/>
                  <a:pt x="786" y="112"/>
                </a:cubicBezTo>
                <a:cubicBezTo>
                  <a:pt x="787" y="112"/>
                  <a:pt x="787" y="111"/>
                  <a:pt x="787" y="111"/>
                </a:cubicBezTo>
                <a:cubicBezTo>
                  <a:pt x="787" y="74"/>
                  <a:pt x="787" y="74"/>
                  <a:pt x="787" y="74"/>
                </a:cubicBezTo>
                <a:cubicBezTo>
                  <a:pt x="787" y="74"/>
                  <a:pt x="787" y="73"/>
                  <a:pt x="786" y="73"/>
                </a:cubicBezTo>
                <a:cubicBezTo>
                  <a:pt x="782" y="73"/>
                  <a:pt x="782" y="73"/>
                  <a:pt x="782" y="73"/>
                </a:cubicBezTo>
                <a:cubicBezTo>
                  <a:pt x="782" y="50"/>
                  <a:pt x="782" y="50"/>
                  <a:pt x="782" y="50"/>
                </a:cubicBezTo>
                <a:cubicBezTo>
                  <a:pt x="782" y="26"/>
                  <a:pt x="763" y="6"/>
                  <a:pt x="738" y="6"/>
                </a:cubicBezTo>
                <a:cubicBezTo>
                  <a:pt x="738" y="1"/>
                  <a:pt x="738" y="1"/>
                  <a:pt x="738" y="1"/>
                </a:cubicBezTo>
                <a:cubicBezTo>
                  <a:pt x="738" y="0"/>
                  <a:pt x="738" y="0"/>
                  <a:pt x="737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0" y="0"/>
                  <a:pt x="699" y="0"/>
                  <a:pt x="699" y="1"/>
                </a:cubicBezTo>
                <a:cubicBezTo>
                  <a:pt x="699" y="6"/>
                  <a:pt x="699" y="6"/>
                  <a:pt x="699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19" y="6"/>
                  <a:pt x="0" y="26"/>
                  <a:pt x="0" y="50"/>
                </a:cubicBezTo>
                <a:cubicBezTo>
                  <a:pt x="0" y="986"/>
                  <a:pt x="0" y="986"/>
                  <a:pt x="0" y="986"/>
                </a:cubicBezTo>
                <a:cubicBezTo>
                  <a:pt x="0" y="1011"/>
                  <a:pt x="19" y="1031"/>
                  <a:pt x="44" y="1031"/>
                </a:cubicBezTo>
                <a:cubicBezTo>
                  <a:pt x="738" y="1031"/>
                  <a:pt x="738" y="1031"/>
                  <a:pt x="738" y="1031"/>
                </a:cubicBezTo>
                <a:cubicBezTo>
                  <a:pt x="762" y="1031"/>
                  <a:pt x="782" y="1011"/>
                  <a:pt x="782" y="986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114942" tIns="57471" rIns="114942" bIns="57471" numCol="1" anchor="ctr" anchorCtr="1" compatLnSpc="1">
            <a:prstTxWarp prst="textNoShape">
              <a:avLst/>
            </a:prstTxWarp>
          </a:bodyPr>
          <a:lstStyle/>
          <a:p>
            <a:endParaRPr lang="en-US" sz="2263"/>
          </a:p>
        </p:txBody>
      </p:sp>
      <p:grpSp>
        <p:nvGrpSpPr>
          <p:cNvPr id="63" name="Group 27">
            <a:extLst>
              <a:ext uri="{FF2B5EF4-FFF2-40B4-BE49-F238E27FC236}">
                <a16:creationId xmlns:a16="http://schemas.microsoft.com/office/drawing/2014/main" id="{493FED0C-F8A8-9E5C-7B0F-0CF4BACAF300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</p:grpSpPr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D41CE1ED-C9F2-985C-A028-DDF6F2CA5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5" name="Freeform 17">
              <a:extLst>
                <a:ext uri="{FF2B5EF4-FFF2-40B4-BE49-F238E27FC236}">
                  <a16:creationId xmlns:a16="http://schemas.microsoft.com/office/drawing/2014/main" id="{A9818088-90EB-7AD9-AC53-B10B75F91B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6" name="Freeform 18">
              <a:extLst>
                <a:ext uri="{FF2B5EF4-FFF2-40B4-BE49-F238E27FC236}">
                  <a16:creationId xmlns:a16="http://schemas.microsoft.com/office/drawing/2014/main" id="{35240A0D-E512-2930-599E-A966B2989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1BFF8965-8617-414E-6A53-C7626A3F29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A5446287-0F7F-4D02-A10D-F6278D42D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9" name="Rectangle 21">
              <a:extLst>
                <a:ext uri="{FF2B5EF4-FFF2-40B4-BE49-F238E27FC236}">
                  <a16:creationId xmlns:a16="http://schemas.microsoft.com/office/drawing/2014/main" id="{1CF240C1-A111-0B8B-AE78-6A1894F5C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0" name="Rectangle 22">
              <a:extLst>
                <a:ext uri="{FF2B5EF4-FFF2-40B4-BE49-F238E27FC236}">
                  <a16:creationId xmlns:a16="http://schemas.microsoft.com/office/drawing/2014/main" id="{CBA3EAA8-5845-FE4E-BB47-4B39B3FF5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BBB7EB3D-F0EC-1787-6EA0-BBF43845E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6C6B97B2-1BE0-9AD4-0122-FA91BB9B28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3" name="Oval 25">
              <a:extLst>
                <a:ext uri="{FF2B5EF4-FFF2-40B4-BE49-F238E27FC236}">
                  <a16:creationId xmlns:a16="http://schemas.microsoft.com/office/drawing/2014/main" id="{226963A1-99FD-75EF-018D-27DD0175A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549A3272-4896-D269-7D50-87D7D59F8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D6E9BA95-A2E2-0C58-F2A2-1E95CC624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AAD79E57-6F2C-7EBA-A91E-10B14BC37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050F41F3-2898-7D65-085C-EC0B63EEE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A22E6347-E5E9-6C12-36AE-27F9ED849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79" name="Bildplatzhalter 52">
            <a:extLst>
              <a:ext uri="{FF2B5EF4-FFF2-40B4-BE49-F238E27FC236}">
                <a16:creationId xmlns:a16="http://schemas.microsoft.com/office/drawing/2014/main" id="{F69CE8FA-7BF7-33BD-6AEB-2002256BC9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0" name="Bildplatzhalter 7">
            <a:extLst>
              <a:ext uri="{FF2B5EF4-FFF2-40B4-BE49-F238E27FC236}">
                <a16:creationId xmlns:a16="http://schemas.microsoft.com/office/drawing/2014/main" id="{88AB9D3B-052E-CE20-E779-AA962A56261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81" name="Group 81">
            <a:extLst>
              <a:ext uri="{FF2B5EF4-FFF2-40B4-BE49-F238E27FC236}">
                <a16:creationId xmlns:a16="http://schemas.microsoft.com/office/drawing/2014/main" id="{B3563498-181F-F3FC-D65E-A0F4D93C7DBB}"/>
              </a:ext>
            </a:extLst>
          </p:cNvPr>
          <p:cNvGrpSpPr/>
          <p:nvPr userDrawn="1"/>
        </p:nvGrpSpPr>
        <p:grpSpPr>
          <a:xfrm>
            <a:off x="6825309" y="3575061"/>
            <a:ext cx="1201825" cy="2516269"/>
            <a:chOff x="6837149" y="3580375"/>
            <a:chExt cx="1178145" cy="2491355"/>
          </a:xfrm>
          <a:solidFill>
            <a:srgbClr val="2F3941"/>
          </a:solidFill>
        </p:grpSpPr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9F50834F-6411-7F5B-05C8-43A1FC80AD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7149" y="3580375"/>
              <a:ext cx="1178145" cy="2491355"/>
            </a:xfrm>
            <a:custGeom>
              <a:avLst/>
              <a:gdLst>
                <a:gd name="T0" fmla="*/ 352 w 362"/>
                <a:gd name="T1" fmla="*/ 714 h 766"/>
                <a:gd name="T2" fmla="*/ 310 w 362"/>
                <a:gd name="T3" fmla="*/ 756 h 766"/>
                <a:gd name="T4" fmla="*/ 52 w 362"/>
                <a:gd name="T5" fmla="*/ 756 h 766"/>
                <a:gd name="T6" fmla="*/ 10 w 362"/>
                <a:gd name="T7" fmla="*/ 714 h 766"/>
                <a:gd name="T8" fmla="*/ 10 w 362"/>
                <a:gd name="T9" fmla="*/ 52 h 766"/>
                <a:gd name="T10" fmla="*/ 52 w 362"/>
                <a:gd name="T11" fmla="*/ 10 h 766"/>
                <a:gd name="T12" fmla="*/ 93 w 362"/>
                <a:gd name="T13" fmla="*/ 10 h 766"/>
                <a:gd name="T14" fmla="*/ 93 w 362"/>
                <a:gd name="T15" fmla="*/ 18 h 766"/>
                <a:gd name="T16" fmla="*/ 109 w 362"/>
                <a:gd name="T17" fmla="*/ 35 h 766"/>
                <a:gd name="T18" fmla="*/ 253 w 362"/>
                <a:gd name="T19" fmla="*/ 35 h 766"/>
                <a:gd name="T20" fmla="*/ 269 w 362"/>
                <a:gd name="T21" fmla="*/ 18 h 766"/>
                <a:gd name="T22" fmla="*/ 269 w 362"/>
                <a:gd name="T23" fmla="*/ 10 h 766"/>
                <a:gd name="T24" fmla="*/ 310 w 362"/>
                <a:gd name="T25" fmla="*/ 10 h 766"/>
                <a:gd name="T26" fmla="*/ 352 w 362"/>
                <a:gd name="T27" fmla="*/ 52 h 766"/>
                <a:gd name="T28" fmla="*/ 352 w 362"/>
                <a:gd name="T29" fmla="*/ 714 h 766"/>
                <a:gd name="T30" fmla="*/ 309 w 362"/>
                <a:gd name="T31" fmla="*/ 0 h 766"/>
                <a:gd name="T32" fmla="*/ 53 w 362"/>
                <a:gd name="T33" fmla="*/ 0 h 766"/>
                <a:gd name="T34" fmla="*/ 0 w 362"/>
                <a:gd name="T35" fmla="*/ 54 h 766"/>
                <a:gd name="T36" fmla="*/ 0 w 362"/>
                <a:gd name="T37" fmla="*/ 712 h 766"/>
                <a:gd name="T38" fmla="*/ 53 w 362"/>
                <a:gd name="T39" fmla="*/ 766 h 766"/>
                <a:gd name="T40" fmla="*/ 309 w 362"/>
                <a:gd name="T41" fmla="*/ 766 h 766"/>
                <a:gd name="T42" fmla="*/ 362 w 362"/>
                <a:gd name="T43" fmla="*/ 712 h 766"/>
                <a:gd name="T44" fmla="*/ 362 w 362"/>
                <a:gd name="T45" fmla="*/ 54 h 766"/>
                <a:gd name="T46" fmla="*/ 309 w 362"/>
                <a:gd name="T47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2" h="766">
                  <a:moveTo>
                    <a:pt x="352" y="714"/>
                  </a:moveTo>
                  <a:cubicBezTo>
                    <a:pt x="352" y="737"/>
                    <a:pt x="333" y="756"/>
                    <a:pt x="310" y="756"/>
                  </a:cubicBezTo>
                  <a:cubicBezTo>
                    <a:pt x="52" y="756"/>
                    <a:pt x="52" y="756"/>
                    <a:pt x="52" y="756"/>
                  </a:cubicBezTo>
                  <a:cubicBezTo>
                    <a:pt x="29" y="756"/>
                    <a:pt x="10" y="737"/>
                    <a:pt x="10" y="71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29"/>
                    <a:pt x="29" y="10"/>
                    <a:pt x="52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4"/>
                    <a:pt x="98" y="35"/>
                    <a:pt x="109" y="35"/>
                  </a:cubicBezTo>
                  <a:cubicBezTo>
                    <a:pt x="253" y="35"/>
                    <a:pt x="253" y="35"/>
                    <a:pt x="253" y="35"/>
                  </a:cubicBezTo>
                  <a:cubicBezTo>
                    <a:pt x="264" y="35"/>
                    <a:pt x="269" y="24"/>
                    <a:pt x="269" y="18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33" y="10"/>
                    <a:pt x="352" y="29"/>
                    <a:pt x="352" y="52"/>
                  </a:cubicBezTo>
                  <a:cubicBezTo>
                    <a:pt x="352" y="714"/>
                    <a:pt x="352" y="714"/>
                    <a:pt x="352" y="714"/>
                  </a:cubicBezTo>
                  <a:moveTo>
                    <a:pt x="309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2" y="0"/>
                    <a:pt x="0" y="22"/>
                    <a:pt x="0" y="54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744"/>
                    <a:pt x="22" y="766"/>
                    <a:pt x="53" y="766"/>
                  </a:cubicBezTo>
                  <a:cubicBezTo>
                    <a:pt x="309" y="766"/>
                    <a:pt x="309" y="766"/>
                    <a:pt x="309" y="766"/>
                  </a:cubicBezTo>
                  <a:cubicBezTo>
                    <a:pt x="340" y="766"/>
                    <a:pt x="362" y="744"/>
                    <a:pt x="362" y="712"/>
                  </a:cubicBezTo>
                  <a:cubicBezTo>
                    <a:pt x="362" y="54"/>
                    <a:pt x="362" y="54"/>
                    <a:pt x="362" y="54"/>
                  </a:cubicBezTo>
                  <a:cubicBezTo>
                    <a:pt x="362" y="22"/>
                    <a:pt x="340" y="0"/>
                    <a:pt x="30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grpSp>
          <p:nvGrpSpPr>
            <p:cNvPr id="83" name="Group 33">
              <a:extLst>
                <a:ext uri="{FF2B5EF4-FFF2-40B4-BE49-F238E27FC236}">
                  <a16:creationId xmlns:a16="http://schemas.microsoft.com/office/drawing/2014/main" id="{E35ECECA-F720-A13F-9AA5-0AE7A1550422}"/>
                </a:ext>
              </a:extLst>
            </p:cNvPr>
            <p:cNvGrpSpPr/>
            <p:nvPr/>
          </p:nvGrpSpPr>
          <p:grpSpPr>
            <a:xfrm>
              <a:off x="7216110" y="3583933"/>
              <a:ext cx="397676" cy="75655"/>
              <a:chOff x="7218491" y="3591078"/>
              <a:chExt cx="397676" cy="75655"/>
            </a:xfrm>
            <a:grpFill/>
          </p:grpSpPr>
          <p:sp>
            <p:nvSpPr>
              <p:cNvPr id="84" name="Freeform 15">
                <a:extLst>
                  <a:ext uri="{FF2B5EF4-FFF2-40B4-BE49-F238E27FC236}">
                    <a16:creationId xmlns:a16="http://schemas.microsoft.com/office/drawing/2014/main" id="{A483C931-D188-B03C-8E57-608F48A986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9049" y="3591078"/>
                <a:ext cx="279891" cy="29291"/>
              </a:xfrm>
              <a:custGeom>
                <a:avLst/>
                <a:gdLst>
                  <a:gd name="T0" fmla="*/ 84 w 86"/>
                  <a:gd name="T1" fmla="*/ 2 h 9"/>
                  <a:gd name="T2" fmla="*/ 22 w 86"/>
                  <a:gd name="T3" fmla="*/ 2 h 9"/>
                  <a:gd name="T4" fmla="*/ 19 w 86"/>
                  <a:gd name="T5" fmla="*/ 4 h 9"/>
                  <a:gd name="T6" fmla="*/ 19 w 86"/>
                  <a:gd name="T7" fmla="*/ 5 h 9"/>
                  <a:gd name="T8" fmla="*/ 22 w 86"/>
                  <a:gd name="T9" fmla="*/ 7 h 9"/>
                  <a:gd name="T10" fmla="*/ 84 w 86"/>
                  <a:gd name="T11" fmla="*/ 7 h 9"/>
                  <a:gd name="T12" fmla="*/ 86 w 86"/>
                  <a:gd name="T13" fmla="*/ 5 h 9"/>
                  <a:gd name="T14" fmla="*/ 86 w 86"/>
                  <a:gd name="T15" fmla="*/ 4 h 9"/>
                  <a:gd name="T16" fmla="*/ 84 w 86"/>
                  <a:gd name="T17" fmla="*/ 2 h 9"/>
                  <a:gd name="T18" fmla="*/ 5 w 86"/>
                  <a:gd name="T19" fmla="*/ 0 h 9"/>
                  <a:gd name="T20" fmla="*/ 0 w 86"/>
                  <a:gd name="T21" fmla="*/ 4 h 9"/>
                  <a:gd name="T22" fmla="*/ 5 w 86"/>
                  <a:gd name="T23" fmla="*/ 9 h 9"/>
                  <a:gd name="T24" fmla="*/ 9 w 86"/>
                  <a:gd name="T25" fmla="*/ 4 h 9"/>
                  <a:gd name="T26" fmla="*/ 5 w 86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6" h="9">
                    <a:moveTo>
                      <a:pt x="84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1" y="2"/>
                      <a:pt x="19" y="3"/>
                      <a:pt x="19" y="4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21" y="7"/>
                      <a:pt x="22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5" y="7"/>
                      <a:pt x="86" y="6"/>
                      <a:pt x="86" y="5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"/>
                      <a:pt x="85" y="2"/>
                      <a:pt x="84" y="2"/>
                    </a:cubicBezTo>
                    <a:moveTo>
                      <a:pt x="5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  <p:sp>
            <p:nvSpPr>
              <p:cNvPr id="85" name="Freeform 12">
                <a:extLst>
                  <a:ext uri="{FF2B5EF4-FFF2-40B4-BE49-F238E27FC236}">
                    <a16:creationId xmlns:a16="http://schemas.microsoft.com/office/drawing/2014/main" id="{9C622A77-5978-CDA7-5D7D-0EE6653E8D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8491" y="3625647"/>
                <a:ext cx="397676" cy="41086"/>
              </a:xfrm>
              <a:custGeom>
                <a:avLst/>
                <a:gdLst>
                  <a:gd name="T0" fmla="*/ 143 w 147"/>
                  <a:gd name="T1" fmla="*/ 3 h 16"/>
                  <a:gd name="T2" fmla="*/ 38 w 147"/>
                  <a:gd name="T3" fmla="*/ 3 h 16"/>
                  <a:gd name="T4" fmla="*/ 33 w 147"/>
                  <a:gd name="T5" fmla="*/ 8 h 16"/>
                  <a:gd name="T6" fmla="*/ 33 w 147"/>
                  <a:gd name="T7" fmla="*/ 8 h 16"/>
                  <a:gd name="T8" fmla="*/ 38 w 147"/>
                  <a:gd name="T9" fmla="*/ 13 h 16"/>
                  <a:gd name="T10" fmla="*/ 143 w 147"/>
                  <a:gd name="T11" fmla="*/ 13 h 16"/>
                  <a:gd name="T12" fmla="*/ 147 w 147"/>
                  <a:gd name="T13" fmla="*/ 8 h 16"/>
                  <a:gd name="T14" fmla="*/ 147 w 147"/>
                  <a:gd name="T15" fmla="*/ 8 h 16"/>
                  <a:gd name="T16" fmla="*/ 143 w 147"/>
                  <a:gd name="T17" fmla="*/ 3 h 16"/>
                  <a:gd name="T18" fmla="*/ 8 w 147"/>
                  <a:gd name="T19" fmla="*/ 0 h 16"/>
                  <a:gd name="T20" fmla="*/ 0 w 147"/>
                  <a:gd name="T21" fmla="*/ 8 h 16"/>
                  <a:gd name="T22" fmla="*/ 8 w 147"/>
                  <a:gd name="T23" fmla="*/ 16 h 16"/>
                  <a:gd name="T24" fmla="*/ 16 w 147"/>
                  <a:gd name="T25" fmla="*/ 8 h 16"/>
                  <a:gd name="T26" fmla="*/ 8 w 147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6">
                    <a:moveTo>
                      <a:pt x="143" y="3"/>
                    </a:move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3" y="5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11"/>
                      <a:pt x="35" y="13"/>
                      <a:pt x="38" y="13"/>
                    </a:cubicBezTo>
                    <a:cubicBezTo>
                      <a:pt x="143" y="13"/>
                      <a:pt x="143" y="13"/>
                      <a:pt x="143" y="13"/>
                    </a:cubicBezTo>
                    <a:cubicBezTo>
                      <a:pt x="145" y="13"/>
                      <a:pt x="147" y="11"/>
                      <a:pt x="147" y="8"/>
                    </a:cubicBezTo>
                    <a:cubicBezTo>
                      <a:pt x="147" y="8"/>
                      <a:pt x="147" y="8"/>
                      <a:pt x="147" y="8"/>
                    </a:cubicBezTo>
                    <a:cubicBezTo>
                      <a:pt x="147" y="5"/>
                      <a:pt x="145" y="3"/>
                      <a:pt x="143" y="3"/>
                    </a:cubicBezTo>
                    <a:moveTo>
                      <a:pt x="8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402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Laptop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7CD1CAE8-93ED-6018-E6CC-FE9B13E722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33101D-EDF1-46BD-61D3-A5BC5E9B84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68F06D59-8F2D-23F2-B25F-4198E6AE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4989684B-90A8-E8C0-AC45-8BF3075261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7" name="Bildplatzhalter 6">
            <a:extLst>
              <a:ext uri="{FF2B5EF4-FFF2-40B4-BE49-F238E27FC236}">
                <a16:creationId xmlns:a16="http://schemas.microsoft.com/office/drawing/2014/main" id="{EDEB85E5-C57C-3503-3A55-EAFFCBB988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EFC18D3D-D5D6-3B00-32BC-17B8BDCC1C39}"/>
              </a:ext>
            </a:extLst>
          </p:cNvPr>
          <p:cNvGrpSpPr/>
          <p:nvPr userDrawn="1"/>
        </p:nvGrpSpPr>
        <p:grpSpPr>
          <a:xfrm>
            <a:off x="4880346" y="2148891"/>
            <a:ext cx="6620676" cy="3830916"/>
            <a:chOff x="4880346" y="2148891"/>
            <a:chExt cx="6620676" cy="3830916"/>
          </a:xfrm>
        </p:grpSpPr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BA29ADD8-7162-EDF1-B29D-DBE9B90C72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346" y="5891363"/>
              <a:ext cx="6620676" cy="88444"/>
            </a:xfrm>
            <a:prstGeom prst="rect">
              <a:avLst/>
            </a:prstGeom>
          </p:spPr>
        </p:pic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18827ABE-274C-1549-4DDF-41E730199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2148891"/>
              <a:ext cx="5464024" cy="3711732"/>
            </a:xfrm>
            <a:custGeom>
              <a:avLst/>
              <a:gdLst>
                <a:gd name="T0" fmla="*/ 4375 w 4538"/>
                <a:gd name="T1" fmla="*/ 0 h 3082"/>
                <a:gd name="T2" fmla="*/ 163 w 4538"/>
                <a:gd name="T3" fmla="*/ 0 h 3082"/>
                <a:gd name="T4" fmla="*/ 0 w 4538"/>
                <a:gd name="T5" fmla="*/ 163 h 3082"/>
                <a:gd name="T6" fmla="*/ 0 w 4538"/>
                <a:gd name="T7" fmla="*/ 3042 h 3082"/>
                <a:gd name="T8" fmla="*/ 41 w 4538"/>
                <a:gd name="T9" fmla="*/ 3082 h 3082"/>
                <a:gd name="T10" fmla="*/ 48 w 4538"/>
                <a:gd name="T11" fmla="*/ 3082 h 3082"/>
                <a:gd name="T12" fmla="*/ 48 w 4538"/>
                <a:gd name="T13" fmla="*/ 160 h 3082"/>
                <a:gd name="T14" fmla="*/ 160 w 4538"/>
                <a:gd name="T15" fmla="*/ 47 h 3082"/>
                <a:gd name="T16" fmla="*/ 4379 w 4538"/>
                <a:gd name="T17" fmla="*/ 47 h 3082"/>
                <a:gd name="T18" fmla="*/ 4491 w 4538"/>
                <a:gd name="T19" fmla="*/ 160 h 3082"/>
                <a:gd name="T20" fmla="*/ 4491 w 4538"/>
                <a:gd name="T21" fmla="*/ 3082 h 3082"/>
                <a:gd name="T22" fmla="*/ 4498 w 4538"/>
                <a:gd name="T23" fmla="*/ 3082 h 3082"/>
                <a:gd name="T24" fmla="*/ 4538 w 4538"/>
                <a:gd name="T25" fmla="*/ 3042 h 3082"/>
                <a:gd name="T26" fmla="*/ 4538 w 4538"/>
                <a:gd name="T27" fmla="*/ 163 h 3082"/>
                <a:gd name="T28" fmla="*/ 4375 w 4538"/>
                <a:gd name="T29" fmla="*/ 0 h 3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8" h="3082">
                  <a:moveTo>
                    <a:pt x="4375" y="0"/>
                  </a:moveTo>
                  <a:cubicBezTo>
                    <a:pt x="163" y="0"/>
                    <a:pt x="163" y="0"/>
                    <a:pt x="163" y="0"/>
                  </a:cubicBezTo>
                  <a:cubicBezTo>
                    <a:pt x="74" y="0"/>
                    <a:pt x="0" y="73"/>
                    <a:pt x="0" y="163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64"/>
                    <a:pt x="19" y="3082"/>
                    <a:pt x="41" y="3082"/>
                  </a:cubicBezTo>
                  <a:cubicBezTo>
                    <a:pt x="48" y="3082"/>
                    <a:pt x="48" y="3082"/>
                    <a:pt x="48" y="3082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98"/>
                    <a:pt x="98" y="47"/>
                    <a:pt x="160" y="47"/>
                  </a:cubicBezTo>
                  <a:cubicBezTo>
                    <a:pt x="4379" y="47"/>
                    <a:pt x="4379" y="47"/>
                    <a:pt x="4379" y="47"/>
                  </a:cubicBezTo>
                  <a:cubicBezTo>
                    <a:pt x="4441" y="47"/>
                    <a:pt x="4491" y="98"/>
                    <a:pt x="4491" y="160"/>
                  </a:cubicBezTo>
                  <a:cubicBezTo>
                    <a:pt x="4491" y="3082"/>
                    <a:pt x="4491" y="3082"/>
                    <a:pt x="4491" y="3082"/>
                  </a:cubicBezTo>
                  <a:cubicBezTo>
                    <a:pt x="4498" y="3082"/>
                    <a:pt x="4498" y="3082"/>
                    <a:pt x="4498" y="3082"/>
                  </a:cubicBezTo>
                  <a:cubicBezTo>
                    <a:pt x="4520" y="3082"/>
                    <a:pt x="4538" y="3064"/>
                    <a:pt x="4538" y="3042"/>
                  </a:cubicBezTo>
                  <a:cubicBezTo>
                    <a:pt x="4538" y="163"/>
                    <a:pt x="4538" y="163"/>
                    <a:pt x="4538" y="163"/>
                  </a:cubicBezTo>
                  <a:cubicBezTo>
                    <a:pt x="4538" y="73"/>
                    <a:pt x="4465" y="0"/>
                    <a:pt x="4375" y="0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4DA727D-A815-FFBA-5DAB-453996C2F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566" y="2178228"/>
              <a:ext cx="5406237" cy="3682394"/>
            </a:xfrm>
            <a:custGeom>
              <a:avLst/>
              <a:gdLst>
                <a:gd name="T0" fmla="*/ 4491 w 4491"/>
                <a:gd name="T1" fmla="*/ 3042 h 3058"/>
                <a:gd name="T2" fmla="*/ 4491 w 4491"/>
                <a:gd name="T3" fmla="*/ 138 h 3058"/>
                <a:gd name="T4" fmla="*/ 4352 w 4491"/>
                <a:gd name="T5" fmla="*/ 0 h 3058"/>
                <a:gd name="T6" fmla="*/ 139 w 4491"/>
                <a:gd name="T7" fmla="*/ 0 h 3058"/>
                <a:gd name="T8" fmla="*/ 0 w 4491"/>
                <a:gd name="T9" fmla="*/ 138 h 3058"/>
                <a:gd name="T10" fmla="*/ 0 w 4491"/>
                <a:gd name="T11" fmla="*/ 3042 h 3058"/>
                <a:gd name="T12" fmla="*/ 15 w 4491"/>
                <a:gd name="T13" fmla="*/ 3058 h 3058"/>
                <a:gd name="T14" fmla="*/ 17 w 4491"/>
                <a:gd name="T15" fmla="*/ 3058 h 3058"/>
                <a:gd name="T16" fmla="*/ 24 w 4491"/>
                <a:gd name="T17" fmla="*/ 3058 h 3058"/>
                <a:gd name="T18" fmla="*/ 24 w 4491"/>
                <a:gd name="T19" fmla="*/ 136 h 3058"/>
                <a:gd name="T20" fmla="*/ 136 w 4491"/>
                <a:gd name="T21" fmla="*/ 23 h 3058"/>
                <a:gd name="T22" fmla="*/ 4355 w 4491"/>
                <a:gd name="T23" fmla="*/ 23 h 3058"/>
                <a:gd name="T24" fmla="*/ 4467 w 4491"/>
                <a:gd name="T25" fmla="*/ 136 h 3058"/>
                <a:gd name="T26" fmla="*/ 4467 w 4491"/>
                <a:gd name="T27" fmla="*/ 3058 h 3058"/>
                <a:gd name="T28" fmla="*/ 4474 w 4491"/>
                <a:gd name="T29" fmla="*/ 3058 h 3058"/>
                <a:gd name="T30" fmla="*/ 4476 w 4491"/>
                <a:gd name="T31" fmla="*/ 3058 h 3058"/>
                <a:gd name="T32" fmla="*/ 4491 w 4491"/>
                <a:gd name="T33" fmla="*/ 304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1" h="3058">
                  <a:moveTo>
                    <a:pt x="4491" y="3042"/>
                  </a:moveTo>
                  <a:cubicBezTo>
                    <a:pt x="4491" y="138"/>
                    <a:pt x="4491" y="138"/>
                    <a:pt x="4491" y="138"/>
                  </a:cubicBezTo>
                  <a:cubicBezTo>
                    <a:pt x="4491" y="62"/>
                    <a:pt x="4429" y="0"/>
                    <a:pt x="43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51"/>
                    <a:pt x="7" y="3058"/>
                    <a:pt x="15" y="3058"/>
                  </a:cubicBezTo>
                  <a:cubicBezTo>
                    <a:pt x="16" y="3058"/>
                    <a:pt x="17" y="3058"/>
                    <a:pt x="17" y="3058"/>
                  </a:cubicBezTo>
                  <a:cubicBezTo>
                    <a:pt x="24" y="3058"/>
                    <a:pt x="24" y="3058"/>
                    <a:pt x="24" y="3058"/>
                  </a:cubicBezTo>
                  <a:cubicBezTo>
                    <a:pt x="24" y="136"/>
                    <a:pt x="24" y="136"/>
                    <a:pt x="24" y="136"/>
                  </a:cubicBezTo>
                  <a:cubicBezTo>
                    <a:pt x="24" y="74"/>
                    <a:pt x="74" y="23"/>
                    <a:pt x="136" y="23"/>
                  </a:cubicBezTo>
                  <a:cubicBezTo>
                    <a:pt x="4355" y="23"/>
                    <a:pt x="4355" y="23"/>
                    <a:pt x="4355" y="23"/>
                  </a:cubicBezTo>
                  <a:cubicBezTo>
                    <a:pt x="4417" y="23"/>
                    <a:pt x="4467" y="74"/>
                    <a:pt x="4467" y="136"/>
                  </a:cubicBezTo>
                  <a:cubicBezTo>
                    <a:pt x="4467" y="3058"/>
                    <a:pt x="4467" y="3058"/>
                    <a:pt x="4467" y="3058"/>
                  </a:cubicBezTo>
                  <a:cubicBezTo>
                    <a:pt x="4474" y="3058"/>
                    <a:pt x="4474" y="3058"/>
                    <a:pt x="4474" y="3058"/>
                  </a:cubicBezTo>
                  <a:cubicBezTo>
                    <a:pt x="4474" y="3058"/>
                    <a:pt x="4475" y="3058"/>
                    <a:pt x="4476" y="3058"/>
                  </a:cubicBezTo>
                  <a:cubicBezTo>
                    <a:pt x="4484" y="3058"/>
                    <a:pt x="4491" y="3051"/>
                    <a:pt x="4491" y="3042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3043F41F-3E76-82F7-977F-FA7B9D214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5700783"/>
              <a:ext cx="5464024" cy="152026"/>
            </a:xfrm>
            <a:custGeom>
              <a:avLst/>
              <a:gdLst>
                <a:gd name="T0" fmla="*/ 0 w 4538"/>
                <a:gd name="T1" fmla="*/ 0 h 126"/>
                <a:gd name="T2" fmla="*/ 0 w 4538"/>
                <a:gd name="T3" fmla="*/ 86 h 126"/>
                <a:gd name="T4" fmla="*/ 41 w 4538"/>
                <a:gd name="T5" fmla="*/ 126 h 126"/>
                <a:gd name="T6" fmla="*/ 4498 w 4538"/>
                <a:gd name="T7" fmla="*/ 126 h 126"/>
                <a:gd name="T8" fmla="*/ 4538 w 4538"/>
                <a:gd name="T9" fmla="*/ 86 h 126"/>
                <a:gd name="T10" fmla="*/ 4538 w 4538"/>
                <a:gd name="T11" fmla="*/ 0 h 126"/>
                <a:gd name="T12" fmla="*/ 0 w 4538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8" h="126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108"/>
                    <a:pt x="19" y="126"/>
                    <a:pt x="41" y="126"/>
                  </a:cubicBezTo>
                  <a:cubicBezTo>
                    <a:pt x="4498" y="126"/>
                    <a:pt x="4498" y="126"/>
                    <a:pt x="4498" y="126"/>
                  </a:cubicBezTo>
                  <a:cubicBezTo>
                    <a:pt x="4520" y="126"/>
                    <a:pt x="4538" y="108"/>
                    <a:pt x="4538" y="86"/>
                  </a:cubicBezTo>
                  <a:cubicBezTo>
                    <a:pt x="4538" y="0"/>
                    <a:pt x="4538" y="0"/>
                    <a:pt x="45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1B41E92-EE93-87DF-3D21-2040D82508C5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46" y="5869704"/>
              <a:ext cx="6620676" cy="0"/>
            </a:xfrm>
            <a:prstGeom prst="line">
              <a:avLst/>
            </a:prstGeom>
            <a:ln w="50800" cap="rnd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46000">
                    <a:schemeClr val="tx1">
                      <a:lumMod val="75000"/>
                    </a:schemeClr>
                  </a:gs>
                  <a:gs pos="100000">
                    <a:schemeClr val="tx1">
                      <a:lumMod val="5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8384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able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C3AEED-268C-A10F-FBBD-D515CE143E5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D5176-8492-5BCB-53FE-585205A05F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E286BF0-7EB5-CA4C-B9E6-2AD5F27A36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029A39E-DEF5-B200-35E5-1F463FF8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75D7DA-2EEF-EC33-2BAB-5E1CEDB06E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4E747307-99C2-2D37-782D-3B19E61F88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9">
            <a:extLst>
              <a:ext uri="{FF2B5EF4-FFF2-40B4-BE49-F238E27FC236}">
                <a16:creationId xmlns:a16="http://schemas.microsoft.com/office/drawing/2014/main" id="{1BD9634F-1574-8853-5827-89A8433E674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A07B509F-A8E7-7D8A-AE4B-70C75353197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62385" y="2019796"/>
            <a:ext cx="5376995" cy="4111035"/>
          </a:xfrm>
          <a:custGeom>
            <a:avLst/>
            <a:gdLst>
              <a:gd name="T0" fmla="*/ 576 w 4763"/>
              <a:gd name="T1" fmla="*/ 0 h 3641"/>
              <a:gd name="T2" fmla="*/ 511 w 4763"/>
              <a:gd name="T3" fmla="*/ 0 h 3641"/>
              <a:gd name="T4" fmla="*/ 27 w 4763"/>
              <a:gd name="T5" fmla="*/ 227 h 3641"/>
              <a:gd name="T6" fmla="*/ 27 w 4763"/>
              <a:gd name="T7" fmla="*/ 406 h 3641"/>
              <a:gd name="T8" fmla="*/ 4763 w 4763"/>
              <a:gd name="T9" fmla="*/ 228 h 3641"/>
              <a:gd name="T10" fmla="*/ 86 w 4763"/>
              <a:gd name="T11" fmla="*/ 3437 h 3641"/>
              <a:gd name="T12" fmla="*/ 4704 w 4763"/>
              <a:gd name="T13" fmla="*/ 3437 h 3641"/>
              <a:gd name="T14" fmla="*/ 4163 w 4763"/>
              <a:gd name="T15" fmla="*/ 138 h 3641"/>
              <a:gd name="T16" fmla="*/ 4145 w 4763"/>
              <a:gd name="T17" fmla="*/ 136 h 3641"/>
              <a:gd name="T18" fmla="*/ 4148 w 4763"/>
              <a:gd name="T19" fmla="*/ 139 h 3641"/>
              <a:gd name="T20" fmla="*/ 4159 w 4763"/>
              <a:gd name="T21" fmla="*/ 144 h 3641"/>
              <a:gd name="T22" fmla="*/ 4151 w 4763"/>
              <a:gd name="T23" fmla="*/ 147 h 3641"/>
              <a:gd name="T24" fmla="*/ 4160 w 4763"/>
              <a:gd name="T25" fmla="*/ 155 h 3641"/>
              <a:gd name="T26" fmla="*/ 4153 w 4763"/>
              <a:gd name="T27" fmla="*/ 164 h 3641"/>
              <a:gd name="T28" fmla="*/ 4145 w 4763"/>
              <a:gd name="T29" fmla="*/ 165 h 3641"/>
              <a:gd name="T30" fmla="*/ 4164 w 4763"/>
              <a:gd name="T31" fmla="*/ 162 h 3641"/>
              <a:gd name="T32" fmla="*/ 4213 w 4763"/>
              <a:gd name="T33" fmla="*/ 167 h 3641"/>
              <a:gd name="T34" fmla="*/ 4246 w 4763"/>
              <a:gd name="T35" fmla="*/ 167 h 3641"/>
              <a:gd name="T36" fmla="*/ 4229 w 4763"/>
              <a:gd name="T37" fmla="*/ 137 h 3641"/>
              <a:gd name="T38" fmla="*/ 4615 w 4763"/>
              <a:gd name="T39" fmla="*/ 151 h 3641"/>
              <a:gd name="T40" fmla="*/ 4187 w 4763"/>
              <a:gd name="T41" fmla="*/ 133 h 3641"/>
              <a:gd name="T42" fmla="*/ 4172 w 4763"/>
              <a:gd name="T43" fmla="*/ 142 h 3641"/>
              <a:gd name="T44" fmla="*/ 4173 w 4763"/>
              <a:gd name="T45" fmla="*/ 162 h 3641"/>
              <a:gd name="T46" fmla="*/ 4191 w 4763"/>
              <a:gd name="T47" fmla="*/ 165 h 3641"/>
              <a:gd name="T48" fmla="*/ 4194 w 4763"/>
              <a:gd name="T49" fmla="*/ 146 h 3641"/>
              <a:gd name="T50" fmla="*/ 4183 w 4763"/>
              <a:gd name="T51" fmla="*/ 164 h 3641"/>
              <a:gd name="T52" fmla="*/ 4176 w 4763"/>
              <a:gd name="T53" fmla="*/ 147 h 3641"/>
              <a:gd name="T54" fmla="*/ 4183 w 4763"/>
              <a:gd name="T55" fmla="*/ 136 h 3641"/>
              <a:gd name="T56" fmla="*/ 4190 w 4763"/>
              <a:gd name="T57" fmla="*/ 147 h 3641"/>
              <a:gd name="T58" fmla="*/ 4109 w 4763"/>
              <a:gd name="T59" fmla="*/ 133 h 3641"/>
              <a:gd name="T60" fmla="*/ 4098 w 4763"/>
              <a:gd name="T61" fmla="*/ 149 h 3641"/>
              <a:gd name="T62" fmla="*/ 4116 w 4763"/>
              <a:gd name="T63" fmla="*/ 151 h 3641"/>
              <a:gd name="T64" fmla="*/ 4102 w 4763"/>
              <a:gd name="T65" fmla="*/ 159 h 3641"/>
              <a:gd name="T66" fmla="*/ 4121 w 4763"/>
              <a:gd name="T67" fmla="*/ 149 h 3641"/>
              <a:gd name="T68" fmla="*/ 4112 w 4763"/>
              <a:gd name="T69" fmla="*/ 151 h 3641"/>
              <a:gd name="T70" fmla="*/ 4102 w 4763"/>
              <a:gd name="T71" fmla="*/ 145 h 3641"/>
              <a:gd name="T72" fmla="*/ 4112 w 4763"/>
              <a:gd name="T73" fmla="*/ 137 h 3641"/>
              <a:gd name="T74" fmla="*/ 4129 w 4763"/>
              <a:gd name="T75" fmla="*/ 167 h 3641"/>
              <a:gd name="T76" fmla="*/ 4129 w 4763"/>
              <a:gd name="T77" fmla="*/ 147 h 3641"/>
              <a:gd name="T78" fmla="*/ 4452 w 4763"/>
              <a:gd name="T79" fmla="*/ 141 h 3641"/>
              <a:gd name="T80" fmla="*/ 4452 w 4763"/>
              <a:gd name="T81" fmla="*/ 141 h 3641"/>
              <a:gd name="T82" fmla="*/ 4545 w 4763"/>
              <a:gd name="T83" fmla="*/ 169 h 3641"/>
              <a:gd name="T84" fmla="*/ 4597 w 4763"/>
              <a:gd name="T85" fmla="*/ 131 h 3641"/>
              <a:gd name="T86" fmla="*/ 4540 w 4763"/>
              <a:gd name="T87" fmla="*/ 140 h 3641"/>
              <a:gd name="T88" fmla="*/ 4602 w 4763"/>
              <a:gd name="T89" fmla="*/ 160 h 3641"/>
              <a:gd name="T90" fmla="*/ 4473 w 4763"/>
              <a:gd name="T91" fmla="*/ 157 h 3641"/>
              <a:gd name="T92" fmla="*/ 4487 w 4763"/>
              <a:gd name="T93" fmla="*/ 151 h 3641"/>
              <a:gd name="T94" fmla="*/ 4548 w 4763"/>
              <a:gd name="T95" fmla="*/ 162 h 3641"/>
              <a:gd name="T96" fmla="*/ 4547 w 4763"/>
              <a:gd name="T97" fmla="*/ 138 h 3641"/>
              <a:gd name="T98" fmla="*/ 4369 w 4763"/>
              <a:gd name="T99" fmla="*/ 170 h 3641"/>
              <a:gd name="T100" fmla="*/ 4408 w 4763"/>
              <a:gd name="T101" fmla="*/ 132 h 3641"/>
              <a:gd name="T102" fmla="*/ 4408 w 4763"/>
              <a:gd name="T103" fmla="*/ 170 h 3641"/>
              <a:gd name="T104" fmla="*/ 4257 w 4763"/>
              <a:gd name="T105" fmla="*/ 132 h 3641"/>
              <a:gd name="T106" fmla="*/ 4256 w 4763"/>
              <a:gd name="T107" fmla="*/ 138 h 3641"/>
              <a:gd name="T108" fmla="*/ 4281 w 4763"/>
              <a:gd name="T109" fmla="*/ 167 h 3641"/>
              <a:gd name="T110" fmla="*/ 4389 w 4763"/>
              <a:gd name="T111" fmla="*/ 143 h 3641"/>
              <a:gd name="T112" fmla="*/ 4389 w 4763"/>
              <a:gd name="T113" fmla="*/ 17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763" h="3641">
                <a:moveTo>
                  <a:pt x="4559" y="24"/>
                </a:moveTo>
                <a:cubicBezTo>
                  <a:pt x="750" y="24"/>
                  <a:pt x="750" y="24"/>
                  <a:pt x="750" y="24"/>
                </a:cubicBezTo>
                <a:cubicBezTo>
                  <a:pt x="750" y="6"/>
                  <a:pt x="750" y="6"/>
                  <a:pt x="750" y="6"/>
                </a:cubicBezTo>
                <a:cubicBezTo>
                  <a:pt x="750" y="2"/>
                  <a:pt x="747" y="0"/>
                  <a:pt x="744" y="0"/>
                </a:cubicBezTo>
                <a:cubicBezTo>
                  <a:pt x="576" y="0"/>
                  <a:pt x="576" y="0"/>
                  <a:pt x="576" y="0"/>
                </a:cubicBezTo>
                <a:cubicBezTo>
                  <a:pt x="573" y="0"/>
                  <a:pt x="570" y="2"/>
                  <a:pt x="570" y="6"/>
                </a:cubicBezTo>
                <a:cubicBezTo>
                  <a:pt x="570" y="24"/>
                  <a:pt x="570" y="24"/>
                  <a:pt x="570" y="24"/>
                </a:cubicBezTo>
                <a:cubicBezTo>
                  <a:pt x="517" y="24"/>
                  <a:pt x="517" y="24"/>
                  <a:pt x="517" y="24"/>
                </a:cubicBezTo>
                <a:cubicBezTo>
                  <a:pt x="517" y="6"/>
                  <a:pt x="517" y="6"/>
                  <a:pt x="517" y="6"/>
                </a:cubicBezTo>
                <a:cubicBezTo>
                  <a:pt x="517" y="2"/>
                  <a:pt x="515" y="0"/>
                  <a:pt x="51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1" y="0"/>
                  <a:pt x="338" y="2"/>
                  <a:pt x="338" y="6"/>
                </a:cubicBezTo>
                <a:cubicBezTo>
                  <a:pt x="338" y="24"/>
                  <a:pt x="338" y="24"/>
                  <a:pt x="338" y="24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119" y="24"/>
                  <a:pt x="27" y="115"/>
                  <a:pt x="27" y="227"/>
                </a:cubicBezTo>
                <a:cubicBezTo>
                  <a:pt x="6" y="227"/>
                  <a:pt x="6" y="227"/>
                  <a:pt x="6" y="227"/>
                </a:cubicBezTo>
                <a:cubicBezTo>
                  <a:pt x="3" y="227"/>
                  <a:pt x="0" y="230"/>
                  <a:pt x="0" y="233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404"/>
                  <a:pt x="3" y="406"/>
                  <a:pt x="6" y="406"/>
                </a:cubicBezTo>
                <a:cubicBezTo>
                  <a:pt x="27" y="406"/>
                  <a:pt x="27" y="406"/>
                  <a:pt x="27" y="406"/>
                </a:cubicBezTo>
                <a:cubicBezTo>
                  <a:pt x="27" y="3437"/>
                  <a:pt x="27" y="3437"/>
                  <a:pt x="27" y="3437"/>
                </a:cubicBezTo>
                <a:cubicBezTo>
                  <a:pt x="27" y="3549"/>
                  <a:pt x="119" y="3641"/>
                  <a:pt x="231" y="3641"/>
                </a:cubicBezTo>
                <a:cubicBezTo>
                  <a:pt x="4559" y="3641"/>
                  <a:pt x="4559" y="3641"/>
                  <a:pt x="4559" y="3641"/>
                </a:cubicBezTo>
                <a:cubicBezTo>
                  <a:pt x="4671" y="3641"/>
                  <a:pt x="4763" y="3549"/>
                  <a:pt x="4763" y="3437"/>
                </a:cubicBezTo>
                <a:cubicBezTo>
                  <a:pt x="4763" y="228"/>
                  <a:pt x="4763" y="228"/>
                  <a:pt x="4763" y="228"/>
                </a:cubicBezTo>
                <a:cubicBezTo>
                  <a:pt x="4763" y="115"/>
                  <a:pt x="4671" y="24"/>
                  <a:pt x="4559" y="24"/>
                </a:cubicBezTo>
                <a:moveTo>
                  <a:pt x="4704" y="3437"/>
                </a:moveTo>
                <a:cubicBezTo>
                  <a:pt x="4704" y="3517"/>
                  <a:pt x="4639" y="3582"/>
                  <a:pt x="4559" y="3582"/>
                </a:cubicBezTo>
                <a:cubicBezTo>
                  <a:pt x="231" y="3582"/>
                  <a:pt x="231" y="3582"/>
                  <a:pt x="231" y="3582"/>
                </a:cubicBezTo>
                <a:cubicBezTo>
                  <a:pt x="151" y="3582"/>
                  <a:pt x="86" y="3517"/>
                  <a:pt x="86" y="3437"/>
                </a:cubicBezTo>
                <a:cubicBezTo>
                  <a:pt x="86" y="228"/>
                  <a:pt x="86" y="228"/>
                  <a:pt x="86" y="228"/>
                </a:cubicBezTo>
                <a:cubicBezTo>
                  <a:pt x="86" y="147"/>
                  <a:pt x="151" y="82"/>
                  <a:pt x="231" y="82"/>
                </a:cubicBezTo>
                <a:cubicBezTo>
                  <a:pt x="4559" y="82"/>
                  <a:pt x="4559" y="82"/>
                  <a:pt x="4559" y="82"/>
                </a:cubicBezTo>
                <a:cubicBezTo>
                  <a:pt x="4639" y="82"/>
                  <a:pt x="4704" y="147"/>
                  <a:pt x="4704" y="228"/>
                </a:cubicBezTo>
                <a:lnTo>
                  <a:pt x="4704" y="3437"/>
                </a:lnTo>
                <a:close/>
                <a:moveTo>
                  <a:pt x="4159" y="149"/>
                </a:moveTo>
                <a:cubicBezTo>
                  <a:pt x="4159" y="149"/>
                  <a:pt x="4159" y="149"/>
                  <a:pt x="4159" y="149"/>
                </a:cubicBezTo>
                <a:cubicBezTo>
                  <a:pt x="4160" y="148"/>
                  <a:pt x="4161" y="147"/>
                  <a:pt x="4162" y="146"/>
                </a:cubicBezTo>
                <a:cubicBezTo>
                  <a:pt x="4163" y="145"/>
                  <a:pt x="4164" y="144"/>
                  <a:pt x="4164" y="142"/>
                </a:cubicBezTo>
                <a:cubicBezTo>
                  <a:pt x="4164" y="140"/>
                  <a:pt x="4163" y="139"/>
                  <a:pt x="4163" y="138"/>
                </a:cubicBezTo>
                <a:cubicBezTo>
                  <a:pt x="4162" y="137"/>
                  <a:pt x="4162" y="136"/>
                  <a:pt x="4161" y="135"/>
                </a:cubicBezTo>
                <a:cubicBezTo>
                  <a:pt x="4160" y="134"/>
                  <a:pt x="4159" y="134"/>
                  <a:pt x="4157" y="133"/>
                </a:cubicBezTo>
                <a:cubicBezTo>
                  <a:pt x="4156" y="133"/>
                  <a:pt x="4155" y="133"/>
                  <a:pt x="4153" y="133"/>
                </a:cubicBezTo>
                <a:cubicBezTo>
                  <a:pt x="4151" y="133"/>
                  <a:pt x="4150" y="133"/>
                  <a:pt x="4149" y="134"/>
                </a:cubicBezTo>
                <a:cubicBezTo>
                  <a:pt x="4147" y="134"/>
                  <a:pt x="4146" y="135"/>
                  <a:pt x="4145" y="136"/>
                </a:cubicBezTo>
                <a:cubicBezTo>
                  <a:pt x="4144" y="137"/>
                  <a:pt x="4144" y="138"/>
                  <a:pt x="4143" y="139"/>
                </a:cubicBezTo>
                <a:cubicBezTo>
                  <a:pt x="4143" y="141"/>
                  <a:pt x="4143" y="142"/>
                  <a:pt x="4142" y="144"/>
                </a:cubicBezTo>
                <a:cubicBezTo>
                  <a:pt x="4147" y="144"/>
                  <a:pt x="4147" y="144"/>
                  <a:pt x="4147" y="144"/>
                </a:cubicBezTo>
                <a:cubicBezTo>
                  <a:pt x="4147" y="143"/>
                  <a:pt x="4147" y="142"/>
                  <a:pt x="4147" y="141"/>
                </a:cubicBezTo>
                <a:cubicBezTo>
                  <a:pt x="4147" y="140"/>
                  <a:pt x="4148" y="139"/>
                  <a:pt x="4148" y="139"/>
                </a:cubicBezTo>
                <a:cubicBezTo>
                  <a:pt x="4149" y="138"/>
                  <a:pt x="4149" y="137"/>
                  <a:pt x="4150" y="137"/>
                </a:cubicBezTo>
                <a:cubicBezTo>
                  <a:pt x="4151" y="137"/>
                  <a:pt x="4152" y="136"/>
                  <a:pt x="4153" y="136"/>
                </a:cubicBezTo>
                <a:cubicBezTo>
                  <a:pt x="4155" y="136"/>
                  <a:pt x="4156" y="137"/>
                  <a:pt x="4158" y="138"/>
                </a:cubicBezTo>
                <a:cubicBezTo>
                  <a:pt x="4159" y="139"/>
                  <a:pt x="4159" y="140"/>
                  <a:pt x="4159" y="142"/>
                </a:cubicBezTo>
                <a:cubicBezTo>
                  <a:pt x="4159" y="143"/>
                  <a:pt x="4159" y="144"/>
                  <a:pt x="4159" y="144"/>
                </a:cubicBezTo>
                <a:cubicBezTo>
                  <a:pt x="4158" y="145"/>
                  <a:pt x="4158" y="146"/>
                  <a:pt x="4157" y="146"/>
                </a:cubicBezTo>
                <a:cubicBezTo>
                  <a:pt x="4157" y="147"/>
                  <a:pt x="4156" y="147"/>
                  <a:pt x="4155" y="147"/>
                </a:cubicBezTo>
                <a:cubicBezTo>
                  <a:pt x="4154" y="147"/>
                  <a:pt x="4154" y="148"/>
                  <a:pt x="4153" y="148"/>
                </a:cubicBezTo>
                <a:cubicBezTo>
                  <a:pt x="4151" y="148"/>
                  <a:pt x="4151" y="148"/>
                  <a:pt x="4151" y="148"/>
                </a:cubicBezTo>
                <a:cubicBezTo>
                  <a:pt x="4151" y="148"/>
                  <a:pt x="4151" y="148"/>
                  <a:pt x="4151" y="147"/>
                </a:cubicBezTo>
                <a:cubicBezTo>
                  <a:pt x="4151" y="151"/>
                  <a:pt x="4151" y="151"/>
                  <a:pt x="4151" y="151"/>
                </a:cubicBezTo>
                <a:cubicBezTo>
                  <a:pt x="4152" y="151"/>
                  <a:pt x="4152" y="151"/>
                  <a:pt x="4153" y="151"/>
                </a:cubicBezTo>
                <a:cubicBezTo>
                  <a:pt x="4154" y="151"/>
                  <a:pt x="4155" y="151"/>
                  <a:pt x="4156" y="151"/>
                </a:cubicBezTo>
                <a:cubicBezTo>
                  <a:pt x="4157" y="152"/>
                  <a:pt x="4158" y="152"/>
                  <a:pt x="4159" y="153"/>
                </a:cubicBezTo>
                <a:cubicBezTo>
                  <a:pt x="4159" y="153"/>
                  <a:pt x="4160" y="154"/>
                  <a:pt x="4160" y="155"/>
                </a:cubicBezTo>
                <a:cubicBezTo>
                  <a:pt x="4161" y="155"/>
                  <a:pt x="4161" y="156"/>
                  <a:pt x="4161" y="157"/>
                </a:cubicBezTo>
                <a:cubicBezTo>
                  <a:pt x="4161" y="158"/>
                  <a:pt x="4161" y="159"/>
                  <a:pt x="4160" y="160"/>
                </a:cubicBezTo>
                <a:cubicBezTo>
                  <a:pt x="4160" y="161"/>
                  <a:pt x="4159" y="162"/>
                  <a:pt x="4158" y="162"/>
                </a:cubicBezTo>
                <a:cubicBezTo>
                  <a:pt x="4158" y="163"/>
                  <a:pt x="4157" y="163"/>
                  <a:pt x="4156" y="164"/>
                </a:cubicBezTo>
                <a:cubicBezTo>
                  <a:pt x="4155" y="164"/>
                  <a:pt x="4154" y="164"/>
                  <a:pt x="4153" y="164"/>
                </a:cubicBezTo>
                <a:cubicBezTo>
                  <a:pt x="4151" y="164"/>
                  <a:pt x="4149" y="163"/>
                  <a:pt x="4148" y="162"/>
                </a:cubicBezTo>
                <a:cubicBezTo>
                  <a:pt x="4147" y="161"/>
                  <a:pt x="4146" y="159"/>
                  <a:pt x="4146" y="157"/>
                </a:cubicBezTo>
                <a:cubicBezTo>
                  <a:pt x="4142" y="157"/>
                  <a:pt x="4142" y="157"/>
                  <a:pt x="4142" y="157"/>
                </a:cubicBezTo>
                <a:cubicBezTo>
                  <a:pt x="4142" y="158"/>
                  <a:pt x="4142" y="160"/>
                  <a:pt x="4143" y="161"/>
                </a:cubicBezTo>
                <a:cubicBezTo>
                  <a:pt x="4143" y="163"/>
                  <a:pt x="4144" y="164"/>
                  <a:pt x="4145" y="165"/>
                </a:cubicBezTo>
                <a:cubicBezTo>
                  <a:pt x="4146" y="166"/>
                  <a:pt x="4147" y="166"/>
                  <a:pt x="4148" y="167"/>
                </a:cubicBezTo>
                <a:cubicBezTo>
                  <a:pt x="4150" y="167"/>
                  <a:pt x="4151" y="168"/>
                  <a:pt x="4153" y="168"/>
                </a:cubicBezTo>
                <a:cubicBezTo>
                  <a:pt x="4155" y="168"/>
                  <a:pt x="4156" y="167"/>
                  <a:pt x="4158" y="167"/>
                </a:cubicBezTo>
                <a:cubicBezTo>
                  <a:pt x="4159" y="167"/>
                  <a:pt x="4161" y="166"/>
                  <a:pt x="4162" y="165"/>
                </a:cubicBezTo>
                <a:cubicBezTo>
                  <a:pt x="4163" y="164"/>
                  <a:pt x="4164" y="163"/>
                  <a:pt x="4164" y="162"/>
                </a:cubicBezTo>
                <a:cubicBezTo>
                  <a:pt x="4165" y="160"/>
                  <a:pt x="4165" y="159"/>
                  <a:pt x="4165" y="157"/>
                </a:cubicBezTo>
                <a:cubicBezTo>
                  <a:pt x="4165" y="155"/>
                  <a:pt x="4165" y="153"/>
                  <a:pt x="4164" y="152"/>
                </a:cubicBezTo>
                <a:cubicBezTo>
                  <a:pt x="4163" y="150"/>
                  <a:pt x="4161" y="149"/>
                  <a:pt x="4159" y="149"/>
                </a:cubicBezTo>
                <a:moveTo>
                  <a:pt x="4227" y="132"/>
                </a:moveTo>
                <a:cubicBezTo>
                  <a:pt x="4213" y="167"/>
                  <a:pt x="4213" y="167"/>
                  <a:pt x="4213" y="167"/>
                </a:cubicBezTo>
                <a:cubicBezTo>
                  <a:pt x="4218" y="167"/>
                  <a:pt x="4218" y="167"/>
                  <a:pt x="4218" y="167"/>
                </a:cubicBezTo>
                <a:cubicBezTo>
                  <a:pt x="4222" y="157"/>
                  <a:pt x="4222" y="157"/>
                  <a:pt x="4222" y="157"/>
                </a:cubicBezTo>
                <a:cubicBezTo>
                  <a:pt x="4237" y="157"/>
                  <a:pt x="4237" y="157"/>
                  <a:pt x="4237" y="157"/>
                </a:cubicBezTo>
                <a:cubicBezTo>
                  <a:pt x="4241" y="167"/>
                  <a:pt x="4241" y="167"/>
                  <a:pt x="4241" y="167"/>
                </a:cubicBezTo>
                <a:cubicBezTo>
                  <a:pt x="4246" y="167"/>
                  <a:pt x="4246" y="167"/>
                  <a:pt x="4246" y="167"/>
                </a:cubicBezTo>
                <a:cubicBezTo>
                  <a:pt x="4232" y="132"/>
                  <a:pt x="4232" y="132"/>
                  <a:pt x="4232" y="132"/>
                </a:cubicBezTo>
                <a:lnTo>
                  <a:pt x="4227" y="132"/>
                </a:lnTo>
                <a:close/>
                <a:moveTo>
                  <a:pt x="4223" y="153"/>
                </a:moveTo>
                <a:cubicBezTo>
                  <a:pt x="4229" y="137"/>
                  <a:pt x="4229" y="137"/>
                  <a:pt x="4229" y="137"/>
                </a:cubicBezTo>
                <a:cubicBezTo>
                  <a:pt x="4229" y="137"/>
                  <a:pt x="4229" y="137"/>
                  <a:pt x="4229" y="137"/>
                </a:cubicBezTo>
                <a:cubicBezTo>
                  <a:pt x="4235" y="153"/>
                  <a:pt x="4235" y="153"/>
                  <a:pt x="4235" y="153"/>
                </a:cubicBezTo>
                <a:lnTo>
                  <a:pt x="4223" y="153"/>
                </a:lnTo>
                <a:close/>
                <a:moveTo>
                  <a:pt x="4609" y="143"/>
                </a:moveTo>
                <a:cubicBezTo>
                  <a:pt x="4609" y="157"/>
                  <a:pt x="4609" y="157"/>
                  <a:pt x="4609" y="157"/>
                </a:cubicBezTo>
                <a:cubicBezTo>
                  <a:pt x="4612" y="157"/>
                  <a:pt x="4615" y="154"/>
                  <a:pt x="4615" y="151"/>
                </a:cubicBezTo>
                <a:cubicBezTo>
                  <a:pt x="4615" y="146"/>
                  <a:pt x="4612" y="143"/>
                  <a:pt x="4609" y="143"/>
                </a:cubicBezTo>
                <a:moveTo>
                  <a:pt x="4194" y="142"/>
                </a:moveTo>
                <a:cubicBezTo>
                  <a:pt x="4193" y="141"/>
                  <a:pt x="4193" y="140"/>
                  <a:pt x="4193" y="139"/>
                </a:cubicBezTo>
                <a:cubicBezTo>
                  <a:pt x="4192" y="137"/>
                  <a:pt x="4191" y="136"/>
                  <a:pt x="4191" y="136"/>
                </a:cubicBezTo>
                <a:cubicBezTo>
                  <a:pt x="4190" y="135"/>
                  <a:pt x="4189" y="134"/>
                  <a:pt x="4187" y="133"/>
                </a:cubicBezTo>
                <a:cubicBezTo>
                  <a:pt x="4186" y="133"/>
                  <a:pt x="4185" y="133"/>
                  <a:pt x="4183" y="133"/>
                </a:cubicBezTo>
                <a:cubicBezTo>
                  <a:pt x="4181" y="133"/>
                  <a:pt x="4179" y="133"/>
                  <a:pt x="4178" y="133"/>
                </a:cubicBezTo>
                <a:cubicBezTo>
                  <a:pt x="4177" y="134"/>
                  <a:pt x="4176" y="135"/>
                  <a:pt x="4175" y="136"/>
                </a:cubicBezTo>
                <a:cubicBezTo>
                  <a:pt x="4174" y="136"/>
                  <a:pt x="4174" y="137"/>
                  <a:pt x="4173" y="139"/>
                </a:cubicBezTo>
                <a:cubicBezTo>
                  <a:pt x="4173" y="140"/>
                  <a:pt x="4172" y="141"/>
                  <a:pt x="4172" y="142"/>
                </a:cubicBezTo>
                <a:cubicBezTo>
                  <a:pt x="4172" y="144"/>
                  <a:pt x="4171" y="145"/>
                  <a:pt x="4171" y="146"/>
                </a:cubicBezTo>
                <a:cubicBezTo>
                  <a:pt x="4171" y="148"/>
                  <a:pt x="4171" y="149"/>
                  <a:pt x="4171" y="150"/>
                </a:cubicBezTo>
                <a:cubicBezTo>
                  <a:pt x="4171" y="152"/>
                  <a:pt x="4171" y="153"/>
                  <a:pt x="4171" y="154"/>
                </a:cubicBezTo>
                <a:cubicBezTo>
                  <a:pt x="4171" y="156"/>
                  <a:pt x="4172" y="157"/>
                  <a:pt x="4172" y="158"/>
                </a:cubicBezTo>
                <a:cubicBezTo>
                  <a:pt x="4172" y="159"/>
                  <a:pt x="4173" y="161"/>
                  <a:pt x="4173" y="162"/>
                </a:cubicBezTo>
                <a:cubicBezTo>
                  <a:pt x="4174" y="163"/>
                  <a:pt x="4174" y="164"/>
                  <a:pt x="4175" y="165"/>
                </a:cubicBezTo>
                <a:cubicBezTo>
                  <a:pt x="4176" y="166"/>
                  <a:pt x="4177" y="166"/>
                  <a:pt x="4178" y="167"/>
                </a:cubicBezTo>
                <a:cubicBezTo>
                  <a:pt x="4179" y="167"/>
                  <a:pt x="4181" y="168"/>
                  <a:pt x="4183" y="168"/>
                </a:cubicBezTo>
                <a:cubicBezTo>
                  <a:pt x="4185" y="168"/>
                  <a:pt x="4186" y="167"/>
                  <a:pt x="4187" y="167"/>
                </a:cubicBezTo>
                <a:cubicBezTo>
                  <a:pt x="4189" y="166"/>
                  <a:pt x="4190" y="166"/>
                  <a:pt x="4191" y="165"/>
                </a:cubicBezTo>
                <a:cubicBezTo>
                  <a:pt x="4191" y="164"/>
                  <a:pt x="4192" y="163"/>
                  <a:pt x="4193" y="162"/>
                </a:cubicBezTo>
                <a:cubicBezTo>
                  <a:pt x="4193" y="161"/>
                  <a:pt x="4193" y="159"/>
                  <a:pt x="4194" y="158"/>
                </a:cubicBezTo>
                <a:cubicBezTo>
                  <a:pt x="4194" y="157"/>
                  <a:pt x="4194" y="156"/>
                  <a:pt x="4194" y="154"/>
                </a:cubicBezTo>
                <a:cubicBezTo>
                  <a:pt x="4194" y="153"/>
                  <a:pt x="4194" y="152"/>
                  <a:pt x="4194" y="150"/>
                </a:cubicBezTo>
                <a:cubicBezTo>
                  <a:pt x="4194" y="149"/>
                  <a:pt x="4194" y="148"/>
                  <a:pt x="4194" y="146"/>
                </a:cubicBezTo>
                <a:cubicBezTo>
                  <a:pt x="4194" y="145"/>
                  <a:pt x="4194" y="144"/>
                  <a:pt x="4194" y="142"/>
                </a:cubicBezTo>
                <a:moveTo>
                  <a:pt x="4190" y="155"/>
                </a:moveTo>
                <a:cubicBezTo>
                  <a:pt x="4190" y="156"/>
                  <a:pt x="4189" y="158"/>
                  <a:pt x="4189" y="159"/>
                </a:cubicBezTo>
                <a:cubicBezTo>
                  <a:pt x="4189" y="160"/>
                  <a:pt x="4188" y="162"/>
                  <a:pt x="4187" y="163"/>
                </a:cubicBezTo>
                <a:cubicBezTo>
                  <a:pt x="4186" y="164"/>
                  <a:pt x="4185" y="164"/>
                  <a:pt x="4183" y="164"/>
                </a:cubicBezTo>
                <a:cubicBezTo>
                  <a:pt x="4181" y="164"/>
                  <a:pt x="4180" y="164"/>
                  <a:pt x="4179" y="163"/>
                </a:cubicBezTo>
                <a:cubicBezTo>
                  <a:pt x="4178" y="162"/>
                  <a:pt x="4177" y="160"/>
                  <a:pt x="4177" y="159"/>
                </a:cubicBezTo>
                <a:cubicBezTo>
                  <a:pt x="4176" y="158"/>
                  <a:pt x="4176" y="156"/>
                  <a:pt x="4176" y="155"/>
                </a:cubicBezTo>
                <a:cubicBezTo>
                  <a:pt x="4176" y="153"/>
                  <a:pt x="4176" y="151"/>
                  <a:pt x="4176" y="150"/>
                </a:cubicBezTo>
                <a:cubicBezTo>
                  <a:pt x="4176" y="149"/>
                  <a:pt x="4176" y="148"/>
                  <a:pt x="4176" y="147"/>
                </a:cubicBezTo>
                <a:cubicBezTo>
                  <a:pt x="4176" y="146"/>
                  <a:pt x="4176" y="145"/>
                  <a:pt x="4176" y="144"/>
                </a:cubicBezTo>
                <a:cubicBezTo>
                  <a:pt x="4176" y="143"/>
                  <a:pt x="4176" y="142"/>
                  <a:pt x="4177" y="141"/>
                </a:cubicBezTo>
                <a:cubicBezTo>
                  <a:pt x="4177" y="140"/>
                  <a:pt x="4177" y="140"/>
                  <a:pt x="4178" y="139"/>
                </a:cubicBezTo>
                <a:cubicBezTo>
                  <a:pt x="4178" y="138"/>
                  <a:pt x="4179" y="137"/>
                  <a:pt x="4180" y="137"/>
                </a:cubicBezTo>
                <a:cubicBezTo>
                  <a:pt x="4181" y="137"/>
                  <a:pt x="4182" y="136"/>
                  <a:pt x="4183" y="136"/>
                </a:cubicBezTo>
                <a:cubicBezTo>
                  <a:pt x="4184" y="136"/>
                  <a:pt x="4185" y="137"/>
                  <a:pt x="4186" y="137"/>
                </a:cubicBezTo>
                <a:cubicBezTo>
                  <a:pt x="4187" y="137"/>
                  <a:pt x="4187" y="138"/>
                  <a:pt x="4188" y="139"/>
                </a:cubicBezTo>
                <a:cubicBezTo>
                  <a:pt x="4188" y="140"/>
                  <a:pt x="4189" y="140"/>
                  <a:pt x="4189" y="141"/>
                </a:cubicBezTo>
                <a:cubicBezTo>
                  <a:pt x="4189" y="142"/>
                  <a:pt x="4189" y="143"/>
                  <a:pt x="4190" y="144"/>
                </a:cubicBezTo>
                <a:cubicBezTo>
                  <a:pt x="4190" y="145"/>
                  <a:pt x="4190" y="146"/>
                  <a:pt x="4190" y="147"/>
                </a:cubicBezTo>
                <a:cubicBezTo>
                  <a:pt x="4190" y="148"/>
                  <a:pt x="4190" y="149"/>
                  <a:pt x="4190" y="150"/>
                </a:cubicBezTo>
                <a:cubicBezTo>
                  <a:pt x="4190" y="151"/>
                  <a:pt x="4190" y="153"/>
                  <a:pt x="4190" y="155"/>
                </a:cubicBezTo>
                <a:moveTo>
                  <a:pt x="4117" y="136"/>
                </a:moveTo>
                <a:cubicBezTo>
                  <a:pt x="4116" y="135"/>
                  <a:pt x="4115" y="134"/>
                  <a:pt x="4113" y="133"/>
                </a:cubicBezTo>
                <a:cubicBezTo>
                  <a:pt x="4112" y="133"/>
                  <a:pt x="4110" y="133"/>
                  <a:pt x="4109" y="133"/>
                </a:cubicBezTo>
                <a:cubicBezTo>
                  <a:pt x="4107" y="133"/>
                  <a:pt x="4106" y="133"/>
                  <a:pt x="4104" y="134"/>
                </a:cubicBezTo>
                <a:cubicBezTo>
                  <a:pt x="4103" y="134"/>
                  <a:pt x="4102" y="135"/>
                  <a:pt x="4101" y="136"/>
                </a:cubicBezTo>
                <a:cubicBezTo>
                  <a:pt x="4100" y="137"/>
                  <a:pt x="4099" y="138"/>
                  <a:pt x="4098" y="139"/>
                </a:cubicBezTo>
                <a:cubicBezTo>
                  <a:pt x="4098" y="141"/>
                  <a:pt x="4097" y="142"/>
                  <a:pt x="4097" y="144"/>
                </a:cubicBezTo>
                <a:cubicBezTo>
                  <a:pt x="4097" y="146"/>
                  <a:pt x="4098" y="147"/>
                  <a:pt x="4098" y="149"/>
                </a:cubicBezTo>
                <a:cubicBezTo>
                  <a:pt x="4099" y="150"/>
                  <a:pt x="4099" y="151"/>
                  <a:pt x="4100" y="152"/>
                </a:cubicBezTo>
                <a:cubicBezTo>
                  <a:pt x="4101" y="153"/>
                  <a:pt x="4102" y="154"/>
                  <a:pt x="4104" y="155"/>
                </a:cubicBezTo>
                <a:cubicBezTo>
                  <a:pt x="4105" y="155"/>
                  <a:pt x="4107" y="155"/>
                  <a:pt x="4108" y="155"/>
                </a:cubicBezTo>
                <a:cubicBezTo>
                  <a:pt x="4110" y="155"/>
                  <a:pt x="4112" y="155"/>
                  <a:pt x="4113" y="154"/>
                </a:cubicBezTo>
                <a:cubicBezTo>
                  <a:pt x="4114" y="153"/>
                  <a:pt x="4116" y="152"/>
                  <a:pt x="4116" y="151"/>
                </a:cubicBezTo>
                <a:cubicBezTo>
                  <a:pt x="4116" y="151"/>
                  <a:pt x="4116" y="151"/>
                  <a:pt x="4116" y="151"/>
                </a:cubicBezTo>
                <a:cubicBezTo>
                  <a:pt x="4116" y="155"/>
                  <a:pt x="4116" y="159"/>
                  <a:pt x="4114" y="161"/>
                </a:cubicBezTo>
                <a:cubicBezTo>
                  <a:pt x="4113" y="163"/>
                  <a:pt x="4111" y="164"/>
                  <a:pt x="4109" y="164"/>
                </a:cubicBezTo>
                <a:cubicBezTo>
                  <a:pt x="4107" y="164"/>
                  <a:pt x="4106" y="164"/>
                  <a:pt x="4104" y="163"/>
                </a:cubicBezTo>
                <a:cubicBezTo>
                  <a:pt x="4103" y="162"/>
                  <a:pt x="4103" y="161"/>
                  <a:pt x="4102" y="159"/>
                </a:cubicBezTo>
                <a:cubicBezTo>
                  <a:pt x="4098" y="159"/>
                  <a:pt x="4098" y="159"/>
                  <a:pt x="4098" y="159"/>
                </a:cubicBezTo>
                <a:cubicBezTo>
                  <a:pt x="4098" y="162"/>
                  <a:pt x="4100" y="164"/>
                  <a:pt x="4101" y="166"/>
                </a:cubicBezTo>
                <a:cubicBezTo>
                  <a:pt x="4103" y="167"/>
                  <a:pt x="4106" y="168"/>
                  <a:pt x="4109" y="168"/>
                </a:cubicBezTo>
                <a:cubicBezTo>
                  <a:pt x="4113" y="168"/>
                  <a:pt x="4116" y="166"/>
                  <a:pt x="4118" y="163"/>
                </a:cubicBezTo>
                <a:cubicBezTo>
                  <a:pt x="4120" y="160"/>
                  <a:pt x="4121" y="155"/>
                  <a:pt x="4121" y="149"/>
                </a:cubicBezTo>
                <a:cubicBezTo>
                  <a:pt x="4121" y="146"/>
                  <a:pt x="4120" y="143"/>
                  <a:pt x="4120" y="141"/>
                </a:cubicBezTo>
                <a:cubicBezTo>
                  <a:pt x="4119" y="139"/>
                  <a:pt x="4118" y="137"/>
                  <a:pt x="4117" y="136"/>
                </a:cubicBezTo>
                <a:moveTo>
                  <a:pt x="4115" y="147"/>
                </a:moveTo>
                <a:cubicBezTo>
                  <a:pt x="4115" y="148"/>
                  <a:pt x="4114" y="149"/>
                  <a:pt x="4114" y="150"/>
                </a:cubicBezTo>
                <a:cubicBezTo>
                  <a:pt x="4113" y="150"/>
                  <a:pt x="4112" y="151"/>
                  <a:pt x="4112" y="151"/>
                </a:cubicBezTo>
                <a:cubicBezTo>
                  <a:pt x="4111" y="152"/>
                  <a:pt x="4110" y="152"/>
                  <a:pt x="4109" y="152"/>
                </a:cubicBezTo>
                <a:cubicBezTo>
                  <a:pt x="4108" y="152"/>
                  <a:pt x="4107" y="152"/>
                  <a:pt x="4106" y="151"/>
                </a:cubicBezTo>
                <a:cubicBezTo>
                  <a:pt x="4105" y="151"/>
                  <a:pt x="4104" y="150"/>
                  <a:pt x="4104" y="150"/>
                </a:cubicBezTo>
                <a:cubicBezTo>
                  <a:pt x="4103" y="149"/>
                  <a:pt x="4103" y="148"/>
                  <a:pt x="4102" y="147"/>
                </a:cubicBezTo>
                <a:cubicBezTo>
                  <a:pt x="4102" y="146"/>
                  <a:pt x="4102" y="145"/>
                  <a:pt x="4102" y="145"/>
                </a:cubicBezTo>
                <a:cubicBezTo>
                  <a:pt x="4102" y="143"/>
                  <a:pt x="4102" y="142"/>
                  <a:pt x="4102" y="141"/>
                </a:cubicBezTo>
                <a:cubicBezTo>
                  <a:pt x="4102" y="140"/>
                  <a:pt x="4103" y="140"/>
                  <a:pt x="4103" y="139"/>
                </a:cubicBezTo>
                <a:cubicBezTo>
                  <a:pt x="4104" y="138"/>
                  <a:pt x="4105" y="137"/>
                  <a:pt x="4105" y="137"/>
                </a:cubicBezTo>
                <a:cubicBezTo>
                  <a:pt x="4106" y="137"/>
                  <a:pt x="4107" y="136"/>
                  <a:pt x="4109" y="136"/>
                </a:cubicBezTo>
                <a:cubicBezTo>
                  <a:pt x="4110" y="136"/>
                  <a:pt x="4111" y="137"/>
                  <a:pt x="4112" y="137"/>
                </a:cubicBezTo>
                <a:cubicBezTo>
                  <a:pt x="4113" y="137"/>
                  <a:pt x="4113" y="138"/>
                  <a:pt x="4114" y="139"/>
                </a:cubicBezTo>
                <a:cubicBezTo>
                  <a:pt x="4115" y="139"/>
                  <a:pt x="4115" y="140"/>
                  <a:pt x="4115" y="141"/>
                </a:cubicBezTo>
                <a:cubicBezTo>
                  <a:pt x="4116" y="142"/>
                  <a:pt x="4116" y="143"/>
                  <a:pt x="4116" y="144"/>
                </a:cubicBezTo>
                <a:cubicBezTo>
                  <a:pt x="4116" y="145"/>
                  <a:pt x="4116" y="146"/>
                  <a:pt x="4115" y="147"/>
                </a:cubicBezTo>
                <a:moveTo>
                  <a:pt x="4129" y="167"/>
                </a:moveTo>
                <a:cubicBezTo>
                  <a:pt x="4134" y="167"/>
                  <a:pt x="4134" y="167"/>
                  <a:pt x="4134" y="167"/>
                </a:cubicBezTo>
                <a:cubicBezTo>
                  <a:pt x="4134" y="162"/>
                  <a:pt x="4134" y="162"/>
                  <a:pt x="4134" y="162"/>
                </a:cubicBezTo>
                <a:cubicBezTo>
                  <a:pt x="4129" y="162"/>
                  <a:pt x="4129" y="162"/>
                  <a:pt x="4129" y="162"/>
                </a:cubicBezTo>
                <a:lnTo>
                  <a:pt x="4129" y="167"/>
                </a:lnTo>
                <a:close/>
                <a:moveTo>
                  <a:pt x="4129" y="147"/>
                </a:moveTo>
                <a:cubicBezTo>
                  <a:pt x="4134" y="147"/>
                  <a:pt x="4134" y="147"/>
                  <a:pt x="4134" y="147"/>
                </a:cubicBezTo>
                <a:cubicBezTo>
                  <a:pt x="4134" y="142"/>
                  <a:pt x="4134" y="142"/>
                  <a:pt x="4134" y="142"/>
                </a:cubicBezTo>
                <a:cubicBezTo>
                  <a:pt x="4129" y="142"/>
                  <a:pt x="4129" y="142"/>
                  <a:pt x="4129" y="142"/>
                </a:cubicBezTo>
                <a:lnTo>
                  <a:pt x="4129" y="147"/>
                </a:lnTo>
                <a:close/>
                <a:moveTo>
                  <a:pt x="4452" y="141"/>
                </a:moveTo>
                <a:cubicBezTo>
                  <a:pt x="4454" y="143"/>
                  <a:pt x="4455" y="145"/>
                  <a:pt x="4457" y="147"/>
                </a:cubicBezTo>
                <a:cubicBezTo>
                  <a:pt x="4462" y="142"/>
                  <a:pt x="4467" y="139"/>
                  <a:pt x="4473" y="139"/>
                </a:cubicBezTo>
                <a:cubicBezTo>
                  <a:pt x="4480" y="139"/>
                  <a:pt x="4485" y="142"/>
                  <a:pt x="4489" y="147"/>
                </a:cubicBezTo>
                <a:cubicBezTo>
                  <a:pt x="4491" y="145"/>
                  <a:pt x="4493" y="143"/>
                  <a:pt x="4495" y="141"/>
                </a:cubicBezTo>
                <a:cubicBezTo>
                  <a:pt x="4483" y="127"/>
                  <a:pt x="4462" y="129"/>
                  <a:pt x="4452" y="141"/>
                </a:cubicBezTo>
                <a:moveTo>
                  <a:pt x="4597" y="131"/>
                </a:moveTo>
                <a:cubicBezTo>
                  <a:pt x="4545" y="131"/>
                  <a:pt x="4545" y="131"/>
                  <a:pt x="4545" y="131"/>
                </a:cubicBezTo>
                <a:cubicBezTo>
                  <a:pt x="4540" y="131"/>
                  <a:pt x="4537" y="134"/>
                  <a:pt x="4537" y="140"/>
                </a:cubicBezTo>
                <a:cubicBezTo>
                  <a:pt x="4536" y="147"/>
                  <a:pt x="4536" y="153"/>
                  <a:pt x="4537" y="160"/>
                </a:cubicBezTo>
                <a:cubicBezTo>
                  <a:pt x="4537" y="166"/>
                  <a:pt x="4540" y="169"/>
                  <a:pt x="4545" y="169"/>
                </a:cubicBezTo>
                <a:cubicBezTo>
                  <a:pt x="4554" y="169"/>
                  <a:pt x="4562" y="169"/>
                  <a:pt x="4571" y="169"/>
                </a:cubicBezTo>
                <a:cubicBezTo>
                  <a:pt x="4580" y="169"/>
                  <a:pt x="4588" y="169"/>
                  <a:pt x="4597" y="169"/>
                </a:cubicBezTo>
                <a:cubicBezTo>
                  <a:pt x="4602" y="169"/>
                  <a:pt x="4605" y="166"/>
                  <a:pt x="4605" y="160"/>
                </a:cubicBezTo>
                <a:cubicBezTo>
                  <a:pt x="4606" y="153"/>
                  <a:pt x="4605" y="147"/>
                  <a:pt x="4605" y="140"/>
                </a:cubicBezTo>
                <a:cubicBezTo>
                  <a:pt x="4605" y="134"/>
                  <a:pt x="4602" y="131"/>
                  <a:pt x="4597" y="131"/>
                </a:cubicBezTo>
                <a:moveTo>
                  <a:pt x="4602" y="160"/>
                </a:moveTo>
                <a:cubicBezTo>
                  <a:pt x="4602" y="164"/>
                  <a:pt x="4601" y="166"/>
                  <a:pt x="4597" y="166"/>
                </a:cubicBezTo>
                <a:cubicBezTo>
                  <a:pt x="4545" y="166"/>
                  <a:pt x="4545" y="166"/>
                  <a:pt x="4545" y="166"/>
                </a:cubicBezTo>
                <a:cubicBezTo>
                  <a:pt x="4541" y="166"/>
                  <a:pt x="4540" y="164"/>
                  <a:pt x="4540" y="160"/>
                </a:cubicBezTo>
                <a:cubicBezTo>
                  <a:pt x="4540" y="153"/>
                  <a:pt x="4540" y="147"/>
                  <a:pt x="4540" y="140"/>
                </a:cubicBezTo>
                <a:cubicBezTo>
                  <a:pt x="4540" y="136"/>
                  <a:pt x="4541" y="134"/>
                  <a:pt x="4545" y="134"/>
                </a:cubicBezTo>
                <a:cubicBezTo>
                  <a:pt x="4554" y="134"/>
                  <a:pt x="4562" y="134"/>
                  <a:pt x="4571" y="134"/>
                </a:cubicBezTo>
                <a:cubicBezTo>
                  <a:pt x="4580" y="134"/>
                  <a:pt x="4588" y="134"/>
                  <a:pt x="4597" y="134"/>
                </a:cubicBezTo>
                <a:cubicBezTo>
                  <a:pt x="4601" y="134"/>
                  <a:pt x="4602" y="136"/>
                  <a:pt x="4602" y="140"/>
                </a:cubicBezTo>
                <a:cubicBezTo>
                  <a:pt x="4602" y="147"/>
                  <a:pt x="4602" y="153"/>
                  <a:pt x="4602" y="160"/>
                </a:cubicBezTo>
                <a:moveTo>
                  <a:pt x="4473" y="157"/>
                </a:moveTo>
                <a:cubicBezTo>
                  <a:pt x="4470" y="157"/>
                  <a:pt x="4467" y="159"/>
                  <a:pt x="4467" y="163"/>
                </a:cubicBezTo>
                <a:cubicBezTo>
                  <a:pt x="4467" y="166"/>
                  <a:pt x="4470" y="169"/>
                  <a:pt x="4473" y="169"/>
                </a:cubicBezTo>
                <a:cubicBezTo>
                  <a:pt x="4477" y="169"/>
                  <a:pt x="4479" y="166"/>
                  <a:pt x="4479" y="163"/>
                </a:cubicBezTo>
                <a:cubicBezTo>
                  <a:pt x="4479" y="159"/>
                  <a:pt x="4477" y="157"/>
                  <a:pt x="4473" y="157"/>
                </a:cubicBezTo>
                <a:moveTo>
                  <a:pt x="4460" y="151"/>
                </a:moveTo>
                <a:cubicBezTo>
                  <a:pt x="4462" y="152"/>
                  <a:pt x="4464" y="154"/>
                  <a:pt x="4466" y="156"/>
                </a:cubicBezTo>
                <a:cubicBezTo>
                  <a:pt x="4468" y="154"/>
                  <a:pt x="4470" y="153"/>
                  <a:pt x="4473" y="153"/>
                </a:cubicBezTo>
                <a:cubicBezTo>
                  <a:pt x="4476" y="153"/>
                  <a:pt x="4479" y="154"/>
                  <a:pt x="4481" y="156"/>
                </a:cubicBezTo>
                <a:cubicBezTo>
                  <a:pt x="4483" y="154"/>
                  <a:pt x="4485" y="152"/>
                  <a:pt x="4487" y="151"/>
                </a:cubicBezTo>
                <a:cubicBezTo>
                  <a:pt x="4480" y="142"/>
                  <a:pt x="4467" y="142"/>
                  <a:pt x="4460" y="151"/>
                </a:cubicBezTo>
                <a:moveTo>
                  <a:pt x="4547" y="138"/>
                </a:moveTo>
                <a:cubicBezTo>
                  <a:pt x="4545" y="138"/>
                  <a:pt x="4543" y="139"/>
                  <a:pt x="4543" y="142"/>
                </a:cubicBezTo>
                <a:cubicBezTo>
                  <a:pt x="4543" y="147"/>
                  <a:pt x="4543" y="152"/>
                  <a:pt x="4543" y="158"/>
                </a:cubicBezTo>
                <a:cubicBezTo>
                  <a:pt x="4543" y="161"/>
                  <a:pt x="4544" y="162"/>
                  <a:pt x="4548" y="162"/>
                </a:cubicBezTo>
                <a:cubicBezTo>
                  <a:pt x="4560" y="162"/>
                  <a:pt x="4572" y="162"/>
                  <a:pt x="4584" y="162"/>
                </a:cubicBezTo>
                <a:cubicBezTo>
                  <a:pt x="4585" y="162"/>
                  <a:pt x="4585" y="162"/>
                  <a:pt x="4586" y="162"/>
                </a:cubicBezTo>
                <a:cubicBezTo>
                  <a:pt x="4586" y="138"/>
                  <a:pt x="4586" y="138"/>
                  <a:pt x="4586" y="138"/>
                </a:cubicBezTo>
                <a:cubicBezTo>
                  <a:pt x="4586" y="138"/>
                  <a:pt x="4585" y="138"/>
                  <a:pt x="4585" y="138"/>
                </a:cubicBezTo>
                <a:cubicBezTo>
                  <a:pt x="4572" y="138"/>
                  <a:pt x="4560" y="138"/>
                  <a:pt x="4547" y="138"/>
                </a:cubicBezTo>
                <a:moveTo>
                  <a:pt x="4369" y="153"/>
                </a:moveTo>
                <a:cubicBezTo>
                  <a:pt x="4369" y="153"/>
                  <a:pt x="4369" y="153"/>
                  <a:pt x="4369" y="153"/>
                </a:cubicBezTo>
                <a:cubicBezTo>
                  <a:pt x="4366" y="153"/>
                  <a:pt x="4363" y="156"/>
                  <a:pt x="4363" y="159"/>
                </a:cubicBezTo>
                <a:cubicBezTo>
                  <a:pt x="4363" y="164"/>
                  <a:pt x="4363" y="164"/>
                  <a:pt x="4363" y="164"/>
                </a:cubicBezTo>
                <a:cubicBezTo>
                  <a:pt x="4363" y="167"/>
                  <a:pt x="4366" y="170"/>
                  <a:pt x="4369" y="170"/>
                </a:cubicBezTo>
                <a:cubicBezTo>
                  <a:pt x="4369" y="170"/>
                  <a:pt x="4369" y="170"/>
                  <a:pt x="4369" y="170"/>
                </a:cubicBezTo>
                <a:cubicBezTo>
                  <a:pt x="4373" y="170"/>
                  <a:pt x="4375" y="167"/>
                  <a:pt x="4375" y="164"/>
                </a:cubicBezTo>
                <a:cubicBezTo>
                  <a:pt x="4375" y="159"/>
                  <a:pt x="4375" y="159"/>
                  <a:pt x="4375" y="159"/>
                </a:cubicBezTo>
                <a:cubicBezTo>
                  <a:pt x="4375" y="156"/>
                  <a:pt x="4373" y="153"/>
                  <a:pt x="4369" y="153"/>
                </a:cubicBezTo>
                <a:moveTo>
                  <a:pt x="4408" y="132"/>
                </a:moveTo>
                <a:cubicBezTo>
                  <a:pt x="4407" y="132"/>
                  <a:pt x="4407" y="132"/>
                  <a:pt x="4407" y="132"/>
                </a:cubicBezTo>
                <a:cubicBezTo>
                  <a:pt x="4404" y="132"/>
                  <a:pt x="4402" y="135"/>
                  <a:pt x="4402" y="138"/>
                </a:cubicBezTo>
                <a:cubicBezTo>
                  <a:pt x="4402" y="164"/>
                  <a:pt x="4402" y="164"/>
                  <a:pt x="4402" y="164"/>
                </a:cubicBezTo>
                <a:cubicBezTo>
                  <a:pt x="4402" y="167"/>
                  <a:pt x="4404" y="170"/>
                  <a:pt x="4407" y="170"/>
                </a:cubicBezTo>
                <a:cubicBezTo>
                  <a:pt x="4408" y="170"/>
                  <a:pt x="4408" y="170"/>
                  <a:pt x="4408" y="170"/>
                </a:cubicBezTo>
                <a:cubicBezTo>
                  <a:pt x="4411" y="170"/>
                  <a:pt x="4414" y="167"/>
                  <a:pt x="4414" y="164"/>
                </a:cubicBezTo>
                <a:cubicBezTo>
                  <a:pt x="4414" y="138"/>
                  <a:pt x="4414" y="138"/>
                  <a:pt x="4414" y="138"/>
                </a:cubicBezTo>
                <a:cubicBezTo>
                  <a:pt x="4414" y="135"/>
                  <a:pt x="4411" y="132"/>
                  <a:pt x="4408" y="132"/>
                </a:cubicBezTo>
                <a:moveTo>
                  <a:pt x="4268" y="162"/>
                </a:moveTo>
                <a:cubicBezTo>
                  <a:pt x="4257" y="132"/>
                  <a:pt x="4257" y="132"/>
                  <a:pt x="4257" y="132"/>
                </a:cubicBezTo>
                <a:cubicBezTo>
                  <a:pt x="4251" y="132"/>
                  <a:pt x="4251" y="132"/>
                  <a:pt x="4251" y="132"/>
                </a:cubicBezTo>
                <a:cubicBezTo>
                  <a:pt x="4251" y="167"/>
                  <a:pt x="4251" y="167"/>
                  <a:pt x="4251" y="167"/>
                </a:cubicBezTo>
                <a:cubicBezTo>
                  <a:pt x="4255" y="167"/>
                  <a:pt x="4255" y="167"/>
                  <a:pt x="4255" y="167"/>
                </a:cubicBezTo>
                <a:cubicBezTo>
                  <a:pt x="4255" y="138"/>
                  <a:pt x="4255" y="138"/>
                  <a:pt x="4255" y="138"/>
                </a:cubicBezTo>
                <a:cubicBezTo>
                  <a:pt x="4256" y="138"/>
                  <a:pt x="4256" y="138"/>
                  <a:pt x="4256" y="138"/>
                </a:cubicBezTo>
                <a:cubicBezTo>
                  <a:pt x="4266" y="167"/>
                  <a:pt x="4266" y="167"/>
                  <a:pt x="4266" y="167"/>
                </a:cubicBezTo>
                <a:cubicBezTo>
                  <a:pt x="4270" y="167"/>
                  <a:pt x="4270" y="167"/>
                  <a:pt x="4270" y="167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67"/>
                  <a:pt x="4281" y="167"/>
                  <a:pt x="4281" y="167"/>
                </a:cubicBezTo>
                <a:cubicBezTo>
                  <a:pt x="4286" y="167"/>
                  <a:pt x="4286" y="167"/>
                  <a:pt x="4286" y="167"/>
                </a:cubicBezTo>
                <a:cubicBezTo>
                  <a:pt x="4286" y="132"/>
                  <a:pt x="4286" y="132"/>
                  <a:pt x="4286" y="132"/>
                </a:cubicBezTo>
                <a:cubicBezTo>
                  <a:pt x="4279" y="132"/>
                  <a:pt x="4279" y="132"/>
                  <a:pt x="4279" y="132"/>
                </a:cubicBezTo>
                <a:lnTo>
                  <a:pt x="4268" y="162"/>
                </a:lnTo>
                <a:close/>
                <a:moveTo>
                  <a:pt x="4389" y="143"/>
                </a:moveTo>
                <a:cubicBezTo>
                  <a:pt x="4388" y="143"/>
                  <a:pt x="4388" y="143"/>
                  <a:pt x="4388" y="143"/>
                </a:cubicBezTo>
                <a:cubicBezTo>
                  <a:pt x="4385" y="143"/>
                  <a:pt x="4382" y="145"/>
                  <a:pt x="4382" y="149"/>
                </a:cubicBezTo>
                <a:cubicBezTo>
                  <a:pt x="4382" y="164"/>
                  <a:pt x="4382" y="164"/>
                  <a:pt x="4382" y="164"/>
                </a:cubicBezTo>
                <a:cubicBezTo>
                  <a:pt x="4382" y="167"/>
                  <a:pt x="4385" y="170"/>
                  <a:pt x="4388" y="170"/>
                </a:cubicBezTo>
                <a:cubicBezTo>
                  <a:pt x="4389" y="170"/>
                  <a:pt x="4389" y="170"/>
                  <a:pt x="4389" y="170"/>
                </a:cubicBezTo>
                <a:cubicBezTo>
                  <a:pt x="4392" y="170"/>
                  <a:pt x="4395" y="167"/>
                  <a:pt x="4395" y="164"/>
                </a:cubicBezTo>
                <a:cubicBezTo>
                  <a:pt x="4395" y="149"/>
                  <a:pt x="4395" y="149"/>
                  <a:pt x="4395" y="149"/>
                </a:cubicBezTo>
                <a:cubicBezTo>
                  <a:pt x="4395" y="145"/>
                  <a:pt x="4392" y="143"/>
                  <a:pt x="4389" y="143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55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5B7C98-996D-42AA-ADBA-070B74562D6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16CC601-9393-25C4-6674-7B88BF8D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B30282F7-085A-DDAD-EA25-162290BDA0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CE434D42-85E1-CF87-DC85-C8B0B0F85C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84604FE2-4189-30D6-0D79-17EB6B413B2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DF918D9-D50E-459C-4F77-7983CE359BBE}"/>
              </a:ext>
            </a:extLst>
          </p:cNvPr>
          <p:cNvGrpSpPr/>
          <p:nvPr userDrawn="1"/>
        </p:nvGrpSpPr>
        <p:grpSpPr>
          <a:xfrm>
            <a:off x="7452799" y="1458000"/>
            <a:ext cx="2311134" cy="4894165"/>
            <a:chOff x="7452799" y="1458000"/>
            <a:chExt cx="2311134" cy="4894165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E470C3A8-6EB3-D134-B1FD-43B5A1C493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2799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22B54588-6547-F5D2-9F94-723FE062BE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1937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8268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FABE2B-6943-41E0-4A57-CC1A8CC35C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5AAFD30-D8B1-0E99-35A8-78543FBD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F93C807-CE44-DEF3-7C4D-DCAE4A2ACA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DD9B4367-FB0A-BAA0-828C-7678AEDB2B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29">
            <a:extLst>
              <a:ext uri="{FF2B5EF4-FFF2-40B4-BE49-F238E27FC236}">
                <a16:creationId xmlns:a16="http://schemas.microsoft.com/office/drawing/2014/main" id="{CC98BB81-55E9-BBD5-A779-A388104B42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E13BA3D-6F40-3093-F79B-A48CDEC840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2" name="Bildplatzhalter 16">
            <a:extLst>
              <a:ext uri="{FF2B5EF4-FFF2-40B4-BE49-F238E27FC236}">
                <a16:creationId xmlns:a16="http://schemas.microsoft.com/office/drawing/2014/main" id="{5226F4E2-973D-F5A2-D5E1-9531D69AC00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604D837-D903-F6B7-524A-1B0C687AD266}"/>
              </a:ext>
            </a:extLst>
          </p:cNvPr>
          <p:cNvGrpSpPr/>
          <p:nvPr userDrawn="1"/>
        </p:nvGrpSpPr>
        <p:grpSpPr>
          <a:xfrm>
            <a:off x="6048375" y="1458000"/>
            <a:ext cx="2311134" cy="4894165"/>
            <a:chOff x="6048375" y="1458000"/>
            <a:chExt cx="2311134" cy="4894165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ABBD5530-F5AC-496B-A71B-57ED22DD7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AE06E1EE-DC8D-4CC5-156D-E51227448C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C4CC21E-BB24-CFA4-88A0-7679258A3462}"/>
              </a:ext>
            </a:extLst>
          </p:cNvPr>
          <p:cNvGrpSpPr/>
          <p:nvPr userDrawn="1"/>
        </p:nvGrpSpPr>
        <p:grpSpPr>
          <a:xfrm>
            <a:off x="8682614" y="1455063"/>
            <a:ext cx="2311134" cy="4894165"/>
            <a:chOff x="6048375" y="1458000"/>
            <a:chExt cx="2311134" cy="4894165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F20E712D-4042-3C65-5ACE-887BAF8492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7206A955-25DA-0969-8784-CBEE99C525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6931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C738C5-CE17-8F75-ADAC-39B90FA84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81407F7-B6AC-4E72-B6AC-77BC56A3AE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091C3CC-3F3F-23FE-602C-3411500BF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190" y="2617150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E1B4253D-A3DF-0CF2-D8A6-BD53847BB4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6839" y="3079886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96B47188-9DE9-83A5-4351-EF7BE32A85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3942865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31" name="Textplatzhalter 24">
            <a:extLst>
              <a:ext uri="{FF2B5EF4-FFF2-40B4-BE49-F238E27FC236}">
                <a16:creationId xmlns:a16="http://schemas.microsoft.com/office/drawing/2014/main" id="{52FB245C-0815-D83A-0EAA-EA17BEF16B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4405601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7CD200-62FF-17FA-0BA7-16E6A6F1EB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6323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CC6694AC-DF0F-CE8B-5A82-C6C614FF4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4024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3906E0-6D46-195B-33C1-D09180C9E8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F0F97F8-B6AF-0A50-6FE0-FEC64B2BB12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CEA20B0-21B2-D36B-5E43-43A9246AE6A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1BDD9D7E-C4A9-0B76-5A01-A25FD8BD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D52585E2-29D8-9C9F-5360-87974B4BE9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7136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64BD83E-8778-CC97-4712-99AFB58E50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16" name="Textplatzhalter 24">
            <a:extLst>
              <a:ext uri="{FF2B5EF4-FFF2-40B4-BE49-F238E27FC236}">
                <a16:creationId xmlns:a16="http://schemas.microsoft.com/office/drawing/2014/main" id="{FBCB321B-95A1-BEB1-0D24-83F6BEE520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0ED7772D-CD08-A72F-BA2F-2DBE2B6D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4007" y="3083836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8A4C226E-A367-B142-EA1F-8C4338098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656" y="3546572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8AF69B83-0099-07DC-2AF2-62DA1EF886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4594080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24212708-A85E-62D4-39B6-FC62619C21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5056816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91901F5D-7B87-BE07-0D0B-9793ED04A8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11478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01264C22-8F84-ACBF-EFF8-2FBCA5FE8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9179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F252CA67-FFA3-A81F-D76A-858E367B66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542" y="1638679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90349DD5-DB65-C386-0CB6-8DFE86A1E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87856" y="2150981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B5E01315-A857-14B2-E06B-ED59F947E9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1611" y="3511934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125F58F5-82E2-C17F-6D38-86D242329C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1260" y="3974670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44DCDCE-03BC-B2FC-0050-051E2CF2A90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436147B-532D-42CF-E249-BF9382B4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5329AE-E1AB-5B6B-7B92-493CC6B69F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5474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062465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300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1F0644D-B565-F04C-F55D-0061E019FF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7538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93D4D73-AAB1-516F-EFB3-C35E3D494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3172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610A1C2C-95D4-5095-F370-2EFD0D93B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6710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48D5DE7D-B7B0-B4AE-DACB-4ABEF6F8D7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811" y="1808163"/>
            <a:ext cx="3580419" cy="7064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</a:t>
            </a:r>
            <a:endParaRPr lang="de-DE"/>
          </a:p>
        </p:txBody>
      </p:sp>
      <p:sp>
        <p:nvSpPr>
          <p:cNvPr id="35" name="Textplatzhalter 24">
            <a:extLst>
              <a:ext uri="{FF2B5EF4-FFF2-40B4-BE49-F238E27FC236}">
                <a16:creationId xmlns:a16="http://schemas.microsoft.com/office/drawing/2014/main" id="{C02373F9-D0E0-094A-737A-AB20359CE9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7538" y="39207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5DFC2D4C-660D-4062-0F81-9BE7729BE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3172" y="39171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F817B4CC-A1CF-4A82-CCEC-9CA1D438A5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6710" y="3924678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8CCA27-A28D-4F94-2D7A-F51807EF257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C0D992E9-5480-97A0-8402-7ADE1DAD4CA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2DB024EA-C06B-7640-6138-C8CA8BA1B4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DB5B60A7-D2B1-3134-8D0E-652CDEB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91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525761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1.1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7C1FF4C-BB20-F196-8766-DBFD7C251171}"/>
              </a:ext>
            </a:extLst>
          </p:cNvPr>
          <p:cNvGrpSpPr/>
          <p:nvPr userDrawn="1"/>
        </p:nvGrpSpPr>
        <p:grpSpPr>
          <a:xfrm>
            <a:off x="4239231" y="2378900"/>
            <a:ext cx="3713538" cy="1296000"/>
            <a:chOff x="4245504" y="4062465"/>
            <a:chExt cx="3713538" cy="1296000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8DEA858-43FF-4415-DE89-277020C5EAF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4AEF92F-434C-2FFD-CF05-7C8B6885038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ECD0387-F61D-490D-FE26-5366E11DC7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77538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E166CB07-9F81-7EAD-7135-BBEA879EC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77540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B26F895C-2B40-786C-429E-81F4483FE4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3172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5ADD81B7-6B3B-7274-726E-357BB9C52F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3174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E3D7BC02-47FA-22EB-FE72-4D8D52E04A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66710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0F3E8A97-495E-6B17-D01C-EEB4FB8912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6712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BC528E42-9C11-61B7-B7E2-1A1BCBC79B4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8" name="Titel 27">
            <a:extLst>
              <a:ext uri="{FF2B5EF4-FFF2-40B4-BE49-F238E27FC236}">
                <a16:creationId xmlns:a16="http://schemas.microsoft.com/office/drawing/2014/main" id="{8FEAFCC1-E8E6-0013-4806-1E43140F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BA15D6-C8CD-27F9-7BEE-4D69CE31080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793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3E446B-C915-7208-68EB-2F475AFD8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B538B9-EE2B-C5A5-0BF2-7EE231BE04F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9F877EB-AD36-6ED0-574A-91C23B2F4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A9E41E50-6542-6018-482F-6ACEB78E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1486753-22F6-63EB-6ECA-6251DED3A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00584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A8D6D-0A96-78D0-3895-A3F54133DC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3969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61536-73BB-9C23-0532-1D93E2CE91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754EBAC-E16C-096E-A3ED-21FAF5D60D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FD1D5F9-E4D0-11B2-3524-45C127256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285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LUNCH BREAK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1D0CE84-41B1-6D79-9631-C2D087737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2" y="549275"/>
            <a:ext cx="1041663" cy="58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sp>
        <p:nvSpPr>
          <p:cNvPr id="8" name="Foliennummernplatzhalter 21">
            <a:extLst>
              <a:ext uri="{FF2B5EF4-FFF2-40B4-BE49-F238E27FC236}">
                <a16:creationId xmlns:a16="http://schemas.microsoft.com/office/drawing/2014/main" id="{0F89045D-698C-C921-C774-A0192223B5C6}"/>
              </a:ext>
            </a:extLst>
          </p:cNvPr>
          <p:cNvSpPr txBox="1">
            <a:spLocks/>
          </p:cNvSpPr>
          <p:nvPr userDrawn="1"/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>
              <a:solidFill>
                <a:schemeClr val="bg2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3F320E8-BC7A-4AFB-91F1-F357DC9123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D17C45FD-4A8C-72AD-38C2-187BFD8EB2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6C4D638-C8E5-8A92-1C5B-A0C2B39E1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766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KAFFEEPAUSE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pic>
        <p:nvPicPr>
          <p:cNvPr id="2050" name="Picture 2" descr="Ein Bild, das Design, Grafiken, Schrift, Clipart enthält.&#10;&#10;Automatisch generierte Beschreibung">
            <a:extLst>
              <a:ext uri="{FF2B5EF4-FFF2-40B4-BE49-F238E27FC236}">
                <a16:creationId xmlns:a16="http://schemas.microsoft.com/office/drawing/2014/main" id="{405B16C3-8821-B49C-1DDB-8C37A89C37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1" y="561471"/>
            <a:ext cx="820479" cy="57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EB5CC8-23B5-DE3B-0F55-C279A646017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659E214-4056-E6B0-FFDA-BDF765F275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E0FD4C3-E448-E95E-CB78-F12A7F45E1B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320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THANK YOU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22D19C-5DE4-5CA1-7053-363A776252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16D9F57E-680C-A595-D1A7-95D26CA5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785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752FF5E-4524-C9B9-4F0B-51F064476B4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B62D29-1D71-A85F-A77E-8A1FEDC917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E2652B-EE30-8F95-CE76-CC449B4C47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0DA1DDB-FEF4-3F2E-5211-1323A3112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79E75D4-7517-E880-0566-8E2718F7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0EDE1D84-5B78-074B-3EE2-4C109B80DF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8951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4BAFACA-41F5-59AF-BC5D-A1A110D629E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FFAB10-3C2D-E58A-7F38-A056849D55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3F7D0B-9E83-D593-6C10-BF79753A11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EF99966-4C52-5294-D793-40624DA35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8C3BC26-989D-BC4C-E9A7-7B1F0E36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882DFE73-C16B-5DCF-1984-AE565524D7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4580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1945C6-7BC4-8F25-98FD-6C017BCFF4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999B2A-40E9-664B-43DF-7DABFC26AC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1454182F-0568-AC12-6E00-F98C24106D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5B04EA-DDD5-D6A2-C07B-9518BFCF43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9B42037B-7401-DE37-99EE-51380400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9250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D839311-2A18-05C9-98F2-8F5F0AFAE2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663BE5-E0A8-07EE-589C-1A8D9E8F43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511E4FB8-9364-B73D-F641-7FBBE621B7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165E39E0-5FFF-42BC-2E9C-BE766C0A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46A43E3F-B8CD-4C56-969F-95D576AD9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3637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DD3A4-7205-C9A0-D3D0-4317BFC242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326301D-4D64-E66D-845C-6FC4E996D5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B6DB9F7-5043-ADAB-9055-FFE5142E79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F43C0FCC-BB03-6109-74BF-709DA15F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79ACF6B5-77F9-56C3-780E-F2C993F67D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0368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DF4B5FE-77F0-96B3-EEAF-8D00B68A14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1730D6-EB19-A96B-7638-616440C3757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7421BB5-2FF2-7E7B-3FF5-40504DE01B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F4D58B3-9AC8-F367-D764-CD0D29A0A9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B7B65401-C228-BBEB-941C-1CABE739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72481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layout V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raphic 9">
            <a:extLst>
              <a:ext uri="{FF2B5EF4-FFF2-40B4-BE49-F238E27FC236}">
                <a16:creationId xmlns:a16="http://schemas.microsoft.com/office/drawing/2014/main" id="{6B058AA6-B18B-8EE1-008C-DE1454E86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6" b="641"/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4" name="Rectangle18">
            <a:extLst>
              <a:ext uri="{FF2B5EF4-FFF2-40B4-BE49-F238E27FC236}">
                <a16:creationId xmlns:a16="http://schemas.microsoft.com/office/drawing/2014/main" id="{89BB2330-CF5A-7D6B-60EC-B4DC7736B9DB}"/>
              </a:ext>
            </a:extLst>
          </p:cNvPr>
          <p:cNvSpPr/>
          <p:nvPr userDrawn="1"/>
        </p:nvSpPr>
        <p:spPr bwMode="gray">
          <a:xfrm>
            <a:off x="0" y="-10633"/>
            <a:ext cx="12191998" cy="6868633"/>
          </a:xfrm>
          <a:prstGeom prst="rect">
            <a:avLst/>
          </a:prstGeom>
          <a:gradFill>
            <a:gsLst>
              <a:gs pos="2200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66717B">
                  <a:alpha val="92000"/>
                </a:srgbClr>
              </a:gs>
              <a:gs pos="98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61276F45-1631-9041-78DB-67BF2ECD8A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43404A3-B3DF-3512-72CE-1885163455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685D7E39-5CBD-C4E8-8E23-1859A20EF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grpSp>
        <p:nvGrpSpPr>
          <p:cNvPr id="63" name="Grafik 13">
            <a:extLst>
              <a:ext uri="{FF2B5EF4-FFF2-40B4-BE49-F238E27FC236}">
                <a16:creationId xmlns:a16="http://schemas.microsoft.com/office/drawing/2014/main" id="{BE5BC6B5-6A14-4225-2EC0-927027197071}"/>
              </a:ext>
            </a:extLst>
          </p:cNvPr>
          <p:cNvGrpSpPr/>
          <p:nvPr userDrawn="1"/>
        </p:nvGrpSpPr>
        <p:grpSpPr>
          <a:xfrm>
            <a:off x="9735258" y="6000795"/>
            <a:ext cx="1791477" cy="442860"/>
            <a:chOff x="8501174" y="2383489"/>
            <a:chExt cx="2699861" cy="667416"/>
          </a:xfrm>
          <a:solidFill>
            <a:schemeClr val="bg1"/>
          </a:solidFill>
        </p:grpSpPr>
        <p:grpSp>
          <p:nvGrpSpPr>
            <p:cNvPr id="64" name="Grafik 13">
              <a:extLst>
                <a:ext uri="{FF2B5EF4-FFF2-40B4-BE49-F238E27FC236}">
                  <a16:creationId xmlns:a16="http://schemas.microsoft.com/office/drawing/2014/main" id="{90C9303C-B081-1DA4-578C-F7217C06DA75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C2BCC1B1-1F81-B20F-E72E-87CF1A7C8C1A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632915ED-231F-F00F-4AA4-CCCDFE3D8EB5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52091995-5F71-5D13-2C23-59FA15AC4EBA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6" name="Freihandform: Form 75">
                <a:extLst>
                  <a:ext uri="{FF2B5EF4-FFF2-40B4-BE49-F238E27FC236}">
                    <a16:creationId xmlns:a16="http://schemas.microsoft.com/office/drawing/2014/main" id="{2E75EE8A-29A7-2139-FC3F-D06FE6012169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7" name="Freihandform: Form 76">
                <a:extLst>
                  <a:ext uri="{FF2B5EF4-FFF2-40B4-BE49-F238E27FC236}">
                    <a16:creationId xmlns:a16="http://schemas.microsoft.com/office/drawing/2014/main" id="{F3D2E601-AB9F-84C9-62CB-B1EE7BF41296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8" name="Freihandform: Form 77">
                <a:extLst>
                  <a:ext uri="{FF2B5EF4-FFF2-40B4-BE49-F238E27FC236}">
                    <a16:creationId xmlns:a16="http://schemas.microsoft.com/office/drawing/2014/main" id="{629B6AA4-C9C1-7A7D-F47E-0273F1EF8DBE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9" name="Freihandform: Form 78">
                <a:extLst>
                  <a:ext uri="{FF2B5EF4-FFF2-40B4-BE49-F238E27FC236}">
                    <a16:creationId xmlns:a16="http://schemas.microsoft.com/office/drawing/2014/main" id="{751A2543-7399-B7A3-CB91-B2C5B8C7B9D8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0" name="Freihandform: Form 79">
                <a:extLst>
                  <a:ext uri="{FF2B5EF4-FFF2-40B4-BE49-F238E27FC236}">
                    <a16:creationId xmlns:a16="http://schemas.microsoft.com/office/drawing/2014/main" id="{721D424A-623C-2594-F9F2-E611A790B024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1" name="Freihandform: Form 80">
                <a:extLst>
                  <a:ext uri="{FF2B5EF4-FFF2-40B4-BE49-F238E27FC236}">
                    <a16:creationId xmlns:a16="http://schemas.microsoft.com/office/drawing/2014/main" id="{06EAC23E-0B69-24EB-C3F4-41BB7AFCD7D1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2" name="Freihandform: Form 81">
                <a:extLst>
                  <a:ext uri="{FF2B5EF4-FFF2-40B4-BE49-F238E27FC236}">
                    <a16:creationId xmlns:a16="http://schemas.microsoft.com/office/drawing/2014/main" id="{94C203DA-D326-A98F-7E14-3D616978CDCF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3" name="Freihandform: Form 82">
                <a:extLst>
                  <a:ext uri="{FF2B5EF4-FFF2-40B4-BE49-F238E27FC236}">
                    <a16:creationId xmlns:a16="http://schemas.microsoft.com/office/drawing/2014/main" id="{B41B0512-94B5-AD51-D757-09411F7155C3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65" name="Freihandform: Form 64">
              <a:extLst>
                <a:ext uri="{FF2B5EF4-FFF2-40B4-BE49-F238E27FC236}">
                  <a16:creationId xmlns:a16="http://schemas.microsoft.com/office/drawing/2014/main" id="{7DC37BA4-E4E8-3F4D-B467-7FD8E814DCD1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6" name="Freihandform: Form 65">
              <a:extLst>
                <a:ext uri="{FF2B5EF4-FFF2-40B4-BE49-F238E27FC236}">
                  <a16:creationId xmlns:a16="http://schemas.microsoft.com/office/drawing/2014/main" id="{7EAF8C9B-71A2-080B-3DA0-704F571A95D9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7" name="Freihandform: Form 66">
              <a:extLst>
                <a:ext uri="{FF2B5EF4-FFF2-40B4-BE49-F238E27FC236}">
                  <a16:creationId xmlns:a16="http://schemas.microsoft.com/office/drawing/2014/main" id="{015DBDAF-1BE0-78EF-A6C6-E748B84A2314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8" name="Freihandform: Form 67">
              <a:extLst>
                <a:ext uri="{FF2B5EF4-FFF2-40B4-BE49-F238E27FC236}">
                  <a16:creationId xmlns:a16="http://schemas.microsoft.com/office/drawing/2014/main" id="{667A68EC-7783-24FA-BA3B-F88C7536CC01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9" name="Freihandform: Form 68">
              <a:extLst>
                <a:ext uri="{FF2B5EF4-FFF2-40B4-BE49-F238E27FC236}">
                  <a16:creationId xmlns:a16="http://schemas.microsoft.com/office/drawing/2014/main" id="{3E784E68-8D95-4B1F-C8EE-EF1D3B86A860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0" name="Freihandform: Form 69">
              <a:extLst>
                <a:ext uri="{FF2B5EF4-FFF2-40B4-BE49-F238E27FC236}">
                  <a16:creationId xmlns:a16="http://schemas.microsoft.com/office/drawing/2014/main" id="{1BC4F8DD-BEB4-3F08-E0E8-5E8A0248A3D6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1" name="Freihandform: Form 70">
              <a:extLst>
                <a:ext uri="{FF2B5EF4-FFF2-40B4-BE49-F238E27FC236}">
                  <a16:creationId xmlns:a16="http://schemas.microsoft.com/office/drawing/2014/main" id="{10CEF13C-C579-AD31-9840-F2A7A312A5C0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2" name="Freihandform: Form 71">
              <a:extLst>
                <a:ext uri="{FF2B5EF4-FFF2-40B4-BE49-F238E27FC236}">
                  <a16:creationId xmlns:a16="http://schemas.microsoft.com/office/drawing/2014/main" id="{FF248F38-A924-65AE-5C16-ED0FD3471DAC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3" name="TextBox 28">
            <a:extLst>
              <a:ext uri="{FF2B5EF4-FFF2-40B4-BE49-F238E27FC236}">
                <a16:creationId xmlns:a16="http://schemas.microsoft.com/office/drawing/2014/main" id="{9F6A0094-613D-59A6-786C-24D0E9CC1AFA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ENGINEERING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AND TECHNOLOGY EXPERTS​</a:t>
            </a:r>
            <a:endParaRPr sz="1200" b="1" kern="1200" cap="all" spc="2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713104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F09C3FC-8512-48B6-D7C9-C340604A4B9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B6711F1-AEF6-F3AF-C2A6-F43E3213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C7AA3C1F-1278-0294-79D0-0066365D22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2617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AED8F97-3298-EA51-B1D2-BC39055C729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39DF9E1-BA64-F999-0D30-3D78F242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66650B4-455B-6DF5-8E4A-31F746CE8C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2206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C8E6A85-72D5-522B-0893-FD2E44AFE2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1B5E584-200A-D585-E985-A464C3F711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42BA0-630B-8E4D-E7FB-FB7AE43A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BBD72F61-927C-DE69-FCBD-86030AA4D7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6441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94A513C-3E6D-678A-E521-EE0F8DBC31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5D70DCA7-6E2D-FB1B-0DF5-8F58F826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79998472-1711-A5FD-89AA-CC968A3FE7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02201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4FE8932-A6BE-5FB5-3425-21D79A92DA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3610942-50A8-E78C-C3BF-FB5D8ED767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D37B1D9E-FB9A-4953-2A9E-0CF30F22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1809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FE6FC93-82E5-818B-8CC1-DAE1F2B676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CF9B05A-F8D0-0515-E964-FC3567912F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2F3B5157-937B-FAE5-144C-2F80500E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9627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788228"/>
            <a:ext cx="10864647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3F3F578-065E-EE79-686F-36C9B6D9F78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91287C8F-31C6-34B7-ED8F-D2186FFD93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F003CA5C-6C68-F260-879D-3BC9EC00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4616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8C40852-4AB9-F11F-FB16-79A5895D816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31074367-5907-55F1-8929-5D74B8E6BB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EF7C0C8-BE09-FFB8-D362-CE357BE0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59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600" y="1808162"/>
            <a:ext cx="12193200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4EFCADA-0A87-541C-3C1F-6F193D6749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83EF582-B99C-F82E-7B26-3B155BB389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2D62C2D-6A9D-40D5-569E-016F3245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5482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7309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205598F-47D4-4FD9-0433-DCB7041988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C3A6BC75-3212-0B0A-CB7D-4D910DC8CC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9D296CA3-41B7-15BE-6513-69472B18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70247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480365CF-1F28-33DF-0EDB-9DFBB998476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4D3A061A-7D37-739C-A264-2BB0DEF4B9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B8F3E3F8-88E8-BD38-70DD-09E9900A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58963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0FE34400-6178-62D7-73EE-B90FA53675D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36C17BD-0834-E94A-286E-92A882F265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093D6516-E180-0F93-83A3-5CEFB277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778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F1E4947-89E7-40B1-8FCF-0F19D7E4ED2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F0578141-BA08-2449-3A27-4C5B9A42A9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09EC0708-D4CB-A74F-16F6-F741EE8A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9108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A26E8C4-BD4C-AB31-E71C-DAD7778468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8FA4F822-5D40-51E9-8311-31F89ADC8D6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F657CE7-7058-2F14-F219-936C8D4960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51F0A19C-2C72-A5E3-D811-ED56A8011DE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3A13C34A-2A70-9358-9EC4-486760C21D1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B99003E6-91ED-853C-06C0-C3263E8D38C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03E2380-5025-64D3-7796-D427243CE44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BDF3E8D-018E-406B-C77A-F863C88894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7EB89D15-444B-D1F0-D453-C3D2E3B1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67621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BBA0EDFE-4B65-A9A5-7816-292CE8E105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3BC147AA-4F02-C7C4-11DC-3147B61D15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DB200F90-7752-78AB-8C03-DFC93D1C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65561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image" Target="../media/image1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6">
            <a:extLst>
              <a:ext uri="{FF2B5EF4-FFF2-40B4-BE49-F238E27FC236}">
                <a16:creationId xmlns:a16="http://schemas.microsoft.com/office/drawing/2014/main" id="{2F234F73-1807-473A-24EA-92CF5F6B8B9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bg2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939CDA39-5CE6-33F9-5A25-EED45E92B4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1FAE4725-6B6B-A047-0E74-5BA6168304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53BB3719-7A0C-0ADA-4CBA-9F35182B44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814B52E7-8744-8BF9-DBFD-C758CCD7EC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8E6C8B09-DD9B-6E0D-BDFD-7767FCD563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B37951B6-9096-A7E1-EC3E-E43A2172D4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79AE90B5-071C-A31E-0644-6ADE74686C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95A7CB76-69C8-721A-0CBB-D13EB7C00D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81D8C773-6DC5-A71A-1664-9FAEE3C7A9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37DC639-DBC2-9923-5CB1-59DDF011A3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bg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9835387-DDA8-28F6-FAF3-46DCF0986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0E7E8398-E06A-4C53-F125-73EE9687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pic>
        <p:nvPicPr>
          <p:cNvPr id="5" name="Grafik 2">
            <a:extLst>
              <a:ext uri="{FF2B5EF4-FFF2-40B4-BE49-F238E27FC236}">
                <a16:creationId xmlns:a16="http://schemas.microsoft.com/office/drawing/2014/main" id="{E2AB58E5-4807-FD46-74EC-C2D90647A5C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25" name="Grafik 13">
            <a:extLst>
              <a:ext uri="{FF2B5EF4-FFF2-40B4-BE49-F238E27FC236}">
                <a16:creationId xmlns:a16="http://schemas.microsoft.com/office/drawing/2014/main" id="{177A8AAF-EFEB-9857-DE3A-F953E3F52EC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26" name="Grafik 13">
              <a:extLst>
                <a:ext uri="{FF2B5EF4-FFF2-40B4-BE49-F238E27FC236}">
                  <a16:creationId xmlns:a16="http://schemas.microsoft.com/office/drawing/2014/main" id="{27779385-6115-1011-7C15-99BB38A36000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62434AB-44E1-A26D-5922-3942C609C385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DBAB28DC-3F55-AA1F-A92A-72D8F3CAEB63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C7115140-4965-859F-7B46-F587260DA69F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B012C6E6-0790-2C17-8564-3010227FE738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DF61B4B8-4A15-50FB-049C-A939B4D23664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A25DCAC4-861C-09C3-CCAD-0F8382D2C339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83234568-EE1B-DC07-93E4-C40842314557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B2290537-8F80-219C-7CEF-E2BDF588132D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16ACE42B-41C0-2201-2835-57602E66BDD9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96AF983F-11C2-E94C-7BE0-9A3D4BBEFFE8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" name="Freihandform: Form 44">
                <a:extLst>
                  <a:ext uri="{FF2B5EF4-FFF2-40B4-BE49-F238E27FC236}">
                    <a16:creationId xmlns:a16="http://schemas.microsoft.com/office/drawing/2014/main" id="{0E695EB9-747D-79D6-28DF-A724B738E647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BA96A797-6AA4-5DA6-0FD9-558713238461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7F2960C5-ABDF-5FC2-71F7-8EBB1AB47228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F56F62DB-D97B-2547-80CE-7A22FA5F2FFF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00DC179D-381C-2012-70BB-7E98EEDB39B3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583932F7-C323-4D7D-17AA-B624096476B5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F86F24FC-6D99-C0E5-30FD-4D05B69EA911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6C4BF0E3-D860-B1FA-1589-34F27C89350F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22ABB7C0-094B-D3C6-22B3-51B67FA30F81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929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5" r:id="rId2"/>
    <p:sldLayoutId id="2147483757" r:id="rId3"/>
    <p:sldLayoutId id="2147483759" r:id="rId4"/>
    <p:sldLayoutId id="2147483879" r:id="rId5"/>
    <p:sldLayoutId id="2147483890" r:id="rId6"/>
    <p:sldLayoutId id="2147483877" r:id="rId7"/>
    <p:sldLayoutId id="2147484215" r:id="rId8"/>
    <p:sldLayoutId id="2147484217" r:id="rId9"/>
    <p:sldLayoutId id="2147484216" r:id="rId10"/>
    <p:sldLayoutId id="2147483889" r:id="rId11"/>
    <p:sldLayoutId id="2147484218" r:id="rId12"/>
    <p:sldLayoutId id="2147484155" r:id="rId13"/>
    <p:sldLayoutId id="2147484146" r:id="rId14"/>
    <p:sldLayoutId id="2147484178" r:id="rId15"/>
    <p:sldLayoutId id="2147484140" r:id="rId16"/>
    <p:sldLayoutId id="2147484603" r:id="rId17"/>
    <p:sldLayoutId id="2147484219" r:id="rId18"/>
    <p:sldLayoutId id="2147483893" r:id="rId19"/>
    <p:sldLayoutId id="2147483753" r:id="rId20"/>
    <p:sldLayoutId id="2147483755" r:id="rId21"/>
    <p:sldLayoutId id="2147483880" r:id="rId22"/>
    <p:sldLayoutId id="2147484209" r:id="rId23"/>
    <p:sldLayoutId id="2147484611" r:id="rId24"/>
    <p:sldLayoutId id="2147483781" r:id="rId25"/>
    <p:sldLayoutId id="2147483751" r:id="rId26"/>
    <p:sldLayoutId id="2147483892" r:id="rId27"/>
    <p:sldLayoutId id="2147484133" r:id="rId28"/>
    <p:sldLayoutId id="2147484613" r:id="rId29"/>
    <p:sldLayoutId id="2147483739" r:id="rId30"/>
    <p:sldLayoutId id="2147484607" r:id="rId31"/>
    <p:sldLayoutId id="2147483740" r:id="rId32"/>
    <p:sldLayoutId id="2147484612" r:id="rId33"/>
    <p:sldLayoutId id="2147483770" r:id="rId34"/>
    <p:sldLayoutId id="2147483773" r:id="rId35"/>
    <p:sldLayoutId id="2147483777" r:id="rId36"/>
    <p:sldLayoutId id="2147484179" r:id="rId37"/>
    <p:sldLayoutId id="2147483775" r:id="rId38"/>
    <p:sldLayoutId id="2147483779" r:id="rId39"/>
    <p:sldLayoutId id="2147484066" r:id="rId40"/>
    <p:sldLayoutId id="2147484121" r:id="rId41"/>
    <p:sldLayoutId id="2147484157" r:id="rId42"/>
    <p:sldLayoutId id="2147484200" r:id="rId43"/>
    <p:sldLayoutId id="2147483791" r:id="rId44"/>
    <p:sldLayoutId id="2147484172" r:id="rId45"/>
    <p:sldLayoutId id="2147484194" r:id="rId46"/>
    <p:sldLayoutId id="2147483783" r:id="rId47"/>
    <p:sldLayoutId id="2147483785" r:id="rId48"/>
    <p:sldLayoutId id="2147484117" r:id="rId49"/>
    <p:sldLayoutId id="2147483787" r:id="rId50"/>
    <p:sldLayoutId id="2147483799" r:id="rId51"/>
    <p:sldLayoutId id="2147484141" r:id="rId52"/>
    <p:sldLayoutId id="2147483801" r:id="rId53"/>
    <p:sldLayoutId id="2147484127" r:id="rId54"/>
    <p:sldLayoutId id="2147483761" r:id="rId55"/>
    <p:sldLayoutId id="2147483894" r:id="rId56"/>
    <p:sldLayoutId id="2147484190" r:id="rId57"/>
    <p:sldLayoutId id="2147483744" r:id="rId58"/>
    <p:sldLayoutId id="2147483746" r:id="rId59"/>
    <p:sldLayoutId id="2147483748" r:id="rId60"/>
    <p:sldLayoutId id="2147483762" r:id="rId61"/>
    <p:sldLayoutId id="2147483763" r:id="rId62"/>
    <p:sldLayoutId id="2147483764" r:id="rId63"/>
    <p:sldLayoutId id="2147483765" r:id="rId64"/>
    <p:sldLayoutId id="2147483767" r:id="rId65"/>
    <p:sldLayoutId id="2147483768" r:id="rId66"/>
    <p:sldLayoutId id="2147484894" r:id="rId6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6">
            <a:extLst>
              <a:ext uri="{FF2B5EF4-FFF2-40B4-BE49-F238E27FC236}">
                <a16:creationId xmlns:a16="http://schemas.microsoft.com/office/drawing/2014/main" id="{1719B499-0542-7343-0DD2-68D66DB1357A}"/>
              </a:ext>
            </a:extLst>
          </p:cNvPr>
          <p:cNvGrpSpPr/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tx2"/>
          </a:solidFill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81E538E9-371E-3AA0-7EC1-F6404176A81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85FB097-35AD-31A1-F555-1F3C2553C80A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8457B419-E27F-D496-42B3-0DC00416BAD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D63461A3-F7E9-5D1B-EB47-2551AFC6B26C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3ED5BC5A-EE5C-00AB-3D0D-5951B00C13EF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0E23E678-9242-80B7-70C9-6662ED9B78C7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89051112-C022-66BC-D46C-61137239FD9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D8EF0630-81F4-85BD-7B2C-1BB78AF54559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25" name="TextBox 12">
            <a:extLst>
              <a:ext uri="{FF2B5EF4-FFF2-40B4-BE49-F238E27FC236}">
                <a16:creationId xmlns:a16="http://schemas.microsoft.com/office/drawing/2014/main" id="{C5D477DF-B498-71D1-5FA7-B6853F1F79AC}"/>
              </a:ext>
            </a:extLst>
          </p:cNvPr>
          <p:cNvSpPr txBox="1"/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873C442-ED87-9EC4-0AB3-F65CB1B4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414C343-2E71-520B-08CD-85B13F5A9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tx2"/>
                </a:solidFill>
              </a:defRPr>
            </a:lvl1pPr>
          </a:lstStyle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6CAF4F76-4A43-31A0-6929-F30D973F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9706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63" r:id="rId1"/>
    <p:sldLayoutId id="2147484764" r:id="rId2"/>
    <p:sldLayoutId id="2147484765" r:id="rId3"/>
    <p:sldLayoutId id="2147484766" r:id="rId4"/>
    <p:sldLayoutId id="2147484767" r:id="rId5"/>
    <p:sldLayoutId id="2147484768" r:id="rId6"/>
    <p:sldLayoutId id="2147484769" r:id="rId7"/>
    <p:sldLayoutId id="2147484770" r:id="rId8"/>
    <p:sldLayoutId id="2147484771" r:id="rId9"/>
    <p:sldLayoutId id="2147484772" r:id="rId10"/>
    <p:sldLayoutId id="2147484773" r:id="rId11"/>
    <p:sldLayoutId id="2147484774" r:id="rId12"/>
    <p:sldLayoutId id="2147484775" r:id="rId13"/>
    <p:sldLayoutId id="2147484776" r:id="rId14"/>
    <p:sldLayoutId id="2147484777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4E6BC1B-54F9-6989-33A1-8EC9968FB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806" y="4741618"/>
            <a:ext cx="10874388" cy="83127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b="1">
                <a:solidFill>
                  <a:srgbClr val="F7FAFC"/>
                </a:solidFill>
                <a:latin typeface="Arial"/>
                <a:cs typeface="Arial"/>
              </a:rPr>
              <a:t>CAR EMULATOR GUI &amp; VEHICLE MOTION SIMULATOR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82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B2BDA66-BBFE-FD9C-FEA5-35EE9F592D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7F15759-EBCB-88BC-1C38-224A2BF1E2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EDAG Electrics/Electronics    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Version:1.0     	    Scope: EDAG Group     internal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E9B4A48-C028-3FAE-E456-9079E4E6FFA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A2E5E6D-E6C1-7EE4-3C9F-E3B9E6996576}"/>
              </a:ext>
            </a:extLst>
          </p:cNvPr>
          <p:cNvSpPr txBox="1"/>
          <p:nvPr/>
        </p:nvSpPr>
        <p:spPr>
          <a:xfrm>
            <a:off x="658799" y="2209800"/>
            <a:ext cx="65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200" noProof="0" dirty="0">
              <a:latin typeface="Times New Roman" panose="02020603050405020304" pitchFamily="18" charset="0"/>
              <a:ea typeface="Open Sans" pitchFamily="2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EA2983-684F-C9DB-5C84-7240DBB7EF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53" b="-139"/>
          <a:stretch>
            <a:fillRect/>
          </a:stretch>
        </p:blipFill>
        <p:spPr>
          <a:xfrm>
            <a:off x="6312807" y="1070882"/>
            <a:ext cx="4769770" cy="5246026"/>
          </a:xfrm>
          <a:prstGeom prst="round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B56338-BD2F-5EC0-1D89-2F2BC2C3E4FF}"/>
              </a:ext>
            </a:extLst>
          </p:cNvPr>
          <p:cNvSpPr txBox="1"/>
          <p:nvPr/>
        </p:nvSpPr>
        <p:spPr>
          <a:xfrm>
            <a:off x="667657" y="1970315"/>
            <a:ext cx="3704087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 dirty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A desktop engineering tool that converts driver inputs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into longitudinal</a:t>
            </a:r>
            <a:r>
              <a:rPr lang="en-US" sz="1400" baseline="0" dirty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 vehicle motion, shows the response live, and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records each</a:t>
            </a:r>
            <a:r>
              <a:rPr lang="en-US" sz="1400" baseline="0" dirty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 simulation session for analysis</a:t>
            </a:r>
            <a:r>
              <a:rPr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​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200" baseline="0" dirty="0">
              <a:solidFill>
                <a:schemeClr val="bg1"/>
              </a:solidFill>
              <a:latin typeface="Times New Roman" panose="02020603050405020304" pitchFamily="18" charset="0"/>
              <a:ea typeface="Open Sans" pitchFamily="2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058344-D99A-1489-8977-80845B4C42F9}"/>
              </a:ext>
            </a:extLst>
          </p:cNvPr>
          <p:cNvSpPr txBox="1"/>
          <p:nvPr/>
        </p:nvSpPr>
        <p:spPr>
          <a:xfrm>
            <a:off x="660400" y="3204029"/>
            <a:ext cx="3996287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600" b="1" i="0" u="sng" baseline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Project Objective:</a:t>
            </a:r>
            <a:r>
              <a:rPr lang="en-US" sz="1600" b="0" i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algn="l" rtl="0"/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Provide a deterministic and understandable test environment for 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algn="l" rtl="0"/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accelerator, braking, coasting, stop and restart scenarios.</a:t>
            </a:r>
          </a:p>
          <a:p>
            <a:pPr algn="l"/>
            <a:endParaRPr lang="en-US" sz="1200" baseline="0" dirty="0">
              <a:solidFill>
                <a:schemeClr val="bg1"/>
              </a:solidFill>
              <a:latin typeface="Times New Roman" panose="02020603050405020304" pitchFamily="18" charset="0"/>
              <a:ea typeface="Open Sans" pitchFamily="2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80D3D3-6B25-E3A5-A2F5-05F9482C1E57}"/>
              </a:ext>
            </a:extLst>
          </p:cNvPr>
          <p:cNvSpPr txBox="1"/>
          <p:nvPr/>
        </p:nvSpPr>
        <p:spPr>
          <a:xfrm>
            <a:off x="660400" y="4669972"/>
            <a:ext cx="346107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400" b="1" i="0" u="sng" baseline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Delivered Capabilities: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4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5 </a:t>
            </a:r>
            <a:r>
              <a:rPr lang="en-US" sz="1400" b="0" i="0" u="none" strike="noStrike" baseline="0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ms</a:t>
            </a:r>
            <a:r>
              <a:rPr lang="en-US" sz="14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 fixed-step physics update</a:t>
            </a:r>
            <a:r>
              <a:rPr lang="en-US" sz="1400" b="0" i="0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Accelerator and brake input handling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  <a:endParaRPr lang="en-US" sz="1400" b="0" i="0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Velocity, acceleration and operating-state telemetry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  <a:endParaRPr lang="en-US" sz="1400" b="0" i="0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Start, stop, restart and natural coast-to-rest</a:t>
            </a:r>
            <a:endParaRPr lang="en-US" sz="1400" b="0" i="0" u="none" strike="noStrike" baseline="0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/>
            <a:endParaRPr lang="en-US" sz="1200" baseline="0" dirty="0">
              <a:solidFill>
                <a:schemeClr val="bg1"/>
              </a:solidFill>
              <a:latin typeface="Times New Roman" panose="02020603050405020304" pitchFamily="18" charset="0"/>
              <a:ea typeface="Open Sans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816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BD01F-8EFF-6325-074D-FC8B0885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3214776-4B14-0231-AFDE-6C896F40319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A2C9D8-38D6-DAA3-2BFF-E5C2061F28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EDAG Electrics/Electronics      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Version:1.0     	    Scope: EDAG Group     internal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727CACE-2018-4C39-39A1-B1EA9790357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DACEB-3E24-97C9-62E2-285505193265}"/>
              </a:ext>
            </a:extLst>
          </p:cNvPr>
          <p:cNvSpPr txBox="1"/>
          <p:nvPr/>
        </p:nvSpPr>
        <p:spPr>
          <a:xfrm>
            <a:off x="4637314" y="1709057"/>
            <a:ext cx="25771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FORCE BALANCE</a:t>
            </a:r>
            <a:r>
              <a:rPr sz="12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200" baseline="0" dirty="0">
              <a:solidFill>
                <a:schemeClr val="bg1"/>
              </a:solidFill>
              <a:latin typeface="Times New Roman" panose="02020603050405020304" pitchFamily="18" charset="0"/>
              <a:ea typeface="Open Sans" pitchFamily="2" charset="0"/>
              <a:cs typeface="Times New Roman" panose="02020603050405020304" pitchFamily="18" charset="0"/>
            </a:endParaRPr>
          </a:p>
        </p:txBody>
      </p:sp>
      <p:sp>
        <p:nvSpPr>
          <p:cNvPr id="10" name="Shape 30">
            <a:extLst>
              <a:ext uri="{FF2B5EF4-FFF2-40B4-BE49-F238E27FC236}">
                <a16:creationId xmlns:a16="http://schemas.microsoft.com/office/drawing/2014/main" id="{C130CEEF-FFC9-53E9-1D68-D8BBD6A43D02}"/>
              </a:ext>
            </a:extLst>
          </p:cNvPr>
          <p:cNvSpPr/>
          <p:nvPr/>
        </p:nvSpPr>
        <p:spPr>
          <a:xfrm>
            <a:off x="4634934" y="1918776"/>
            <a:ext cx="5879458" cy="1345904"/>
          </a:xfrm>
          <a:prstGeom prst="roundRect">
            <a:avLst>
              <a:gd name="adj" fmla="val 1992"/>
            </a:avLst>
          </a:prstGeom>
          <a:solidFill>
            <a:srgbClr val="102333"/>
          </a:solidFill>
          <a:ln w="12700">
            <a:solidFill>
              <a:srgbClr val="294252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30">
            <a:extLst>
              <a:ext uri="{FF2B5EF4-FFF2-40B4-BE49-F238E27FC236}">
                <a16:creationId xmlns:a16="http://schemas.microsoft.com/office/drawing/2014/main" id="{24645A25-4854-1118-FA3D-238DDF062F8E}"/>
              </a:ext>
            </a:extLst>
          </p:cNvPr>
          <p:cNvSpPr/>
          <p:nvPr/>
        </p:nvSpPr>
        <p:spPr>
          <a:xfrm>
            <a:off x="4634934" y="1918776"/>
            <a:ext cx="5879458" cy="1345904"/>
          </a:xfrm>
          <a:prstGeom prst="roundRect">
            <a:avLst>
              <a:gd name="adj" fmla="val 1992"/>
            </a:avLst>
          </a:prstGeom>
          <a:solidFill>
            <a:srgbClr val="102333"/>
          </a:solidFill>
          <a:ln w="12700">
            <a:solidFill>
              <a:srgbClr val="294252"/>
            </a:solidFill>
            <a:prstDash val="solid"/>
          </a:ln>
        </p:spPr>
        <p:txBody>
          <a:bodyPr lIns="91440" tIns="45720" rIns="91440" bIns="4572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 b="1" dirty="0" err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Fnet</a:t>
            </a:r>
            <a:r>
              <a:rPr lang="en-US" sz="2100" b="1" dirty="0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 </a:t>
            </a:r>
            <a:r>
              <a:rPr lang="en-US" sz="2100" b="1" dirty="0" err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Fdrive</a:t>
            </a:r>
            <a:r>
              <a:rPr lang="en-US" sz="2100" b="1" dirty="0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− </a:t>
            </a:r>
            <a:r>
              <a:rPr lang="en-US" sz="2100" b="1" dirty="0" err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Fbrake</a:t>
            </a:r>
            <a:r>
              <a:rPr lang="en-US" sz="2100" b="1" dirty="0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− </a:t>
            </a:r>
            <a:r>
              <a:rPr lang="en-US" sz="2100" b="1" dirty="0" err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Fdrag</a:t>
            </a:r>
            <a:r>
              <a:rPr lang="en-US" sz="2100" b="1" dirty="0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− </a:t>
            </a:r>
            <a:r>
              <a:rPr lang="en-US" sz="2100" b="1" dirty="0" err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Frolling</a:t>
            </a:r>
            <a:endParaRPr lang="en-US" sz="2100" dirty="0" err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100" b="1" dirty="0">
              <a:solidFill>
                <a:srgbClr val="F7FA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00" dirty="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Assumption: level road, constant air density and no driveline inertia. Brake and drive forces </a:t>
            </a:r>
            <a:r>
              <a:rPr lang="en-US" sz="900" dirty="0" err="1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arebounded</a:t>
            </a:r>
            <a:r>
              <a:rPr lang="en-US" sz="900" dirty="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configured maxima.</a:t>
            </a:r>
            <a:endParaRPr lang="en-US" sz="9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45B1B9-8F11-8FE5-656E-480AA6EC41AF}"/>
              </a:ext>
            </a:extLst>
          </p:cNvPr>
          <p:cNvSpPr txBox="1"/>
          <p:nvPr/>
        </p:nvSpPr>
        <p:spPr>
          <a:xfrm>
            <a:off x="4666343" y="3915229"/>
            <a:ext cx="22218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MAP &amp; UPDATE RATES</a:t>
            </a:r>
            <a:r>
              <a:rPr sz="12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200" baseline="0" dirty="0">
              <a:solidFill>
                <a:schemeClr val="bg1"/>
              </a:solidFill>
              <a:latin typeface="Times New Roman" panose="02020603050405020304" pitchFamily="18" charset="0"/>
              <a:ea typeface="Open Sans" pitchFamily="2" charset="0"/>
              <a:cs typeface="Times New Roman" panose="02020603050405020304" pitchFamily="18" charset="0"/>
            </a:endParaRP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B1A1402F-158A-70AA-2CB7-4A4968EF87F3}"/>
              </a:ext>
            </a:extLst>
          </p:cNvPr>
          <p:cNvSpPr/>
          <p:nvPr/>
        </p:nvSpPr>
        <p:spPr>
          <a:xfrm>
            <a:off x="4635606" y="4139998"/>
            <a:ext cx="6291232" cy="1882403"/>
          </a:xfrm>
          <a:prstGeom prst="roundRect">
            <a:avLst>
              <a:gd name="adj" fmla="val 1866"/>
            </a:avLst>
          </a:prstGeom>
          <a:solidFill>
            <a:srgbClr val="102333"/>
          </a:solidFill>
          <a:ln w="12700">
            <a:solidFill>
              <a:srgbClr val="294252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F0C5B18-37F6-BFE0-4062-4D32E5278321}"/>
              </a:ext>
            </a:extLst>
          </p:cNvPr>
          <p:cNvSpPr/>
          <p:nvPr/>
        </p:nvSpPr>
        <p:spPr>
          <a:xfrm>
            <a:off x="4882896" y="3639946"/>
            <a:ext cx="2926080" cy="46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kern="0" spc="120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31DDF7E-3564-EA8E-D202-B12412E0CBBD}"/>
              </a:ext>
            </a:extLst>
          </p:cNvPr>
          <p:cNvSpPr/>
          <p:nvPr/>
        </p:nvSpPr>
        <p:spPr>
          <a:xfrm>
            <a:off x="4864608" y="4685718"/>
            <a:ext cx="838833" cy="581225"/>
          </a:xfrm>
          <a:prstGeom prst="roundRect">
            <a:avLst>
              <a:gd name="adj" fmla="val 6098"/>
            </a:avLst>
          </a:prstGeom>
          <a:solidFill>
            <a:srgbClr val="142B3D"/>
          </a:solidFill>
          <a:ln w="12700">
            <a:solidFill>
              <a:srgbClr val="294252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38">
            <a:extLst>
              <a:ext uri="{FF2B5EF4-FFF2-40B4-BE49-F238E27FC236}">
                <a16:creationId xmlns:a16="http://schemas.microsoft.com/office/drawing/2014/main" id="{4A0DD9AD-A281-E023-DB74-76E239B7163D}"/>
              </a:ext>
            </a:extLst>
          </p:cNvPr>
          <p:cNvSpPr/>
          <p:nvPr/>
        </p:nvSpPr>
        <p:spPr>
          <a:xfrm>
            <a:off x="4910328" y="4716678"/>
            <a:ext cx="762576" cy="120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39">
            <a:extLst>
              <a:ext uri="{FF2B5EF4-FFF2-40B4-BE49-F238E27FC236}">
                <a16:creationId xmlns:a16="http://schemas.microsoft.com/office/drawing/2014/main" id="{1F083D50-FAE4-4D5D-A4B0-C29E57F22E74}"/>
              </a:ext>
            </a:extLst>
          </p:cNvPr>
          <p:cNvSpPr/>
          <p:nvPr/>
        </p:nvSpPr>
        <p:spPr>
          <a:xfrm>
            <a:off x="4910328" y="4984830"/>
            <a:ext cx="762576" cy="9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8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km/h</a:t>
            </a:r>
            <a:endParaRPr lang="en-US" sz="7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40">
            <a:extLst>
              <a:ext uri="{FF2B5EF4-FFF2-40B4-BE49-F238E27FC236}">
                <a16:creationId xmlns:a16="http://schemas.microsoft.com/office/drawing/2014/main" id="{F678024B-1015-A335-B316-EDC18817A6BF}"/>
              </a:ext>
            </a:extLst>
          </p:cNvPr>
          <p:cNvSpPr/>
          <p:nvPr/>
        </p:nvSpPr>
        <p:spPr>
          <a:xfrm>
            <a:off x="5907024" y="4808332"/>
            <a:ext cx="122012" cy="184291"/>
          </a:xfrm>
          <a:prstGeom prst="chevron">
            <a:avLst/>
          </a:prstGeom>
          <a:solidFill>
            <a:srgbClr val="55D187"/>
          </a:solidFill>
          <a:ln w="12700">
            <a:solidFill>
              <a:srgbClr val="55D187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41">
            <a:extLst>
              <a:ext uri="{FF2B5EF4-FFF2-40B4-BE49-F238E27FC236}">
                <a16:creationId xmlns:a16="http://schemas.microsoft.com/office/drawing/2014/main" id="{69B81A1E-76DD-39E7-EF2C-1EA085622F13}"/>
              </a:ext>
            </a:extLst>
          </p:cNvPr>
          <p:cNvSpPr/>
          <p:nvPr/>
        </p:nvSpPr>
        <p:spPr>
          <a:xfrm>
            <a:off x="6172200" y="4565278"/>
            <a:ext cx="918505" cy="701665"/>
          </a:xfrm>
          <a:prstGeom prst="roundRect">
            <a:avLst>
              <a:gd name="adj" fmla="val 6098"/>
            </a:avLst>
          </a:prstGeom>
          <a:solidFill>
            <a:srgbClr val="142B3D"/>
          </a:solidFill>
          <a:ln w="12700">
            <a:solidFill>
              <a:srgbClr val="294252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42">
            <a:extLst>
              <a:ext uri="{FF2B5EF4-FFF2-40B4-BE49-F238E27FC236}">
                <a16:creationId xmlns:a16="http://schemas.microsoft.com/office/drawing/2014/main" id="{03950BD4-9FA7-5585-09DF-FE7298F51312}"/>
              </a:ext>
            </a:extLst>
          </p:cNvPr>
          <p:cNvSpPr/>
          <p:nvPr/>
        </p:nvSpPr>
        <p:spPr>
          <a:xfrm>
            <a:off x="6217919" y="4716678"/>
            <a:ext cx="838833" cy="119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ACCELERATOR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43">
            <a:extLst>
              <a:ext uri="{FF2B5EF4-FFF2-40B4-BE49-F238E27FC236}">
                <a16:creationId xmlns:a16="http://schemas.microsoft.com/office/drawing/2014/main" id="{56640760-01DB-5B9A-FD77-8994AD08407D}"/>
              </a:ext>
            </a:extLst>
          </p:cNvPr>
          <p:cNvSpPr/>
          <p:nvPr/>
        </p:nvSpPr>
        <p:spPr>
          <a:xfrm>
            <a:off x="6217920" y="4984830"/>
            <a:ext cx="762576" cy="9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8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7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44">
            <a:extLst>
              <a:ext uri="{FF2B5EF4-FFF2-40B4-BE49-F238E27FC236}">
                <a16:creationId xmlns:a16="http://schemas.microsoft.com/office/drawing/2014/main" id="{16CB4A0F-113D-0EDC-F190-770DE35C6724}"/>
              </a:ext>
            </a:extLst>
          </p:cNvPr>
          <p:cNvSpPr/>
          <p:nvPr/>
        </p:nvSpPr>
        <p:spPr>
          <a:xfrm>
            <a:off x="7214616" y="4808332"/>
            <a:ext cx="122012" cy="184291"/>
          </a:xfrm>
          <a:prstGeom prst="chevron">
            <a:avLst/>
          </a:prstGeom>
          <a:solidFill>
            <a:srgbClr val="55D187"/>
          </a:solidFill>
          <a:ln w="12700">
            <a:solidFill>
              <a:srgbClr val="55D187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45">
            <a:extLst>
              <a:ext uri="{FF2B5EF4-FFF2-40B4-BE49-F238E27FC236}">
                <a16:creationId xmlns:a16="http://schemas.microsoft.com/office/drawing/2014/main" id="{0AEF780C-4EF0-D8EE-7E84-61AEAAD6C8B0}"/>
              </a:ext>
            </a:extLst>
          </p:cNvPr>
          <p:cNvSpPr/>
          <p:nvPr/>
        </p:nvSpPr>
        <p:spPr>
          <a:xfrm>
            <a:off x="7479792" y="4685718"/>
            <a:ext cx="838833" cy="581225"/>
          </a:xfrm>
          <a:prstGeom prst="roundRect">
            <a:avLst>
              <a:gd name="adj" fmla="val 6098"/>
            </a:avLst>
          </a:prstGeom>
          <a:solidFill>
            <a:srgbClr val="193B35"/>
          </a:solidFill>
          <a:ln w="12700">
            <a:solidFill>
              <a:srgbClr val="294252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46">
            <a:extLst>
              <a:ext uri="{FF2B5EF4-FFF2-40B4-BE49-F238E27FC236}">
                <a16:creationId xmlns:a16="http://schemas.microsoft.com/office/drawing/2014/main" id="{450FC127-7D8E-CE71-871B-434C6F0C77F9}"/>
              </a:ext>
            </a:extLst>
          </p:cNvPr>
          <p:cNvSpPr/>
          <p:nvPr/>
        </p:nvSpPr>
        <p:spPr>
          <a:xfrm>
            <a:off x="7525512" y="4716678"/>
            <a:ext cx="762576" cy="120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>
                <a:solidFill>
                  <a:srgbClr val="A5E6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MAP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47">
            <a:extLst>
              <a:ext uri="{FF2B5EF4-FFF2-40B4-BE49-F238E27FC236}">
                <a16:creationId xmlns:a16="http://schemas.microsoft.com/office/drawing/2014/main" id="{EA5F698D-BE0A-22B7-DF18-EAA86495EBDE}"/>
              </a:ext>
            </a:extLst>
          </p:cNvPr>
          <p:cNvSpPr/>
          <p:nvPr/>
        </p:nvSpPr>
        <p:spPr>
          <a:xfrm>
            <a:off x="7525512" y="4984830"/>
            <a:ext cx="762576" cy="9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80" dirty="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interpolate</a:t>
            </a:r>
            <a:endParaRPr lang="en-US" sz="7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48">
            <a:extLst>
              <a:ext uri="{FF2B5EF4-FFF2-40B4-BE49-F238E27FC236}">
                <a16:creationId xmlns:a16="http://schemas.microsoft.com/office/drawing/2014/main" id="{FD9C8E49-A75D-19D2-04D0-C2D747282314}"/>
              </a:ext>
            </a:extLst>
          </p:cNvPr>
          <p:cNvSpPr/>
          <p:nvPr/>
        </p:nvSpPr>
        <p:spPr>
          <a:xfrm>
            <a:off x="8522208" y="4808332"/>
            <a:ext cx="122012" cy="184291"/>
          </a:xfrm>
          <a:prstGeom prst="chevron">
            <a:avLst/>
          </a:prstGeom>
          <a:solidFill>
            <a:srgbClr val="55D187"/>
          </a:solidFill>
          <a:ln w="12700">
            <a:solidFill>
              <a:srgbClr val="55D187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49">
            <a:extLst>
              <a:ext uri="{FF2B5EF4-FFF2-40B4-BE49-F238E27FC236}">
                <a16:creationId xmlns:a16="http://schemas.microsoft.com/office/drawing/2014/main" id="{8871B889-FFAD-8E93-6DD3-122C7627C550}"/>
              </a:ext>
            </a:extLst>
          </p:cNvPr>
          <p:cNvSpPr/>
          <p:nvPr/>
        </p:nvSpPr>
        <p:spPr>
          <a:xfrm>
            <a:off x="8787384" y="4628148"/>
            <a:ext cx="838833" cy="638796"/>
          </a:xfrm>
          <a:prstGeom prst="roundRect">
            <a:avLst>
              <a:gd name="adj" fmla="val 6098"/>
            </a:avLst>
          </a:prstGeom>
          <a:solidFill>
            <a:srgbClr val="142B3D"/>
          </a:solidFill>
          <a:ln w="12700">
            <a:solidFill>
              <a:srgbClr val="294252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50">
            <a:extLst>
              <a:ext uri="{FF2B5EF4-FFF2-40B4-BE49-F238E27FC236}">
                <a16:creationId xmlns:a16="http://schemas.microsoft.com/office/drawing/2014/main" id="{15A2231A-B27B-448C-6C26-9065E6152A0B}"/>
              </a:ext>
            </a:extLst>
          </p:cNvPr>
          <p:cNvSpPr/>
          <p:nvPr/>
        </p:nvSpPr>
        <p:spPr>
          <a:xfrm>
            <a:off x="8833104" y="4716678"/>
            <a:ext cx="762576" cy="120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DEMAND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51">
            <a:extLst>
              <a:ext uri="{FF2B5EF4-FFF2-40B4-BE49-F238E27FC236}">
                <a16:creationId xmlns:a16="http://schemas.microsoft.com/office/drawing/2014/main" id="{DD550DD0-2976-E957-A081-3BF27ED516A1}"/>
              </a:ext>
            </a:extLst>
          </p:cNvPr>
          <p:cNvSpPr/>
          <p:nvPr/>
        </p:nvSpPr>
        <p:spPr>
          <a:xfrm>
            <a:off x="8833104" y="4984830"/>
            <a:ext cx="762576" cy="9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80" dirty="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0…1</a:t>
            </a:r>
            <a:endParaRPr lang="en-US" sz="7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52">
            <a:extLst>
              <a:ext uri="{FF2B5EF4-FFF2-40B4-BE49-F238E27FC236}">
                <a16:creationId xmlns:a16="http://schemas.microsoft.com/office/drawing/2014/main" id="{73C3DB04-450D-BD92-C13C-1DCEE69B7094}"/>
              </a:ext>
            </a:extLst>
          </p:cNvPr>
          <p:cNvSpPr/>
          <p:nvPr/>
        </p:nvSpPr>
        <p:spPr>
          <a:xfrm>
            <a:off x="9829800" y="4808332"/>
            <a:ext cx="122012" cy="184291"/>
          </a:xfrm>
          <a:prstGeom prst="chevron">
            <a:avLst/>
          </a:prstGeom>
          <a:solidFill>
            <a:srgbClr val="55D187"/>
          </a:solidFill>
          <a:ln w="12700">
            <a:solidFill>
              <a:srgbClr val="55D187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53">
            <a:extLst>
              <a:ext uri="{FF2B5EF4-FFF2-40B4-BE49-F238E27FC236}">
                <a16:creationId xmlns:a16="http://schemas.microsoft.com/office/drawing/2014/main" id="{DE7C20B1-F982-6D9F-8C73-42028BECE579}"/>
              </a:ext>
            </a:extLst>
          </p:cNvPr>
          <p:cNvSpPr/>
          <p:nvPr/>
        </p:nvSpPr>
        <p:spPr>
          <a:xfrm>
            <a:off x="10094976" y="4685718"/>
            <a:ext cx="838833" cy="581225"/>
          </a:xfrm>
          <a:prstGeom prst="roundRect">
            <a:avLst>
              <a:gd name="adj" fmla="val 6098"/>
            </a:avLst>
          </a:prstGeom>
          <a:solidFill>
            <a:srgbClr val="142B3D"/>
          </a:solidFill>
          <a:ln w="12700">
            <a:solidFill>
              <a:srgbClr val="294252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54">
            <a:extLst>
              <a:ext uri="{FF2B5EF4-FFF2-40B4-BE49-F238E27FC236}">
                <a16:creationId xmlns:a16="http://schemas.microsoft.com/office/drawing/2014/main" id="{10A84AB9-B596-6FF4-3FCA-0827E0B5E8EE}"/>
              </a:ext>
            </a:extLst>
          </p:cNvPr>
          <p:cNvSpPr/>
          <p:nvPr/>
        </p:nvSpPr>
        <p:spPr>
          <a:xfrm>
            <a:off x="10140696" y="4716678"/>
            <a:ext cx="762576" cy="120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FORCE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55">
            <a:extLst>
              <a:ext uri="{FF2B5EF4-FFF2-40B4-BE49-F238E27FC236}">
                <a16:creationId xmlns:a16="http://schemas.microsoft.com/office/drawing/2014/main" id="{6B400724-8A60-CF5A-3F66-DC3BE29B0593}"/>
              </a:ext>
            </a:extLst>
          </p:cNvPr>
          <p:cNvSpPr/>
          <p:nvPr/>
        </p:nvSpPr>
        <p:spPr>
          <a:xfrm>
            <a:off x="10140696" y="4984830"/>
            <a:ext cx="762576" cy="9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80" dirty="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7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56">
            <a:extLst>
              <a:ext uri="{FF2B5EF4-FFF2-40B4-BE49-F238E27FC236}">
                <a16:creationId xmlns:a16="http://schemas.microsoft.com/office/drawing/2014/main" id="{E9197085-46A5-06B9-9DE0-B7A5383F0572}"/>
              </a:ext>
            </a:extLst>
          </p:cNvPr>
          <p:cNvSpPr/>
          <p:nvPr/>
        </p:nvSpPr>
        <p:spPr>
          <a:xfrm>
            <a:off x="5010912" y="5608892"/>
            <a:ext cx="610060" cy="170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55D1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ms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57">
            <a:extLst>
              <a:ext uri="{FF2B5EF4-FFF2-40B4-BE49-F238E27FC236}">
                <a16:creationId xmlns:a16="http://schemas.microsoft.com/office/drawing/2014/main" id="{0F5F8434-DEF0-FC5A-AC0B-618B8C04E72D}"/>
              </a:ext>
            </a:extLst>
          </p:cNvPr>
          <p:cNvSpPr/>
          <p:nvPr/>
        </p:nvSpPr>
        <p:spPr>
          <a:xfrm>
            <a:off x="5779008" y="5633134"/>
            <a:ext cx="838833" cy="127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Physics</a:t>
            </a:r>
            <a:endParaRPr lang="en-US" sz="92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58">
            <a:extLst>
              <a:ext uri="{FF2B5EF4-FFF2-40B4-BE49-F238E27FC236}">
                <a16:creationId xmlns:a16="http://schemas.microsoft.com/office/drawing/2014/main" id="{B2222C32-CE53-C300-EAAC-7901A611940D}"/>
              </a:ext>
            </a:extLst>
          </p:cNvPr>
          <p:cNvSpPr/>
          <p:nvPr/>
        </p:nvSpPr>
        <p:spPr>
          <a:xfrm>
            <a:off x="7040880" y="5608892"/>
            <a:ext cx="610060" cy="170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55D1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ms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59">
            <a:extLst>
              <a:ext uri="{FF2B5EF4-FFF2-40B4-BE49-F238E27FC236}">
                <a16:creationId xmlns:a16="http://schemas.microsoft.com/office/drawing/2014/main" id="{AD2715EB-337C-1DAF-8280-17A61297D92B}"/>
              </a:ext>
            </a:extLst>
          </p:cNvPr>
          <p:cNvSpPr/>
          <p:nvPr/>
        </p:nvSpPr>
        <p:spPr>
          <a:xfrm>
            <a:off x="7808976" y="5633134"/>
            <a:ext cx="838833" cy="127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Telemetry</a:t>
            </a:r>
            <a:endParaRPr lang="en-US" sz="92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60">
            <a:extLst>
              <a:ext uri="{FF2B5EF4-FFF2-40B4-BE49-F238E27FC236}">
                <a16:creationId xmlns:a16="http://schemas.microsoft.com/office/drawing/2014/main" id="{BF2FF6E4-B6E8-00F8-D3F5-0144F8806E3E}"/>
              </a:ext>
            </a:extLst>
          </p:cNvPr>
          <p:cNvSpPr/>
          <p:nvPr/>
        </p:nvSpPr>
        <p:spPr>
          <a:xfrm>
            <a:off x="9070848" y="5608892"/>
            <a:ext cx="610060" cy="170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55D1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ms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61">
            <a:extLst>
              <a:ext uri="{FF2B5EF4-FFF2-40B4-BE49-F238E27FC236}">
                <a16:creationId xmlns:a16="http://schemas.microsoft.com/office/drawing/2014/main" id="{73A4C62E-EB73-0128-01B5-361FCF1CBE4C}"/>
              </a:ext>
            </a:extLst>
          </p:cNvPr>
          <p:cNvSpPr/>
          <p:nvPr/>
        </p:nvSpPr>
        <p:spPr>
          <a:xfrm>
            <a:off x="9838944" y="5633134"/>
            <a:ext cx="838833" cy="127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US" sz="92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CAA591AC-1F8F-CD8C-F71F-6565A63E69B0}"/>
              </a:ext>
            </a:extLst>
          </p:cNvPr>
          <p:cNvSpPr>
            <a:spLocks noGrp="1"/>
          </p:cNvSpPr>
          <p:nvPr/>
        </p:nvSpPr>
        <p:spPr bwMode="gray">
          <a:xfrm>
            <a:off x="128337" y="2077453"/>
            <a:ext cx="7801201" cy="39431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400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400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06400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400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6400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6400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6400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kern="0" spc="120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n-US" b="1" kern="0" spc="1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CONFIGURED VEHICLE PARAMETERS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F082E177-AB14-05D1-3302-CD29ED375ACB}"/>
              </a:ext>
            </a:extLst>
          </p:cNvPr>
          <p:cNvSpPr/>
          <p:nvPr/>
        </p:nvSpPr>
        <p:spPr>
          <a:xfrm>
            <a:off x="620189" y="2442147"/>
            <a:ext cx="1746298" cy="8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27D98E2E-43AE-02C0-1EB1-7F96A2DB49E4}"/>
              </a:ext>
            </a:extLst>
          </p:cNvPr>
          <p:cNvSpPr/>
          <p:nvPr/>
        </p:nvSpPr>
        <p:spPr>
          <a:xfrm>
            <a:off x="3125645" y="2459623"/>
            <a:ext cx="594809" cy="14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1,350 kg</a:t>
            </a:r>
            <a:endParaRPr lang="en-US" sz="105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8D31D252-1657-C0FF-5C6E-5ABC0D1C2D70}"/>
              </a:ext>
            </a:extLst>
          </p:cNvPr>
          <p:cNvSpPr/>
          <p:nvPr/>
        </p:nvSpPr>
        <p:spPr>
          <a:xfrm>
            <a:off x="620188" y="2683680"/>
            <a:ext cx="3100265" cy="10287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B3B935F1-24E0-8E84-40D2-0C882211C0B8}"/>
              </a:ext>
            </a:extLst>
          </p:cNvPr>
          <p:cNvSpPr/>
          <p:nvPr/>
        </p:nvSpPr>
        <p:spPr>
          <a:xfrm>
            <a:off x="620189" y="2907679"/>
            <a:ext cx="1708169" cy="14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Drag coefficient</a:t>
            </a: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100BE0E3-22C7-6913-AC31-2AB75F5DA232}"/>
              </a:ext>
            </a:extLst>
          </p:cNvPr>
          <p:cNvSpPr/>
          <p:nvPr/>
        </p:nvSpPr>
        <p:spPr>
          <a:xfrm>
            <a:off x="3125645" y="2907679"/>
            <a:ext cx="594809" cy="14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0.30</a:t>
            </a:r>
            <a:endParaRPr lang="en-US" sz="105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12">
            <a:extLst>
              <a:ext uri="{FF2B5EF4-FFF2-40B4-BE49-F238E27FC236}">
                <a16:creationId xmlns:a16="http://schemas.microsoft.com/office/drawing/2014/main" id="{388C71CD-A289-638E-9B96-61C0F88F7666}"/>
              </a:ext>
            </a:extLst>
          </p:cNvPr>
          <p:cNvSpPr/>
          <p:nvPr/>
        </p:nvSpPr>
        <p:spPr>
          <a:xfrm flipV="1">
            <a:off x="620188" y="3129883"/>
            <a:ext cx="3100264" cy="1853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B50B7E10-0B5C-F26E-B3A6-75F7E497C9AA}"/>
              </a:ext>
            </a:extLst>
          </p:cNvPr>
          <p:cNvSpPr/>
          <p:nvPr/>
        </p:nvSpPr>
        <p:spPr>
          <a:xfrm>
            <a:off x="620189" y="3355735"/>
            <a:ext cx="1708169" cy="14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Frontal area</a:t>
            </a:r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1E883DC8-7D8C-24D5-068B-C5DDA877BC6E}"/>
              </a:ext>
            </a:extLst>
          </p:cNvPr>
          <p:cNvSpPr/>
          <p:nvPr/>
        </p:nvSpPr>
        <p:spPr>
          <a:xfrm>
            <a:off x="3125645" y="3355735"/>
            <a:ext cx="594809" cy="14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2.20 m²</a:t>
            </a:r>
            <a:endParaRPr lang="en-US" sz="105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Shape 15">
            <a:extLst>
              <a:ext uri="{FF2B5EF4-FFF2-40B4-BE49-F238E27FC236}">
                <a16:creationId xmlns:a16="http://schemas.microsoft.com/office/drawing/2014/main" id="{38CD0F39-4F5B-1C24-6380-013B401B22CC}"/>
              </a:ext>
            </a:extLst>
          </p:cNvPr>
          <p:cNvSpPr/>
          <p:nvPr/>
        </p:nvSpPr>
        <p:spPr>
          <a:xfrm flipV="1">
            <a:off x="620189" y="3579792"/>
            <a:ext cx="3100264" cy="1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16">
            <a:extLst>
              <a:ext uri="{FF2B5EF4-FFF2-40B4-BE49-F238E27FC236}">
                <a16:creationId xmlns:a16="http://schemas.microsoft.com/office/drawing/2014/main" id="{EC7EE955-069D-0AB0-FEAB-EFC9FDEB1169}"/>
              </a:ext>
            </a:extLst>
          </p:cNvPr>
          <p:cNvSpPr/>
          <p:nvPr/>
        </p:nvSpPr>
        <p:spPr>
          <a:xfrm>
            <a:off x="620189" y="3803791"/>
            <a:ext cx="1708169" cy="14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Rolling-resistance coefficient</a:t>
            </a:r>
          </a:p>
        </p:txBody>
      </p:sp>
      <p:sp>
        <p:nvSpPr>
          <p:cNvPr id="74" name="Text 17">
            <a:extLst>
              <a:ext uri="{FF2B5EF4-FFF2-40B4-BE49-F238E27FC236}">
                <a16:creationId xmlns:a16="http://schemas.microsoft.com/office/drawing/2014/main" id="{70211062-E364-B139-FCB0-F586946EFF81}"/>
              </a:ext>
            </a:extLst>
          </p:cNvPr>
          <p:cNvSpPr/>
          <p:nvPr/>
        </p:nvSpPr>
        <p:spPr>
          <a:xfrm>
            <a:off x="3125645" y="3803791"/>
            <a:ext cx="594809" cy="14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0.012</a:t>
            </a:r>
            <a:endParaRPr lang="en-US" sz="105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hape 18">
            <a:extLst>
              <a:ext uri="{FF2B5EF4-FFF2-40B4-BE49-F238E27FC236}">
                <a16:creationId xmlns:a16="http://schemas.microsoft.com/office/drawing/2014/main" id="{0FDE2853-C1FF-5B0D-7E74-253D0335DC2F}"/>
              </a:ext>
            </a:extLst>
          </p:cNvPr>
          <p:cNvSpPr/>
          <p:nvPr/>
        </p:nvSpPr>
        <p:spPr>
          <a:xfrm>
            <a:off x="620188" y="4027848"/>
            <a:ext cx="3100263" cy="17807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2E914292-61B5-8C91-7937-DED36444777F}"/>
              </a:ext>
            </a:extLst>
          </p:cNvPr>
          <p:cNvSpPr/>
          <p:nvPr/>
        </p:nvSpPr>
        <p:spPr>
          <a:xfrm>
            <a:off x="620189" y="4251847"/>
            <a:ext cx="1708169" cy="14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drive force</a:t>
            </a:r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D45424CC-ED5B-30E7-E597-4BE5F72380FE}"/>
              </a:ext>
            </a:extLst>
          </p:cNvPr>
          <p:cNvSpPr/>
          <p:nvPr/>
        </p:nvSpPr>
        <p:spPr>
          <a:xfrm>
            <a:off x="3125645" y="4251847"/>
            <a:ext cx="594809" cy="14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4,200 N</a:t>
            </a:r>
            <a:endParaRPr lang="en-US" sz="105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Shape 21">
            <a:extLst>
              <a:ext uri="{FF2B5EF4-FFF2-40B4-BE49-F238E27FC236}">
                <a16:creationId xmlns:a16="http://schemas.microsoft.com/office/drawing/2014/main" id="{20C7B7FF-A479-1DCC-E70E-6B9B1F2EA128}"/>
              </a:ext>
            </a:extLst>
          </p:cNvPr>
          <p:cNvSpPr/>
          <p:nvPr/>
        </p:nvSpPr>
        <p:spPr>
          <a:xfrm>
            <a:off x="620189" y="4475905"/>
            <a:ext cx="3100262" cy="31914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22">
            <a:extLst>
              <a:ext uri="{FF2B5EF4-FFF2-40B4-BE49-F238E27FC236}">
                <a16:creationId xmlns:a16="http://schemas.microsoft.com/office/drawing/2014/main" id="{4B2EBEB7-1F6E-D2D9-7518-A19DAE05CBBE}"/>
              </a:ext>
            </a:extLst>
          </p:cNvPr>
          <p:cNvSpPr/>
          <p:nvPr/>
        </p:nvSpPr>
        <p:spPr>
          <a:xfrm>
            <a:off x="620189" y="4699903"/>
            <a:ext cx="1708169" cy="14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brake force</a:t>
            </a:r>
          </a:p>
        </p:txBody>
      </p:sp>
      <p:sp>
        <p:nvSpPr>
          <p:cNvPr id="80" name="Text 23">
            <a:extLst>
              <a:ext uri="{FF2B5EF4-FFF2-40B4-BE49-F238E27FC236}">
                <a16:creationId xmlns:a16="http://schemas.microsoft.com/office/drawing/2014/main" id="{8C33C2F5-AB0F-B0C6-1216-9AD389628235}"/>
              </a:ext>
            </a:extLst>
          </p:cNvPr>
          <p:cNvSpPr/>
          <p:nvPr/>
        </p:nvSpPr>
        <p:spPr>
          <a:xfrm>
            <a:off x="3125645" y="4699903"/>
            <a:ext cx="594809" cy="14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7,000 N</a:t>
            </a:r>
            <a:endParaRPr lang="en-US" sz="105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Shape 24">
            <a:extLst>
              <a:ext uri="{FF2B5EF4-FFF2-40B4-BE49-F238E27FC236}">
                <a16:creationId xmlns:a16="http://schemas.microsoft.com/office/drawing/2014/main" id="{24B714A7-AE04-D3F3-EFF9-AD7B46DFD25C}"/>
              </a:ext>
            </a:extLst>
          </p:cNvPr>
          <p:cNvSpPr/>
          <p:nvPr/>
        </p:nvSpPr>
        <p:spPr>
          <a:xfrm>
            <a:off x="620188" y="4923960"/>
            <a:ext cx="3100261" cy="7519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 25">
            <a:extLst>
              <a:ext uri="{FF2B5EF4-FFF2-40B4-BE49-F238E27FC236}">
                <a16:creationId xmlns:a16="http://schemas.microsoft.com/office/drawing/2014/main" id="{45987CF4-173A-0AC7-ADBD-A2E19242D2F8}"/>
              </a:ext>
            </a:extLst>
          </p:cNvPr>
          <p:cNvSpPr/>
          <p:nvPr/>
        </p:nvSpPr>
        <p:spPr>
          <a:xfrm>
            <a:off x="620189" y="5147959"/>
            <a:ext cx="1708169" cy="14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speed</a:t>
            </a:r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4A145709-889A-F213-82E0-0E4A455D5AC2}"/>
              </a:ext>
            </a:extLst>
          </p:cNvPr>
          <p:cNvSpPr/>
          <p:nvPr/>
        </p:nvSpPr>
        <p:spPr>
          <a:xfrm>
            <a:off x="3125645" y="5147959"/>
            <a:ext cx="594809" cy="14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160 km/h</a:t>
            </a:r>
            <a:endParaRPr lang="en-US" sz="105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48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552553-8605-4BD7-5EA5-03CA26FEDD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C6EC67-12B1-3311-B032-2BFC4692A29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EDAG Electrics/Electronics      </a:t>
            </a:r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      V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ersion: 1.0    	    Scope: EDAG Group     internal</a:t>
            </a:r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C81294-B13D-4DC1-7A3A-0EFC8F9A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AND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Python concepts</a:t>
            </a:r>
            <a:endParaRPr 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1CC8EA-B788-9698-CDAB-565600825DCE}"/>
              </a:ext>
            </a:extLst>
          </p:cNvPr>
          <p:cNvSpPr txBox="1"/>
          <p:nvPr/>
        </p:nvSpPr>
        <p:spPr>
          <a:xfrm>
            <a:off x="674914" y="1716314"/>
            <a:ext cx="19645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0" u="sng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 DATA PATH:</a:t>
            </a:r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200" baseline="0" dirty="0">
              <a:solidFill>
                <a:schemeClr val="bg1"/>
              </a:solidFill>
              <a:latin typeface="Times New Roman" panose="02020603050405020304" pitchFamily="18" charset="0"/>
              <a:ea typeface="Open Sans" pitchFamily="2" charset="0"/>
              <a:cs typeface="Times New Roman" panose="02020603050405020304" pitchFamily="18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8945D85-76F5-328F-A36D-CA4173071F9A}"/>
              </a:ext>
            </a:extLst>
          </p:cNvPr>
          <p:cNvSpPr/>
          <p:nvPr/>
        </p:nvSpPr>
        <p:spPr>
          <a:xfrm>
            <a:off x="685800" y="2183357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 / CONTROLS</a:t>
            </a:r>
            <a:endParaRPr lang="en-US" sz="120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78D328D-9E60-13E9-1C4D-33670FBE6215}"/>
              </a:ext>
            </a:extLst>
          </p:cNvPr>
          <p:cNvSpPr/>
          <p:nvPr/>
        </p:nvSpPr>
        <p:spPr>
          <a:xfrm>
            <a:off x="685800" y="2512541"/>
            <a:ext cx="2084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D719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gui.py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F3E440B-A628-B73F-1960-92117EA3C805}"/>
              </a:ext>
            </a:extLst>
          </p:cNvPr>
          <p:cNvSpPr/>
          <p:nvPr/>
        </p:nvSpPr>
        <p:spPr>
          <a:xfrm>
            <a:off x="694944" y="2786861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Captures press, release and lifecycle events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B5270A2-EAD6-A286-5AC5-9585FE711E77}"/>
              </a:ext>
            </a:extLst>
          </p:cNvPr>
          <p:cNvSpPr/>
          <p:nvPr/>
        </p:nvSpPr>
        <p:spPr>
          <a:xfrm>
            <a:off x="3008376" y="2466821"/>
            <a:ext cx="201168" cy="320040"/>
          </a:xfrm>
          <a:prstGeom prst="chevron">
            <a:avLst/>
          </a:prstGeom>
          <a:solidFill>
            <a:srgbClr val="55D187"/>
          </a:solidFill>
          <a:ln w="12700">
            <a:solidFill>
              <a:srgbClr val="55D187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A49BAC5-6D92-C3E8-AAD9-D40B13FCA11B}"/>
              </a:ext>
            </a:extLst>
          </p:cNvPr>
          <p:cNvSpPr/>
          <p:nvPr/>
        </p:nvSpPr>
        <p:spPr>
          <a:xfrm>
            <a:off x="3493008" y="2183357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PHYSICS ENGINE</a:t>
            </a:r>
            <a:endParaRPr lang="en-US" sz="120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246F22A-9D82-4EF5-5CA5-7247B70BFFC4}"/>
              </a:ext>
            </a:extLst>
          </p:cNvPr>
          <p:cNvSpPr/>
          <p:nvPr/>
        </p:nvSpPr>
        <p:spPr>
          <a:xfrm>
            <a:off x="3456432" y="2519274"/>
            <a:ext cx="2084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D719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vehicle_dynamics.py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2B9BA50-CFAD-B31A-8B9A-3224AB1C9DDE}"/>
              </a:ext>
            </a:extLst>
          </p:cNvPr>
          <p:cNvSpPr/>
          <p:nvPr/>
        </p:nvSpPr>
        <p:spPr>
          <a:xfrm>
            <a:off x="3502152" y="2786861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Computes forces, acceleration and velocity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5BE7B5B-F456-578E-6617-D44E8E4F670C}"/>
              </a:ext>
            </a:extLst>
          </p:cNvPr>
          <p:cNvSpPr/>
          <p:nvPr/>
        </p:nvSpPr>
        <p:spPr>
          <a:xfrm>
            <a:off x="5815584" y="2466821"/>
            <a:ext cx="201168" cy="320040"/>
          </a:xfrm>
          <a:prstGeom prst="chevron">
            <a:avLst/>
          </a:prstGeom>
          <a:solidFill>
            <a:srgbClr val="55D187"/>
          </a:solidFill>
          <a:ln w="12700">
            <a:solidFill>
              <a:srgbClr val="55D187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97A27ACA-B374-DA96-3702-8AD1A7A62CB1}"/>
              </a:ext>
            </a:extLst>
          </p:cNvPr>
          <p:cNvSpPr/>
          <p:nvPr/>
        </p:nvSpPr>
        <p:spPr>
          <a:xfrm>
            <a:off x="6300216" y="2183357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US" sz="120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6E6FAAC6-EB7A-3DA7-3E25-49C23C86246C}"/>
              </a:ext>
            </a:extLst>
          </p:cNvPr>
          <p:cNvSpPr/>
          <p:nvPr/>
        </p:nvSpPr>
        <p:spPr>
          <a:xfrm>
            <a:off x="6309360" y="2506516"/>
            <a:ext cx="2084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D719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graph_manager.py</a:t>
            </a: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7E31F50-A65A-F84B-ED21-650842B117CA}"/>
              </a:ext>
            </a:extLst>
          </p:cNvPr>
          <p:cNvSpPr/>
          <p:nvPr/>
        </p:nvSpPr>
        <p:spPr>
          <a:xfrm>
            <a:off x="6309360" y="2786861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Refreshes velocity history independently</a:t>
            </a: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F3044166-3A9C-7346-6AB6-842CBC76494A}"/>
              </a:ext>
            </a:extLst>
          </p:cNvPr>
          <p:cNvSpPr/>
          <p:nvPr/>
        </p:nvSpPr>
        <p:spPr>
          <a:xfrm>
            <a:off x="8622792" y="2466821"/>
            <a:ext cx="201168" cy="320040"/>
          </a:xfrm>
          <a:prstGeom prst="chevron">
            <a:avLst/>
          </a:prstGeom>
          <a:solidFill>
            <a:srgbClr val="55D187"/>
          </a:solidFill>
          <a:ln w="12700">
            <a:solidFill>
              <a:srgbClr val="55D187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C45BA961-71BF-66E8-16AA-E3FB23FE9D19}"/>
              </a:ext>
            </a:extLst>
          </p:cNvPr>
          <p:cNvSpPr/>
          <p:nvPr/>
        </p:nvSpPr>
        <p:spPr>
          <a:xfrm>
            <a:off x="9107424" y="2183357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LOGGER</a:t>
            </a:r>
            <a:endParaRPr lang="en-US" sz="120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9BDD5775-422C-13A2-AF47-5719655A668A}"/>
              </a:ext>
            </a:extLst>
          </p:cNvPr>
          <p:cNvSpPr/>
          <p:nvPr/>
        </p:nvSpPr>
        <p:spPr>
          <a:xfrm>
            <a:off x="9052560" y="2506516"/>
            <a:ext cx="2084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D719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data_logger.py</a:t>
            </a: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A5744467-FA5B-B5F9-BBC8-8DD227E5C9D7}"/>
              </a:ext>
            </a:extLst>
          </p:cNvPr>
          <p:cNvSpPr/>
          <p:nvPr/>
        </p:nvSpPr>
        <p:spPr>
          <a:xfrm>
            <a:off x="9116568" y="2786861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Buffers samples and exports workbooks</a:t>
            </a:r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CFA23F4C-40B9-56DB-664A-AACA887ACAC4}"/>
              </a:ext>
            </a:extLst>
          </p:cNvPr>
          <p:cNvSpPr/>
          <p:nvPr/>
        </p:nvSpPr>
        <p:spPr>
          <a:xfrm>
            <a:off x="676655" y="3716299"/>
            <a:ext cx="26280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u="sng" kern="0" spc="12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CHOICES:</a:t>
            </a:r>
            <a:endParaRPr lang="en-US" sz="1400" u="sng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47">
            <a:extLst>
              <a:ext uri="{FF2B5EF4-FFF2-40B4-BE49-F238E27FC236}">
                <a16:creationId xmlns:a16="http://schemas.microsoft.com/office/drawing/2014/main" id="{1F768839-45B3-EC72-F04F-3C47DC4764E9}"/>
              </a:ext>
            </a:extLst>
          </p:cNvPr>
          <p:cNvSpPr txBox="1"/>
          <p:nvPr/>
        </p:nvSpPr>
        <p:spPr bwMode="gray">
          <a:xfrm>
            <a:off x="685800" y="4066674"/>
            <a:ext cx="10807339" cy="182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Aft>
                <a:spcPts val="400"/>
              </a:spcAft>
            </a:pPr>
            <a:endParaRPr lang="en-US" sz="12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1299A5E6-7395-7A13-6945-6400E173A8EA}"/>
              </a:ext>
            </a:extLst>
          </p:cNvPr>
          <p:cNvSpPr/>
          <p:nvPr/>
        </p:nvSpPr>
        <p:spPr>
          <a:xfrm>
            <a:off x="530352" y="4120412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102333"/>
          </a:solidFill>
          <a:ln w="12700">
            <a:solidFill>
              <a:srgbClr val="294252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48F52DAF-E41F-E538-4BFD-F899E1E638F4}"/>
              </a:ext>
            </a:extLst>
          </p:cNvPr>
          <p:cNvSpPr/>
          <p:nvPr/>
        </p:nvSpPr>
        <p:spPr>
          <a:xfrm>
            <a:off x="694944" y="424842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b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en-US" sz="10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9939CB6E-E14A-1E45-D3DB-EA8FAD7C6825}"/>
              </a:ext>
            </a:extLst>
          </p:cNvPr>
          <p:cNvSpPr/>
          <p:nvPr/>
        </p:nvSpPr>
        <p:spPr>
          <a:xfrm>
            <a:off x="1773936" y="423014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Readable modular implementation</a:t>
            </a:r>
            <a:endParaRPr lang="en-US" sz="92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E045263F-C323-AF8A-1BB2-4401CEE8D66F}"/>
              </a:ext>
            </a:extLst>
          </p:cNvPr>
          <p:cNvSpPr/>
          <p:nvPr/>
        </p:nvSpPr>
        <p:spPr>
          <a:xfrm>
            <a:off x="4233672" y="4120412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102333"/>
          </a:solidFill>
          <a:ln w="12700">
            <a:solidFill>
              <a:srgbClr val="294252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33CE79F7-F130-BDFB-8901-C2A993F0A7D5}"/>
              </a:ext>
            </a:extLst>
          </p:cNvPr>
          <p:cNvSpPr/>
          <p:nvPr/>
        </p:nvSpPr>
        <p:spPr>
          <a:xfrm>
            <a:off x="4398264" y="424842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b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CustomTkinter</a:t>
            </a:r>
            <a:endParaRPr lang="en-US" sz="10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8C74A436-42A2-64E2-4DC8-A40B388ED699}"/>
              </a:ext>
            </a:extLst>
          </p:cNvPr>
          <p:cNvSpPr/>
          <p:nvPr/>
        </p:nvSpPr>
        <p:spPr>
          <a:xfrm>
            <a:off x="5477256" y="423014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Styled desktop controls</a:t>
            </a:r>
            <a:endParaRPr lang="en-US" sz="92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ED74E9ED-0F00-22FC-4E6E-48B2DAD8F0F9}"/>
              </a:ext>
            </a:extLst>
          </p:cNvPr>
          <p:cNvSpPr/>
          <p:nvPr/>
        </p:nvSpPr>
        <p:spPr>
          <a:xfrm>
            <a:off x="7936992" y="4120412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102333"/>
          </a:solidFill>
          <a:ln w="12700">
            <a:solidFill>
              <a:srgbClr val="294252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EE4943E1-EE5E-157A-B652-137CA44DE321}"/>
              </a:ext>
            </a:extLst>
          </p:cNvPr>
          <p:cNvSpPr/>
          <p:nvPr/>
        </p:nvSpPr>
        <p:spPr>
          <a:xfrm>
            <a:off x="8101584" y="424842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b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sz="10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C6455988-92FE-F593-E727-01392CA2E8E7}"/>
              </a:ext>
            </a:extLst>
          </p:cNvPr>
          <p:cNvSpPr/>
          <p:nvPr/>
        </p:nvSpPr>
        <p:spPr>
          <a:xfrm>
            <a:off x="9180576" y="423014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 and numerical operations</a:t>
            </a:r>
            <a:endParaRPr lang="en-US" sz="92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6C88E490-D894-3F87-E84E-DB63A200F7DC}"/>
              </a:ext>
            </a:extLst>
          </p:cNvPr>
          <p:cNvSpPr/>
          <p:nvPr/>
        </p:nvSpPr>
        <p:spPr>
          <a:xfrm>
            <a:off x="530352" y="5062244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102333"/>
          </a:solidFill>
          <a:ln w="12700">
            <a:solidFill>
              <a:srgbClr val="294252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EF6A2471-4370-8E7D-F710-DE0FE3CD42F9}"/>
              </a:ext>
            </a:extLst>
          </p:cNvPr>
          <p:cNvSpPr/>
          <p:nvPr/>
        </p:nvSpPr>
        <p:spPr>
          <a:xfrm>
            <a:off x="694944" y="519026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b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US" sz="10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02A74F62-C13A-075A-7CC5-C3A0502A623C}"/>
              </a:ext>
            </a:extLst>
          </p:cNvPr>
          <p:cNvSpPr/>
          <p:nvPr/>
        </p:nvSpPr>
        <p:spPr>
          <a:xfrm>
            <a:off x="1773936" y="517197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live velocity plot</a:t>
            </a:r>
            <a:endParaRPr lang="en-US" sz="92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D15F9A6B-1414-6A92-3427-9C89CE7E31C8}"/>
              </a:ext>
            </a:extLst>
          </p:cNvPr>
          <p:cNvSpPr/>
          <p:nvPr/>
        </p:nvSpPr>
        <p:spPr>
          <a:xfrm>
            <a:off x="4233672" y="5062244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102333"/>
          </a:solidFill>
          <a:ln w="12700">
            <a:solidFill>
              <a:srgbClr val="294252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C800D924-35EF-5104-0FDA-CBE9A18BBF5F}"/>
              </a:ext>
            </a:extLst>
          </p:cNvPr>
          <p:cNvSpPr/>
          <p:nvPr/>
        </p:nvSpPr>
        <p:spPr>
          <a:xfrm>
            <a:off x="4398264" y="519026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b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endParaRPr lang="en-US" sz="10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F41175FF-FBF2-5EE7-5962-43C85EF3D7EB}"/>
              </a:ext>
            </a:extLst>
          </p:cNvPr>
          <p:cNvSpPr/>
          <p:nvPr/>
        </p:nvSpPr>
        <p:spPr>
          <a:xfrm>
            <a:off x="5477256" y="517197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session and time-step data</a:t>
            </a:r>
            <a:endParaRPr lang="en-US" sz="92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5CF05B3B-8987-43A8-F0B2-58FA58C7F4A7}"/>
              </a:ext>
            </a:extLst>
          </p:cNvPr>
          <p:cNvSpPr/>
          <p:nvPr/>
        </p:nvSpPr>
        <p:spPr>
          <a:xfrm>
            <a:off x="7936992" y="5062244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102333"/>
          </a:solidFill>
          <a:ln w="12700">
            <a:solidFill>
              <a:srgbClr val="294252"/>
            </a:solidFill>
            <a:prstDash val="solid"/>
          </a:ln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2">
            <a:extLst>
              <a:ext uri="{FF2B5EF4-FFF2-40B4-BE49-F238E27FC236}">
                <a16:creationId xmlns:a16="http://schemas.microsoft.com/office/drawing/2014/main" id="{F7C648AC-A24A-9BC2-43B6-2B2DF3365D1A}"/>
              </a:ext>
            </a:extLst>
          </p:cNvPr>
          <p:cNvSpPr/>
          <p:nvPr/>
        </p:nvSpPr>
        <p:spPr>
          <a:xfrm>
            <a:off x="8101584" y="519026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80" b="1">
                <a:solidFill>
                  <a:srgbClr val="F7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OpenPyXL</a:t>
            </a:r>
            <a:endParaRPr lang="en-US" sz="10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928DC71B-4137-4FA1-F87C-D7F8C0C3F76C}"/>
              </a:ext>
            </a:extLst>
          </p:cNvPr>
          <p:cNvSpPr/>
          <p:nvPr/>
        </p:nvSpPr>
        <p:spPr>
          <a:xfrm>
            <a:off x="9180576" y="517197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20">
                <a:solidFill>
                  <a:srgbClr val="A9BB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Native .xlsx workbook output</a:t>
            </a:r>
            <a:endParaRPr lang="en-US" sz="92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744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4E75C6-F95D-9C8D-0D0B-9A9C4F1F7A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A1EB7F-FC55-D28C-A19A-F9CDDF7D2C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EDAG Electrics/Electronics     </a:t>
            </a:r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       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ersion: 1.0    	    Scope: EDAG Group     internal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3A2099-DC3B-E7D8-9AF8-830AE7A7A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OUTPUT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E83F6F-3A4E-0A89-6D72-04C3C15CCC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5864" y="1324428"/>
            <a:ext cx="8347528" cy="46590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40DD04-7AB3-3500-30D9-62F56F72D91D}"/>
              </a:ext>
            </a:extLst>
          </p:cNvPr>
          <p:cNvSpPr txBox="1"/>
          <p:nvPr/>
        </p:nvSpPr>
        <p:spPr>
          <a:xfrm>
            <a:off x="9398000" y="1846943"/>
            <a:ext cx="1747210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u="sng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Dashboard</a:t>
            </a:r>
            <a:r>
              <a:rPr lang="en-US" sz="1400" b="1" u="sng" dirty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 Features:</a:t>
            </a:r>
            <a:endParaRPr lang="en-US" sz="140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Real-Time GUI Contains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Vehicle Speed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Accelerator %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Brake %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Vehicle State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Velocity-Time Graph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r>
              <a:rPr lang="en-US" sz="1400" b="1" u="sng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Session Summary:</a:t>
            </a:r>
            <a:endParaRPr lang="en-US" sz="140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Session ID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Start Timestamp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Stop Timestamp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Duration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Maximum Velocity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Average Velocity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Completion Status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en-US" sz="1200" b="0" i="0">
                <a:solidFill>
                  <a:srgbClr val="45556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lvl="0" algn="l" rtl="0"/>
            <a:r>
              <a:rPr lang="en-US" sz="12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 </a:t>
            </a:r>
            <a:r>
              <a:rPr lang="en-US" sz="1200" b="0" i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algn="l"/>
            <a:endParaRPr lang="en-US" sz="1200" baseline="0" dirty="0">
              <a:solidFill>
                <a:schemeClr val="bg1"/>
              </a:solidFill>
              <a:latin typeface="Times New Roman" panose="02020603050405020304" pitchFamily="18" charset="0"/>
              <a:ea typeface="Open Sans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27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009899-44CD-1D71-053B-A8675DB582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B289FC-39B8-3FE5-6158-1F92649FAD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EDAG Electrics/Electronics     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ersion: 1.0    	    Scope: EDAG Group     internal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FB3639-E7C3-E01B-ECE6-99EC6F62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7BEBBB-BEC2-D312-5552-2BB3D5475C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4850" y="1381125"/>
            <a:ext cx="107823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6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A73FB0-45EE-FBB6-448A-2317D46F8B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CA19DD-22AF-2C28-F345-4E7203CA686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EDAG Electrics/Electronics     </a:t>
            </a:r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       V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ersion: 1.0    	    Scope: EDAG Group     internal</a:t>
            </a:r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A47CB5-8344-4268-9E5A-45CC90B8C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F1486D-24E8-726A-1534-A4DDF1D834E4}"/>
              </a:ext>
            </a:extLst>
          </p:cNvPr>
          <p:cNvSpPr txBox="1"/>
          <p:nvPr/>
        </p:nvSpPr>
        <p:spPr>
          <a:xfrm>
            <a:off x="1037771" y="1716314"/>
            <a:ext cx="3041923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400" b="1" i="0" u="sng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Project Achievements: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Real-Time Vehicle Dynamics Simulator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GUI-Based Interactive Controls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Start, Stop &amp; Restart Logic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Vehicle Force Modelling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Live Velocity-Time Graph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Excel-Based Logging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Modular Architecture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algn="l"/>
            <a:endParaRPr lang="en-US" sz="1200" baseline="0" dirty="0">
              <a:solidFill>
                <a:schemeClr val="bg1"/>
              </a:solidFill>
              <a:latin typeface="Times New Roman" panose="02020603050405020304" pitchFamily="18" charset="0"/>
              <a:ea typeface="Open Sans" pitchFamily="2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C27ADB-F905-340D-F38B-E9A85E2CC2EF}"/>
              </a:ext>
            </a:extLst>
          </p:cNvPr>
          <p:cNvSpPr txBox="1"/>
          <p:nvPr/>
        </p:nvSpPr>
        <p:spPr>
          <a:xfrm>
            <a:off x="1037771" y="3944257"/>
            <a:ext cx="2540119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400" b="1" i="0" u="sng" baseline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Learning Outcomes: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Vehicle Dynamics Fundamentals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Automotive Force Calculations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Event-Driven Programming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Real-Time Simulation Design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Spreadsheet Reporting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algn="l" rtl="0"/>
            <a:r>
              <a:rPr lang="en-US" sz="1400" b="0" i="0">
                <a:solidFill>
                  <a:srgbClr val="45556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algn="l"/>
            <a:endParaRPr lang="en-US" sz="1200" baseline="0" dirty="0">
              <a:solidFill>
                <a:schemeClr val="bg1"/>
              </a:solidFill>
              <a:latin typeface="Times New Roman" panose="02020603050405020304" pitchFamily="18" charset="0"/>
              <a:ea typeface="Open Sans" pitchFamily="2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07307A-D974-B996-7206-351CF19965B7}"/>
              </a:ext>
            </a:extLst>
          </p:cNvPr>
          <p:cNvSpPr txBox="1"/>
          <p:nvPr/>
        </p:nvSpPr>
        <p:spPr>
          <a:xfrm>
            <a:off x="5907314" y="1709057"/>
            <a:ext cx="2494337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400" b="1" i="0" u="sng" baseline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Future Enhancements: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Gearbox &amp; Transmission Model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Road Grade Simulation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Wind Load Effects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Fuel Consumption Estimation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Dashboard Analytics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CAN Communication Support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71450" lvl="0" indent="-171450" algn="l" rtl="0">
              <a:buFont typeface="Arial,Sans-Serif"/>
              <a:buChar char="•"/>
            </a:pPr>
            <a:r>
              <a:rPr lang="en-US" sz="14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AUTOSAR Integration</a:t>
            </a:r>
            <a:r>
              <a:rPr lang="en-US" sz="1400" b="0" i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algn="l" rtl="0"/>
            <a:r>
              <a:rPr lang="en-US" sz="1400" b="0" i="0">
                <a:solidFill>
                  <a:srgbClr val="45556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algn="l"/>
            <a:endParaRPr lang="en-US" sz="1200" baseline="0" dirty="0">
              <a:solidFill>
                <a:schemeClr val="bg1"/>
              </a:solidFill>
              <a:latin typeface="Times New Roman" panose="02020603050405020304" pitchFamily="18" charset="0"/>
              <a:ea typeface="Open Sans" pitchFamily="2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42C792-5522-BDB4-7A9A-2080D5AB2DE4}"/>
              </a:ext>
            </a:extLst>
          </p:cNvPr>
          <p:cNvSpPr txBox="1"/>
          <p:nvPr/>
        </p:nvSpPr>
        <p:spPr>
          <a:xfrm>
            <a:off x="5907314" y="3944256"/>
            <a:ext cx="4050604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400" b="1" i="0" u="sng" baseline="0" dirty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Final Conclusion:</a:t>
            </a:r>
            <a:r>
              <a:rPr lang="en-US" sz="1400" b="0" i="0" dirty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r>
              <a:rPr lang="en-US" sz="14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The project successfully demonstrates a modular, real-time automotive vehicle motion simulator capable of physics-based 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vehicle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behaviour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 </a:t>
            </a:r>
            <a:r>
              <a:rPr lang="en-US" sz="14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, telemetry visualization, and automated performance reporting.</a:t>
            </a:r>
          </a:p>
          <a:p>
            <a:pPr algn="l"/>
            <a:endParaRPr lang="en-US" sz="1200" baseline="0" dirty="0">
              <a:solidFill>
                <a:schemeClr val="bg1"/>
              </a:solidFill>
              <a:latin typeface="Times New Roman" panose="02020603050405020304" pitchFamily="18" charset="0"/>
              <a:ea typeface="Open Sans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14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4672E0-952F-4736-430E-3DF572BF039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6FE88-C5BC-B42A-8F8D-11759F58182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EDAG Electrics/Electronics    </a:t>
            </a:r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        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ersion: 1.0    	    Scope: EDAG Group     internal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3A4E5973-96D0-1263-F150-828DE03E0ECE}"/>
              </a:ext>
            </a:extLst>
          </p:cNvPr>
          <p:cNvSpPr txBox="1"/>
          <p:nvPr/>
        </p:nvSpPr>
        <p:spPr bwMode="gray">
          <a:xfrm>
            <a:off x="3323385" y="2960242"/>
            <a:ext cx="5554389" cy="934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lang="en-US" sz="6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600" b="1" baseline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565114"/>
      </p:ext>
    </p:extLst>
  </p:cSld>
  <p:clrMapOvr>
    <a:masterClrMapping/>
  </p:clrMapOvr>
</p:sld>
</file>

<file path=ppt/theme/theme1.xml><?xml version="1.0" encoding="utf-8"?>
<a:theme xmlns:a="http://schemas.openxmlformats.org/drawingml/2006/main" name="EDAG DARK Mode GRAY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>
            <a:solidFill>
              <a:schemeClr val="bg1"/>
            </a:solidFill>
            <a:latin typeface="+mj-lt"/>
            <a:ea typeface="Open Sans" pitchFamily="2" charset="0"/>
            <a:cs typeface="Sor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B0DADF95-3037-40C7-81F5-F1197A58B0FF}"/>
    </a:ext>
  </a:extLst>
</a:theme>
</file>

<file path=ppt/theme/theme2.xml><?xml version="1.0" encoding="utf-8"?>
<a:theme xmlns:a="http://schemas.openxmlformats.org/drawingml/2006/main" name="EDAG LIGHT Mode WITHOUT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E50AF625-8F2D-4F96-A934-E1FA0557E63D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acf788-9cd5-416f-9fb2-a86e557f81d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C055D29B89CF44B3985284B9400F98" ma:contentTypeVersion="9" ma:contentTypeDescription="Create a new document." ma:contentTypeScope="" ma:versionID="9acd17e95e84049fd722c8dd3745ab66">
  <xsd:schema xmlns:xsd="http://www.w3.org/2001/XMLSchema" xmlns:xs="http://www.w3.org/2001/XMLSchema" xmlns:p="http://schemas.microsoft.com/office/2006/metadata/properties" xmlns:ns2="e1acf788-9cd5-416f-9fb2-a86e557f81d3" targetNamespace="http://schemas.microsoft.com/office/2006/metadata/properties" ma:root="true" ma:fieldsID="339fe59c9eea1f87f0c691e96f8515e6" ns2:_="">
    <xsd:import namespace="e1acf788-9cd5-416f-9fb2-a86e557f81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cf788-9cd5-416f-9fb2-a86e557f81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4b36a-b554-4ae8-82dd-230f06b823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EAAB53-B979-4852-A076-02DCA28C5A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43C257-1004-4FF2-B048-6CA79940C365}">
  <ds:schemaRefs>
    <ds:schemaRef ds:uri="http://purl.org/dc/elements/1.1/"/>
    <ds:schemaRef ds:uri="http://schemas.microsoft.com/office/2006/metadata/properties"/>
    <ds:schemaRef ds:uri="e1acf788-9cd5-416f-9fb2-a86e557f81d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85A5B29-DDA4-491B-A9C6-06721FE8A2E6}">
  <ds:schemaRefs>
    <ds:schemaRef ds:uri="e1acf788-9cd5-416f-9fb2-a86e557f81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EDAG_EE_PPT_Template_EN</Template>
  <TotalTime>0</TotalTime>
  <Words>553</Words>
  <Application>Microsoft Office PowerPoint</Application>
  <PresentationFormat>Widescreen</PresentationFormat>
  <Paragraphs>143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Arial,Sans-Serif</vt:lpstr>
      <vt:lpstr>Symbol</vt:lpstr>
      <vt:lpstr>Times New Roman</vt:lpstr>
      <vt:lpstr>EDAG DARK Mode GRAY CORNER</vt:lpstr>
      <vt:lpstr>EDAG LIGHT Mode WITHOUT CORNER</vt:lpstr>
      <vt:lpstr>CAR EMULATOR GUI &amp; VEHICLE MOTION SIMULATOR</vt:lpstr>
      <vt:lpstr>PROJECT OVERVIEW </vt:lpstr>
      <vt:lpstr>Dataset</vt:lpstr>
      <vt:lpstr>TECH STACK AND Python concepts</vt:lpstr>
      <vt:lpstr>OUTPUT dashboard</vt:lpstr>
      <vt:lpstr>Output dashboard 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Mahmoud, Ahmed</dc:creator>
  <cp:lastModifiedBy>Dhage, Sumith</cp:lastModifiedBy>
  <cp:revision>244</cp:revision>
  <dcterms:created xsi:type="dcterms:W3CDTF">2026-04-08T13:27:13Z</dcterms:created>
  <dcterms:modified xsi:type="dcterms:W3CDTF">2026-07-22T05:19:09Z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0x010100DFC055D29B89CF44B3985284B9400F98</vt:lpwstr>
  </property>
  <property fmtid="{D5CDD505-2E9C-101B-9397-08002B2CF9AE}" pid="3" name="MediaServiceImageTags">
    <vt:lpwstr/>
  </property>
</Properties>
</file>