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4"/>
    <p:sldMasterId id="2147483804" r:id="rId5"/>
  </p:sldMasterIdLst>
  <p:notesMasterIdLst>
    <p:notesMasterId r:id="rId14"/>
  </p:notesMasterIdLst>
  <p:handoutMasterIdLst>
    <p:handoutMasterId r:id="rId15"/>
  </p:handoutMasterIdLst>
  <p:sldIdLst>
    <p:sldId id="262" r:id="rId6"/>
    <p:sldId id="263" r:id="rId7"/>
    <p:sldId id="256" r:id="rId8"/>
    <p:sldId id="257" r:id="rId9"/>
    <p:sldId id="258" r:id="rId10"/>
    <p:sldId id="259" r:id="rId11"/>
    <p:sldId id="261" r:id="rId12"/>
    <p:sldId id="264" r:id="rId13"/>
  </p:sldIdLst>
  <p:sldSz cx="12192000" cy="6858000"/>
  <p:notesSz cx="6858000" cy="9144000"/>
  <p:defaultTextStyle>
    <a:defPPr>
      <a:defRPr sz="1800" kern="1200">
        <a:solidFill>
          <a:schemeClr val="tx1"/>
        </a:solidFill>
        <a:latin typeface="+mn-lt"/>
        <a:ea typeface="+mn-ea"/>
        <a:cs typeface="+mn-cs"/>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E22D50-D5A2-4146-BAF7-325CEE58DDA1}">
          <p14:sldIdLst>
            <p14:sldId id="262"/>
            <p14:sldId id="263"/>
            <p14:sldId id="256"/>
            <p14:sldId id="257"/>
            <p14:sldId id="258"/>
            <p14:sldId id="259"/>
            <p14:sldId id="261"/>
            <p14:sldId id="264"/>
          </p14:sldIdLst>
        </p14:section>
      </p14:sectionLst>
    </p:ext>
    <p:ext uri="{EFAFB233-063F-42B5-8137-9DF3F51BA10A}">
      <p15:sldGuideLst xmlns:p15="http://schemas.microsoft.com/office/powerpoint/2012/main">
        <p15:guide id="2" orient="horz" pos="2205" userDrawn="1">
          <p15:clr>
            <a:srgbClr val="A4A3A4"/>
          </p15:clr>
        </p15:guide>
        <p15:guide id="3"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95A70C-EE3B-D8A3-6E64-EC75E0DC907E}" name="Wilhelm, Felicitas" initials="FW" userId="S::felicitas.wilhelm@edag.com::3c17e333-495e-451a-8dfb-45c2ccbb39b6" providerId="AD"/>
  <p188:author id="{120D9611-4291-2F2A-5E80-C2DE04E304BA}" name="Branner, Benjamin" initials="BB" userId="S::benjamin.branner@edag.com::1ac27f44-f7d7-4630-b56a-f2fb649383f7" providerId="AD"/>
  <p188:author id="{E9D36D1B-0672-5526-AA4D-DEDB8AE93425}" name="Schmelz, Till" initials="ST" userId="S::till.schmelz@edag.com::487e5f64-0366-48b4-8610-77a9f05d4275" providerId="AD"/>
  <p188:author id="{61AFA331-D17E-F34C-414F-F8604A88C23C}" name="Spannagel, Dominique" initials="SD" userId="S::dominique.spannagel@edag.com::9dbcbf7d-b4d6-461c-8821-c66d6ea45a2d" providerId="AD"/>
  <p188:author id="{50488054-35E6-B7B8-F1AA-EE81F131C942}" name="Lehmann, Sophia" initials="SL" userId="S::sophia.lehmann@edag.com::19e17c5f-d763-4355-8fff-f84a647b12b9" providerId="AD"/>
  <p188:author id="{6FDD3EA7-1E33-FAE9-9B05-48985D7CBC7F}" name="Schuster, Felix" initials="FS" userId="S::felix.schuster@edag.com::72d6796b-04d6-4fdb-b01a-656745a3fae5" providerId="AD"/>
  <p188:author id="{3B8F2AA8-911B-A38F-4ADD-7B62D948C5D7}" name="Wilhelm, Felicitas Anna" initials="WFA" userId="S::felicitas.anna.wilhelm@edag.com::3c17e333-495e-451a-8dfb-45c2ccbb39b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4F5F6"/>
    <a:srgbClr val="455561"/>
    <a:srgbClr val="FB3FEE"/>
    <a:srgbClr val="A1D3C2"/>
    <a:srgbClr val="64966C"/>
    <a:srgbClr val="2F3941"/>
    <a:srgbClr val="772D5D"/>
    <a:srgbClr val="4BACB9"/>
    <a:srgbClr val="E9B73B"/>
    <a:srgbClr val="232A3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D09FBE-D24D-42BA-A57E-24E93C048B26}" v="4" dt="2026-07-21T12:26:23.67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283" autoAdjust="0"/>
  </p:normalViewPr>
  <p:slideViewPr>
    <p:cSldViewPr snapToGrid="0">
      <p:cViewPr varScale="1">
        <p:scale>
          <a:sx n="87" d="100"/>
          <a:sy n="87" d="100"/>
        </p:scale>
        <p:origin x="499" y="67"/>
      </p:cViewPr>
      <p:guideLst>
        <p:guide orient="horz" pos="2205"/>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lke, Prajwal" userId="03a7bcd0-aa58-40c4-97fc-5290277c2d9d" providerId="ADAL" clId="{8F3DC0DC-975C-4E53-B036-9899D0F0F110}"/>
    <pc:docChg chg="undo custSel modSld">
      <pc:chgData name="Phalke, Prajwal" userId="03a7bcd0-aa58-40c4-97fc-5290277c2d9d" providerId="ADAL" clId="{8F3DC0DC-975C-4E53-B036-9899D0F0F110}" dt="2026-07-21T12:29:51.081" v="62" actId="2711"/>
      <pc:docMkLst>
        <pc:docMk/>
      </pc:docMkLst>
      <pc:sldChg chg="modSp mod">
        <pc:chgData name="Phalke, Prajwal" userId="03a7bcd0-aa58-40c4-97fc-5290277c2d9d" providerId="ADAL" clId="{8F3DC0DC-975C-4E53-B036-9899D0F0F110}" dt="2026-07-21T12:27:46.911" v="40" actId="2711"/>
        <pc:sldMkLst>
          <pc:docMk/>
          <pc:sldMk cId="0" sldId="256"/>
        </pc:sldMkLst>
        <pc:spChg chg="mod">
          <ac:chgData name="Phalke, Prajwal" userId="03a7bcd0-aa58-40c4-97fc-5290277c2d9d" providerId="ADAL" clId="{8F3DC0DC-975C-4E53-B036-9899D0F0F110}" dt="2026-07-21T12:27:42.765" v="39" actId="2711"/>
          <ac:spMkLst>
            <pc:docMk/>
            <pc:sldMk cId="0" sldId="256"/>
            <ac:spMk id="2" creationId="{00000000-0000-0000-0000-000000000000}"/>
          </ac:spMkLst>
        </pc:spChg>
        <pc:spChg chg="mod">
          <ac:chgData name="Phalke, Prajwal" userId="03a7bcd0-aa58-40c4-97fc-5290277c2d9d" providerId="ADAL" clId="{8F3DC0DC-975C-4E53-B036-9899D0F0F110}" dt="2026-07-21T12:27:46.911" v="40" actId="2711"/>
          <ac:spMkLst>
            <pc:docMk/>
            <pc:sldMk cId="0" sldId="256"/>
            <ac:spMk id="3" creationId="{00000000-0000-0000-0000-000000000000}"/>
          </ac:spMkLst>
        </pc:spChg>
        <pc:spChg chg="mod">
          <ac:chgData name="Phalke, Prajwal" userId="03a7bcd0-aa58-40c4-97fc-5290277c2d9d" providerId="ADAL" clId="{8F3DC0DC-975C-4E53-B036-9899D0F0F110}" dt="2026-07-21T12:27:33.109" v="37" actId="2711"/>
          <ac:spMkLst>
            <pc:docMk/>
            <pc:sldMk cId="0" sldId="256"/>
            <ac:spMk id="4" creationId="{00000000-0000-0000-0000-000000000000}"/>
          </ac:spMkLst>
        </pc:spChg>
        <pc:spChg chg="mod">
          <ac:chgData name="Phalke, Prajwal" userId="03a7bcd0-aa58-40c4-97fc-5290277c2d9d" providerId="ADAL" clId="{8F3DC0DC-975C-4E53-B036-9899D0F0F110}" dt="2026-07-21T12:27:29.818" v="36" actId="2711"/>
          <ac:spMkLst>
            <pc:docMk/>
            <pc:sldMk cId="0" sldId="256"/>
            <ac:spMk id="7" creationId="{A7AD5D09-4D1E-87F2-3FE2-93872A1EA1AE}"/>
          </ac:spMkLst>
        </pc:spChg>
        <pc:spChg chg="mod">
          <ac:chgData name="Phalke, Prajwal" userId="03a7bcd0-aa58-40c4-97fc-5290277c2d9d" providerId="ADAL" clId="{8F3DC0DC-975C-4E53-B036-9899D0F0F110}" dt="2026-07-21T12:27:37.955" v="38" actId="2711"/>
          <ac:spMkLst>
            <pc:docMk/>
            <pc:sldMk cId="0" sldId="256"/>
            <ac:spMk id="8" creationId="{F67F65A1-838D-C02D-B399-A073F933D276}"/>
          </ac:spMkLst>
        </pc:spChg>
      </pc:sldChg>
      <pc:sldChg chg="addSp modSp mod">
        <pc:chgData name="Phalke, Prajwal" userId="03a7bcd0-aa58-40c4-97fc-5290277c2d9d" providerId="ADAL" clId="{8F3DC0DC-975C-4E53-B036-9899D0F0F110}" dt="2026-07-21T12:28:53.689" v="51" actId="2711"/>
        <pc:sldMkLst>
          <pc:docMk/>
          <pc:sldMk cId="0" sldId="257"/>
        </pc:sldMkLst>
        <pc:spChg chg="mod">
          <ac:chgData name="Phalke, Prajwal" userId="03a7bcd0-aa58-40c4-97fc-5290277c2d9d" providerId="ADAL" clId="{8F3DC0DC-975C-4E53-B036-9899D0F0F110}" dt="2026-07-21T12:28:34.722" v="48" actId="2711"/>
          <ac:spMkLst>
            <pc:docMk/>
            <pc:sldMk cId="0" sldId="257"/>
            <ac:spMk id="3" creationId="{00000000-0000-0000-0000-000000000000}"/>
          </ac:spMkLst>
        </pc:spChg>
        <pc:spChg chg="mod">
          <ac:chgData name="Phalke, Prajwal" userId="03a7bcd0-aa58-40c4-97fc-5290277c2d9d" providerId="ADAL" clId="{8F3DC0DC-975C-4E53-B036-9899D0F0F110}" dt="2026-07-21T12:28:40.938" v="49" actId="2711"/>
          <ac:spMkLst>
            <pc:docMk/>
            <pc:sldMk cId="0" sldId="257"/>
            <ac:spMk id="5" creationId="{00000000-0000-0000-0000-000000000000}"/>
          </ac:spMkLst>
        </pc:spChg>
        <pc:spChg chg="mod">
          <ac:chgData name="Phalke, Prajwal" userId="03a7bcd0-aa58-40c4-97fc-5290277c2d9d" providerId="ADAL" clId="{8F3DC0DC-975C-4E53-B036-9899D0F0F110}" dt="2026-07-21T12:28:48.189" v="50" actId="2711"/>
          <ac:spMkLst>
            <pc:docMk/>
            <pc:sldMk cId="0" sldId="257"/>
            <ac:spMk id="7" creationId="{00000000-0000-0000-0000-000000000000}"/>
          </ac:spMkLst>
        </pc:spChg>
        <pc:spChg chg="mod">
          <ac:chgData name="Phalke, Prajwal" userId="03a7bcd0-aa58-40c4-97fc-5290277c2d9d" providerId="ADAL" clId="{8F3DC0DC-975C-4E53-B036-9899D0F0F110}" dt="2026-07-21T12:28:53.689" v="51" actId="2711"/>
          <ac:spMkLst>
            <pc:docMk/>
            <pc:sldMk cId="0" sldId="257"/>
            <ac:spMk id="9" creationId="{00000000-0000-0000-0000-000000000000}"/>
          </ac:spMkLst>
        </pc:spChg>
        <pc:spChg chg="mod">
          <ac:chgData name="Phalke, Prajwal" userId="03a7bcd0-aa58-40c4-97fc-5290277c2d9d" providerId="ADAL" clId="{8F3DC0DC-975C-4E53-B036-9899D0F0F110}" dt="2026-07-21T12:28:06.334" v="43" actId="2711"/>
          <ac:spMkLst>
            <pc:docMk/>
            <pc:sldMk cId="0" sldId="257"/>
            <ac:spMk id="10" creationId="{00000000-0000-0000-0000-000000000000}"/>
          </ac:spMkLst>
        </pc:spChg>
        <pc:spChg chg="mod">
          <ac:chgData name="Phalke, Prajwal" userId="03a7bcd0-aa58-40c4-97fc-5290277c2d9d" providerId="ADAL" clId="{8F3DC0DC-975C-4E53-B036-9899D0F0F110}" dt="2026-07-21T12:27:54.345" v="41" actId="2711"/>
          <ac:spMkLst>
            <pc:docMk/>
            <pc:sldMk cId="0" sldId="257"/>
            <ac:spMk id="11" creationId="{00000000-0000-0000-0000-000000000000}"/>
          </ac:spMkLst>
        </pc:spChg>
        <pc:spChg chg="mod">
          <ac:chgData name="Phalke, Prajwal" userId="03a7bcd0-aa58-40c4-97fc-5290277c2d9d" providerId="ADAL" clId="{8F3DC0DC-975C-4E53-B036-9899D0F0F110}" dt="2026-07-21T12:27:58.616" v="42" actId="2711"/>
          <ac:spMkLst>
            <pc:docMk/>
            <pc:sldMk cId="0" sldId="257"/>
            <ac:spMk id="12" creationId="{00000000-0000-0000-0000-000000000000}"/>
          </ac:spMkLst>
        </pc:spChg>
        <pc:spChg chg="add mod">
          <ac:chgData name="Phalke, Prajwal" userId="03a7bcd0-aa58-40c4-97fc-5290277c2d9d" providerId="ADAL" clId="{8F3DC0DC-975C-4E53-B036-9899D0F0F110}" dt="2026-07-21T12:28:26.580" v="47" actId="2711"/>
          <ac:spMkLst>
            <pc:docMk/>
            <pc:sldMk cId="0" sldId="257"/>
            <ac:spMk id="13" creationId="{3B228C3A-C970-C20E-FDE7-68EEFD871B0F}"/>
          </ac:spMkLst>
        </pc:spChg>
        <pc:spChg chg="mod">
          <ac:chgData name="Phalke, Prajwal" userId="03a7bcd0-aa58-40c4-97fc-5290277c2d9d" providerId="ADAL" clId="{8F3DC0DC-975C-4E53-B036-9899D0F0F110}" dt="2026-07-21T12:28:12.070" v="44" actId="2711"/>
          <ac:spMkLst>
            <pc:docMk/>
            <pc:sldMk cId="0" sldId="257"/>
            <ac:spMk id="14" creationId="{20C2198D-4DE6-174A-75BE-32CABD653858}"/>
          </ac:spMkLst>
        </pc:spChg>
      </pc:sldChg>
      <pc:sldChg chg="modSp mod">
        <pc:chgData name="Phalke, Prajwal" userId="03a7bcd0-aa58-40c4-97fc-5290277c2d9d" providerId="ADAL" clId="{8F3DC0DC-975C-4E53-B036-9899D0F0F110}" dt="2026-07-21T12:29:10.767" v="55" actId="2711"/>
        <pc:sldMkLst>
          <pc:docMk/>
          <pc:sldMk cId="0" sldId="258"/>
        </pc:sldMkLst>
        <pc:spChg chg="mod">
          <ac:chgData name="Phalke, Prajwal" userId="03a7bcd0-aa58-40c4-97fc-5290277c2d9d" providerId="ADAL" clId="{8F3DC0DC-975C-4E53-B036-9899D0F0F110}" dt="2026-07-21T12:29:02.691" v="53" actId="2711"/>
          <ac:spMkLst>
            <pc:docMk/>
            <pc:sldMk cId="0" sldId="258"/>
            <ac:spMk id="2" creationId="{00000000-0000-0000-0000-000000000000}"/>
          </ac:spMkLst>
        </pc:spChg>
        <pc:spChg chg="mod">
          <ac:chgData name="Phalke, Prajwal" userId="03a7bcd0-aa58-40c4-97fc-5290277c2d9d" providerId="ADAL" clId="{8F3DC0DC-975C-4E53-B036-9899D0F0F110}" dt="2026-07-21T12:29:10.767" v="55" actId="2711"/>
          <ac:spMkLst>
            <pc:docMk/>
            <pc:sldMk cId="0" sldId="258"/>
            <ac:spMk id="3" creationId="{00000000-0000-0000-0000-000000000000}"/>
          </ac:spMkLst>
        </pc:spChg>
        <pc:spChg chg="mod">
          <ac:chgData name="Phalke, Prajwal" userId="03a7bcd0-aa58-40c4-97fc-5290277c2d9d" providerId="ADAL" clId="{8F3DC0DC-975C-4E53-B036-9899D0F0F110}" dt="2026-07-21T12:28:58.813" v="52" actId="2711"/>
          <ac:spMkLst>
            <pc:docMk/>
            <pc:sldMk cId="0" sldId="258"/>
            <ac:spMk id="4" creationId="{00000000-0000-0000-0000-000000000000}"/>
          </ac:spMkLst>
        </pc:spChg>
        <pc:spChg chg="mod">
          <ac:chgData name="Phalke, Prajwal" userId="03a7bcd0-aa58-40c4-97fc-5290277c2d9d" providerId="ADAL" clId="{8F3DC0DC-975C-4E53-B036-9899D0F0F110}" dt="2026-07-21T12:29:07.299" v="54" actId="2711"/>
          <ac:spMkLst>
            <pc:docMk/>
            <pc:sldMk cId="0" sldId="258"/>
            <ac:spMk id="6" creationId="{E853D515-C359-13E5-3A72-EBCE291714DF}"/>
          </ac:spMkLst>
        </pc:spChg>
      </pc:sldChg>
      <pc:sldChg chg="modSp mod">
        <pc:chgData name="Phalke, Prajwal" userId="03a7bcd0-aa58-40c4-97fc-5290277c2d9d" providerId="ADAL" clId="{8F3DC0DC-975C-4E53-B036-9899D0F0F110}" dt="2026-07-21T12:29:31.837" v="59" actId="2711"/>
        <pc:sldMkLst>
          <pc:docMk/>
          <pc:sldMk cId="0" sldId="259"/>
        </pc:sldMkLst>
        <pc:spChg chg="mod">
          <ac:chgData name="Phalke, Prajwal" userId="03a7bcd0-aa58-40c4-97fc-5290277c2d9d" providerId="ADAL" clId="{8F3DC0DC-975C-4E53-B036-9899D0F0F110}" dt="2026-07-21T12:29:23.576" v="57" actId="2711"/>
          <ac:spMkLst>
            <pc:docMk/>
            <pc:sldMk cId="0" sldId="259"/>
            <ac:spMk id="2" creationId="{2A4A7C61-914E-86A4-CC41-86D5A62739A5}"/>
          </ac:spMkLst>
        </pc:spChg>
        <pc:spChg chg="mod">
          <ac:chgData name="Phalke, Prajwal" userId="03a7bcd0-aa58-40c4-97fc-5290277c2d9d" providerId="ADAL" clId="{8F3DC0DC-975C-4E53-B036-9899D0F0F110}" dt="2026-07-21T12:29:27.378" v="58" actId="2711"/>
          <ac:spMkLst>
            <pc:docMk/>
            <pc:sldMk cId="0" sldId="259"/>
            <ac:spMk id="5" creationId="{00000000-0000-0000-0000-000000000000}"/>
          </ac:spMkLst>
        </pc:spChg>
        <pc:spChg chg="mod">
          <ac:chgData name="Phalke, Prajwal" userId="03a7bcd0-aa58-40c4-97fc-5290277c2d9d" providerId="ADAL" clId="{8F3DC0DC-975C-4E53-B036-9899D0F0F110}" dt="2026-07-21T12:29:31.837" v="59" actId="2711"/>
          <ac:spMkLst>
            <pc:docMk/>
            <pc:sldMk cId="0" sldId="259"/>
            <ac:spMk id="6" creationId="{00000000-0000-0000-0000-000000000000}"/>
          </ac:spMkLst>
        </pc:spChg>
        <pc:spChg chg="mod">
          <ac:chgData name="Phalke, Prajwal" userId="03a7bcd0-aa58-40c4-97fc-5290277c2d9d" providerId="ADAL" clId="{8F3DC0DC-975C-4E53-B036-9899D0F0F110}" dt="2026-07-21T12:29:20.483" v="56" actId="2711"/>
          <ac:spMkLst>
            <pc:docMk/>
            <pc:sldMk cId="0" sldId="259"/>
            <ac:spMk id="7" creationId="{00000000-0000-0000-0000-000000000000}"/>
          </ac:spMkLst>
        </pc:spChg>
      </pc:sldChg>
      <pc:sldChg chg="modSp mod">
        <pc:chgData name="Phalke, Prajwal" userId="03a7bcd0-aa58-40c4-97fc-5290277c2d9d" providerId="ADAL" clId="{8F3DC0DC-975C-4E53-B036-9899D0F0F110}" dt="2026-07-21T12:29:41.963" v="61" actId="2711"/>
        <pc:sldMkLst>
          <pc:docMk/>
          <pc:sldMk cId="502482627" sldId="261"/>
        </pc:sldMkLst>
        <pc:spChg chg="mod">
          <ac:chgData name="Phalke, Prajwal" userId="03a7bcd0-aa58-40c4-97fc-5290277c2d9d" providerId="ADAL" clId="{8F3DC0DC-975C-4E53-B036-9899D0F0F110}" dt="2026-07-21T12:29:37.291" v="60" actId="2711"/>
          <ac:spMkLst>
            <pc:docMk/>
            <pc:sldMk cId="502482627" sldId="261"/>
            <ac:spMk id="4" creationId="{884EBE03-62EA-7C15-D3B7-01CC13D38E94}"/>
          </ac:spMkLst>
        </pc:spChg>
        <pc:spChg chg="mod">
          <ac:chgData name="Phalke, Prajwal" userId="03a7bcd0-aa58-40c4-97fc-5290277c2d9d" providerId="ADAL" clId="{8F3DC0DC-975C-4E53-B036-9899D0F0F110}" dt="2026-07-21T12:29:41.963" v="61" actId="2711"/>
          <ac:spMkLst>
            <pc:docMk/>
            <pc:sldMk cId="502482627" sldId="261"/>
            <ac:spMk id="5" creationId="{2F30A7F8-796D-1784-182E-9AD1FB625C17}"/>
          </ac:spMkLst>
        </pc:spChg>
      </pc:sldChg>
      <pc:sldChg chg="modSp mod">
        <pc:chgData name="Phalke, Prajwal" userId="03a7bcd0-aa58-40c4-97fc-5290277c2d9d" providerId="ADAL" clId="{8F3DC0DC-975C-4E53-B036-9899D0F0F110}" dt="2026-07-21T12:26:54.750" v="32" actId="2711"/>
        <pc:sldMkLst>
          <pc:docMk/>
          <pc:sldMk cId="957935864" sldId="262"/>
        </pc:sldMkLst>
        <pc:spChg chg="mod">
          <ac:chgData name="Phalke, Prajwal" userId="03a7bcd0-aa58-40c4-97fc-5290277c2d9d" providerId="ADAL" clId="{8F3DC0DC-975C-4E53-B036-9899D0F0F110}" dt="2026-07-21T12:26:54.750" v="32" actId="2711"/>
          <ac:spMkLst>
            <pc:docMk/>
            <pc:sldMk cId="957935864" sldId="262"/>
            <ac:spMk id="4" creationId="{CEF52DD4-4C31-E6B3-36E6-B8E19DCD0753}"/>
          </ac:spMkLst>
        </pc:spChg>
      </pc:sldChg>
      <pc:sldChg chg="modSp mod">
        <pc:chgData name="Phalke, Prajwal" userId="03a7bcd0-aa58-40c4-97fc-5290277c2d9d" providerId="ADAL" clId="{8F3DC0DC-975C-4E53-B036-9899D0F0F110}" dt="2026-07-21T12:27:16.375" v="35" actId="2711"/>
        <pc:sldMkLst>
          <pc:docMk/>
          <pc:sldMk cId="3929152149" sldId="263"/>
        </pc:sldMkLst>
        <pc:spChg chg="mod">
          <ac:chgData name="Phalke, Prajwal" userId="03a7bcd0-aa58-40c4-97fc-5290277c2d9d" providerId="ADAL" clId="{8F3DC0DC-975C-4E53-B036-9899D0F0F110}" dt="2026-07-21T12:27:16.375" v="35" actId="2711"/>
          <ac:spMkLst>
            <pc:docMk/>
            <pc:sldMk cId="3929152149" sldId="263"/>
            <ac:spMk id="4" creationId="{7E28F779-8B68-8E7E-3974-3591A7E7389F}"/>
          </ac:spMkLst>
        </pc:spChg>
        <pc:spChg chg="mod">
          <ac:chgData name="Phalke, Prajwal" userId="03a7bcd0-aa58-40c4-97fc-5290277c2d9d" providerId="ADAL" clId="{8F3DC0DC-975C-4E53-B036-9899D0F0F110}" dt="2026-07-21T12:27:07.057" v="33" actId="2711"/>
          <ac:spMkLst>
            <pc:docMk/>
            <pc:sldMk cId="3929152149" sldId="263"/>
            <ac:spMk id="6" creationId="{EDBE55F3-9FA4-7234-ADF7-37EAE17C6735}"/>
          </ac:spMkLst>
        </pc:spChg>
        <pc:spChg chg="mod">
          <ac:chgData name="Phalke, Prajwal" userId="03a7bcd0-aa58-40c4-97fc-5290277c2d9d" providerId="ADAL" clId="{8F3DC0DC-975C-4E53-B036-9899D0F0F110}" dt="2026-07-21T12:27:11.168" v="34" actId="2711"/>
          <ac:spMkLst>
            <pc:docMk/>
            <pc:sldMk cId="3929152149" sldId="263"/>
            <ac:spMk id="7" creationId="{E9B8BE17-9695-EBE8-1EAA-02C78B1B6F7E}"/>
          </ac:spMkLst>
        </pc:spChg>
      </pc:sldChg>
      <pc:sldChg chg="addSp delSp modSp mod">
        <pc:chgData name="Phalke, Prajwal" userId="03a7bcd0-aa58-40c4-97fc-5290277c2d9d" providerId="ADAL" clId="{8F3DC0DC-975C-4E53-B036-9899D0F0F110}" dt="2026-07-21T12:29:51.081" v="62" actId="2711"/>
        <pc:sldMkLst>
          <pc:docMk/>
          <pc:sldMk cId="333086769" sldId="264"/>
        </pc:sldMkLst>
        <pc:spChg chg="add del mod">
          <ac:chgData name="Phalke, Prajwal" userId="03a7bcd0-aa58-40c4-97fc-5290277c2d9d" providerId="ADAL" clId="{8F3DC0DC-975C-4E53-B036-9899D0F0F110}" dt="2026-07-21T12:26:06.714" v="27"/>
          <ac:spMkLst>
            <pc:docMk/>
            <pc:sldMk cId="333086769" sldId="264"/>
            <ac:spMk id="3" creationId="{5A3FCF88-A2CA-E843-9FDB-47FF67D281FF}"/>
          </ac:spMkLst>
        </pc:spChg>
        <pc:spChg chg="mod">
          <ac:chgData name="Phalke, Prajwal" userId="03a7bcd0-aa58-40c4-97fc-5290277c2d9d" providerId="ADAL" clId="{8F3DC0DC-975C-4E53-B036-9899D0F0F110}" dt="2026-07-21T12:29:51.081" v="62" actId="2711"/>
          <ac:spMkLst>
            <pc:docMk/>
            <pc:sldMk cId="333086769" sldId="264"/>
            <ac:spMk id="5" creationId="{C46FE8C4-ECE0-9D5B-AB53-E13D77D3D31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B996B689-AEB2-8ACA-20EF-B41EFBDDB3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15408A9-8CC6-5F69-BB65-9BBF707DCC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035735-F04D-46D4-A4FE-64467FF07D85}" type="datetimeFigureOut">
              <a:rPr lang="de-DE" smtClean="0"/>
              <a:t>22.07.2026</a:t>
            </a:fld>
            <a:endParaRPr lang="de-DE"/>
          </a:p>
        </p:txBody>
      </p:sp>
      <p:sp>
        <p:nvSpPr>
          <p:cNvPr id="4" name="Fußzeilenplatzhalter 3">
            <a:extLst>
              <a:ext uri="{FF2B5EF4-FFF2-40B4-BE49-F238E27FC236}">
                <a16:creationId xmlns:a16="http://schemas.microsoft.com/office/drawing/2014/main" id="{1C9A41D8-1DDB-D19F-6809-984287F984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AEE5B391-C3B5-9CAF-AEC1-F18DB5708D3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3EBD72-5CB5-4B83-BC5A-8266D6B179D5}" type="slidenum">
              <a:rPr lang="de-DE" smtClean="0"/>
              <a:t>‹#›</a:t>
            </a:fld>
            <a:endParaRPr lang="de-DE"/>
          </a:p>
        </p:txBody>
      </p:sp>
    </p:spTree>
    <p:extLst>
      <p:ext uri="{BB962C8B-B14F-4D97-AF65-F5344CB8AC3E}">
        <p14:creationId xmlns:p14="http://schemas.microsoft.com/office/powerpoint/2010/main" val="228394982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E55133-E598-4852-B811-C43CF3E6FB2C}" type="datetimeFigureOut">
              <a:rPr lang="de-DE" smtClean="0"/>
              <a:t>22.07.2026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C775DD-835E-4F76-96AD-CE8B411EA37F}" type="slidenum">
              <a:rPr lang="de-DE" smtClean="0"/>
              <a:t>‹#›</a:t>
            </a:fld>
            <a:endParaRPr lang="de-DE"/>
          </a:p>
        </p:txBody>
      </p:sp>
    </p:spTree>
    <p:extLst>
      <p:ext uri="{BB962C8B-B14F-4D97-AF65-F5344CB8AC3E}">
        <p14:creationId xmlns:p14="http://schemas.microsoft.com/office/powerpoint/2010/main" val="409982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6.sv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7.jpeg"/><Relationship Id="rId1" Type="http://schemas.openxmlformats.org/officeDocument/2006/relationships/slideMaster" Target="../slideMasters/slideMaster2.xml"/><Relationship Id="rId5" Type="http://schemas.openxmlformats.org/officeDocument/2006/relationships/image" Target="../media/image25.svg"/><Relationship Id="rId4" Type="http://schemas.openxmlformats.org/officeDocument/2006/relationships/image" Target="../media/image26.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jpeg"/><Relationship Id="rId1" Type="http://schemas.openxmlformats.org/officeDocument/2006/relationships/slideMaster" Target="../slideMasters/slideMaster2.xml"/><Relationship Id="rId5" Type="http://schemas.openxmlformats.org/officeDocument/2006/relationships/image" Target="../media/image29.svg"/><Relationship Id="rId4" Type="http://schemas.openxmlformats.org/officeDocument/2006/relationships/image" Target="../media/image20.sv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9.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29.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0.sv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svg"/><Relationship Id="rId1" Type="http://schemas.openxmlformats.org/officeDocument/2006/relationships/slideMaster" Target="../slideMasters/slideMaster2.xml"/><Relationship Id="rId4" Type="http://schemas.openxmlformats.org/officeDocument/2006/relationships/image" Target="../media/image30.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Mode/Gray Empty">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 name="Foliennummernplatzhalter 18">
            <a:extLst>
              <a:ext uri="{FF2B5EF4-FFF2-40B4-BE49-F238E27FC236}">
                <a16:creationId xmlns:a16="http://schemas.microsoft.com/office/drawing/2014/main" id="{3F56C7C4-697E-B228-69A0-A93227227231}"/>
              </a:ext>
            </a:extLst>
          </p:cNvPr>
          <p:cNvSpPr>
            <a:spLocks noGrp="1" noRot="1" noMove="1" noResize="1" noEditPoints="1" noAdjustHandles="1" noChangeArrowheads="1" noChangeShapeType="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8916944B-AC94-186F-E25F-948808F5FA0E}"/>
              </a:ext>
            </a:extLst>
          </p:cNvPr>
          <p:cNvSpPr>
            <a:spLocks noGrp="1" noRot="1" noMove="1" noResize="1" noEditPoints="1" noAdjustHandles="1" noChangeArrowheads="1" noChangeShapeType="1"/>
          </p:cNvSpPr>
          <p:nvPr>
            <p:ph type="ftr" sz="quarter" idx="14"/>
          </p:nvPr>
        </p:nvSpPr>
        <p:spPr/>
        <p:txBody>
          <a:bodyPr/>
          <a:lstStyle/>
          <a:p>
            <a:r>
              <a:rPr lang="en-US"/>
              <a:t>EDAG Electrics/Electronics     Author: Shubham/Israr/Omkar       Version:1.0          Scope: EDAG Group     internal</a:t>
            </a:r>
            <a:endParaRPr lang="de-DE"/>
          </a:p>
        </p:txBody>
      </p:sp>
      <p:sp>
        <p:nvSpPr>
          <p:cNvPr id="25" name="Titel 24">
            <a:extLst>
              <a:ext uri="{FF2B5EF4-FFF2-40B4-BE49-F238E27FC236}">
                <a16:creationId xmlns:a16="http://schemas.microsoft.com/office/drawing/2014/main" id="{A842EFF0-2F55-0D32-4D5B-015657EE58DB}"/>
              </a:ext>
            </a:extLst>
          </p:cNvPr>
          <p:cNvSpPr>
            <a:spLocks noGrp="1"/>
          </p:cNvSpPr>
          <p:nvPr>
            <p:ph type="title"/>
          </p:nvPr>
        </p:nvSpPr>
        <p:spPr/>
        <p:txBody>
          <a:bodyPr>
            <a:noAutofit/>
          </a:bodyPr>
          <a:lstStyle>
            <a:lvl1pPr>
              <a:defRPr baseline="0"/>
            </a:lvl1pPr>
          </a:lstStyle>
          <a:p>
            <a:r>
              <a:rPr lang="de-DE"/>
              <a:t>Mastertitelformat bearbeiten</a:t>
            </a:r>
          </a:p>
        </p:txBody>
      </p:sp>
      <p:sp>
        <p:nvSpPr>
          <p:cNvPr id="32" name="Textplatzhalter 31">
            <a:extLst>
              <a:ext uri="{FF2B5EF4-FFF2-40B4-BE49-F238E27FC236}">
                <a16:creationId xmlns:a16="http://schemas.microsoft.com/office/drawing/2014/main" id="{B6175E33-2577-065E-DBAC-90111139FBA9}"/>
              </a:ext>
            </a:extLst>
          </p:cNvPr>
          <p:cNvSpPr>
            <a:spLocks noGrp="1"/>
          </p:cNvSpPr>
          <p:nvPr>
            <p:ph type="body" sz="quarter" idx="15"/>
          </p:nvPr>
        </p:nvSpPr>
        <p:spPr>
          <a:xfrm>
            <a:off x="658800"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a:defRPr sz="2200" b="1" i="0" cap="all" baseline="0">
                <a:solidFill>
                  <a:schemeClr val="bg1"/>
                </a:solidFill>
              </a:defRPr>
            </a:lvl2pPr>
            <a:lvl3pPr>
              <a:defRPr sz="2200" b="1" i="0" cap="all" baseline="0">
                <a:solidFill>
                  <a:schemeClr val="bg1"/>
                </a:solidFill>
              </a:defRPr>
            </a:lvl3pPr>
            <a:lvl4pPr>
              <a:defRPr sz="2200" b="1" i="0" cap="all" baseline="0">
                <a:solidFill>
                  <a:schemeClr val="bg1"/>
                </a:solidFill>
              </a:defRPr>
            </a:lvl4pPr>
            <a:lvl5pPr>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856828025"/>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guide id="3" orient="horz" pos="11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Mode/Gray Empty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11F28744-F3E2-E92C-82E6-48AEAA12EFFD}"/>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19" name="Foliennummernplatzhalter 18">
            <a:extLst>
              <a:ext uri="{FF2B5EF4-FFF2-40B4-BE49-F238E27FC236}">
                <a16:creationId xmlns:a16="http://schemas.microsoft.com/office/drawing/2014/main" id="{EDDF4054-F96A-B12C-7738-A469A13E8726}"/>
              </a:ext>
            </a:extLst>
          </p:cNvPr>
          <p:cNvSpPr>
            <a:spLocks noGrp="1" noRot="1" noMove="1" noResize="1" noEditPoints="1" noAdjustHandles="1" noChangeArrowheads="1" noChangeShapeType="1"/>
          </p:cNvSpPr>
          <p:nvPr>
            <p:ph type="sldNum" sz="quarter" idx="13"/>
          </p:nvPr>
        </p:nvSpPr>
        <p:spPr/>
        <p:txBody>
          <a:body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59B6B98F-0FD4-34AC-C5B6-ECBA24DBB8C1}"/>
              </a:ext>
            </a:extLst>
          </p:cNvPr>
          <p:cNvSpPr>
            <a:spLocks noGrp="1" noRot="1" noMove="1" noResize="1" noEditPoints="1" noAdjustHandles="1" noChangeArrowheads="1" noChangeShapeType="1"/>
          </p:cNvSpPr>
          <p:nvPr>
            <p:ph type="ftr" sz="quarter" idx="14"/>
          </p:nvPr>
        </p:nvSpPr>
        <p:spPr/>
        <p:txBody>
          <a:bodyPr/>
          <a:lstStyle/>
          <a:p>
            <a:r>
              <a:rPr lang="en-US"/>
              <a:t>EDAG Electrics/Electronics     Author: Shubham/Israr/Omkar       Version:1.0          Scope: EDAG Group     internal</a:t>
            </a:r>
            <a:endParaRPr lang="de-DE"/>
          </a:p>
        </p:txBody>
      </p:sp>
      <p:sp>
        <p:nvSpPr>
          <p:cNvPr id="7" name="Titel 6">
            <a:extLst>
              <a:ext uri="{FF2B5EF4-FFF2-40B4-BE49-F238E27FC236}">
                <a16:creationId xmlns:a16="http://schemas.microsoft.com/office/drawing/2014/main" id="{E02A15F6-D232-9E6E-700E-B567FA08FC94}"/>
              </a:ext>
            </a:extLst>
          </p:cNvPr>
          <p:cNvSpPr>
            <a:spLocks noGrp="1"/>
          </p:cNvSpPr>
          <p:nvPr>
            <p:ph type="title"/>
          </p:nvPr>
        </p:nvSpPr>
        <p:spPr/>
        <p:txBody>
          <a:bodyPr>
            <a:noAutofit/>
          </a:bodyPr>
          <a:lstStyle/>
          <a:p>
            <a:r>
              <a:rPr lang="de-DE"/>
              <a:t>Mastertitelformat bearbeiten</a:t>
            </a:r>
          </a:p>
        </p:txBody>
      </p:sp>
      <p:sp>
        <p:nvSpPr>
          <p:cNvPr id="11" name="Textplatzhalter 10">
            <a:extLst>
              <a:ext uri="{FF2B5EF4-FFF2-40B4-BE49-F238E27FC236}">
                <a16:creationId xmlns:a16="http://schemas.microsoft.com/office/drawing/2014/main" id="{B6143A93-E373-E409-6858-E73B1A8B5DD1}"/>
              </a:ext>
            </a:extLst>
          </p:cNvPr>
          <p:cNvSpPr>
            <a:spLocks noGrp="1"/>
          </p:cNvSpPr>
          <p:nvPr>
            <p:ph type="body" sz="quarter" idx="15"/>
          </p:nvPr>
        </p:nvSpPr>
        <p:spPr>
          <a:xfrm>
            <a:off x="658800"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cap="all" baseline="0">
                <a:solidFill>
                  <a:schemeClr val="bg1"/>
                </a:solidFill>
              </a:defRPr>
            </a:lvl2pPr>
            <a:lvl3pPr marL="914400" indent="0">
              <a:buFontTx/>
              <a:buNone/>
              <a:defRPr sz="2200" cap="all" baseline="0">
                <a:solidFill>
                  <a:schemeClr val="bg1"/>
                </a:solidFill>
              </a:defRPr>
            </a:lvl3pPr>
            <a:lvl4pPr marL="1371600" indent="0">
              <a:buFontTx/>
              <a:buNone/>
              <a:defRPr sz="2200" cap="all" baseline="0">
                <a:solidFill>
                  <a:schemeClr val="bg1"/>
                </a:solidFill>
              </a:defRPr>
            </a:lvl4pPr>
            <a:lvl5pPr marL="1828800" indent="0">
              <a:buFontTx/>
              <a:buNone/>
              <a:defRPr sz="220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569787988"/>
      </p:ext>
    </p:extLst>
  </p:cSld>
  <p:clrMapOvr>
    <a:masterClrMapping/>
  </p:clrMapOvr>
  <p:extLst>
    <p:ext uri="{DCECCB84-F9BA-43D5-87BE-67443E8EF086}">
      <p15:sldGuideLst xmlns:p15="http://schemas.microsoft.com/office/powerpoint/2012/main">
        <p15:guide id="2" orient="horz" pos="3997" userDrawn="1">
          <p15:clr>
            <a:srgbClr val="FBAE40"/>
          </p15:clr>
        </p15:guide>
        <p15:guide id="3" orient="horz" pos="113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Mode/Gray Conten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8" name="Foliennummernplatzhalter 18">
            <a:extLst>
              <a:ext uri="{FF2B5EF4-FFF2-40B4-BE49-F238E27FC236}">
                <a16:creationId xmlns:a16="http://schemas.microsoft.com/office/drawing/2014/main" id="{7097C519-8FF8-D3AD-264C-FD167052FB10}"/>
              </a:ext>
            </a:extLst>
          </p:cNvPr>
          <p:cNvSpPr>
            <a:spLocks noGrp="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pic>
        <p:nvPicPr>
          <p:cNvPr id="9" name="Grafik 8">
            <a:extLst>
              <a:ext uri="{FF2B5EF4-FFF2-40B4-BE49-F238E27FC236}">
                <a16:creationId xmlns:a16="http://schemas.microsoft.com/office/drawing/2014/main" id="{A5435FC5-ED45-DE8A-404D-15F749E2785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11" name="Fußzeilenplatzhalter 10">
            <a:extLst>
              <a:ext uri="{FF2B5EF4-FFF2-40B4-BE49-F238E27FC236}">
                <a16:creationId xmlns:a16="http://schemas.microsoft.com/office/drawing/2014/main" id="{384337FD-9F74-CCC6-6265-ECA4D6FD3879}"/>
              </a:ext>
            </a:extLst>
          </p:cNvPr>
          <p:cNvSpPr>
            <a:spLocks noGrp="1" noRot="1" noMove="1" noResize="1" noEditPoints="1" noAdjustHandles="1" noChangeArrowheads="1" noChangeShapeType="1"/>
          </p:cNvSpPr>
          <p:nvPr>
            <p:ph type="ftr" sz="quarter" idx="15"/>
          </p:nvPr>
        </p:nvSpPr>
        <p:spPr/>
        <p:txBody>
          <a:bodyPr/>
          <a:lstStyle/>
          <a:p>
            <a:r>
              <a:rPr lang="en-US"/>
              <a:t>EDAG Electrics/Electronics     Author: Shubham/Israr/Omkar       Version:1.0          Scope: EDAG Group     internal</a:t>
            </a:r>
            <a:endParaRPr lang="de-DE"/>
          </a:p>
        </p:txBody>
      </p:sp>
      <p:sp>
        <p:nvSpPr>
          <p:cNvPr id="19" name="Inhaltsplatzhalter 18">
            <a:extLst>
              <a:ext uri="{FF2B5EF4-FFF2-40B4-BE49-F238E27FC236}">
                <a16:creationId xmlns:a16="http://schemas.microsoft.com/office/drawing/2014/main" id="{C088DDA5-3F59-DBC6-3B2C-5E171BACBA6F}"/>
              </a:ext>
            </a:extLst>
          </p:cNvPr>
          <p:cNvSpPr>
            <a:spLocks noGrp="1"/>
          </p:cNvSpPr>
          <p:nvPr>
            <p:ph sz="quarter" idx="16"/>
          </p:nvPr>
        </p:nvSpPr>
        <p:spPr>
          <a:xfrm>
            <a:off x="658813" y="1808163"/>
            <a:ext cx="10874375" cy="4537075"/>
          </a:xfrm>
          <a:prstGeom prst="rect">
            <a:avLst/>
          </a:prstGeom>
        </p:spPr>
        <p:txBody>
          <a:bodyPr lIns="0" tIns="0" rIns="0" bIns="0"/>
          <a:lstStyle>
            <a:lvl1pPr marL="0" indent="0">
              <a:buFontTx/>
              <a:buNone/>
              <a:defRPr baseline="0">
                <a:solidFill>
                  <a:schemeClr val="bg1"/>
                </a:solidFill>
              </a:defRPr>
            </a:lvl1pPr>
            <a:lvl2pPr marL="457200" indent="0">
              <a:buFontTx/>
              <a:buNone/>
              <a:defRPr baseline="0">
                <a:solidFill>
                  <a:schemeClr val="bg1"/>
                </a:solidFill>
              </a:defRPr>
            </a:lvl2pPr>
            <a:lvl3pPr marL="914400" indent="0">
              <a:buFontTx/>
              <a:buNone/>
              <a:defRPr baseline="0">
                <a:solidFill>
                  <a:schemeClr val="bg1"/>
                </a:solidFill>
              </a:defRPr>
            </a:lvl3pPr>
            <a:lvl4pPr marL="1371600" indent="0">
              <a:buFontTx/>
              <a:buNone/>
              <a:defRPr baseline="0">
                <a:solidFill>
                  <a:schemeClr val="bg1"/>
                </a:solidFill>
              </a:defRPr>
            </a:lvl4pPr>
            <a:lvl5pPr marL="1828800" indent="0">
              <a:buFontTx/>
              <a:buNone/>
              <a:defRPr baseline="0">
                <a:solidFill>
                  <a:schemeClr val="bg1"/>
                </a:solidFill>
              </a:defRPr>
            </a:lvl5pPr>
          </a:lstStyle>
          <a:p>
            <a:pPr lvl="0"/>
            <a:r>
              <a:rPr lang="de-DE"/>
              <a:t>Mastertextformat bearbeiten</a:t>
            </a:r>
          </a:p>
        </p:txBody>
      </p:sp>
      <p:sp>
        <p:nvSpPr>
          <p:cNvPr id="20" name="Titel 19">
            <a:extLst>
              <a:ext uri="{FF2B5EF4-FFF2-40B4-BE49-F238E27FC236}">
                <a16:creationId xmlns:a16="http://schemas.microsoft.com/office/drawing/2014/main" id="{FC073A62-BA8E-9C23-B3F5-8F6C1AF412F1}"/>
              </a:ext>
            </a:extLst>
          </p:cNvPr>
          <p:cNvSpPr>
            <a:spLocks noGrp="1"/>
          </p:cNvSpPr>
          <p:nvPr>
            <p:ph type="title"/>
          </p:nvPr>
        </p:nvSpPr>
        <p:spPr/>
        <p:txBody>
          <a:bodyPr>
            <a:noAutofit/>
          </a:bodyPr>
          <a:lstStyle/>
          <a:p>
            <a:r>
              <a:rPr lang="de-DE"/>
              <a:t>Mastertitelformat bearbeiten</a:t>
            </a:r>
          </a:p>
        </p:txBody>
      </p:sp>
      <p:sp>
        <p:nvSpPr>
          <p:cNvPr id="24" name="Textplatzhalter 23">
            <a:extLst>
              <a:ext uri="{FF2B5EF4-FFF2-40B4-BE49-F238E27FC236}">
                <a16:creationId xmlns:a16="http://schemas.microsoft.com/office/drawing/2014/main" id="{141FC5E4-F211-66E2-4F70-E8D970C7FAD8}"/>
              </a:ext>
            </a:extLst>
          </p:cNvPr>
          <p:cNvSpPr>
            <a:spLocks noGrp="1"/>
          </p:cNvSpPr>
          <p:nvPr>
            <p:ph type="body" sz="quarter" idx="17"/>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b="1" i="0" cap="all" baseline="0">
                <a:solidFill>
                  <a:schemeClr val="bg1"/>
                </a:solidFill>
              </a:defRPr>
            </a:lvl2pPr>
            <a:lvl3pPr marL="914400" indent="0">
              <a:buFontTx/>
              <a:buNone/>
              <a:defRPr sz="2200" b="1" i="0" cap="all" baseline="0">
                <a:solidFill>
                  <a:schemeClr val="bg1"/>
                </a:solidFill>
              </a:defRPr>
            </a:lvl3pPr>
            <a:lvl4pPr marL="1371600" indent="0">
              <a:buFontTx/>
              <a:buNone/>
              <a:defRPr sz="2200" b="1" i="0" cap="all" baseline="0">
                <a:solidFill>
                  <a:schemeClr val="bg1"/>
                </a:solidFill>
              </a:defRPr>
            </a:lvl4pPr>
            <a:lvl5pPr marL="1828800" indent="0">
              <a:buFontTx/>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058300128"/>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1139" userDrawn="1">
          <p15:clr>
            <a:srgbClr val="FBAE40"/>
          </p15:clr>
        </p15:guide>
        <p15:guide id="3" orient="horz" pos="399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Mode/Gray Content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7" name="Inhaltsplatzhalter 2">
            <a:extLst>
              <a:ext uri="{FF2B5EF4-FFF2-40B4-BE49-F238E27FC236}">
                <a16:creationId xmlns:a16="http://schemas.microsoft.com/office/drawing/2014/main" id="{8728EB9F-DE6F-A6C2-E478-993ACDCB31AB}"/>
              </a:ext>
            </a:extLst>
          </p:cNvPr>
          <p:cNvSpPr>
            <a:spLocks noGrp="1"/>
          </p:cNvSpPr>
          <p:nvPr>
            <p:ph sz="quarter" idx="15"/>
          </p:nvPr>
        </p:nvSpPr>
        <p:spPr>
          <a:xfrm>
            <a:off x="6179728"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8" name="Fußzeilenplatzhalter 17">
            <a:extLst>
              <a:ext uri="{FF2B5EF4-FFF2-40B4-BE49-F238E27FC236}">
                <a16:creationId xmlns:a16="http://schemas.microsoft.com/office/drawing/2014/main" id="{C16CC328-DE64-7934-648C-CCA1B4F85892}"/>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08001D6D-45BA-D52C-BC6F-CD4136A3CECA}"/>
              </a:ext>
            </a:extLst>
          </p:cNvPr>
          <p:cNvSpPr>
            <a:spLocks noGrp="1"/>
          </p:cNvSpPr>
          <p:nvPr>
            <p:ph type="title"/>
          </p:nvPr>
        </p:nvSpPr>
        <p:spPr/>
        <p:txBody>
          <a:bodyPr>
            <a:noAutofit/>
          </a:bodyPr>
          <a:lstStyle/>
          <a:p>
            <a:r>
              <a:rPr lang="de-DE"/>
              <a:t>Mastertitelformat bearbeiten</a:t>
            </a:r>
          </a:p>
        </p:txBody>
      </p:sp>
      <p:sp>
        <p:nvSpPr>
          <p:cNvPr id="22" name="Textplatzhalter 21">
            <a:extLst>
              <a:ext uri="{FF2B5EF4-FFF2-40B4-BE49-F238E27FC236}">
                <a16:creationId xmlns:a16="http://schemas.microsoft.com/office/drawing/2014/main" id="{52DC378C-54E8-54C5-4D04-E09CC1D10A57}"/>
              </a:ext>
            </a:extLst>
          </p:cNvPr>
          <p:cNvSpPr>
            <a:spLocks noGrp="1"/>
          </p:cNvSpPr>
          <p:nvPr>
            <p:ph type="body" sz="quarter" idx="18"/>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cap="all" baseline="0">
                <a:solidFill>
                  <a:schemeClr val="bg1"/>
                </a:solidFill>
              </a:defRPr>
            </a:lvl2pPr>
            <a:lvl3pPr marL="914400" indent="0">
              <a:buFontTx/>
              <a:buNone/>
              <a:defRPr sz="2200" cap="all" baseline="0">
                <a:solidFill>
                  <a:schemeClr val="bg1"/>
                </a:solidFill>
              </a:defRPr>
            </a:lvl3pPr>
            <a:lvl4pPr marL="1371600" indent="0">
              <a:buFontTx/>
              <a:buNone/>
              <a:defRPr sz="2200" cap="all" baseline="0">
                <a:solidFill>
                  <a:schemeClr val="bg1"/>
                </a:solidFill>
              </a:defRPr>
            </a:lvl4pPr>
            <a:lvl5pPr marL="1828800" indent="0">
              <a:buFontTx/>
              <a:buNone/>
              <a:defRPr sz="220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38762139"/>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 Mode/Gray Content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6405A62B-3D69-C581-6D99-1702599BD073}"/>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1E29F652-CF77-AD91-75BE-D19B87CE9CFD}"/>
              </a:ext>
            </a:extLst>
          </p:cNvPr>
          <p:cNvSpPr>
            <a:spLocks noGrp="1"/>
          </p:cNvSpPr>
          <p:nvPr>
            <p:ph type="title"/>
          </p:nvPr>
        </p:nvSpPr>
        <p:spPr/>
        <p:txBody>
          <a:bodyPr>
            <a:noAutofit/>
          </a:bodyPr>
          <a:lstStyle/>
          <a:p>
            <a:r>
              <a:rPr lang="de-DE"/>
              <a:t>Mastertitelformat bearbeiten</a:t>
            </a:r>
          </a:p>
        </p:txBody>
      </p:sp>
      <p:sp>
        <p:nvSpPr>
          <p:cNvPr id="22" name="Textplatzhalter 21">
            <a:extLst>
              <a:ext uri="{FF2B5EF4-FFF2-40B4-BE49-F238E27FC236}">
                <a16:creationId xmlns:a16="http://schemas.microsoft.com/office/drawing/2014/main" id="{3ADAE1BB-DCE3-FF9C-20DA-ED87B6D200E6}"/>
              </a:ext>
            </a:extLst>
          </p:cNvPr>
          <p:cNvSpPr>
            <a:spLocks noGrp="1"/>
          </p:cNvSpPr>
          <p:nvPr>
            <p:ph type="body" sz="quarter" idx="18"/>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cap="all" baseline="0">
                <a:solidFill>
                  <a:schemeClr val="bg1"/>
                </a:solidFill>
              </a:defRPr>
            </a:lvl2pPr>
            <a:lvl3pPr marL="914400" indent="0">
              <a:buFontTx/>
              <a:buNone/>
              <a:defRPr sz="2200" cap="all" baseline="0">
                <a:solidFill>
                  <a:schemeClr val="bg1"/>
                </a:solidFill>
              </a:defRPr>
            </a:lvl3pPr>
            <a:lvl4pPr marL="1371600" indent="0">
              <a:buFontTx/>
              <a:buNone/>
              <a:defRPr sz="2200" cap="all" baseline="0">
                <a:solidFill>
                  <a:schemeClr val="bg1"/>
                </a:solidFill>
              </a:defRPr>
            </a:lvl4pPr>
            <a:lvl5pPr marL="1828800" indent="0">
              <a:buFontTx/>
              <a:buNone/>
              <a:defRPr sz="220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890370287"/>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Mode/Gray Content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8163"/>
            <a:ext cx="35136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0" name="Inhaltsplatzhalter 2">
            <a:extLst>
              <a:ext uri="{FF2B5EF4-FFF2-40B4-BE49-F238E27FC236}">
                <a16:creationId xmlns:a16="http://schemas.microsoft.com/office/drawing/2014/main" id="{C3A80510-A6A3-D9AE-4F52-08D4117A463B}"/>
              </a:ext>
            </a:extLst>
          </p:cNvPr>
          <p:cNvSpPr>
            <a:spLocks noGrp="1"/>
          </p:cNvSpPr>
          <p:nvPr>
            <p:ph sz="quarter" idx="18"/>
          </p:nvPr>
        </p:nvSpPr>
        <p:spPr>
          <a:xfrm>
            <a:off x="4339200" y="1808163"/>
            <a:ext cx="719371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8" name="Fußzeilenplatzhalter 17">
            <a:extLst>
              <a:ext uri="{FF2B5EF4-FFF2-40B4-BE49-F238E27FC236}">
                <a16:creationId xmlns:a16="http://schemas.microsoft.com/office/drawing/2014/main" id="{ADBBC3F2-9608-91A2-D1D2-131BCA003986}"/>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19" name="Titel 18">
            <a:extLst>
              <a:ext uri="{FF2B5EF4-FFF2-40B4-BE49-F238E27FC236}">
                <a16:creationId xmlns:a16="http://schemas.microsoft.com/office/drawing/2014/main" id="{209126FD-8922-2E1B-E4C7-CEB9B3E1DBF8}"/>
              </a:ext>
            </a:extLst>
          </p:cNvPr>
          <p:cNvSpPr>
            <a:spLocks noGrp="1"/>
          </p:cNvSpPr>
          <p:nvPr>
            <p:ph type="title"/>
          </p:nvPr>
        </p:nvSpPr>
        <p:spPr/>
        <p:txBody>
          <a:bodyPr>
            <a:noAutofit/>
          </a:bodyPr>
          <a:lstStyle/>
          <a:p>
            <a:r>
              <a:rPr lang="de-DE"/>
              <a:t>Mastertitelformat bearbeiten</a:t>
            </a:r>
          </a:p>
        </p:txBody>
      </p:sp>
      <p:sp>
        <p:nvSpPr>
          <p:cNvPr id="21" name="Textplatzhalter 20">
            <a:extLst>
              <a:ext uri="{FF2B5EF4-FFF2-40B4-BE49-F238E27FC236}">
                <a16:creationId xmlns:a16="http://schemas.microsoft.com/office/drawing/2014/main" id="{3B4DE3D7-A259-F699-35B9-2702C924338D}"/>
              </a:ext>
            </a:extLst>
          </p:cNvPr>
          <p:cNvSpPr>
            <a:spLocks noGrp="1"/>
          </p:cNvSpPr>
          <p:nvPr>
            <p:ph type="body" sz="quarter" idx="20"/>
          </p:nvPr>
        </p:nvSpPr>
        <p:spPr>
          <a:xfrm>
            <a:off x="658813" y="824400"/>
            <a:ext cx="6840000" cy="252000"/>
          </a:xfrm>
          <a:prstGeom prst="rect">
            <a:avLst/>
          </a:prstGeom>
        </p:spPr>
        <p:txBody>
          <a:bodyPr lIns="0" tIns="0" rIns="0" bIns="0">
            <a:noAutofit/>
          </a:bodyPr>
          <a:lstStyle>
            <a:lvl1pPr marL="0" indent="0">
              <a:buFontTx/>
              <a:buNone/>
              <a:defRPr sz="2200" b="1" i="0" cap="all" baseline="0">
                <a:solidFill>
                  <a:schemeClr val="bg1"/>
                </a:solidFill>
              </a:defRPr>
            </a:lvl1pPr>
            <a:lvl2pPr marL="457200" indent="0">
              <a:buFontTx/>
              <a:buNone/>
              <a:defRPr sz="2200" b="1" i="0" cap="all" baseline="0">
                <a:solidFill>
                  <a:schemeClr val="bg1"/>
                </a:solidFill>
              </a:defRPr>
            </a:lvl2pPr>
            <a:lvl3pPr marL="914400" indent="0">
              <a:buFontTx/>
              <a:buNone/>
              <a:defRPr sz="2200" b="1" i="0" cap="all" baseline="0">
                <a:solidFill>
                  <a:schemeClr val="bg1"/>
                </a:solidFill>
              </a:defRPr>
            </a:lvl3pPr>
            <a:lvl4pPr marL="1371600" indent="0">
              <a:buFontTx/>
              <a:buNone/>
              <a:defRPr sz="2200" b="1" i="0" cap="all" baseline="0">
                <a:solidFill>
                  <a:schemeClr val="bg1"/>
                </a:solidFill>
              </a:defRPr>
            </a:lvl4pPr>
            <a:lvl5pPr marL="1828800" indent="0">
              <a:buFontTx/>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723302917"/>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Mode/Gray Content 5">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7CC98CD7-F997-EEDA-026F-8CD07390012A}"/>
              </a:ext>
            </a:extLst>
          </p:cNvPr>
          <p:cNvSpPr>
            <a:spLocks noGrp="1"/>
          </p:cNvSpPr>
          <p:nvPr>
            <p:ph idx="1"/>
          </p:nvPr>
        </p:nvSpPr>
        <p:spPr>
          <a:xfrm>
            <a:off x="658799" y="3788228"/>
            <a:ext cx="10875600" cy="2555933"/>
          </a:xfrm>
          <a:prstGeom prst="rect">
            <a:avLst/>
          </a:prstGeom>
        </p:spPr>
        <p:txBody>
          <a:bodyPr lIns="0" tIns="0" rIns="0" bIns="0"/>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a:p>
            <a:pPr lvl="1"/>
            <a:r>
              <a:rPr lang="de-DE"/>
              <a:t>Zweite Ebene</a:t>
            </a:r>
          </a:p>
        </p:txBody>
      </p:sp>
      <p:sp>
        <p:nvSpPr>
          <p:cNvPr id="7" name="Foliennummernplatzhalter 6">
            <a:extLst>
              <a:ext uri="{FF2B5EF4-FFF2-40B4-BE49-F238E27FC236}">
                <a16:creationId xmlns:a16="http://schemas.microsoft.com/office/drawing/2014/main" id="{4A627E51-4864-561C-19D8-0C45B04198C5}"/>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36BA7C7D-ED40-B1BF-5681-02CE3BCD2CD6}"/>
              </a:ext>
            </a:extLst>
          </p:cNvPr>
          <p:cNvSpPr>
            <a:spLocks noGrp="1"/>
          </p:cNvSpPr>
          <p:nvPr>
            <p:ph type="ftr" sz="quarter" idx="14"/>
          </p:nvPr>
        </p:nvSpPr>
        <p:spPr/>
        <p:txBody>
          <a:bodyPr/>
          <a:lstStyle/>
          <a:p>
            <a:r>
              <a:rPr lang="en-US"/>
              <a:t>EDAG Electrics/Electronics     Author: Shubham/Israr/Omkar       Version:1.0          Scope: EDAG Group     internal</a:t>
            </a:r>
            <a:endParaRPr lang="de-DE"/>
          </a:p>
        </p:txBody>
      </p:sp>
      <p:sp>
        <p:nvSpPr>
          <p:cNvPr id="19" name="Textplatzhalter 17">
            <a:extLst>
              <a:ext uri="{FF2B5EF4-FFF2-40B4-BE49-F238E27FC236}">
                <a16:creationId xmlns:a16="http://schemas.microsoft.com/office/drawing/2014/main" id="{186D9C82-05BD-ECFB-01F8-9B2B3BE9180A}"/>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0" name="Titel 19">
            <a:extLst>
              <a:ext uri="{FF2B5EF4-FFF2-40B4-BE49-F238E27FC236}">
                <a16:creationId xmlns:a16="http://schemas.microsoft.com/office/drawing/2014/main" id="{43A7A1AF-4D42-B3D9-5C68-A9680488099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29873327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Mode/Gray Image">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F295AE0C-F0A0-991B-B140-989EB9CAD45C}"/>
              </a:ext>
            </a:extLst>
          </p:cNvPr>
          <p:cNvSpPr>
            <a:spLocks noGrp="1"/>
          </p:cNvSpPr>
          <p:nvPr>
            <p:ph type="pic" sz="quarter" idx="11"/>
          </p:nvPr>
        </p:nvSpPr>
        <p:spPr>
          <a:xfrm>
            <a:off x="658813" y="1808162"/>
            <a:ext cx="10874375"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8" name="Foliennummernplatzhalter 18">
            <a:extLst>
              <a:ext uri="{FF2B5EF4-FFF2-40B4-BE49-F238E27FC236}">
                <a16:creationId xmlns:a16="http://schemas.microsoft.com/office/drawing/2014/main" id="{7097C519-8FF8-D3AD-264C-FD167052FB10}"/>
              </a:ext>
            </a:extLst>
          </p:cNvPr>
          <p:cNvSpPr>
            <a:spLocks noGrp="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sp>
        <p:nvSpPr>
          <p:cNvPr id="9" name="Fußzeilenplatzhalter 8">
            <a:extLst>
              <a:ext uri="{FF2B5EF4-FFF2-40B4-BE49-F238E27FC236}">
                <a16:creationId xmlns:a16="http://schemas.microsoft.com/office/drawing/2014/main" id="{8A190292-9D02-6106-5A36-A0C3AF103FD9}"/>
              </a:ext>
            </a:extLst>
          </p:cNvPr>
          <p:cNvSpPr>
            <a:spLocks noGrp="1"/>
          </p:cNvSpPr>
          <p:nvPr>
            <p:ph type="ftr" sz="quarter" idx="14"/>
          </p:nvPr>
        </p:nvSpPr>
        <p:spPr/>
        <p:txBody>
          <a:bodyPr/>
          <a:lstStyle/>
          <a:p>
            <a:r>
              <a:rPr lang="en-US"/>
              <a:t>EDAG Electrics/Electronics     Author: Shubham/Israr/Omkar       Version:1.0          Scope: EDAG Group     internal</a:t>
            </a:r>
            <a:endParaRPr lang="de-DE"/>
          </a:p>
        </p:txBody>
      </p:sp>
      <p:sp>
        <p:nvSpPr>
          <p:cNvPr id="12" name="Titel 11">
            <a:extLst>
              <a:ext uri="{FF2B5EF4-FFF2-40B4-BE49-F238E27FC236}">
                <a16:creationId xmlns:a16="http://schemas.microsoft.com/office/drawing/2014/main" id="{C9943607-F8E9-FE3F-EF77-3050252F8D85}"/>
              </a:ext>
            </a:extLst>
          </p:cNvPr>
          <p:cNvSpPr>
            <a:spLocks noGrp="1"/>
          </p:cNvSpPr>
          <p:nvPr>
            <p:ph type="title"/>
          </p:nvPr>
        </p:nvSpPr>
        <p:spPr/>
        <p:txBody>
          <a:bodyPr>
            <a:noAutofit/>
          </a:bodyPr>
          <a:lstStyle/>
          <a:p>
            <a:r>
              <a:rPr lang="de-DE"/>
              <a:t>Mastertitelformat bearbeiten</a:t>
            </a:r>
          </a:p>
        </p:txBody>
      </p:sp>
      <p:sp>
        <p:nvSpPr>
          <p:cNvPr id="16" name="Textplatzhalter 15">
            <a:extLst>
              <a:ext uri="{FF2B5EF4-FFF2-40B4-BE49-F238E27FC236}">
                <a16:creationId xmlns:a16="http://schemas.microsoft.com/office/drawing/2014/main" id="{AABD2338-E585-FC8B-532C-B45641485233}"/>
              </a:ext>
            </a:extLst>
          </p:cNvPr>
          <p:cNvSpPr>
            <a:spLocks noGrp="1"/>
          </p:cNvSpPr>
          <p:nvPr>
            <p:ph type="body" sz="quarter" idx="15"/>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733333516"/>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1139" userDrawn="1">
          <p15:clr>
            <a:srgbClr val="FBAE40"/>
          </p15:clr>
        </p15:guide>
        <p15:guide id="3" orient="horz" pos="399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Mode/Gray Image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F295AE0C-F0A0-991B-B140-989EB9CAD45C}"/>
              </a:ext>
            </a:extLst>
          </p:cNvPr>
          <p:cNvSpPr>
            <a:spLocks noGrp="1"/>
          </p:cNvSpPr>
          <p:nvPr>
            <p:ph type="pic" sz="quarter" idx="11"/>
          </p:nvPr>
        </p:nvSpPr>
        <p:spPr>
          <a:xfrm>
            <a:off x="0" y="1808162"/>
            <a:ext cx="12191999" cy="4536000"/>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8" name="Foliennummernplatzhalter 18">
            <a:extLst>
              <a:ext uri="{FF2B5EF4-FFF2-40B4-BE49-F238E27FC236}">
                <a16:creationId xmlns:a16="http://schemas.microsoft.com/office/drawing/2014/main" id="{7097C519-8FF8-D3AD-264C-FD167052FB10}"/>
              </a:ext>
            </a:extLst>
          </p:cNvPr>
          <p:cNvSpPr>
            <a:spLocks noGrp="1"/>
          </p:cNvSpPr>
          <p:nvPr>
            <p:ph type="sldNum" sz="quarter" idx="13"/>
          </p:nvPr>
        </p:nvSpPr>
        <p:spPr>
          <a:xfrm>
            <a:off x="11318005" y="6515100"/>
            <a:ext cx="214905" cy="142876"/>
          </a:xfrm>
        </p:spPr>
        <p:txBody>
          <a:bodyPr/>
          <a:lstStyle/>
          <a:p>
            <a:fld id="{7D3ABF3B-F89B-4CD7-B75C-63A8A662AF01}" type="slidenum">
              <a:rPr lang="en-US" smtClean="0"/>
              <a:pPr/>
              <a:t>‹#›</a:t>
            </a:fld>
            <a:endParaRPr lang="en-US"/>
          </a:p>
        </p:txBody>
      </p:sp>
      <p:sp>
        <p:nvSpPr>
          <p:cNvPr id="9" name="Fußzeilenplatzhalter 8">
            <a:extLst>
              <a:ext uri="{FF2B5EF4-FFF2-40B4-BE49-F238E27FC236}">
                <a16:creationId xmlns:a16="http://schemas.microsoft.com/office/drawing/2014/main" id="{B2AEEC8F-6DB8-252E-3B33-E1895A290C65}"/>
              </a:ext>
            </a:extLst>
          </p:cNvPr>
          <p:cNvSpPr>
            <a:spLocks noGrp="1"/>
          </p:cNvSpPr>
          <p:nvPr>
            <p:ph type="ftr" sz="quarter" idx="14"/>
          </p:nvPr>
        </p:nvSpPr>
        <p:spPr/>
        <p:txBody>
          <a:bodyPr/>
          <a:lstStyle/>
          <a:p>
            <a:r>
              <a:rPr lang="en-US"/>
              <a:t>EDAG Electrics/Electronics     Author: Shubham/Israr/Omkar       Version:1.0          Scope: EDAG Group     internal</a:t>
            </a:r>
            <a:endParaRPr lang="de-DE"/>
          </a:p>
        </p:txBody>
      </p:sp>
      <p:sp>
        <p:nvSpPr>
          <p:cNvPr id="15" name="Titel 14">
            <a:extLst>
              <a:ext uri="{FF2B5EF4-FFF2-40B4-BE49-F238E27FC236}">
                <a16:creationId xmlns:a16="http://schemas.microsoft.com/office/drawing/2014/main" id="{58554137-7C81-E4F9-8C5B-7A239FBCFC7F}"/>
              </a:ext>
            </a:extLst>
          </p:cNvPr>
          <p:cNvSpPr>
            <a:spLocks noGrp="1"/>
          </p:cNvSpPr>
          <p:nvPr>
            <p:ph type="title"/>
          </p:nvPr>
        </p:nvSpPr>
        <p:spPr/>
        <p:txBody>
          <a:bodyPr>
            <a:noAutofit/>
          </a:bodyPr>
          <a:lstStyle/>
          <a:p>
            <a:r>
              <a:rPr lang="de-DE"/>
              <a:t>Mastertitelformat bearbeiten</a:t>
            </a:r>
          </a:p>
        </p:txBody>
      </p:sp>
      <p:sp>
        <p:nvSpPr>
          <p:cNvPr id="17" name="Textplatzhalter 16">
            <a:extLst>
              <a:ext uri="{FF2B5EF4-FFF2-40B4-BE49-F238E27FC236}">
                <a16:creationId xmlns:a16="http://schemas.microsoft.com/office/drawing/2014/main" id="{919D0062-E36D-F421-788E-34AEC363355F}"/>
              </a:ext>
            </a:extLst>
          </p:cNvPr>
          <p:cNvSpPr>
            <a:spLocks noGrp="1"/>
          </p:cNvSpPr>
          <p:nvPr>
            <p:ph type="body" sz="quarter" idx="15"/>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56820773"/>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1139" userDrawn="1">
          <p15:clr>
            <a:srgbClr val="FBAE40"/>
          </p15:clr>
        </p15:guide>
        <p15:guide id="3" orient="horz" pos="399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Mode/Gray Image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54F2A18A-A771-DE68-87E8-7B425413315C}"/>
              </a:ext>
            </a:extLst>
          </p:cNvPr>
          <p:cNvSpPr>
            <a:spLocks noGrp="1"/>
          </p:cNvSpPr>
          <p:nvPr>
            <p:ph type="pic" sz="quarter" idx="11"/>
          </p:nvPr>
        </p:nvSpPr>
        <p:spPr>
          <a:xfrm>
            <a:off x="658813" y="1807200"/>
            <a:ext cx="5353460"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9" name="Picture Placeholder 6">
            <a:extLst>
              <a:ext uri="{FF2B5EF4-FFF2-40B4-BE49-F238E27FC236}">
                <a16:creationId xmlns:a16="http://schemas.microsoft.com/office/drawing/2014/main" id="{FD9FAA7E-D7BF-455D-6F89-7675F141A29B}"/>
              </a:ext>
            </a:extLst>
          </p:cNvPr>
          <p:cNvSpPr>
            <a:spLocks noGrp="1"/>
          </p:cNvSpPr>
          <p:nvPr>
            <p:ph type="pic" sz="quarter" idx="17"/>
          </p:nvPr>
        </p:nvSpPr>
        <p:spPr>
          <a:xfrm>
            <a:off x="6181200" y="1807200"/>
            <a:ext cx="5353460"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4" name="Fußzeilenplatzhalter 3">
            <a:extLst>
              <a:ext uri="{FF2B5EF4-FFF2-40B4-BE49-F238E27FC236}">
                <a16:creationId xmlns:a16="http://schemas.microsoft.com/office/drawing/2014/main" id="{FD47151B-1E0F-3049-379F-37248A36E6E4}"/>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5" name="Titel 4">
            <a:extLst>
              <a:ext uri="{FF2B5EF4-FFF2-40B4-BE49-F238E27FC236}">
                <a16:creationId xmlns:a16="http://schemas.microsoft.com/office/drawing/2014/main" id="{C675FC8E-013C-0E8B-DAE8-9414F1E778FB}"/>
              </a:ext>
            </a:extLst>
          </p:cNvPr>
          <p:cNvSpPr>
            <a:spLocks noGrp="1"/>
          </p:cNvSpPr>
          <p:nvPr>
            <p:ph type="title"/>
          </p:nvPr>
        </p:nvSpPr>
        <p:spPr/>
        <p:txBody>
          <a:bodyPr>
            <a:noAutofit/>
          </a:bodyPr>
          <a:lstStyle/>
          <a:p>
            <a:r>
              <a:rPr lang="de-DE"/>
              <a:t>Mastertitelformat bearbeiten</a:t>
            </a:r>
          </a:p>
        </p:txBody>
      </p:sp>
      <p:sp>
        <p:nvSpPr>
          <p:cNvPr id="20" name="Textplatzhalter 19">
            <a:extLst>
              <a:ext uri="{FF2B5EF4-FFF2-40B4-BE49-F238E27FC236}">
                <a16:creationId xmlns:a16="http://schemas.microsoft.com/office/drawing/2014/main" id="{4A935402-50DF-8AD8-815D-A1BFC688E40E}"/>
              </a:ext>
            </a:extLst>
          </p:cNvPr>
          <p:cNvSpPr>
            <a:spLocks noGrp="1"/>
          </p:cNvSpPr>
          <p:nvPr>
            <p:ph type="body" sz="quarter" idx="19"/>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037422034"/>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Mode/Gray Image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0" name="Picture Placeholder 6">
            <a:extLst>
              <a:ext uri="{FF2B5EF4-FFF2-40B4-BE49-F238E27FC236}">
                <a16:creationId xmlns:a16="http://schemas.microsoft.com/office/drawing/2014/main" id="{0091DD53-8E82-014E-BE05-8571C5FDFBED}"/>
              </a:ext>
            </a:extLst>
          </p:cNvPr>
          <p:cNvSpPr>
            <a:spLocks noGrp="1"/>
          </p:cNvSpPr>
          <p:nvPr>
            <p:ph type="pic" sz="quarter" idx="17" hasCustomPrompt="1"/>
          </p:nvPr>
        </p:nvSpPr>
        <p:spPr>
          <a:xfrm>
            <a:off x="8019590" y="1807200"/>
            <a:ext cx="3513599"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21" name="Picture Placeholder 6">
            <a:extLst>
              <a:ext uri="{FF2B5EF4-FFF2-40B4-BE49-F238E27FC236}">
                <a16:creationId xmlns:a16="http://schemas.microsoft.com/office/drawing/2014/main" id="{D830462E-8272-89E7-7AE1-49D09586028C}"/>
              </a:ext>
            </a:extLst>
          </p:cNvPr>
          <p:cNvSpPr>
            <a:spLocks noGrp="1"/>
          </p:cNvSpPr>
          <p:nvPr>
            <p:ph type="pic" sz="quarter" idx="18" hasCustomPrompt="1"/>
          </p:nvPr>
        </p:nvSpPr>
        <p:spPr>
          <a:xfrm>
            <a:off x="4339201" y="1807200"/>
            <a:ext cx="3513599"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19" name="Picture Placeholder 6">
            <a:extLst>
              <a:ext uri="{FF2B5EF4-FFF2-40B4-BE49-F238E27FC236}">
                <a16:creationId xmlns:a16="http://schemas.microsoft.com/office/drawing/2014/main" id="{D1C53CAA-4DD4-AA7C-27F7-3F0D08A169BF}"/>
              </a:ext>
            </a:extLst>
          </p:cNvPr>
          <p:cNvSpPr>
            <a:spLocks noGrp="1"/>
          </p:cNvSpPr>
          <p:nvPr>
            <p:ph type="pic" sz="quarter" idx="11" hasCustomPrompt="1"/>
          </p:nvPr>
        </p:nvSpPr>
        <p:spPr>
          <a:xfrm>
            <a:off x="658813" y="1807200"/>
            <a:ext cx="3513599"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79EF5DF2-3021-0B83-FC7D-023FC0E7A5EC}"/>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5" name="Titel 4">
            <a:extLst>
              <a:ext uri="{FF2B5EF4-FFF2-40B4-BE49-F238E27FC236}">
                <a16:creationId xmlns:a16="http://schemas.microsoft.com/office/drawing/2014/main" id="{7487F8BE-2304-B980-3BB4-3C07BEEB67CE}"/>
              </a:ext>
            </a:extLst>
          </p:cNvPr>
          <p:cNvSpPr>
            <a:spLocks noGrp="1"/>
          </p:cNvSpPr>
          <p:nvPr>
            <p:ph type="title"/>
          </p:nvPr>
        </p:nvSpPr>
        <p:spPr/>
        <p:txBody>
          <a:bodyPr>
            <a:noAutofit/>
          </a:bodyPr>
          <a:lstStyle/>
          <a:p>
            <a:r>
              <a:rPr lang="de-DE"/>
              <a:t>Mastertitelformat bearbeiten</a:t>
            </a:r>
          </a:p>
        </p:txBody>
      </p:sp>
      <p:sp>
        <p:nvSpPr>
          <p:cNvPr id="10" name="Textplatzhalter 9">
            <a:extLst>
              <a:ext uri="{FF2B5EF4-FFF2-40B4-BE49-F238E27FC236}">
                <a16:creationId xmlns:a16="http://schemas.microsoft.com/office/drawing/2014/main" id="{5855CEE8-8D0E-F119-9E3A-C03F86724D6E}"/>
              </a:ext>
            </a:extLst>
          </p:cNvPr>
          <p:cNvSpPr>
            <a:spLocks noGrp="1"/>
          </p:cNvSpPr>
          <p:nvPr>
            <p:ph type="body" sz="quarter" idx="20"/>
          </p:nvPr>
        </p:nvSpPr>
        <p:spPr>
          <a:xfrm>
            <a:off x="658813" y="824400"/>
            <a:ext cx="6840537"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948459938"/>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Mode/Gray Image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9" name="Picture Placeholder 6">
            <a:extLst>
              <a:ext uri="{FF2B5EF4-FFF2-40B4-BE49-F238E27FC236}">
                <a16:creationId xmlns:a16="http://schemas.microsoft.com/office/drawing/2014/main" id="{D1C53CAA-4DD4-AA7C-27F7-3F0D08A169BF}"/>
              </a:ext>
            </a:extLst>
          </p:cNvPr>
          <p:cNvSpPr>
            <a:spLocks noGrp="1"/>
          </p:cNvSpPr>
          <p:nvPr>
            <p:ph type="pic" sz="quarter" idx="11" hasCustomPrompt="1"/>
          </p:nvPr>
        </p:nvSpPr>
        <p:spPr>
          <a:xfrm>
            <a:off x="658813" y="1807200"/>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20" name="Picture Placeholder 6">
            <a:extLst>
              <a:ext uri="{FF2B5EF4-FFF2-40B4-BE49-F238E27FC236}">
                <a16:creationId xmlns:a16="http://schemas.microsoft.com/office/drawing/2014/main" id="{0091DD53-8E82-014E-BE05-8571C5FDFBED}"/>
              </a:ext>
            </a:extLst>
          </p:cNvPr>
          <p:cNvSpPr>
            <a:spLocks noGrp="1"/>
          </p:cNvSpPr>
          <p:nvPr>
            <p:ph type="pic" sz="quarter" idx="17" hasCustomPrompt="1"/>
          </p:nvPr>
        </p:nvSpPr>
        <p:spPr>
          <a:xfrm>
            <a:off x="8019590" y="1807200"/>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21" name="Picture Placeholder 6">
            <a:extLst>
              <a:ext uri="{FF2B5EF4-FFF2-40B4-BE49-F238E27FC236}">
                <a16:creationId xmlns:a16="http://schemas.microsoft.com/office/drawing/2014/main" id="{D830462E-8272-89E7-7AE1-49D09586028C}"/>
              </a:ext>
            </a:extLst>
          </p:cNvPr>
          <p:cNvSpPr>
            <a:spLocks noGrp="1"/>
          </p:cNvSpPr>
          <p:nvPr>
            <p:ph type="pic" sz="quarter" idx="18" hasCustomPrompt="1"/>
          </p:nvPr>
        </p:nvSpPr>
        <p:spPr>
          <a:xfrm>
            <a:off x="4339201" y="1807200"/>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4" name="Picture Placeholder 6">
            <a:extLst>
              <a:ext uri="{FF2B5EF4-FFF2-40B4-BE49-F238E27FC236}">
                <a16:creationId xmlns:a16="http://schemas.microsoft.com/office/drawing/2014/main" id="{A6B536E5-2CFC-80FB-79EE-5747749E5CC4}"/>
              </a:ext>
            </a:extLst>
          </p:cNvPr>
          <p:cNvSpPr>
            <a:spLocks noGrp="1"/>
          </p:cNvSpPr>
          <p:nvPr>
            <p:ph type="pic" sz="quarter" idx="19" hasCustomPrompt="1"/>
          </p:nvPr>
        </p:nvSpPr>
        <p:spPr>
          <a:xfrm>
            <a:off x="658813" y="4060319"/>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9" name="Picture Placeholder 6">
            <a:extLst>
              <a:ext uri="{FF2B5EF4-FFF2-40B4-BE49-F238E27FC236}">
                <a16:creationId xmlns:a16="http://schemas.microsoft.com/office/drawing/2014/main" id="{68BAED4C-07C7-DDED-FBC2-1AC7DCE18236}"/>
              </a:ext>
            </a:extLst>
          </p:cNvPr>
          <p:cNvSpPr>
            <a:spLocks noGrp="1"/>
          </p:cNvSpPr>
          <p:nvPr>
            <p:ph type="pic" sz="quarter" idx="20" hasCustomPrompt="1"/>
          </p:nvPr>
        </p:nvSpPr>
        <p:spPr>
          <a:xfrm>
            <a:off x="8019590" y="4060319"/>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10" name="Picture Placeholder 6">
            <a:extLst>
              <a:ext uri="{FF2B5EF4-FFF2-40B4-BE49-F238E27FC236}">
                <a16:creationId xmlns:a16="http://schemas.microsoft.com/office/drawing/2014/main" id="{B2E59335-9009-FACC-7E82-F867E4950284}"/>
              </a:ext>
            </a:extLst>
          </p:cNvPr>
          <p:cNvSpPr>
            <a:spLocks noGrp="1"/>
          </p:cNvSpPr>
          <p:nvPr>
            <p:ph type="pic" sz="quarter" idx="21" hasCustomPrompt="1"/>
          </p:nvPr>
        </p:nvSpPr>
        <p:spPr>
          <a:xfrm>
            <a:off x="4339201" y="4060319"/>
            <a:ext cx="3513599" cy="211082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Picture</a:t>
            </a:r>
          </a:p>
        </p:txBody>
      </p:sp>
      <p:sp>
        <p:nvSpPr>
          <p:cNvPr id="5" name="Fußzeilenplatzhalter 4">
            <a:extLst>
              <a:ext uri="{FF2B5EF4-FFF2-40B4-BE49-F238E27FC236}">
                <a16:creationId xmlns:a16="http://schemas.microsoft.com/office/drawing/2014/main" id="{23C35C29-847E-789B-FFF8-67C0BD9C1CA4}"/>
              </a:ext>
            </a:extLst>
          </p:cNvPr>
          <p:cNvSpPr>
            <a:spLocks noGrp="1"/>
          </p:cNvSpPr>
          <p:nvPr>
            <p:ph type="ftr" sz="quarter" idx="22"/>
          </p:nvPr>
        </p:nvSpPr>
        <p:spPr/>
        <p:txBody>
          <a:bodyPr/>
          <a:lstStyle/>
          <a:p>
            <a:r>
              <a:rPr lang="en-US"/>
              <a:t>EDAG Electrics/Electronics     Author: Shubham/Israr/Omkar       Version:1.0          Scope: EDAG Group     internal</a:t>
            </a:r>
            <a:endParaRPr lang="de-DE"/>
          </a:p>
        </p:txBody>
      </p:sp>
      <p:sp>
        <p:nvSpPr>
          <p:cNvPr id="22" name="Titel 21">
            <a:extLst>
              <a:ext uri="{FF2B5EF4-FFF2-40B4-BE49-F238E27FC236}">
                <a16:creationId xmlns:a16="http://schemas.microsoft.com/office/drawing/2014/main" id="{8ACC91A3-9456-07D1-D649-C209F544E14F}"/>
              </a:ext>
            </a:extLst>
          </p:cNvPr>
          <p:cNvSpPr>
            <a:spLocks noGrp="1"/>
          </p:cNvSpPr>
          <p:nvPr>
            <p:ph type="title"/>
          </p:nvPr>
        </p:nvSpPr>
        <p:spPr/>
        <p:txBody>
          <a:bodyPr>
            <a:noAutofit/>
          </a:bodyPr>
          <a:lstStyle/>
          <a:p>
            <a:r>
              <a:rPr lang="de-DE"/>
              <a:t>Mastertitelformat bearbeiten</a:t>
            </a:r>
          </a:p>
        </p:txBody>
      </p:sp>
      <p:sp>
        <p:nvSpPr>
          <p:cNvPr id="24" name="Textplatzhalter 23">
            <a:extLst>
              <a:ext uri="{FF2B5EF4-FFF2-40B4-BE49-F238E27FC236}">
                <a16:creationId xmlns:a16="http://schemas.microsoft.com/office/drawing/2014/main" id="{7FBC9890-DE5B-FEE2-D99E-EB61417FAE94}"/>
              </a:ext>
            </a:extLst>
          </p:cNvPr>
          <p:cNvSpPr>
            <a:spLocks noGrp="1"/>
          </p:cNvSpPr>
          <p:nvPr>
            <p:ph type="body" sz="quarter" idx="23"/>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411210911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rk Mode/Gray Image 5">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25" name="Picture Placeholder 3">
            <a:extLst>
              <a:ext uri="{FF2B5EF4-FFF2-40B4-BE49-F238E27FC236}">
                <a16:creationId xmlns:a16="http://schemas.microsoft.com/office/drawing/2014/main" id="{0D97E437-107A-FF06-85EB-2DF58253C397}"/>
              </a:ext>
            </a:extLst>
          </p:cNvPr>
          <p:cNvSpPr>
            <a:spLocks noGrp="1"/>
          </p:cNvSpPr>
          <p:nvPr>
            <p:ph type="pic" sz="quarter" idx="17"/>
          </p:nvPr>
        </p:nvSpPr>
        <p:spPr>
          <a:xfrm>
            <a:off x="4553406" y="1808163"/>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87869FBE-9C86-7817-BEA6-3DCDD2A658C5}"/>
              </a:ext>
            </a:extLst>
          </p:cNvPr>
          <p:cNvSpPr>
            <a:spLocks noGrp="1"/>
          </p:cNvSpPr>
          <p:nvPr>
            <p:ph type="pic" sz="quarter" idx="16"/>
          </p:nvPr>
        </p:nvSpPr>
        <p:spPr>
          <a:xfrm>
            <a:off x="8448000" y="1808163"/>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9" name="Picture Placeholder 3">
            <a:extLst>
              <a:ext uri="{FF2B5EF4-FFF2-40B4-BE49-F238E27FC236}">
                <a16:creationId xmlns:a16="http://schemas.microsoft.com/office/drawing/2014/main" id="{1147468C-8EC9-9468-CE31-40123E99DD2E}"/>
              </a:ext>
            </a:extLst>
          </p:cNvPr>
          <p:cNvSpPr>
            <a:spLocks noGrp="1"/>
          </p:cNvSpPr>
          <p:nvPr>
            <p:ph type="pic" sz="quarter" idx="19"/>
          </p:nvPr>
        </p:nvSpPr>
        <p:spPr>
          <a:xfrm>
            <a:off x="658812" y="1808163"/>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6" name="Fußzeilenplatzhalter 5">
            <a:extLst>
              <a:ext uri="{FF2B5EF4-FFF2-40B4-BE49-F238E27FC236}">
                <a16:creationId xmlns:a16="http://schemas.microsoft.com/office/drawing/2014/main" id="{BB943AFE-1B8B-6548-5759-CE621635139F}"/>
              </a:ext>
            </a:extLst>
          </p:cNvPr>
          <p:cNvSpPr>
            <a:spLocks noGrp="1"/>
          </p:cNvSpPr>
          <p:nvPr>
            <p:ph type="ftr" sz="quarter" idx="20"/>
          </p:nvPr>
        </p:nvSpPr>
        <p:spPr/>
        <p:txBody>
          <a:bodyPr/>
          <a:lstStyle/>
          <a:p>
            <a:r>
              <a:rPr lang="en-US"/>
              <a:t>EDAG Electrics/Electronics     Author: Shubham/Israr/Omkar       Version:1.0          Scope: EDAG Group     internal</a:t>
            </a:r>
            <a:endParaRPr lang="de-DE"/>
          </a:p>
        </p:txBody>
      </p:sp>
      <p:sp>
        <p:nvSpPr>
          <p:cNvPr id="8" name="Titel 7">
            <a:extLst>
              <a:ext uri="{FF2B5EF4-FFF2-40B4-BE49-F238E27FC236}">
                <a16:creationId xmlns:a16="http://schemas.microsoft.com/office/drawing/2014/main" id="{0207F9D0-8E34-05B5-3B40-2180BE642299}"/>
              </a:ext>
            </a:extLst>
          </p:cNvPr>
          <p:cNvSpPr>
            <a:spLocks noGrp="1"/>
          </p:cNvSpPr>
          <p:nvPr>
            <p:ph type="title"/>
          </p:nvPr>
        </p:nvSpPr>
        <p:spPr/>
        <p:txBody>
          <a:bodyPr>
            <a:noAutofit/>
          </a:bodyPr>
          <a:lstStyle/>
          <a:p>
            <a:r>
              <a:rPr lang="de-DE"/>
              <a:t>Mastertitelformat bearbeiten</a:t>
            </a:r>
          </a:p>
        </p:txBody>
      </p:sp>
      <p:sp>
        <p:nvSpPr>
          <p:cNvPr id="20" name="Textplatzhalter 19">
            <a:extLst>
              <a:ext uri="{FF2B5EF4-FFF2-40B4-BE49-F238E27FC236}">
                <a16:creationId xmlns:a16="http://schemas.microsoft.com/office/drawing/2014/main" id="{2D0C2362-4536-B573-CDCF-B1DCD22BCC79}"/>
              </a:ext>
            </a:extLst>
          </p:cNvPr>
          <p:cNvSpPr>
            <a:spLocks noGrp="1"/>
          </p:cNvSpPr>
          <p:nvPr>
            <p:ph type="body" sz="quarter" idx="21"/>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18263235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rk Mode/Gray Image 6">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4A627E51-4864-561C-19D8-0C45B04198C5}"/>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18" name="Picture Placeholder 15">
            <a:extLst>
              <a:ext uri="{FF2B5EF4-FFF2-40B4-BE49-F238E27FC236}">
                <a16:creationId xmlns:a16="http://schemas.microsoft.com/office/drawing/2014/main" id="{4825B1BD-6F5C-73F6-5730-50C5E37F8BF8}"/>
              </a:ext>
            </a:extLst>
          </p:cNvPr>
          <p:cNvSpPr>
            <a:spLocks noGrp="1"/>
          </p:cNvSpPr>
          <p:nvPr>
            <p:ph type="pic" sz="quarter" idx="16"/>
          </p:nvPr>
        </p:nvSpPr>
        <p:spPr>
          <a:xfrm>
            <a:off x="5415834" y="1808162"/>
            <a:ext cx="6117353" cy="4537076"/>
          </a:xfrm>
          <a:custGeom>
            <a:avLst/>
            <a:gdLst>
              <a:gd name="connsiteX0" fmla="*/ 0 w 4494831"/>
              <a:gd name="connsiteY0" fmla="*/ 0 h 3239614"/>
              <a:gd name="connsiteX1" fmla="*/ 4494831 w 4494831"/>
              <a:gd name="connsiteY1" fmla="*/ 0 h 3239614"/>
              <a:gd name="connsiteX2" fmla="*/ 4494831 w 4494831"/>
              <a:gd name="connsiteY2" fmla="*/ 3239614 h 3239614"/>
              <a:gd name="connsiteX3" fmla="*/ 0 w 4494831"/>
              <a:gd name="connsiteY3" fmla="*/ 3239614 h 3239614"/>
            </a:gdLst>
            <a:ahLst/>
            <a:cxnLst>
              <a:cxn ang="0">
                <a:pos x="connsiteX0" y="connsiteY0"/>
              </a:cxn>
              <a:cxn ang="0">
                <a:pos x="connsiteX1" y="connsiteY1"/>
              </a:cxn>
              <a:cxn ang="0">
                <a:pos x="connsiteX2" y="connsiteY2"/>
              </a:cxn>
              <a:cxn ang="0">
                <a:pos x="connsiteX3" y="connsiteY3"/>
              </a:cxn>
            </a:cxnLst>
            <a:rect l="l" t="t" r="r" b="b"/>
            <a:pathLst>
              <a:path w="4494831" h="3239614">
                <a:moveTo>
                  <a:pt x="0" y="0"/>
                </a:moveTo>
                <a:lnTo>
                  <a:pt x="4494831" y="0"/>
                </a:lnTo>
                <a:lnTo>
                  <a:pt x="4494831" y="3239614"/>
                </a:lnTo>
                <a:lnTo>
                  <a:pt x="0" y="323961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5" name="Picture Placeholder 10">
            <a:extLst>
              <a:ext uri="{FF2B5EF4-FFF2-40B4-BE49-F238E27FC236}">
                <a16:creationId xmlns:a16="http://schemas.microsoft.com/office/drawing/2014/main" id="{225EAB02-4FFA-9FB4-151C-0B6F387A4C46}"/>
              </a:ext>
            </a:extLst>
          </p:cNvPr>
          <p:cNvSpPr>
            <a:spLocks noGrp="1"/>
          </p:cNvSpPr>
          <p:nvPr>
            <p:ph type="pic" sz="quarter" idx="17"/>
          </p:nvPr>
        </p:nvSpPr>
        <p:spPr>
          <a:xfrm>
            <a:off x="658800" y="1808163"/>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6" name="Picture Placeholder 11">
            <a:extLst>
              <a:ext uri="{FF2B5EF4-FFF2-40B4-BE49-F238E27FC236}">
                <a16:creationId xmlns:a16="http://schemas.microsoft.com/office/drawing/2014/main" id="{30BD3E8E-738A-73B5-53FD-A529431EB6F5}"/>
              </a:ext>
            </a:extLst>
          </p:cNvPr>
          <p:cNvSpPr>
            <a:spLocks noGrp="1"/>
          </p:cNvSpPr>
          <p:nvPr>
            <p:ph type="pic" sz="quarter" idx="18"/>
          </p:nvPr>
        </p:nvSpPr>
        <p:spPr>
          <a:xfrm>
            <a:off x="658800" y="3392700"/>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17" name="Picture Placeholder 14">
            <a:extLst>
              <a:ext uri="{FF2B5EF4-FFF2-40B4-BE49-F238E27FC236}">
                <a16:creationId xmlns:a16="http://schemas.microsoft.com/office/drawing/2014/main" id="{0D025380-9C84-5FAA-0765-5CCB4F4FE71A}"/>
              </a:ext>
            </a:extLst>
          </p:cNvPr>
          <p:cNvSpPr>
            <a:spLocks noGrp="1"/>
          </p:cNvSpPr>
          <p:nvPr>
            <p:ph type="pic" sz="quarter" idx="19"/>
          </p:nvPr>
        </p:nvSpPr>
        <p:spPr>
          <a:xfrm>
            <a:off x="658800" y="4977238"/>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22" name="Picture Placeholder 10">
            <a:extLst>
              <a:ext uri="{FF2B5EF4-FFF2-40B4-BE49-F238E27FC236}">
                <a16:creationId xmlns:a16="http://schemas.microsoft.com/office/drawing/2014/main" id="{47D6D240-5111-B339-7AA0-079FDFBC38BA}"/>
              </a:ext>
            </a:extLst>
          </p:cNvPr>
          <p:cNvSpPr>
            <a:spLocks noGrp="1"/>
          </p:cNvSpPr>
          <p:nvPr>
            <p:ph type="pic" sz="quarter" idx="22"/>
          </p:nvPr>
        </p:nvSpPr>
        <p:spPr>
          <a:xfrm>
            <a:off x="3038607" y="1808163"/>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23" name="Picture Placeholder 11">
            <a:extLst>
              <a:ext uri="{FF2B5EF4-FFF2-40B4-BE49-F238E27FC236}">
                <a16:creationId xmlns:a16="http://schemas.microsoft.com/office/drawing/2014/main" id="{6129FB8A-EF42-957B-FFD8-B3665F84C70C}"/>
              </a:ext>
            </a:extLst>
          </p:cNvPr>
          <p:cNvSpPr>
            <a:spLocks noGrp="1"/>
          </p:cNvSpPr>
          <p:nvPr>
            <p:ph type="pic" sz="quarter" idx="23"/>
          </p:nvPr>
        </p:nvSpPr>
        <p:spPr>
          <a:xfrm>
            <a:off x="3038607" y="3392701"/>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24" name="Picture Placeholder 14">
            <a:extLst>
              <a:ext uri="{FF2B5EF4-FFF2-40B4-BE49-F238E27FC236}">
                <a16:creationId xmlns:a16="http://schemas.microsoft.com/office/drawing/2014/main" id="{8587734C-A6DA-4143-97F5-167A98BEE5CF}"/>
              </a:ext>
            </a:extLst>
          </p:cNvPr>
          <p:cNvSpPr>
            <a:spLocks noGrp="1"/>
          </p:cNvSpPr>
          <p:nvPr>
            <p:ph type="pic" sz="quarter" idx="24"/>
          </p:nvPr>
        </p:nvSpPr>
        <p:spPr>
          <a:xfrm>
            <a:off x="3038607" y="4977238"/>
            <a:ext cx="2160000" cy="1368000"/>
          </a:xfrm>
          <a:custGeom>
            <a:avLst/>
            <a:gdLst>
              <a:gd name="connsiteX0" fmla="*/ 0 w 2164676"/>
              <a:gd name="connsiteY0" fmla="*/ 0 h 1533704"/>
              <a:gd name="connsiteX1" fmla="*/ 2164676 w 2164676"/>
              <a:gd name="connsiteY1" fmla="*/ 0 h 1533704"/>
              <a:gd name="connsiteX2" fmla="*/ 2164676 w 2164676"/>
              <a:gd name="connsiteY2" fmla="*/ 1533704 h 1533704"/>
              <a:gd name="connsiteX3" fmla="*/ 0 w 2164676"/>
              <a:gd name="connsiteY3" fmla="*/ 1533704 h 1533704"/>
            </a:gdLst>
            <a:ahLst/>
            <a:cxnLst>
              <a:cxn ang="0">
                <a:pos x="connsiteX0" y="connsiteY0"/>
              </a:cxn>
              <a:cxn ang="0">
                <a:pos x="connsiteX1" y="connsiteY1"/>
              </a:cxn>
              <a:cxn ang="0">
                <a:pos x="connsiteX2" y="connsiteY2"/>
              </a:cxn>
              <a:cxn ang="0">
                <a:pos x="connsiteX3" y="connsiteY3"/>
              </a:cxn>
            </a:cxnLst>
            <a:rect l="l" t="t" r="r" b="b"/>
            <a:pathLst>
              <a:path w="2164676" h="1533704">
                <a:moveTo>
                  <a:pt x="0" y="0"/>
                </a:moveTo>
                <a:lnTo>
                  <a:pt x="2164676" y="0"/>
                </a:lnTo>
                <a:lnTo>
                  <a:pt x="2164676" y="1533704"/>
                </a:lnTo>
                <a:lnTo>
                  <a:pt x="0" y="1533704"/>
                </a:lnTo>
                <a:close/>
              </a:path>
            </a:pathLst>
          </a:custGeom>
          <a:pattFill prst="pct5">
            <a:fgClr>
              <a:schemeClr val="tx2"/>
            </a:fgClr>
            <a:bgClr>
              <a:schemeClr val="bg1"/>
            </a:bgClr>
          </a:pattFill>
        </p:spPr>
        <p:txBody>
          <a:bodyPr wrap="square">
            <a:noAutofit/>
          </a:bodyPr>
          <a:lstStyle>
            <a:lvl1pPr marL="0" indent="0">
              <a:buNone/>
              <a:defRPr sz="800">
                <a:solidFill>
                  <a:schemeClr val="tx1"/>
                </a:solidFill>
              </a:defRPr>
            </a:lvl1pPr>
          </a:lstStyle>
          <a:p>
            <a:r>
              <a:rPr lang="de-DE"/>
              <a:t>Bild durch Klicken auf Symbol hinzufügen</a:t>
            </a:r>
            <a:endParaRPr lang="en-US"/>
          </a:p>
        </p:txBody>
      </p:sp>
      <p:sp>
        <p:nvSpPr>
          <p:cNvPr id="19" name="Fußzeilenplatzhalter 18">
            <a:extLst>
              <a:ext uri="{FF2B5EF4-FFF2-40B4-BE49-F238E27FC236}">
                <a16:creationId xmlns:a16="http://schemas.microsoft.com/office/drawing/2014/main" id="{ED839F79-268F-20D1-0EA3-76C79E11454E}"/>
              </a:ext>
            </a:extLst>
          </p:cNvPr>
          <p:cNvSpPr>
            <a:spLocks noGrp="1"/>
          </p:cNvSpPr>
          <p:nvPr>
            <p:ph type="ftr" sz="quarter" idx="25"/>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6B410C7C-C896-EAAA-7D06-4D6581D61138}"/>
              </a:ext>
            </a:extLst>
          </p:cNvPr>
          <p:cNvSpPr>
            <a:spLocks noGrp="1"/>
          </p:cNvSpPr>
          <p:nvPr>
            <p:ph type="title"/>
          </p:nvPr>
        </p:nvSpPr>
        <p:spPr/>
        <p:txBody>
          <a:bodyPr>
            <a:noAutofit/>
          </a:bodyPr>
          <a:lstStyle/>
          <a:p>
            <a:r>
              <a:rPr lang="de-DE"/>
              <a:t>Mastertitelformat bearbeiten</a:t>
            </a:r>
          </a:p>
        </p:txBody>
      </p:sp>
      <p:sp>
        <p:nvSpPr>
          <p:cNvPr id="15" name="Textplatzhalter 19">
            <a:extLst>
              <a:ext uri="{FF2B5EF4-FFF2-40B4-BE49-F238E27FC236}">
                <a16:creationId xmlns:a16="http://schemas.microsoft.com/office/drawing/2014/main" id="{9887F523-10BB-58A7-FE87-EE95BDC4E616}"/>
              </a:ext>
            </a:extLst>
          </p:cNvPr>
          <p:cNvSpPr>
            <a:spLocks noGrp="1"/>
          </p:cNvSpPr>
          <p:nvPr>
            <p:ph type="body" sz="quarter" idx="21"/>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792506704"/>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Mode/Gray Image 7">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48" name="Picture Placeholder 6">
            <a:extLst>
              <a:ext uri="{FF2B5EF4-FFF2-40B4-BE49-F238E27FC236}">
                <a16:creationId xmlns:a16="http://schemas.microsoft.com/office/drawing/2014/main" id="{A59E2A6E-0894-646C-B9EC-689D1F5A1C03}"/>
              </a:ext>
            </a:extLst>
          </p:cNvPr>
          <p:cNvSpPr>
            <a:spLocks noGrp="1"/>
          </p:cNvSpPr>
          <p:nvPr>
            <p:ph type="pic" sz="quarter" idx="11"/>
          </p:nvPr>
        </p:nvSpPr>
        <p:spPr>
          <a:xfrm>
            <a:off x="4953837" y="1808162"/>
            <a:ext cx="7238163" cy="4535997"/>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2" name="Fußzeilenplatzhalter 1">
            <a:extLst>
              <a:ext uri="{FF2B5EF4-FFF2-40B4-BE49-F238E27FC236}">
                <a16:creationId xmlns:a16="http://schemas.microsoft.com/office/drawing/2014/main" id="{4D4A8E89-6F9F-1F32-DB4F-2D2CE042916A}"/>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180FB5DB-20BF-5B6C-C190-15002CAE3DB7}"/>
              </a:ext>
            </a:extLst>
          </p:cNvPr>
          <p:cNvSpPr>
            <a:spLocks noGrp="1"/>
          </p:cNvSpPr>
          <p:nvPr>
            <p:ph type="title"/>
          </p:nvPr>
        </p:nvSpPr>
        <p:spPr/>
        <p:txBody>
          <a:bodyPr>
            <a:noAutofit/>
          </a:bodyPr>
          <a:lstStyle/>
          <a:p>
            <a:r>
              <a:rPr lang="de-DE"/>
              <a:t>Mastertitelformat bearbeiten</a:t>
            </a:r>
          </a:p>
        </p:txBody>
      </p:sp>
      <p:sp>
        <p:nvSpPr>
          <p:cNvPr id="7" name="Textplatzhalter 6">
            <a:extLst>
              <a:ext uri="{FF2B5EF4-FFF2-40B4-BE49-F238E27FC236}">
                <a16:creationId xmlns:a16="http://schemas.microsoft.com/office/drawing/2014/main" id="{D9E0AEC9-FFC4-3558-73DD-7360CC5EB618}"/>
              </a:ext>
            </a:extLst>
          </p:cNvPr>
          <p:cNvSpPr>
            <a:spLocks noGrp="1"/>
          </p:cNvSpPr>
          <p:nvPr>
            <p:ph type="body" sz="quarter" idx="18"/>
          </p:nvPr>
        </p:nvSpPr>
        <p:spPr>
          <a:xfrm>
            <a:off x="658813"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sz="2200" b="1" i="0" cap="all" baseline="0">
                <a:solidFill>
                  <a:schemeClr val="bg1"/>
                </a:solidFill>
              </a:defRPr>
            </a:lvl2pPr>
            <a:lvl3pPr marL="914400" indent="0">
              <a:buNone/>
              <a:defRPr sz="2200" b="1" i="0" cap="all" baseline="0">
                <a:solidFill>
                  <a:schemeClr val="bg1"/>
                </a:solidFill>
              </a:defRPr>
            </a:lvl3pPr>
            <a:lvl4pPr marL="1371600" indent="0">
              <a:buNone/>
              <a:defRPr sz="2200" b="1" i="0" cap="all" baseline="0">
                <a:solidFill>
                  <a:schemeClr val="bg1"/>
                </a:solidFill>
              </a:defRPr>
            </a:lvl4pPr>
            <a:lvl5pPr marL="1828800" indent="0">
              <a:buNone/>
              <a:defRPr sz="2200"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801277610"/>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Mode/Gray Image 8">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3" name="Bildplatzhalter 2">
            <a:extLst>
              <a:ext uri="{FF2B5EF4-FFF2-40B4-BE49-F238E27FC236}">
                <a16:creationId xmlns:a16="http://schemas.microsoft.com/office/drawing/2014/main" id="{04218D4A-199F-C473-96CD-22B714A2D46F}"/>
              </a:ext>
            </a:extLst>
          </p:cNvPr>
          <p:cNvSpPr>
            <a:spLocks noGrp="1"/>
          </p:cNvSpPr>
          <p:nvPr>
            <p:ph type="pic" sz="quarter" idx="17" hasCustomPrompt="1"/>
          </p:nvPr>
        </p:nvSpPr>
        <p:spPr>
          <a:xfrm>
            <a:off x="658813" y="2384599"/>
            <a:ext cx="2160001" cy="2340000"/>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Picture</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D8453BF8-305D-BE06-0011-FA8616AF5E9F}"/>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76B33212-778D-B9B2-0E50-AB439F397DAF}"/>
              </a:ext>
            </a:extLst>
          </p:cNvPr>
          <p:cNvSpPr>
            <a:spLocks noGrp="1"/>
          </p:cNvSpPr>
          <p:nvPr>
            <p:ph type="title"/>
          </p:nvPr>
        </p:nvSpPr>
        <p:spPr/>
        <p:txBody>
          <a:bodyPr>
            <a:noAutofit/>
          </a:bodyPr>
          <a:lstStyle/>
          <a:p>
            <a:r>
              <a:rPr lang="de-DE"/>
              <a:t>Mastertitelformat bearbeiten</a:t>
            </a:r>
          </a:p>
        </p:txBody>
      </p:sp>
      <p:sp>
        <p:nvSpPr>
          <p:cNvPr id="7" name="Textplatzhalter 6">
            <a:extLst>
              <a:ext uri="{FF2B5EF4-FFF2-40B4-BE49-F238E27FC236}">
                <a16:creationId xmlns:a16="http://schemas.microsoft.com/office/drawing/2014/main" id="{6DEFEB58-7229-CC9A-79A5-BA340054C11C}"/>
              </a:ext>
            </a:extLst>
          </p:cNvPr>
          <p:cNvSpPr>
            <a:spLocks noGrp="1"/>
          </p:cNvSpPr>
          <p:nvPr>
            <p:ph type="body" sz="quarter" idx="19"/>
          </p:nvPr>
        </p:nvSpPr>
        <p:spPr>
          <a:xfrm>
            <a:off x="658813" y="824400"/>
            <a:ext cx="6840000" cy="252000"/>
          </a:xfrm>
          <a:prstGeom prst="rect">
            <a:avLst/>
          </a:prstGeom>
          <a:noFill/>
          <a:ln>
            <a:noFill/>
          </a:ln>
        </p:spPr>
        <p:style>
          <a:lnRef idx="0">
            <a:scrgbClr r="0" g="0" b="0"/>
          </a:lnRef>
          <a:fillRef idx="0">
            <a:scrgbClr r="0" g="0" b="0"/>
          </a:fillRef>
          <a:effectRef idx="0">
            <a:scrgbClr r="0" g="0" b="0"/>
          </a:effectRef>
          <a:fontRef idx="minor">
            <a:schemeClr val="dk1"/>
          </a:fontRef>
        </p:style>
        <p:txBody>
          <a:bodyPr lIns="0" tIns="0" rIns="0" bIns="0">
            <a:noAutofit/>
          </a:bodyPr>
          <a:lstStyle>
            <a:lvl1pPr marL="0" indent="0">
              <a:buNone/>
              <a:defRPr sz="2200" b="1" i="0" kern="1200" cap="all" baseline="0">
                <a:solidFill>
                  <a:schemeClr val="bg1"/>
                </a:solidFill>
                <a:latin typeface="Arial"/>
                <a:ea typeface="+mn-ea"/>
                <a:cs typeface="Arial"/>
              </a:defRPr>
            </a:lvl1pPr>
          </a:lstStyle>
          <a:p>
            <a:pPr lvl="0"/>
            <a:r>
              <a:rPr lang="de-DE"/>
              <a:t>Mastertextformat bearbeiten</a:t>
            </a:r>
          </a:p>
        </p:txBody>
      </p:sp>
    </p:spTree>
    <p:extLst>
      <p:ext uri="{BB962C8B-B14F-4D97-AF65-F5344CB8AC3E}">
        <p14:creationId xmlns:p14="http://schemas.microsoft.com/office/powerpoint/2010/main" val="1991950565"/>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 Mode/Gray Image 9">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 name="Bildplatzhalter 7">
            <a:extLst>
              <a:ext uri="{FF2B5EF4-FFF2-40B4-BE49-F238E27FC236}">
                <a16:creationId xmlns:a16="http://schemas.microsoft.com/office/drawing/2014/main" id="{752B3D55-DF1E-F97F-0495-FC4A82618A21}"/>
              </a:ext>
            </a:extLst>
          </p:cNvPr>
          <p:cNvSpPr>
            <a:spLocks noGrp="1"/>
          </p:cNvSpPr>
          <p:nvPr>
            <p:ph type="pic" sz="quarter" idx="17"/>
          </p:nvPr>
        </p:nvSpPr>
        <p:spPr>
          <a:xfrm>
            <a:off x="0" y="1"/>
            <a:ext cx="12192000" cy="6345238"/>
          </a:xfrm>
          <a:custGeom>
            <a:avLst/>
            <a:gdLst>
              <a:gd name="connsiteX0" fmla="*/ 0 w 12192000"/>
              <a:gd name="connsiteY0" fmla="*/ 0 h 6345238"/>
              <a:gd name="connsiteX1" fmla="*/ 11134439 w 12192000"/>
              <a:gd name="connsiteY1" fmla="*/ 0 h 6345238"/>
              <a:gd name="connsiteX2" fmla="*/ 12192000 w 12192000"/>
              <a:gd name="connsiteY2" fmla="*/ 1057561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07571 w 12192000"/>
              <a:gd name="connsiteY1" fmla="*/ 0 h 6345238"/>
              <a:gd name="connsiteX2" fmla="*/ 12192000 w 12192000"/>
              <a:gd name="connsiteY2" fmla="*/ 1057561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07571 w 12192000"/>
              <a:gd name="connsiteY1" fmla="*/ 0 h 6345238"/>
              <a:gd name="connsiteX2" fmla="*/ 12192000 w 12192000"/>
              <a:gd name="connsiteY2" fmla="*/ 1448086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26621 w 12192000"/>
              <a:gd name="connsiteY1" fmla="*/ 0 h 6345238"/>
              <a:gd name="connsiteX2" fmla="*/ 12192000 w 12192000"/>
              <a:gd name="connsiteY2" fmla="*/ 1448086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26621 w 12192000"/>
              <a:gd name="connsiteY1" fmla="*/ 0 h 6345238"/>
              <a:gd name="connsiteX2" fmla="*/ 12192000 w 12192000"/>
              <a:gd name="connsiteY2" fmla="*/ 1452848 h 6345238"/>
              <a:gd name="connsiteX3" fmla="*/ 12192000 w 12192000"/>
              <a:gd name="connsiteY3" fmla="*/ 6345238 h 6345238"/>
              <a:gd name="connsiteX4" fmla="*/ 0 w 12192000"/>
              <a:gd name="connsiteY4" fmla="*/ 6345238 h 6345238"/>
              <a:gd name="connsiteX5" fmla="*/ 0 w 12192000"/>
              <a:gd name="connsiteY5" fmla="*/ 0 h 6345238"/>
              <a:gd name="connsiteX0" fmla="*/ 0 w 12192000"/>
              <a:gd name="connsiteY0" fmla="*/ 0 h 6345238"/>
              <a:gd name="connsiteX1" fmla="*/ 5336146 w 12192000"/>
              <a:gd name="connsiteY1" fmla="*/ 0 h 6345238"/>
              <a:gd name="connsiteX2" fmla="*/ 12192000 w 12192000"/>
              <a:gd name="connsiteY2" fmla="*/ 1452848 h 6345238"/>
              <a:gd name="connsiteX3" fmla="*/ 12192000 w 12192000"/>
              <a:gd name="connsiteY3" fmla="*/ 6345238 h 6345238"/>
              <a:gd name="connsiteX4" fmla="*/ 0 w 12192000"/>
              <a:gd name="connsiteY4" fmla="*/ 6345238 h 6345238"/>
              <a:gd name="connsiteX5" fmla="*/ 0 w 12192000"/>
              <a:gd name="connsiteY5" fmla="*/ 0 h 634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345238">
                <a:moveTo>
                  <a:pt x="0" y="0"/>
                </a:moveTo>
                <a:lnTo>
                  <a:pt x="5336146" y="0"/>
                </a:lnTo>
                <a:lnTo>
                  <a:pt x="12192000" y="1452848"/>
                </a:lnTo>
                <a:lnTo>
                  <a:pt x="12192000" y="6345238"/>
                </a:lnTo>
                <a:lnTo>
                  <a:pt x="0" y="6345238"/>
                </a:lnTo>
                <a:lnTo>
                  <a:pt x="0" y="0"/>
                </a:lnTo>
                <a:close/>
              </a:path>
            </a:pathLst>
          </a:custGeom>
          <a:pattFill prst="pct5">
            <a:fgClr>
              <a:schemeClr val="tx1"/>
            </a:fgClr>
            <a:bgClr>
              <a:schemeClr val="bg1"/>
            </a:bgClr>
          </a:pattFill>
        </p:spPr>
        <p:txBody>
          <a:bodyPr lIns="0" tIns="0" rIns="0" bIns="0" anchor="ctr" anchorCtr="0"/>
          <a:lstStyle>
            <a:lvl1pPr marL="0" indent="0" algn="ctr">
              <a:buFontTx/>
              <a:buNone/>
              <a:defRPr sz="800">
                <a:solidFill>
                  <a:schemeClr val="tx1"/>
                </a:solidFill>
              </a:defRPr>
            </a:lvl1pPr>
          </a:lstStyle>
          <a:p>
            <a:r>
              <a:rPr lang="de-DE"/>
              <a:t>Bild durch Klicken auf Symbol hinzufügen</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6648EA5A-3B0B-A9A0-E90B-9AE9B56392CD}"/>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8" name="Titel 7">
            <a:extLst>
              <a:ext uri="{FF2B5EF4-FFF2-40B4-BE49-F238E27FC236}">
                <a16:creationId xmlns:a16="http://schemas.microsoft.com/office/drawing/2014/main" id="{B58E7674-C4FD-683E-31F5-6CF71BD452BB}"/>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448516C3-724E-0D99-A357-7CF6A24A5FD6}"/>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917714120"/>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Mode/Gray Image 10">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55D99C2F-75E6-B4F9-B4D2-9F643119F44D}"/>
              </a:ext>
            </a:extLst>
          </p:cNvPr>
          <p:cNvSpPr>
            <a:spLocks noGrp="1"/>
          </p:cNvSpPr>
          <p:nvPr>
            <p:ph type="pic" sz="quarter" idx="15"/>
          </p:nvPr>
        </p:nvSpPr>
        <p:spPr bwMode="gray">
          <a:xfrm>
            <a:off x="658800" y="1808165"/>
            <a:ext cx="2449512" cy="3847416"/>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3" name="Picture Placeholder 3">
            <a:extLst>
              <a:ext uri="{FF2B5EF4-FFF2-40B4-BE49-F238E27FC236}">
                <a16:creationId xmlns:a16="http://schemas.microsoft.com/office/drawing/2014/main" id="{356FBEF1-347B-6FB6-BD0D-A2AFF2120094}"/>
              </a:ext>
            </a:extLst>
          </p:cNvPr>
          <p:cNvSpPr>
            <a:spLocks noGrp="1"/>
          </p:cNvSpPr>
          <p:nvPr>
            <p:ph type="pic" sz="quarter" idx="17"/>
          </p:nvPr>
        </p:nvSpPr>
        <p:spPr bwMode="gray">
          <a:xfrm>
            <a:off x="3173116" y="3341077"/>
            <a:ext cx="3671721" cy="2314501"/>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4" name="Picture Placeholder 3">
            <a:extLst>
              <a:ext uri="{FF2B5EF4-FFF2-40B4-BE49-F238E27FC236}">
                <a16:creationId xmlns:a16="http://schemas.microsoft.com/office/drawing/2014/main" id="{2C3299ED-EE1C-46D1-F635-1A7D7B8C83E5}"/>
              </a:ext>
            </a:extLst>
          </p:cNvPr>
          <p:cNvSpPr>
            <a:spLocks noGrp="1"/>
          </p:cNvSpPr>
          <p:nvPr>
            <p:ph type="pic" sz="quarter" idx="18"/>
          </p:nvPr>
        </p:nvSpPr>
        <p:spPr bwMode="gray">
          <a:xfrm>
            <a:off x="3173116" y="1808163"/>
            <a:ext cx="1800000" cy="1458928"/>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7" name="Picture Placeholder 3">
            <a:extLst>
              <a:ext uri="{FF2B5EF4-FFF2-40B4-BE49-F238E27FC236}">
                <a16:creationId xmlns:a16="http://schemas.microsoft.com/office/drawing/2014/main" id="{F31559CB-3D60-8171-A8A3-E6349B311FDD}"/>
              </a:ext>
            </a:extLst>
          </p:cNvPr>
          <p:cNvSpPr>
            <a:spLocks noGrp="1"/>
          </p:cNvSpPr>
          <p:nvPr>
            <p:ph type="pic" sz="quarter" idx="19"/>
          </p:nvPr>
        </p:nvSpPr>
        <p:spPr bwMode="gray">
          <a:xfrm>
            <a:off x="5044838" y="1808163"/>
            <a:ext cx="1800000" cy="1458928"/>
          </a:xfrm>
          <a:prstGeom prst="rect">
            <a:avLst/>
          </a:prstGeom>
          <a:pattFill prst="pct5">
            <a:fgClr>
              <a:schemeClr val="tx1"/>
            </a:fgClr>
            <a:bgClr>
              <a:schemeClr val="bg1"/>
            </a:bgClr>
          </a:pattFill>
        </p:spPr>
        <p:txBody>
          <a:bodyPr tIns="720000" anchor="ctr"/>
          <a:lstStyle>
            <a:lvl1pPr marL="0" indent="0" algn="ctr">
              <a:buNone/>
              <a:defRPr sz="800" baseline="0">
                <a:solidFill>
                  <a:schemeClr val="tx1"/>
                </a:solidFill>
              </a:defRPr>
            </a:lvl1pPr>
          </a:lstStyle>
          <a:p>
            <a:r>
              <a:rPr lang="de-DE" noProof="0"/>
              <a:t>Bild durch Klicken auf Symbol hinzufügen</a:t>
            </a:r>
            <a:endParaRPr lang="en-US" noProof="0"/>
          </a:p>
        </p:txBody>
      </p:sp>
      <p:sp>
        <p:nvSpPr>
          <p:cNvPr id="8" name="Fußzeilenplatzhalter 7">
            <a:extLst>
              <a:ext uri="{FF2B5EF4-FFF2-40B4-BE49-F238E27FC236}">
                <a16:creationId xmlns:a16="http://schemas.microsoft.com/office/drawing/2014/main" id="{ACAB3F69-DB94-B7B3-4F54-394FC7BC8BD2}"/>
              </a:ext>
            </a:extLst>
          </p:cNvPr>
          <p:cNvSpPr>
            <a:spLocks noGrp="1"/>
          </p:cNvSpPr>
          <p:nvPr>
            <p:ph type="ftr" sz="quarter" idx="20"/>
          </p:nvPr>
        </p:nvSpPr>
        <p:spPr/>
        <p:txBody>
          <a:bodyPr/>
          <a:lstStyle/>
          <a:p>
            <a:r>
              <a:rPr lang="en-US"/>
              <a:t>EDAG Electrics/Electronics     Author: Shubham/Israr/Omkar       Version:1.0          Scope: EDAG Group     internal</a:t>
            </a:r>
            <a:endParaRPr lang="de-DE"/>
          </a:p>
        </p:txBody>
      </p:sp>
      <p:sp>
        <p:nvSpPr>
          <p:cNvPr id="15" name="Titel 14">
            <a:extLst>
              <a:ext uri="{FF2B5EF4-FFF2-40B4-BE49-F238E27FC236}">
                <a16:creationId xmlns:a16="http://schemas.microsoft.com/office/drawing/2014/main" id="{2CEEE889-BF3C-7DFA-B0BC-784F349A1DB0}"/>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69C7BC35-7ED4-A10C-D5A5-82F8FDE93C9B}"/>
              </a:ext>
            </a:extLst>
          </p:cNvPr>
          <p:cNvSpPr>
            <a:spLocks noGrp="1"/>
          </p:cNvSpPr>
          <p:nvPr>
            <p:ph type="body" sz="quarter" idx="21"/>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78156528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Mode/Gray Image/Tex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 name="Picture Placeholder 7">
            <a:extLst>
              <a:ext uri="{FF2B5EF4-FFF2-40B4-BE49-F238E27FC236}">
                <a16:creationId xmlns:a16="http://schemas.microsoft.com/office/drawing/2014/main" id="{5AB30D0C-63C7-CEA9-B66D-8F025FC1DB82}"/>
              </a:ext>
            </a:extLst>
          </p:cNvPr>
          <p:cNvSpPr>
            <a:spLocks noGrp="1"/>
          </p:cNvSpPr>
          <p:nvPr>
            <p:ph type="pic" sz="quarter" idx="10"/>
          </p:nvPr>
        </p:nvSpPr>
        <p:spPr>
          <a:xfrm>
            <a:off x="658814" y="2650188"/>
            <a:ext cx="2612123" cy="3687763"/>
          </a:xfrm>
          <a:custGeom>
            <a:avLst/>
            <a:gdLst>
              <a:gd name="connsiteX0" fmla="*/ 0 w 2485705"/>
              <a:gd name="connsiteY0" fmla="*/ 0 h 3509288"/>
              <a:gd name="connsiteX1" fmla="*/ 2485705 w 2485705"/>
              <a:gd name="connsiteY1" fmla="*/ 0 h 3509288"/>
              <a:gd name="connsiteX2" fmla="*/ 2485705 w 2485705"/>
              <a:gd name="connsiteY2" fmla="*/ 3509288 h 3509288"/>
              <a:gd name="connsiteX3" fmla="*/ 0 w 2485705"/>
              <a:gd name="connsiteY3" fmla="*/ 3509288 h 3509288"/>
            </a:gdLst>
            <a:ahLst/>
            <a:cxnLst>
              <a:cxn ang="0">
                <a:pos x="connsiteX0" y="connsiteY0"/>
              </a:cxn>
              <a:cxn ang="0">
                <a:pos x="connsiteX1" y="connsiteY1"/>
              </a:cxn>
              <a:cxn ang="0">
                <a:pos x="connsiteX2" y="connsiteY2"/>
              </a:cxn>
              <a:cxn ang="0">
                <a:pos x="connsiteX3" y="connsiteY3"/>
              </a:cxn>
            </a:cxnLst>
            <a:rect l="l" t="t" r="r" b="b"/>
            <a:pathLst>
              <a:path w="2485705" h="3509288">
                <a:moveTo>
                  <a:pt x="0" y="0"/>
                </a:moveTo>
                <a:lnTo>
                  <a:pt x="2485705" y="0"/>
                </a:lnTo>
                <a:lnTo>
                  <a:pt x="2485705" y="3509288"/>
                </a:lnTo>
                <a:lnTo>
                  <a:pt x="0" y="3509288"/>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3" name="Picture Placeholder 6">
            <a:extLst>
              <a:ext uri="{FF2B5EF4-FFF2-40B4-BE49-F238E27FC236}">
                <a16:creationId xmlns:a16="http://schemas.microsoft.com/office/drawing/2014/main" id="{05212AB6-D77D-3421-18B6-A996E6DFAB0D}"/>
              </a:ext>
            </a:extLst>
          </p:cNvPr>
          <p:cNvSpPr>
            <a:spLocks noGrp="1"/>
          </p:cNvSpPr>
          <p:nvPr>
            <p:ph type="pic" sz="quarter" idx="11"/>
          </p:nvPr>
        </p:nvSpPr>
        <p:spPr>
          <a:xfrm>
            <a:off x="3419271" y="1808163"/>
            <a:ext cx="2612123" cy="3687762"/>
          </a:xfrm>
          <a:custGeom>
            <a:avLst/>
            <a:gdLst>
              <a:gd name="connsiteX0" fmla="*/ 0 w 2485705"/>
              <a:gd name="connsiteY0" fmla="*/ 0 h 3509287"/>
              <a:gd name="connsiteX1" fmla="*/ 2485705 w 2485705"/>
              <a:gd name="connsiteY1" fmla="*/ 0 h 3509287"/>
              <a:gd name="connsiteX2" fmla="*/ 2485705 w 2485705"/>
              <a:gd name="connsiteY2" fmla="*/ 3509287 h 3509287"/>
              <a:gd name="connsiteX3" fmla="*/ 0 w 2485705"/>
              <a:gd name="connsiteY3" fmla="*/ 3509287 h 3509287"/>
            </a:gdLst>
            <a:ahLst/>
            <a:cxnLst>
              <a:cxn ang="0">
                <a:pos x="connsiteX0" y="connsiteY0"/>
              </a:cxn>
              <a:cxn ang="0">
                <a:pos x="connsiteX1" y="connsiteY1"/>
              </a:cxn>
              <a:cxn ang="0">
                <a:pos x="connsiteX2" y="connsiteY2"/>
              </a:cxn>
              <a:cxn ang="0">
                <a:pos x="connsiteX3" y="connsiteY3"/>
              </a:cxn>
            </a:cxnLst>
            <a:rect l="l" t="t" r="r" b="b"/>
            <a:pathLst>
              <a:path w="2485705" h="3509287">
                <a:moveTo>
                  <a:pt x="0" y="0"/>
                </a:moveTo>
                <a:lnTo>
                  <a:pt x="2485705" y="0"/>
                </a:lnTo>
                <a:lnTo>
                  <a:pt x="2485705" y="3509287"/>
                </a:lnTo>
                <a:lnTo>
                  <a:pt x="0" y="3509287"/>
                </a:lnTo>
                <a:close/>
              </a:path>
            </a:pathLst>
          </a:custGeom>
          <a:pattFill prst="pct5">
            <a:fgClr>
              <a:schemeClr val="tx1"/>
            </a:fgClr>
            <a:bgClr>
              <a:schemeClr val="bg1"/>
            </a:bgClr>
          </a:pattFill>
        </p:spPr>
        <p:txBody>
          <a:bodyPr wrap="square" lIns="0" tIns="0" rIns="0" bIns="0">
            <a:noAutofit/>
          </a:bodyPr>
          <a:lstStyle>
            <a:lvl1pPr marL="0" indent="0" algn="ctr">
              <a:buFontTx/>
              <a:buNone/>
              <a:defRPr sz="800">
                <a:solidFill>
                  <a:schemeClr val="tx1"/>
                </a:solidFill>
              </a:defRPr>
            </a:lvl1pPr>
          </a:lstStyle>
          <a:p>
            <a:r>
              <a:rPr lang="de-DE"/>
              <a:t>Bild durch Klicken auf Symbol hinzufügen</a:t>
            </a:r>
          </a:p>
        </p:txBody>
      </p:sp>
      <p:sp>
        <p:nvSpPr>
          <p:cNvPr id="7" name="Inhaltsplatzhalter 2">
            <a:extLst>
              <a:ext uri="{FF2B5EF4-FFF2-40B4-BE49-F238E27FC236}">
                <a16:creationId xmlns:a16="http://schemas.microsoft.com/office/drawing/2014/main" id="{AF27F708-63A1-8A33-7580-C6944AD0FC32}"/>
              </a:ext>
            </a:extLst>
          </p:cNvPr>
          <p:cNvSpPr>
            <a:spLocks noGrp="1"/>
          </p:cNvSpPr>
          <p:nvPr>
            <p:ph sz="quarter" idx="15"/>
          </p:nvPr>
        </p:nvSpPr>
        <p:spPr>
          <a:xfrm>
            <a:off x="6905625" y="5185887"/>
            <a:ext cx="4620103" cy="1159351"/>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sp>
        <p:nvSpPr>
          <p:cNvPr id="8" name="Inhaltsplatzhalter 2">
            <a:extLst>
              <a:ext uri="{FF2B5EF4-FFF2-40B4-BE49-F238E27FC236}">
                <a16:creationId xmlns:a16="http://schemas.microsoft.com/office/drawing/2014/main" id="{5AC99773-03C0-51B3-A37A-0E2CBB5EC5D7}"/>
              </a:ext>
            </a:extLst>
          </p:cNvPr>
          <p:cNvSpPr>
            <a:spLocks noGrp="1"/>
          </p:cNvSpPr>
          <p:nvPr>
            <p:ph sz="quarter" idx="17" hasCustomPrompt="1"/>
          </p:nvPr>
        </p:nvSpPr>
        <p:spPr>
          <a:xfrm>
            <a:off x="6905624" y="1800876"/>
            <a:ext cx="4620104" cy="1752000"/>
          </a:xfrm>
          <a:prstGeom prst="rect">
            <a:avLst/>
          </a:prstGeom>
        </p:spPr>
        <p:txBody>
          <a:bodyPr lIns="0" tIns="0" rIns="0" bIns="0"/>
          <a:lstStyle>
            <a:lvl1pPr marL="0" indent="0">
              <a:buFont typeface="Arial" panose="020B0604020202020204" pitchFamily="34" charset="0"/>
              <a:buNone/>
              <a:defRPr sz="2000" b="1">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sp>
        <p:nvSpPr>
          <p:cNvPr id="15" name="Rectangle 19">
            <a:extLst>
              <a:ext uri="{FF2B5EF4-FFF2-40B4-BE49-F238E27FC236}">
                <a16:creationId xmlns:a16="http://schemas.microsoft.com/office/drawing/2014/main" id="{E84E3282-A06E-A8C5-4340-FF2AAFC9050E}"/>
              </a:ext>
            </a:extLst>
          </p:cNvPr>
          <p:cNvSpPr/>
          <p:nvPr userDrawn="1"/>
        </p:nvSpPr>
        <p:spPr>
          <a:xfrm>
            <a:off x="3419271" y="1800876"/>
            <a:ext cx="438150" cy="4381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8" name="Rectangle 26">
            <a:extLst>
              <a:ext uri="{FF2B5EF4-FFF2-40B4-BE49-F238E27FC236}">
                <a16:creationId xmlns:a16="http://schemas.microsoft.com/office/drawing/2014/main" id="{E990190D-4E97-F2BC-3E90-4759B1DE023A}"/>
              </a:ext>
            </a:extLst>
          </p:cNvPr>
          <p:cNvSpPr/>
          <p:nvPr userDrawn="1"/>
        </p:nvSpPr>
        <p:spPr>
          <a:xfrm>
            <a:off x="666272" y="2650188"/>
            <a:ext cx="438150" cy="43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4" name="Inhaltsplatzhalter 2">
            <a:extLst>
              <a:ext uri="{FF2B5EF4-FFF2-40B4-BE49-F238E27FC236}">
                <a16:creationId xmlns:a16="http://schemas.microsoft.com/office/drawing/2014/main" id="{39AF8783-BEC8-7C6C-BF59-E9B751678328}"/>
              </a:ext>
            </a:extLst>
          </p:cNvPr>
          <p:cNvSpPr>
            <a:spLocks noGrp="1"/>
          </p:cNvSpPr>
          <p:nvPr>
            <p:ph sz="quarter" idx="18"/>
          </p:nvPr>
        </p:nvSpPr>
        <p:spPr>
          <a:xfrm>
            <a:off x="6905625" y="3914393"/>
            <a:ext cx="4620103" cy="1159351"/>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p:txBody>
      </p:sp>
      <p:sp>
        <p:nvSpPr>
          <p:cNvPr id="4" name="Fußzeilenplatzhalter 3">
            <a:extLst>
              <a:ext uri="{FF2B5EF4-FFF2-40B4-BE49-F238E27FC236}">
                <a16:creationId xmlns:a16="http://schemas.microsoft.com/office/drawing/2014/main" id="{68C880B4-6E9A-A99E-8122-A58772FC17F8}"/>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22" name="Titel 21">
            <a:extLst>
              <a:ext uri="{FF2B5EF4-FFF2-40B4-BE49-F238E27FC236}">
                <a16:creationId xmlns:a16="http://schemas.microsoft.com/office/drawing/2014/main" id="{5F234045-A0C7-D0FD-FE2A-C262E6F34DBC}"/>
              </a:ext>
            </a:extLst>
          </p:cNvPr>
          <p:cNvSpPr>
            <a:spLocks noGrp="1"/>
          </p:cNvSpPr>
          <p:nvPr>
            <p:ph type="title"/>
          </p:nvPr>
        </p:nvSpPr>
        <p:spPr/>
        <p:txBody>
          <a:bodyPr>
            <a:noAutofit/>
          </a:bodyPr>
          <a:lstStyle>
            <a:lvl1pPr>
              <a:defRPr baseline="0"/>
            </a:lvl1pPr>
          </a:lstStyle>
          <a:p>
            <a:r>
              <a:rPr lang="de-DE"/>
              <a:t>Mastertitelformat bearbeiten</a:t>
            </a:r>
          </a:p>
        </p:txBody>
      </p:sp>
      <p:sp>
        <p:nvSpPr>
          <p:cNvPr id="23" name="Textplatzhalter 17">
            <a:extLst>
              <a:ext uri="{FF2B5EF4-FFF2-40B4-BE49-F238E27FC236}">
                <a16:creationId xmlns:a16="http://schemas.microsoft.com/office/drawing/2014/main" id="{D12D40DD-BA25-BD68-60FF-A9434170EDD9}"/>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04858771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Mode/Gray Image/Text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692AD83D-68AA-EFB3-61EC-F41A80E953BC}"/>
              </a:ext>
            </a:extLst>
          </p:cNvPr>
          <p:cNvSpPr>
            <a:spLocks noChangeArrowheads="1"/>
          </p:cNvSpPr>
          <p:nvPr userDrawn="1"/>
        </p:nvSpPr>
        <p:spPr bwMode="auto">
          <a:xfrm>
            <a:off x="658813" y="1808163"/>
            <a:ext cx="3744000" cy="45370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Rectangle 14">
            <a:extLst>
              <a:ext uri="{FF2B5EF4-FFF2-40B4-BE49-F238E27FC236}">
                <a16:creationId xmlns:a16="http://schemas.microsoft.com/office/drawing/2014/main" id="{57839775-A056-A661-1D36-E3FCFE1426D5}"/>
              </a:ext>
            </a:extLst>
          </p:cNvPr>
          <p:cNvSpPr>
            <a:spLocks noChangeArrowheads="1"/>
          </p:cNvSpPr>
          <p:nvPr userDrawn="1"/>
        </p:nvSpPr>
        <p:spPr bwMode="auto">
          <a:xfrm>
            <a:off x="4557863" y="1808163"/>
            <a:ext cx="3744000" cy="4537075"/>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Inhaltsplatzhalter 2">
            <a:extLst>
              <a:ext uri="{FF2B5EF4-FFF2-40B4-BE49-F238E27FC236}">
                <a16:creationId xmlns:a16="http://schemas.microsoft.com/office/drawing/2014/main" id="{AB35FE18-F01D-5E96-8397-98293418E57F}"/>
              </a:ext>
            </a:extLst>
          </p:cNvPr>
          <p:cNvSpPr>
            <a:spLocks noGrp="1"/>
          </p:cNvSpPr>
          <p:nvPr>
            <p:ph idx="1"/>
          </p:nvPr>
        </p:nvSpPr>
        <p:spPr>
          <a:xfrm>
            <a:off x="972678" y="3248096"/>
            <a:ext cx="3134096" cy="2594236"/>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47" name="Inhaltsplatzhalter 2">
            <a:extLst>
              <a:ext uri="{FF2B5EF4-FFF2-40B4-BE49-F238E27FC236}">
                <a16:creationId xmlns:a16="http://schemas.microsoft.com/office/drawing/2014/main" id="{3D370077-F2C5-9C6F-0A3C-BCEA6E3369B3}"/>
              </a:ext>
            </a:extLst>
          </p:cNvPr>
          <p:cNvSpPr>
            <a:spLocks noGrp="1"/>
          </p:cNvSpPr>
          <p:nvPr>
            <p:ph idx="15" hasCustomPrompt="1"/>
          </p:nvPr>
        </p:nvSpPr>
        <p:spPr>
          <a:xfrm>
            <a:off x="972678" y="2182979"/>
            <a:ext cx="3134096" cy="859684"/>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48" name="Inhaltsplatzhalter 2">
            <a:extLst>
              <a:ext uri="{FF2B5EF4-FFF2-40B4-BE49-F238E27FC236}">
                <a16:creationId xmlns:a16="http://schemas.microsoft.com/office/drawing/2014/main" id="{E782331D-27AA-F1E9-BB04-E35F84498B81}"/>
              </a:ext>
            </a:extLst>
          </p:cNvPr>
          <p:cNvSpPr>
            <a:spLocks noGrp="1"/>
          </p:cNvSpPr>
          <p:nvPr>
            <p:ph idx="17"/>
          </p:nvPr>
        </p:nvSpPr>
        <p:spPr>
          <a:xfrm>
            <a:off x="4862815" y="3248096"/>
            <a:ext cx="3134096" cy="2594236"/>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49" name="Inhaltsplatzhalter 2">
            <a:extLst>
              <a:ext uri="{FF2B5EF4-FFF2-40B4-BE49-F238E27FC236}">
                <a16:creationId xmlns:a16="http://schemas.microsoft.com/office/drawing/2014/main" id="{7200E6A2-DFC2-8AA5-F92A-FF5C7091B1B2}"/>
              </a:ext>
            </a:extLst>
          </p:cNvPr>
          <p:cNvSpPr>
            <a:spLocks noGrp="1"/>
          </p:cNvSpPr>
          <p:nvPr>
            <p:ph idx="18" hasCustomPrompt="1"/>
          </p:nvPr>
        </p:nvSpPr>
        <p:spPr>
          <a:xfrm>
            <a:off x="4862815" y="2182979"/>
            <a:ext cx="3134096" cy="859684"/>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6" name="Foliennummernplatzhalter 5">
            <a:extLst>
              <a:ext uri="{FF2B5EF4-FFF2-40B4-BE49-F238E27FC236}">
                <a16:creationId xmlns:a16="http://schemas.microsoft.com/office/drawing/2014/main" id="{C07FA46B-3B3F-3F32-490E-C4257186284A}"/>
              </a:ext>
            </a:extLst>
          </p:cNvPr>
          <p:cNvSpPr>
            <a:spLocks noGrp="1"/>
          </p:cNvSpPr>
          <p:nvPr>
            <p:ph type="sldNum" sz="quarter" idx="19"/>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BF013105-6899-A90D-429D-16D40826CA25}"/>
              </a:ext>
            </a:extLst>
          </p:cNvPr>
          <p:cNvSpPr>
            <a:spLocks noGrp="1"/>
          </p:cNvSpPr>
          <p:nvPr>
            <p:ph type="pic" sz="quarter" idx="16"/>
          </p:nvPr>
        </p:nvSpPr>
        <p:spPr>
          <a:xfrm>
            <a:off x="8448000" y="1808162"/>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8" name="Fußzeilenplatzhalter 17">
            <a:extLst>
              <a:ext uri="{FF2B5EF4-FFF2-40B4-BE49-F238E27FC236}">
                <a16:creationId xmlns:a16="http://schemas.microsoft.com/office/drawing/2014/main" id="{C169EF15-E24F-FA95-B91B-EC4FD5DA8584}"/>
              </a:ext>
            </a:extLst>
          </p:cNvPr>
          <p:cNvSpPr>
            <a:spLocks noGrp="1"/>
          </p:cNvSpPr>
          <p:nvPr>
            <p:ph type="ftr" sz="quarter" idx="20"/>
          </p:nvPr>
        </p:nvSpPr>
        <p:spPr/>
        <p:txBody>
          <a:bodyPr/>
          <a:lstStyle/>
          <a:p>
            <a:r>
              <a:rPr lang="en-US"/>
              <a:t>EDAG Electrics/Electronics     Author: Shubham/Israr/Omkar       Version:1.0          Scope: EDAG Group     internal</a:t>
            </a:r>
            <a:endParaRPr lang="de-DE"/>
          </a:p>
        </p:txBody>
      </p:sp>
      <p:sp>
        <p:nvSpPr>
          <p:cNvPr id="19" name="Titel 18">
            <a:extLst>
              <a:ext uri="{FF2B5EF4-FFF2-40B4-BE49-F238E27FC236}">
                <a16:creationId xmlns:a16="http://schemas.microsoft.com/office/drawing/2014/main" id="{8C7E6C06-4D07-8AA9-897E-D8CD7664489A}"/>
              </a:ext>
            </a:extLst>
          </p:cNvPr>
          <p:cNvSpPr>
            <a:spLocks noGrp="1"/>
          </p:cNvSpPr>
          <p:nvPr>
            <p:ph type="title"/>
          </p:nvPr>
        </p:nvSpPr>
        <p:spPr/>
        <p:txBody>
          <a:bodyPr>
            <a:noAutofit/>
          </a:bodyPr>
          <a:lstStyle/>
          <a:p>
            <a:r>
              <a:rPr lang="de-DE"/>
              <a:t>Mastertitelformat bearbeiten</a:t>
            </a:r>
          </a:p>
        </p:txBody>
      </p:sp>
      <p:sp>
        <p:nvSpPr>
          <p:cNvPr id="20" name="Textplatzhalter 17">
            <a:extLst>
              <a:ext uri="{FF2B5EF4-FFF2-40B4-BE49-F238E27FC236}">
                <a16:creationId xmlns:a16="http://schemas.microsoft.com/office/drawing/2014/main" id="{49296CDA-E927-5F92-68DB-A9159BCC2BE0}"/>
              </a:ext>
            </a:extLst>
          </p:cNvPr>
          <p:cNvSpPr>
            <a:spLocks noGrp="1"/>
          </p:cNvSpPr>
          <p:nvPr>
            <p:ph type="body" sz="quarter" idx="21"/>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405257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Mode/Gray Image/Text 2">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6" name="Rectangle 13">
            <a:extLst>
              <a:ext uri="{FF2B5EF4-FFF2-40B4-BE49-F238E27FC236}">
                <a16:creationId xmlns:a16="http://schemas.microsoft.com/office/drawing/2014/main" id="{BE398209-46F9-AEB2-0368-F7B53762EC55}"/>
              </a:ext>
            </a:extLst>
          </p:cNvPr>
          <p:cNvSpPr>
            <a:spLocks noChangeArrowheads="1"/>
          </p:cNvSpPr>
          <p:nvPr userDrawn="1"/>
        </p:nvSpPr>
        <p:spPr bwMode="auto">
          <a:xfrm>
            <a:off x="658813" y="1807200"/>
            <a:ext cx="3744000" cy="4537075"/>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Inhaltsplatzhalter 2">
            <a:extLst>
              <a:ext uri="{FF2B5EF4-FFF2-40B4-BE49-F238E27FC236}">
                <a16:creationId xmlns:a16="http://schemas.microsoft.com/office/drawing/2014/main" id="{A604AC7F-624A-1143-FBB4-6E392986B5A1}"/>
              </a:ext>
            </a:extLst>
          </p:cNvPr>
          <p:cNvSpPr>
            <a:spLocks noGrp="1"/>
          </p:cNvSpPr>
          <p:nvPr>
            <p:ph idx="1"/>
          </p:nvPr>
        </p:nvSpPr>
        <p:spPr>
          <a:xfrm>
            <a:off x="972678" y="3248096"/>
            <a:ext cx="3134096" cy="2594236"/>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18" name="Inhaltsplatzhalter 2">
            <a:extLst>
              <a:ext uri="{FF2B5EF4-FFF2-40B4-BE49-F238E27FC236}">
                <a16:creationId xmlns:a16="http://schemas.microsoft.com/office/drawing/2014/main" id="{71614C9C-D27A-26BF-9759-EB7FA6A0CD20}"/>
              </a:ext>
            </a:extLst>
          </p:cNvPr>
          <p:cNvSpPr>
            <a:spLocks noGrp="1"/>
          </p:cNvSpPr>
          <p:nvPr>
            <p:ph idx="15" hasCustomPrompt="1"/>
          </p:nvPr>
        </p:nvSpPr>
        <p:spPr>
          <a:xfrm>
            <a:off x="972678" y="2182979"/>
            <a:ext cx="3134096" cy="859684"/>
          </a:xfrm>
          <a:prstGeom prst="rect">
            <a:avLst/>
          </a:prstGeom>
        </p:spPr>
        <p:txBody>
          <a:bodyPr lIns="0" tIns="0" rIns="0" bIns="0"/>
          <a:lstStyle>
            <a:lvl1pPr marL="0" indent="0">
              <a:buNone/>
              <a:defRPr sz="20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5" name="Picture Placeholder 3">
            <a:extLst>
              <a:ext uri="{FF2B5EF4-FFF2-40B4-BE49-F238E27FC236}">
                <a16:creationId xmlns:a16="http://schemas.microsoft.com/office/drawing/2014/main" id="{0D97E437-107A-FF06-85EB-2DF58253C397}"/>
              </a:ext>
            </a:extLst>
          </p:cNvPr>
          <p:cNvSpPr>
            <a:spLocks noGrp="1"/>
          </p:cNvSpPr>
          <p:nvPr>
            <p:ph type="pic" sz="quarter" idx="17"/>
          </p:nvPr>
        </p:nvSpPr>
        <p:spPr>
          <a:xfrm>
            <a:off x="4553406" y="1807200"/>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2" name="Picture Placeholder 3">
            <a:extLst>
              <a:ext uri="{FF2B5EF4-FFF2-40B4-BE49-F238E27FC236}">
                <a16:creationId xmlns:a16="http://schemas.microsoft.com/office/drawing/2014/main" id="{87869FBE-9C86-7817-BEA6-3DCDD2A658C5}"/>
              </a:ext>
            </a:extLst>
          </p:cNvPr>
          <p:cNvSpPr>
            <a:spLocks noGrp="1"/>
          </p:cNvSpPr>
          <p:nvPr>
            <p:ph type="pic" sz="quarter" idx="16"/>
          </p:nvPr>
        </p:nvSpPr>
        <p:spPr>
          <a:xfrm>
            <a:off x="8448000" y="1808162"/>
            <a:ext cx="3744000" cy="4537075"/>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9" name="Fußzeilenplatzhalter 18">
            <a:extLst>
              <a:ext uri="{FF2B5EF4-FFF2-40B4-BE49-F238E27FC236}">
                <a16:creationId xmlns:a16="http://schemas.microsoft.com/office/drawing/2014/main" id="{E6430E26-EAD7-6A84-CA0E-8069BA09A66D}"/>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A24A51B2-109E-AB5C-FD62-E32DCAC0AEB5}"/>
              </a:ext>
            </a:extLst>
          </p:cNvPr>
          <p:cNvSpPr>
            <a:spLocks noGrp="1"/>
          </p:cNvSpPr>
          <p:nvPr>
            <p:ph type="title"/>
          </p:nvPr>
        </p:nvSpPr>
        <p:spPr/>
        <p:txBody>
          <a:bodyPr>
            <a:noAutofit/>
          </a:bodyPr>
          <a:lstStyle/>
          <a:p>
            <a:r>
              <a:rPr lang="de-DE"/>
              <a:t>Mastertitelformat bearbeiten</a:t>
            </a:r>
          </a:p>
        </p:txBody>
      </p:sp>
      <p:sp>
        <p:nvSpPr>
          <p:cNvPr id="21" name="Textplatzhalter 17">
            <a:extLst>
              <a:ext uri="{FF2B5EF4-FFF2-40B4-BE49-F238E27FC236}">
                <a16:creationId xmlns:a16="http://schemas.microsoft.com/office/drawing/2014/main" id="{FE150674-46ED-B3E9-3557-2713F002C033}"/>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35282052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Mode/Gray Image/Text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E56C3CE-9937-575A-4799-87156AAEEF95}"/>
              </a:ext>
            </a:extLst>
          </p:cNvPr>
          <p:cNvSpPr/>
          <p:nvPr userDrawn="1"/>
        </p:nvSpPr>
        <p:spPr>
          <a:xfrm>
            <a:off x="0" y="1"/>
            <a:ext cx="6098400" cy="6345238"/>
          </a:xfrm>
          <a:prstGeom prst="rect">
            <a:avLst/>
          </a:prstGeom>
          <a:solidFill>
            <a:schemeClr val="tx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58812" y="1807200"/>
            <a:ext cx="3068061"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4" name="Grafik 3">
            <a:extLst>
              <a:ext uri="{FF2B5EF4-FFF2-40B4-BE49-F238E27FC236}">
                <a16:creationId xmlns:a16="http://schemas.microsoft.com/office/drawing/2014/main" id="{EA7FCAAF-ABC3-F4E5-C922-CDECE717B9A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33CE01C8-95AF-7AD2-A082-F5F14A3CCD94}"/>
              </a:ext>
            </a:extLst>
          </p:cNvPr>
          <p:cNvSpPr>
            <a:spLocks noGrp="1"/>
          </p:cNvSpPr>
          <p:nvPr>
            <p:ph sz="quarter" idx="17"/>
          </p:nvPr>
        </p:nvSpPr>
        <p:spPr>
          <a:xfrm>
            <a:off x="8464849" y="1807200"/>
            <a:ext cx="3068061"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8" name="Bildplatzhalter 7">
            <a:extLst>
              <a:ext uri="{FF2B5EF4-FFF2-40B4-BE49-F238E27FC236}">
                <a16:creationId xmlns:a16="http://schemas.microsoft.com/office/drawing/2014/main" id="{AD2A60CA-F61B-4612-7D28-449D1492AC15}"/>
              </a:ext>
            </a:extLst>
          </p:cNvPr>
          <p:cNvSpPr>
            <a:spLocks noGrp="1"/>
          </p:cNvSpPr>
          <p:nvPr>
            <p:ph type="pic" sz="quarter" idx="18"/>
          </p:nvPr>
        </p:nvSpPr>
        <p:spPr>
          <a:xfrm>
            <a:off x="4052094" y="1807200"/>
            <a:ext cx="4087813" cy="4536000"/>
          </a:xfrm>
          <a:prstGeom prst="rect">
            <a:avLst/>
          </a:pr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pic>
        <p:nvPicPr>
          <p:cNvPr id="7" name="Grafik 2">
            <a:extLst>
              <a:ext uri="{FF2B5EF4-FFF2-40B4-BE49-F238E27FC236}">
                <a16:creationId xmlns:a16="http://schemas.microsoft.com/office/drawing/2014/main" id="{07953E8C-C434-5253-1E00-1F2250051B2A}"/>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148"/>
          <a:stretch/>
        </p:blipFill>
        <p:spPr>
          <a:xfrm>
            <a:off x="5330548" y="1"/>
            <a:ext cx="6861452" cy="1457999"/>
          </a:xfrm>
          <a:prstGeom prst="rect">
            <a:avLst/>
          </a:prstGeom>
        </p:spPr>
      </p:pic>
      <p:sp>
        <p:nvSpPr>
          <p:cNvPr id="20" name="Fußzeilenplatzhalter 19">
            <a:extLst>
              <a:ext uri="{FF2B5EF4-FFF2-40B4-BE49-F238E27FC236}">
                <a16:creationId xmlns:a16="http://schemas.microsoft.com/office/drawing/2014/main" id="{0AE0904D-C49F-5217-90F8-B09E0F5E1CF7}"/>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21" name="Textplatzhalter 17">
            <a:extLst>
              <a:ext uri="{FF2B5EF4-FFF2-40B4-BE49-F238E27FC236}">
                <a16:creationId xmlns:a16="http://schemas.microsoft.com/office/drawing/2014/main" id="{EB62BDD5-FE42-9469-E3A4-883472872E37}"/>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2" name="Titel 21">
            <a:extLst>
              <a:ext uri="{FF2B5EF4-FFF2-40B4-BE49-F238E27FC236}">
                <a16:creationId xmlns:a16="http://schemas.microsoft.com/office/drawing/2014/main" id="{5A655427-DAAF-A55D-8504-794A525F942B}"/>
              </a:ext>
            </a:extLst>
          </p:cNvPr>
          <p:cNvSpPr>
            <a:spLocks noGrp="1"/>
          </p:cNvSpPr>
          <p:nvPr>
            <p:ph type="title"/>
          </p:nvPr>
        </p:nvSpPr>
        <p:spPr/>
        <p:txBody>
          <a:bodyPr>
            <a:noAutofit/>
          </a:bodyPr>
          <a:lstStyle/>
          <a:p>
            <a:r>
              <a:rPr lang="de-DE"/>
              <a:t>Mastertitelformat bearbeiten</a:t>
            </a:r>
          </a:p>
        </p:txBody>
      </p:sp>
      <p:grpSp>
        <p:nvGrpSpPr>
          <p:cNvPr id="18" name="Grafik 13">
            <a:extLst>
              <a:ext uri="{FF2B5EF4-FFF2-40B4-BE49-F238E27FC236}">
                <a16:creationId xmlns:a16="http://schemas.microsoft.com/office/drawing/2014/main" id="{92301565-0282-331A-F7FC-A636A38FDAA3}"/>
              </a:ext>
            </a:extLst>
          </p:cNvPr>
          <p:cNvGrpSpPr>
            <a:grpSpLocks noChangeAspect="1"/>
          </p:cNvGrpSpPr>
          <p:nvPr userDrawn="1"/>
        </p:nvGrpSpPr>
        <p:grpSpPr>
          <a:xfrm>
            <a:off x="10321200" y="489600"/>
            <a:ext cx="1209600" cy="299018"/>
            <a:chOff x="8501174" y="2383489"/>
            <a:chExt cx="2699861" cy="667416"/>
          </a:xfrm>
          <a:solidFill>
            <a:schemeClr val="tx1"/>
          </a:solidFill>
        </p:grpSpPr>
        <p:grpSp>
          <p:nvGrpSpPr>
            <p:cNvPr id="19" name="Grafik 13">
              <a:extLst>
                <a:ext uri="{FF2B5EF4-FFF2-40B4-BE49-F238E27FC236}">
                  <a16:creationId xmlns:a16="http://schemas.microsoft.com/office/drawing/2014/main" id="{E3B4A805-8914-4DCF-9B56-0A8DE5412308}"/>
                </a:ext>
              </a:extLst>
            </p:cNvPr>
            <p:cNvGrpSpPr/>
            <p:nvPr/>
          </p:nvGrpSpPr>
          <p:grpSpPr>
            <a:xfrm>
              <a:off x="9461484" y="2955941"/>
              <a:ext cx="876871" cy="94964"/>
              <a:chOff x="9461484" y="2955941"/>
              <a:chExt cx="876871" cy="94964"/>
            </a:xfrm>
            <a:grpFill/>
          </p:grpSpPr>
          <p:sp>
            <p:nvSpPr>
              <p:cNvPr id="31" name="Freihandform: Form 30">
                <a:extLst>
                  <a:ext uri="{FF2B5EF4-FFF2-40B4-BE49-F238E27FC236}">
                    <a16:creationId xmlns:a16="http://schemas.microsoft.com/office/drawing/2014/main" id="{3F11C033-6005-2295-78B1-7855D31A1BA1}"/>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59BD4F8D-CD29-7C3B-C10F-A2C521163AC4}"/>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D4B98960-FE72-FDCD-6930-B309F5343D54}"/>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56720191-8858-9EAD-35BA-1AD0A4E9098D}"/>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5" name="Freihandform: Form 34">
                <a:extLst>
                  <a:ext uri="{FF2B5EF4-FFF2-40B4-BE49-F238E27FC236}">
                    <a16:creationId xmlns:a16="http://schemas.microsoft.com/office/drawing/2014/main" id="{32DFC161-78EF-378D-071A-3E27AC21AEC9}"/>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D8851229-8480-CCEE-86DE-6CD2857C7775}"/>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FD93FE03-F917-1D49-589F-1C11FB9BF8CD}"/>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A2D4D78B-A5D1-D878-1AF3-A00FA5B06944}"/>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6427754E-284B-85B2-BF25-8D7D630A6B35}"/>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9DD579D0-D1C7-EB7B-9819-3BA1C29A9FE7}"/>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41" name="Freihandform: Form 40">
                <a:extLst>
                  <a:ext uri="{FF2B5EF4-FFF2-40B4-BE49-F238E27FC236}">
                    <a16:creationId xmlns:a16="http://schemas.microsoft.com/office/drawing/2014/main" id="{742B250C-543A-8405-E469-967024438E4B}"/>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23" name="Freihandform: Form 22">
              <a:extLst>
                <a:ext uri="{FF2B5EF4-FFF2-40B4-BE49-F238E27FC236}">
                  <a16:creationId xmlns:a16="http://schemas.microsoft.com/office/drawing/2014/main" id="{014C4952-2E1B-CE2E-46B9-ED49A32A2CA2}"/>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4929EB7A-2F3B-0C2F-F177-C3180D4DB6A1}"/>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1A5D1FD5-EE57-2756-622A-18733DFEE24D}"/>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96093F97-9490-72E2-B648-91DDB5351324}"/>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27" name="Freihandform: Form 26">
              <a:extLst>
                <a:ext uri="{FF2B5EF4-FFF2-40B4-BE49-F238E27FC236}">
                  <a16:creationId xmlns:a16="http://schemas.microsoft.com/office/drawing/2014/main" id="{AAF2F95F-DE04-1C32-032E-AE90B93871F5}"/>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E23E8B1E-38DC-31AF-CBD9-C26CA55F552F}"/>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3BB9B1D6-A79E-260C-82B0-94EB7FE993CD}"/>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08F4B886-7A78-D26C-2087-ED24E8782DD9}"/>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123418135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rk Mode/Gray Image/Text 4">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19" name="Picture Placeholder 3">
            <a:extLst>
              <a:ext uri="{FF2B5EF4-FFF2-40B4-BE49-F238E27FC236}">
                <a16:creationId xmlns:a16="http://schemas.microsoft.com/office/drawing/2014/main" id="{1147468C-8EC9-9468-CE31-40123E99DD2E}"/>
              </a:ext>
            </a:extLst>
          </p:cNvPr>
          <p:cNvSpPr>
            <a:spLocks noGrp="1"/>
          </p:cNvSpPr>
          <p:nvPr>
            <p:ph type="pic" sz="quarter" idx="19"/>
          </p:nvPr>
        </p:nvSpPr>
        <p:spPr>
          <a:xfrm>
            <a:off x="4063801" y="1808163"/>
            <a:ext cx="4064400"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0" name="Picture Placeholder 3">
            <a:extLst>
              <a:ext uri="{FF2B5EF4-FFF2-40B4-BE49-F238E27FC236}">
                <a16:creationId xmlns:a16="http://schemas.microsoft.com/office/drawing/2014/main" id="{9A6466A6-0FAF-870B-6200-A61302FEC87F}"/>
              </a:ext>
            </a:extLst>
          </p:cNvPr>
          <p:cNvSpPr>
            <a:spLocks noGrp="1"/>
          </p:cNvSpPr>
          <p:nvPr>
            <p:ph type="pic" sz="quarter" idx="20"/>
          </p:nvPr>
        </p:nvSpPr>
        <p:spPr>
          <a:xfrm>
            <a:off x="0" y="1808163"/>
            <a:ext cx="4064400"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1" name="Picture Placeholder 3">
            <a:extLst>
              <a:ext uri="{FF2B5EF4-FFF2-40B4-BE49-F238E27FC236}">
                <a16:creationId xmlns:a16="http://schemas.microsoft.com/office/drawing/2014/main" id="{7C601233-5814-87DC-2733-C2D3C033C89E}"/>
              </a:ext>
            </a:extLst>
          </p:cNvPr>
          <p:cNvSpPr>
            <a:spLocks noGrp="1"/>
          </p:cNvSpPr>
          <p:nvPr>
            <p:ph type="pic" sz="quarter" idx="21"/>
          </p:nvPr>
        </p:nvSpPr>
        <p:spPr>
          <a:xfrm>
            <a:off x="8127602" y="1808163"/>
            <a:ext cx="4064400"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2" name="Inhaltsplatzhalter 2">
            <a:extLst>
              <a:ext uri="{FF2B5EF4-FFF2-40B4-BE49-F238E27FC236}">
                <a16:creationId xmlns:a16="http://schemas.microsoft.com/office/drawing/2014/main" id="{D7737B59-4A39-0E2F-CA06-37DAB55A7267}"/>
              </a:ext>
            </a:extLst>
          </p:cNvPr>
          <p:cNvSpPr>
            <a:spLocks noGrp="1"/>
          </p:cNvSpPr>
          <p:nvPr>
            <p:ph idx="15" hasCustomPrompt="1"/>
          </p:nvPr>
        </p:nvSpPr>
        <p:spPr>
          <a:xfrm>
            <a:off x="658812" y="5149184"/>
            <a:ext cx="10874376" cy="366669"/>
          </a:xfrm>
          <a:prstGeom prst="rect">
            <a:avLst/>
          </a:prstGeom>
        </p:spPr>
        <p:txBody>
          <a:bodyPr lIns="0" tIns="0" rIns="0" bIns="0"/>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3" name="Textplatzhalter 13">
            <a:extLst>
              <a:ext uri="{FF2B5EF4-FFF2-40B4-BE49-F238E27FC236}">
                <a16:creationId xmlns:a16="http://schemas.microsoft.com/office/drawing/2014/main" id="{A5C10635-5DA8-9B73-1F7D-90BF27129789}"/>
              </a:ext>
            </a:extLst>
          </p:cNvPr>
          <p:cNvSpPr>
            <a:spLocks noGrp="1"/>
          </p:cNvSpPr>
          <p:nvPr>
            <p:ph type="body" sz="quarter" idx="22" hasCustomPrompt="1"/>
          </p:nvPr>
        </p:nvSpPr>
        <p:spPr>
          <a:xfrm>
            <a:off x="658812" y="5523520"/>
            <a:ext cx="10874376" cy="590550"/>
          </a:xfrm>
          <a:prstGeom prst="rect">
            <a:avLst/>
          </a:prstGeom>
        </p:spPr>
        <p:txBody>
          <a:bodyPr lIns="0" tIns="0" rIns="0" bIns="0"/>
          <a:lstStyle>
            <a:lvl1pPr marL="0" indent="0" algn="l">
              <a:buFontTx/>
              <a:buNone/>
              <a:defRPr>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a:lnSpc>
                <a:spcPct val="100000"/>
              </a:lnSpc>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p:txBody>
      </p:sp>
      <p:pic>
        <p:nvPicPr>
          <p:cNvPr id="24" name="Grafik 23">
            <a:extLst>
              <a:ext uri="{FF2B5EF4-FFF2-40B4-BE49-F238E27FC236}">
                <a16:creationId xmlns:a16="http://schemas.microsoft.com/office/drawing/2014/main" id="{22AEBCD9-D962-FA29-7091-5F93345A68C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3" y="4873818"/>
            <a:ext cx="658814" cy="137683"/>
          </a:xfrm>
          <a:prstGeom prst="rect">
            <a:avLst/>
          </a:prstGeom>
        </p:spPr>
      </p:pic>
      <p:sp>
        <p:nvSpPr>
          <p:cNvPr id="2" name="Fußzeilenplatzhalter 1">
            <a:extLst>
              <a:ext uri="{FF2B5EF4-FFF2-40B4-BE49-F238E27FC236}">
                <a16:creationId xmlns:a16="http://schemas.microsoft.com/office/drawing/2014/main" id="{3AEA80F1-A4D3-1275-A096-F773031E7C95}"/>
              </a:ext>
            </a:extLst>
          </p:cNvPr>
          <p:cNvSpPr>
            <a:spLocks noGrp="1"/>
          </p:cNvSpPr>
          <p:nvPr>
            <p:ph type="ftr" sz="quarter" idx="23"/>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87226AB7-B37F-3EF8-D602-7FAC46CDCB62}"/>
              </a:ext>
            </a:extLst>
          </p:cNvPr>
          <p:cNvSpPr>
            <a:spLocks noGrp="1"/>
          </p:cNvSpPr>
          <p:nvPr>
            <p:ph type="title"/>
          </p:nvPr>
        </p:nvSpPr>
        <p:spPr/>
        <p:txBody>
          <a:bodyPr>
            <a:noAutofit/>
          </a:bodyPr>
          <a:lstStyle/>
          <a:p>
            <a:r>
              <a:rPr lang="de-DE"/>
              <a:t>Mastertitelformat bearbeiten</a:t>
            </a:r>
          </a:p>
        </p:txBody>
      </p:sp>
      <p:sp>
        <p:nvSpPr>
          <p:cNvPr id="8" name="Textplatzhalter 17">
            <a:extLst>
              <a:ext uri="{FF2B5EF4-FFF2-40B4-BE49-F238E27FC236}">
                <a16:creationId xmlns:a16="http://schemas.microsoft.com/office/drawing/2014/main" id="{C43FEF22-1D5C-C433-012E-6AA8189A2F42}"/>
              </a:ext>
            </a:extLst>
          </p:cNvPr>
          <p:cNvSpPr>
            <a:spLocks noGrp="1"/>
          </p:cNvSpPr>
          <p:nvPr>
            <p:ph type="body" sz="quarter" idx="24"/>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19106713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Mode/Gray Image/Text 5">
    <p:bg>
      <p:bgPr>
        <a:gradFill>
          <a:gsLst>
            <a:gs pos="100000">
              <a:srgbClr val="232A30"/>
            </a:gs>
            <a:gs pos="38000">
              <a:srgbClr val="455561"/>
            </a:gs>
          </a:gsLst>
          <a:lin ang="8100000" scaled="0"/>
        </a:gra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18BA064-8075-E801-0D81-DD656C63E0E5}"/>
              </a:ext>
            </a:extLst>
          </p:cNvPr>
          <p:cNvSpPr>
            <a:spLocks noGrp="1"/>
          </p:cNvSpPr>
          <p:nvPr>
            <p:ph type="sldNum" sz="quarter" idx="18"/>
          </p:nvPr>
        </p:nvSpPr>
        <p:spPr/>
        <p:txBody>
          <a:bodyPr/>
          <a:lstStyle/>
          <a:p>
            <a:fld id="{7D3ABF3B-F89B-4CD7-B75C-63A8A662AF01}" type="slidenum">
              <a:rPr lang="en-US" smtClean="0"/>
              <a:pPr/>
              <a:t>‹#›</a:t>
            </a:fld>
            <a:endParaRPr lang="en-US"/>
          </a:p>
        </p:txBody>
      </p:sp>
      <p:sp>
        <p:nvSpPr>
          <p:cNvPr id="20" name="Picture Placeholder 3">
            <a:extLst>
              <a:ext uri="{FF2B5EF4-FFF2-40B4-BE49-F238E27FC236}">
                <a16:creationId xmlns:a16="http://schemas.microsoft.com/office/drawing/2014/main" id="{9A6466A6-0FAF-870B-6200-A61302FEC87F}"/>
              </a:ext>
            </a:extLst>
          </p:cNvPr>
          <p:cNvSpPr>
            <a:spLocks noGrp="1"/>
          </p:cNvSpPr>
          <p:nvPr>
            <p:ph type="pic" sz="quarter" idx="20"/>
          </p:nvPr>
        </p:nvSpPr>
        <p:spPr>
          <a:xfrm>
            <a:off x="658812" y="1808163"/>
            <a:ext cx="11533187" cy="2675339"/>
          </a:xfrm>
          <a:custGeom>
            <a:avLst/>
            <a:gdLst>
              <a:gd name="connsiteX0" fmla="*/ 0 w 3671888"/>
              <a:gd name="connsiteY0" fmla="*/ 0 h 4216400"/>
              <a:gd name="connsiteX1" fmla="*/ 3671888 w 3671888"/>
              <a:gd name="connsiteY1" fmla="*/ 0 h 4216400"/>
              <a:gd name="connsiteX2" fmla="*/ 3671888 w 3671888"/>
              <a:gd name="connsiteY2" fmla="*/ 4216400 h 4216400"/>
              <a:gd name="connsiteX3" fmla="*/ 0 w 3671888"/>
              <a:gd name="connsiteY3" fmla="*/ 4216400 h 4216400"/>
            </a:gdLst>
            <a:ahLst/>
            <a:cxnLst>
              <a:cxn ang="0">
                <a:pos x="connsiteX0" y="connsiteY0"/>
              </a:cxn>
              <a:cxn ang="0">
                <a:pos x="connsiteX1" y="connsiteY1"/>
              </a:cxn>
              <a:cxn ang="0">
                <a:pos x="connsiteX2" y="connsiteY2"/>
              </a:cxn>
              <a:cxn ang="0">
                <a:pos x="connsiteX3" y="connsiteY3"/>
              </a:cxn>
            </a:cxnLst>
            <a:rect l="l" t="t" r="r" b="b"/>
            <a:pathLst>
              <a:path w="3671888" h="4216400">
                <a:moveTo>
                  <a:pt x="0" y="0"/>
                </a:moveTo>
                <a:lnTo>
                  <a:pt x="3671888" y="0"/>
                </a:lnTo>
                <a:lnTo>
                  <a:pt x="3671888" y="4216400"/>
                </a:lnTo>
                <a:lnTo>
                  <a:pt x="0" y="4216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22" name="Inhaltsplatzhalter 2">
            <a:extLst>
              <a:ext uri="{FF2B5EF4-FFF2-40B4-BE49-F238E27FC236}">
                <a16:creationId xmlns:a16="http://schemas.microsoft.com/office/drawing/2014/main" id="{D7737B59-4A39-0E2F-CA06-37DAB55A7267}"/>
              </a:ext>
            </a:extLst>
          </p:cNvPr>
          <p:cNvSpPr>
            <a:spLocks noGrp="1"/>
          </p:cNvSpPr>
          <p:nvPr>
            <p:ph idx="15" hasCustomPrompt="1"/>
          </p:nvPr>
        </p:nvSpPr>
        <p:spPr>
          <a:xfrm>
            <a:off x="658812" y="5149184"/>
            <a:ext cx="10874376" cy="366669"/>
          </a:xfrm>
          <a:prstGeom prst="rect">
            <a:avLst/>
          </a:prstGeom>
        </p:spPr>
        <p:txBody>
          <a:bodyPr lIns="0" tIns="0" rIns="0" bIns="0"/>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3" name="Textplatzhalter 13">
            <a:extLst>
              <a:ext uri="{FF2B5EF4-FFF2-40B4-BE49-F238E27FC236}">
                <a16:creationId xmlns:a16="http://schemas.microsoft.com/office/drawing/2014/main" id="{A5C10635-5DA8-9B73-1F7D-90BF27129789}"/>
              </a:ext>
            </a:extLst>
          </p:cNvPr>
          <p:cNvSpPr>
            <a:spLocks noGrp="1"/>
          </p:cNvSpPr>
          <p:nvPr>
            <p:ph type="body" sz="quarter" idx="22" hasCustomPrompt="1"/>
          </p:nvPr>
        </p:nvSpPr>
        <p:spPr>
          <a:xfrm>
            <a:off x="658812" y="5523520"/>
            <a:ext cx="10874376" cy="590550"/>
          </a:xfrm>
          <a:prstGeom prst="rect">
            <a:avLst/>
          </a:prstGeom>
        </p:spPr>
        <p:txBody>
          <a:bodyPr lIns="0" tIns="0" rIns="0" bIns="0"/>
          <a:lstStyle>
            <a:lvl1pPr marL="0" indent="0" algn="l">
              <a:buFontTx/>
              <a:buNone/>
              <a:defRPr>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a:lnSpc>
                <a:spcPct val="100000"/>
              </a:lnSpc>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p:txBody>
      </p:sp>
      <p:pic>
        <p:nvPicPr>
          <p:cNvPr id="24" name="Grafik 23">
            <a:extLst>
              <a:ext uri="{FF2B5EF4-FFF2-40B4-BE49-F238E27FC236}">
                <a16:creationId xmlns:a16="http://schemas.microsoft.com/office/drawing/2014/main" id="{22AEBCD9-D962-FA29-7091-5F93345A68C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3" y="4873818"/>
            <a:ext cx="658814" cy="137683"/>
          </a:xfrm>
          <a:prstGeom prst="rect">
            <a:avLst/>
          </a:prstGeom>
        </p:spPr>
      </p:pic>
      <p:sp>
        <p:nvSpPr>
          <p:cNvPr id="2" name="Fußzeilenplatzhalter 1">
            <a:extLst>
              <a:ext uri="{FF2B5EF4-FFF2-40B4-BE49-F238E27FC236}">
                <a16:creationId xmlns:a16="http://schemas.microsoft.com/office/drawing/2014/main" id="{3AEA80F1-A4D3-1275-A096-F773031E7C95}"/>
              </a:ext>
            </a:extLst>
          </p:cNvPr>
          <p:cNvSpPr>
            <a:spLocks noGrp="1"/>
          </p:cNvSpPr>
          <p:nvPr>
            <p:ph type="ftr" sz="quarter" idx="23"/>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87226AB7-B37F-3EF8-D602-7FAC46CDCB62}"/>
              </a:ext>
            </a:extLst>
          </p:cNvPr>
          <p:cNvSpPr>
            <a:spLocks noGrp="1"/>
          </p:cNvSpPr>
          <p:nvPr>
            <p:ph type="title"/>
          </p:nvPr>
        </p:nvSpPr>
        <p:spPr/>
        <p:txBody>
          <a:bodyPr>
            <a:noAutofit/>
          </a:bodyPr>
          <a:lstStyle/>
          <a:p>
            <a:r>
              <a:rPr lang="de-DE"/>
              <a:t>Mastertitelformat bearbeiten</a:t>
            </a:r>
          </a:p>
        </p:txBody>
      </p:sp>
      <p:sp>
        <p:nvSpPr>
          <p:cNvPr id="8" name="Textplatzhalter 17">
            <a:extLst>
              <a:ext uri="{FF2B5EF4-FFF2-40B4-BE49-F238E27FC236}">
                <a16:creationId xmlns:a16="http://schemas.microsoft.com/office/drawing/2014/main" id="{C43FEF22-1D5C-C433-012E-6AA8189A2F42}"/>
              </a:ext>
            </a:extLst>
          </p:cNvPr>
          <p:cNvSpPr>
            <a:spLocks noGrp="1"/>
          </p:cNvSpPr>
          <p:nvPr>
            <p:ph type="body" sz="quarter" idx="24"/>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57464643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Mode/Gray Image/Text 6">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2" name="Picture Placeholder 4">
            <a:extLst>
              <a:ext uri="{FF2B5EF4-FFF2-40B4-BE49-F238E27FC236}">
                <a16:creationId xmlns:a16="http://schemas.microsoft.com/office/drawing/2014/main" id="{1736C734-67A4-52D3-880C-D3399FB45A7C}"/>
              </a:ext>
            </a:extLst>
          </p:cNvPr>
          <p:cNvSpPr>
            <a:spLocks noGrp="1"/>
          </p:cNvSpPr>
          <p:nvPr>
            <p:ph type="pic" sz="quarter" idx="16"/>
          </p:nvPr>
        </p:nvSpPr>
        <p:spPr>
          <a:xfrm>
            <a:off x="4635919" y="1808162"/>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3" name="Picture Placeholder 12">
            <a:extLst>
              <a:ext uri="{FF2B5EF4-FFF2-40B4-BE49-F238E27FC236}">
                <a16:creationId xmlns:a16="http://schemas.microsoft.com/office/drawing/2014/main" id="{D7B423B2-62D0-4D8F-3919-8FA2F9F27E19}"/>
              </a:ext>
            </a:extLst>
          </p:cNvPr>
          <p:cNvSpPr>
            <a:spLocks noGrp="1"/>
          </p:cNvSpPr>
          <p:nvPr>
            <p:ph type="pic" sz="quarter" idx="17"/>
          </p:nvPr>
        </p:nvSpPr>
        <p:spPr>
          <a:xfrm>
            <a:off x="7003704" y="1808162"/>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4" name="Picture Placeholder 16">
            <a:extLst>
              <a:ext uri="{FF2B5EF4-FFF2-40B4-BE49-F238E27FC236}">
                <a16:creationId xmlns:a16="http://schemas.microsoft.com/office/drawing/2014/main" id="{BA7CF8FB-1BBA-4FD6-39B1-54748E2A701C}"/>
              </a:ext>
            </a:extLst>
          </p:cNvPr>
          <p:cNvSpPr>
            <a:spLocks noGrp="1"/>
          </p:cNvSpPr>
          <p:nvPr>
            <p:ph type="pic" sz="quarter" idx="18"/>
          </p:nvPr>
        </p:nvSpPr>
        <p:spPr>
          <a:xfrm>
            <a:off x="9371489" y="1808162"/>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5" name="Picture Placeholder 21">
            <a:extLst>
              <a:ext uri="{FF2B5EF4-FFF2-40B4-BE49-F238E27FC236}">
                <a16:creationId xmlns:a16="http://schemas.microsoft.com/office/drawing/2014/main" id="{252B1A05-2DCC-1B1F-0A7D-BFB47B5D7875}"/>
              </a:ext>
            </a:extLst>
          </p:cNvPr>
          <p:cNvSpPr>
            <a:spLocks noGrp="1"/>
          </p:cNvSpPr>
          <p:nvPr>
            <p:ph type="pic" sz="quarter" idx="20"/>
          </p:nvPr>
        </p:nvSpPr>
        <p:spPr>
          <a:xfrm>
            <a:off x="9371489" y="4177951"/>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6" name="Picture Placeholder 28">
            <a:extLst>
              <a:ext uri="{FF2B5EF4-FFF2-40B4-BE49-F238E27FC236}">
                <a16:creationId xmlns:a16="http://schemas.microsoft.com/office/drawing/2014/main" id="{0DCEBE79-3FCC-4FE4-CFBA-BFCBB87B7B63}"/>
              </a:ext>
            </a:extLst>
          </p:cNvPr>
          <p:cNvSpPr>
            <a:spLocks noGrp="1"/>
          </p:cNvSpPr>
          <p:nvPr>
            <p:ph type="pic" sz="quarter" idx="19"/>
          </p:nvPr>
        </p:nvSpPr>
        <p:spPr>
          <a:xfrm>
            <a:off x="7003704" y="4177951"/>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7" name="Picture Placeholder 4">
            <a:extLst>
              <a:ext uri="{FF2B5EF4-FFF2-40B4-BE49-F238E27FC236}">
                <a16:creationId xmlns:a16="http://schemas.microsoft.com/office/drawing/2014/main" id="{E8C401FD-1879-55DB-BD55-9FF542133F05}"/>
              </a:ext>
            </a:extLst>
          </p:cNvPr>
          <p:cNvSpPr>
            <a:spLocks noGrp="1"/>
          </p:cNvSpPr>
          <p:nvPr>
            <p:ph type="pic" sz="quarter" idx="21"/>
          </p:nvPr>
        </p:nvSpPr>
        <p:spPr>
          <a:xfrm>
            <a:off x="4635919" y="4177951"/>
            <a:ext cx="2160000" cy="2160000"/>
          </a:xfrm>
          <a:custGeom>
            <a:avLst/>
            <a:gdLst>
              <a:gd name="connsiteX0" fmla="*/ 0 w 2445417"/>
              <a:gd name="connsiteY0" fmla="*/ 0 h 2445417"/>
              <a:gd name="connsiteX1" fmla="*/ 2445417 w 2445417"/>
              <a:gd name="connsiteY1" fmla="*/ 0 h 2445417"/>
              <a:gd name="connsiteX2" fmla="*/ 2445417 w 2445417"/>
              <a:gd name="connsiteY2" fmla="*/ 2445417 h 2445417"/>
              <a:gd name="connsiteX3" fmla="*/ 0 w 2445417"/>
              <a:gd name="connsiteY3" fmla="*/ 2445417 h 2445417"/>
            </a:gdLst>
            <a:ahLst/>
            <a:cxnLst>
              <a:cxn ang="0">
                <a:pos x="connsiteX0" y="connsiteY0"/>
              </a:cxn>
              <a:cxn ang="0">
                <a:pos x="connsiteX1" y="connsiteY1"/>
              </a:cxn>
              <a:cxn ang="0">
                <a:pos x="connsiteX2" y="connsiteY2"/>
              </a:cxn>
              <a:cxn ang="0">
                <a:pos x="connsiteX3" y="connsiteY3"/>
              </a:cxn>
            </a:cxnLst>
            <a:rect l="l" t="t" r="r" b="b"/>
            <a:pathLst>
              <a:path w="2445417" h="2445417">
                <a:moveTo>
                  <a:pt x="0" y="0"/>
                </a:moveTo>
                <a:lnTo>
                  <a:pt x="2445417" y="0"/>
                </a:lnTo>
                <a:lnTo>
                  <a:pt x="2445417" y="2445417"/>
                </a:lnTo>
                <a:lnTo>
                  <a:pt x="0" y="2445417"/>
                </a:lnTo>
                <a:close/>
              </a:path>
            </a:pathLst>
          </a:custGeom>
          <a:pattFill prst="pct5">
            <a:fgClr>
              <a:schemeClr val="tx1"/>
            </a:fgClr>
            <a:bgClr>
              <a:schemeClr val="bg1"/>
            </a:bgClr>
          </a:pattFill>
        </p:spPr>
        <p:txBody>
          <a:bodyPr/>
          <a:lstStyle>
            <a:lvl1pPr marL="0" indent="0">
              <a:buFontTx/>
              <a:buNone/>
              <a:defRPr sz="800">
                <a:solidFill>
                  <a:schemeClr val="tx1"/>
                </a:solidFill>
              </a:defRPr>
            </a:lvl1pPr>
          </a:lstStyle>
          <a:p>
            <a:r>
              <a:rPr lang="de-DE"/>
              <a:t>Bild durch Klicken auf Symbol hinzufügen</a:t>
            </a:r>
          </a:p>
        </p:txBody>
      </p:sp>
      <p:sp>
        <p:nvSpPr>
          <p:cNvPr id="38" name="Inhaltsplatzhalter 2">
            <a:extLst>
              <a:ext uri="{FF2B5EF4-FFF2-40B4-BE49-F238E27FC236}">
                <a16:creationId xmlns:a16="http://schemas.microsoft.com/office/drawing/2014/main" id="{3058D995-C3C8-CBF5-4186-BC7D565D55C0}"/>
              </a:ext>
            </a:extLst>
          </p:cNvPr>
          <p:cNvSpPr>
            <a:spLocks noGrp="1"/>
          </p:cNvSpPr>
          <p:nvPr>
            <p:ph idx="15" hasCustomPrompt="1"/>
          </p:nvPr>
        </p:nvSpPr>
        <p:spPr>
          <a:xfrm>
            <a:off x="658813" y="4177951"/>
            <a:ext cx="3661974" cy="505862"/>
          </a:xfrm>
          <a:prstGeom prst="rect">
            <a:avLst/>
          </a:prstGeom>
        </p:spPr>
        <p:txBody>
          <a:bodyPr lIns="0" tIns="0" rIns="0" bIns="0"/>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9" name="Textplatzhalter 13">
            <a:extLst>
              <a:ext uri="{FF2B5EF4-FFF2-40B4-BE49-F238E27FC236}">
                <a16:creationId xmlns:a16="http://schemas.microsoft.com/office/drawing/2014/main" id="{E4A96ABA-AC1E-A8F1-8BFB-66E52282276C}"/>
              </a:ext>
            </a:extLst>
          </p:cNvPr>
          <p:cNvSpPr>
            <a:spLocks noGrp="1"/>
          </p:cNvSpPr>
          <p:nvPr>
            <p:ph type="body" sz="quarter" idx="22" hasCustomPrompt="1"/>
          </p:nvPr>
        </p:nvSpPr>
        <p:spPr>
          <a:xfrm>
            <a:off x="658813" y="4776168"/>
            <a:ext cx="3661974" cy="590550"/>
          </a:xfrm>
          <a:prstGeom prst="rect">
            <a:avLst/>
          </a:prstGeom>
        </p:spPr>
        <p:txBody>
          <a:bodyPr lIns="0" tIns="0" rIns="0" bIns="0"/>
          <a:lstStyle>
            <a:lvl1pPr marL="0" indent="0" algn="l">
              <a:buFontTx/>
              <a:buNone/>
              <a:defRPr>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a:lnSpc>
                <a:spcPct val="100000"/>
              </a:lnSpc>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p:txBody>
      </p:sp>
      <p:pic>
        <p:nvPicPr>
          <p:cNvPr id="40" name="Grafik 39">
            <a:extLst>
              <a:ext uri="{FF2B5EF4-FFF2-40B4-BE49-F238E27FC236}">
                <a16:creationId xmlns:a16="http://schemas.microsoft.com/office/drawing/2014/main" id="{072179F4-998D-3732-42A9-758E6F4D285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3" y="3902585"/>
            <a:ext cx="658814" cy="137683"/>
          </a:xfrm>
          <a:prstGeom prst="rect">
            <a:avLst/>
          </a:prstGeom>
        </p:spPr>
      </p:pic>
      <p:sp>
        <p:nvSpPr>
          <p:cNvPr id="4" name="Foliennummernplatzhalter 3">
            <a:extLst>
              <a:ext uri="{FF2B5EF4-FFF2-40B4-BE49-F238E27FC236}">
                <a16:creationId xmlns:a16="http://schemas.microsoft.com/office/drawing/2014/main" id="{3A4B3DA3-C296-4543-F374-9CBA170764FB}"/>
              </a:ext>
            </a:extLst>
          </p:cNvPr>
          <p:cNvSpPr>
            <a:spLocks noGrp="1"/>
          </p:cNvSpPr>
          <p:nvPr>
            <p:ph type="sldNum" sz="quarter" idx="23"/>
          </p:nvPr>
        </p:nvSpPr>
        <p:spPr/>
        <p:txBody>
          <a:bodyPr/>
          <a:lstStyle/>
          <a:p>
            <a:fld id="{7D3ABF3B-F89B-4CD7-B75C-63A8A662AF01}" type="slidenum">
              <a:rPr lang="en-US" smtClean="0"/>
              <a:pPr/>
              <a:t>‹#›</a:t>
            </a:fld>
            <a:endParaRPr lang="en-US"/>
          </a:p>
        </p:txBody>
      </p:sp>
      <p:sp>
        <p:nvSpPr>
          <p:cNvPr id="13" name="Fußzeilenplatzhalter 12">
            <a:extLst>
              <a:ext uri="{FF2B5EF4-FFF2-40B4-BE49-F238E27FC236}">
                <a16:creationId xmlns:a16="http://schemas.microsoft.com/office/drawing/2014/main" id="{728E75A9-B42F-26D9-B2CF-AEE2E2AE4149}"/>
              </a:ext>
            </a:extLst>
          </p:cNvPr>
          <p:cNvSpPr>
            <a:spLocks noGrp="1"/>
          </p:cNvSpPr>
          <p:nvPr>
            <p:ph type="ftr" sz="quarter" idx="24"/>
          </p:nvPr>
        </p:nvSpPr>
        <p:spPr/>
        <p:txBody>
          <a:bodyPr/>
          <a:lstStyle/>
          <a:p>
            <a:r>
              <a:rPr lang="en-US"/>
              <a:t>EDAG Electrics/Electronics     Author: Shubham/Israr/Omkar       Version:1.0          Scope: EDAG Group     internal</a:t>
            </a:r>
            <a:endParaRPr lang="de-DE"/>
          </a:p>
        </p:txBody>
      </p:sp>
      <p:sp>
        <p:nvSpPr>
          <p:cNvPr id="14" name="Titel 13">
            <a:extLst>
              <a:ext uri="{FF2B5EF4-FFF2-40B4-BE49-F238E27FC236}">
                <a16:creationId xmlns:a16="http://schemas.microsoft.com/office/drawing/2014/main" id="{26ACFC4A-F2E4-63D4-0F00-65A0BC8F26A9}"/>
              </a:ext>
            </a:extLst>
          </p:cNvPr>
          <p:cNvSpPr>
            <a:spLocks noGrp="1"/>
          </p:cNvSpPr>
          <p:nvPr>
            <p:ph type="title"/>
          </p:nvPr>
        </p:nvSpPr>
        <p:spPr/>
        <p:txBody>
          <a:bodyPr>
            <a:noAutofit/>
          </a:bodyPr>
          <a:lstStyle/>
          <a:p>
            <a:r>
              <a:rPr lang="de-DE"/>
              <a:t>Mastertitelformat bearbeiten</a:t>
            </a:r>
          </a:p>
        </p:txBody>
      </p:sp>
      <p:sp>
        <p:nvSpPr>
          <p:cNvPr id="15" name="Textplatzhalter 17">
            <a:extLst>
              <a:ext uri="{FF2B5EF4-FFF2-40B4-BE49-F238E27FC236}">
                <a16:creationId xmlns:a16="http://schemas.microsoft.com/office/drawing/2014/main" id="{4F2338C1-2604-0F12-8309-7EB1BD19142A}"/>
              </a:ext>
            </a:extLst>
          </p:cNvPr>
          <p:cNvSpPr>
            <a:spLocks noGrp="1"/>
          </p:cNvSpPr>
          <p:nvPr>
            <p:ph type="body" sz="quarter" idx="25"/>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23328329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Mode/Gray Image/Text 7">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 name="Inhaltsplatzhalter 2">
            <a:extLst>
              <a:ext uri="{FF2B5EF4-FFF2-40B4-BE49-F238E27FC236}">
                <a16:creationId xmlns:a16="http://schemas.microsoft.com/office/drawing/2014/main" id="{E82075BD-ED81-6B21-E55D-9AC8EF491E84}"/>
              </a:ext>
            </a:extLst>
          </p:cNvPr>
          <p:cNvSpPr>
            <a:spLocks noGrp="1"/>
          </p:cNvSpPr>
          <p:nvPr>
            <p:ph idx="15" hasCustomPrompt="1"/>
          </p:nvPr>
        </p:nvSpPr>
        <p:spPr>
          <a:xfrm>
            <a:off x="658813" y="2236335"/>
            <a:ext cx="3977856" cy="255763"/>
          </a:xfrm>
          <a:prstGeom prst="rect">
            <a:avLst/>
          </a:prstGeom>
        </p:spPr>
        <p:txBody>
          <a:bodyPr lIns="0" tIns="0" rIns="0" bIns="0"/>
          <a:lstStyle>
            <a:lvl1pPr marL="0" indent="0" algn="r">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6" name="Textplatzhalter 13">
            <a:extLst>
              <a:ext uri="{FF2B5EF4-FFF2-40B4-BE49-F238E27FC236}">
                <a16:creationId xmlns:a16="http://schemas.microsoft.com/office/drawing/2014/main" id="{848989BD-0D24-29B2-012F-6F665E0695B6}"/>
              </a:ext>
            </a:extLst>
          </p:cNvPr>
          <p:cNvSpPr>
            <a:spLocks noGrp="1"/>
          </p:cNvSpPr>
          <p:nvPr>
            <p:ph type="body" sz="quarter" idx="16"/>
          </p:nvPr>
        </p:nvSpPr>
        <p:spPr>
          <a:xfrm>
            <a:off x="658813" y="2521047"/>
            <a:ext cx="3978275" cy="590550"/>
          </a:xfrm>
          <a:prstGeom prst="rect">
            <a:avLst/>
          </a:prstGeom>
        </p:spPr>
        <p:txBody>
          <a:bodyPr lIns="0" tIns="0" rIns="0" bIns="0"/>
          <a:lstStyle>
            <a:lvl1pPr marL="0" indent="0" algn="r">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29" name="Inhaltsplatzhalter 2">
            <a:extLst>
              <a:ext uri="{FF2B5EF4-FFF2-40B4-BE49-F238E27FC236}">
                <a16:creationId xmlns:a16="http://schemas.microsoft.com/office/drawing/2014/main" id="{54D7AE45-584B-9B45-4A1A-1016A264FF7E}"/>
              </a:ext>
            </a:extLst>
          </p:cNvPr>
          <p:cNvSpPr>
            <a:spLocks noGrp="1"/>
          </p:cNvSpPr>
          <p:nvPr>
            <p:ph idx="17" hasCustomPrompt="1"/>
          </p:nvPr>
        </p:nvSpPr>
        <p:spPr>
          <a:xfrm>
            <a:off x="658394" y="3848602"/>
            <a:ext cx="3977856" cy="255763"/>
          </a:xfrm>
          <a:prstGeom prst="rect">
            <a:avLst/>
          </a:prstGeom>
        </p:spPr>
        <p:txBody>
          <a:bodyPr lIns="0" tIns="0" rIns="0" bIns="0"/>
          <a:lstStyle>
            <a:lvl1pPr marL="0" indent="0" algn="r">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0" name="Textplatzhalter 13">
            <a:extLst>
              <a:ext uri="{FF2B5EF4-FFF2-40B4-BE49-F238E27FC236}">
                <a16:creationId xmlns:a16="http://schemas.microsoft.com/office/drawing/2014/main" id="{11DB5597-71E7-EA0C-ED5B-8A11F67856B0}"/>
              </a:ext>
            </a:extLst>
          </p:cNvPr>
          <p:cNvSpPr>
            <a:spLocks noGrp="1"/>
          </p:cNvSpPr>
          <p:nvPr>
            <p:ph type="body" sz="quarter" idx="18"/>
          </p:nvPr>
        </p:nvSpPr>
        <p:spPr>
          <a:xfrm>
            <a:off x="658394" y="4133314"/>
            <a:ext cx="3978275" cy="590550"/>
          </a:xfrm>
          <a:prstGeom prst="rect">
            <a:avLst/>
          </a:prstGeom>
        </p:spPr>
        <p:txBody>
          <a:bodyPr lIns="0" tIns="0" rIns="0" bIns="0"/>
          <a:lstStyle>
            <a:lvl1pPr marL="0" indent="0" algn="r">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1" name="Inhaltsplatzhalter 2">
            <a:extLst>
              <a:ext uri="{FF2B5EF4-FFF2-40B4-BE49-F238E27FC236}">
                <a16:creationId xmlns:a16="http://schemas.microsoft.com/office/drawing/2014/main" id="{3DFC8755-C4A6-5576-3793-F9CD5BBAD3FE}"/>
              </a:ext>
            </a:extLst>
          </p:cNvPr>
          <p:cNvSpPr>
            <a:spLocks noGrp="1"/>
          </p:cNvSpPr>
          <p:nvPr>
            <p:ph idx="19" hasCustomPrompt="1"/>
          </p:nvPr>
        </p:nvSpPr>
        <p:spPr>
          <a:xfrm>
            <a:off x="657975" y="5458146"/>
            <a:ext cx="3977856" cy="255763"/>
          </a:xfrm>
          <a:prstGeom prst="rect">
            <a:avLst/>
          </a:prstGeom>
        </p:spPr>
        <p:txBody>
          <a:bodyPr lIns="0" tIns="0" rIns="0" bIns="0"/>
          <a:lstStyle>
            <a:lvl1pPr marL="0" indent="0" algn="r">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2" name="Textplatzhalter 13">
            <a:extLst>
              <a:ext uri="{FF2B5EF4-FFF2-40B4-BE49-F238E27FC236}">
                <a16:creationId xmlns:a16="http://schemas.microsoft.com/office/drawing/2014/main" id="{74B7EF65-04B5-6B3B-11DF-5BC3A4C77949}"/>
              </a:ext>
            </a:extLst>
          </p:cNvPr>
          <p:cNvSpPr>
            <a:spLocks noGrp="1"/>
          </p:cNvSpPr>
          <p:nvPr>
            <p:ph type="body" sz="quarter" idx="20"/>
          </p:nvPr>
        </p:nvSpPr>
        <p:spPr>
          <a:xfrm>
            <a:off x="657975" y="5742858"/>
            <a:ext cx="3978275" cy="590550"/>
          </a:xfrm>
          <a:prstGeom prst="rect">
            <a:avLst/>
          </a:prstGeom>
        </p:spPr>
        <p:txBody>
          <a:bodyPr lIns="0" tIns="0" rIns="0" bIns="0"/>
          <a:lstStyle>
            <a:lvl1pPr marL="0" indent="0" algn="r">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3" name="Inhaltsplatzhalter 2">
            <a:extLst>
              <a:ext uri="{FF2B5EF4-FFF2-40B4-BE49-F238E27FC236}">
                <a16:creationId xmlns:a16="http://schemas.microsoft.com/office/drawing/2014/main" id="{1BBF4DA1-0BA6-55F2-475E-458F8A59D245}"/>
              </a:ext>
            </a:extLst>
          </p:cNvPr>
          <p:cNvSpPr>
            <a:spLocks noGrp="1"/>
          </p:cNvSpPr>
          <p:nvPr>
            <p:ph idx="21" hasCustomPrompt="1"/>
          </p:nvPr>
        </p:nvSpPr>
        <p:spPr>
          <a:xfrm>
            <a:off x="7554912" y="2236335"/>
            <a:ext cx="3977856" cy="255763"/>
          </a:xfrm>
          <a:prstGeom prst="rect">
            <a:avLst/>
          </a:prstGeom>
        </p:spPr>
        <p:txBody>
          <a:bodyPr lIns="0" tIns="0" rIns="0" bIns="0"/>
          <a:lstStyle>
            <a:lvl1pPr marL="0" indent="0" algn="l">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4" name="Textplatzhalter 13">
            <a:extLst>
              <a:ext uri="{FF2B5EF4-FFF2-40B4-BE49-F238E27FC236}">
                <a16:creationId xmlns:a16="http://schemas.microsoft.com/office/drawing/2014/main" id="{C7EE6736-1822-EB18-CF56-CF3D2AC4BD7E}"/>
              </a:ext>
            </a:extLst>
          </p:cNvPr>
          <p:cNvSpPr>
            <a:spLocks noGrp="1"/>
          </p:cNvSpPr>
          <p:nvPr>
            <p:ph type="body" sz="quarter" idx="22"/>
          </p:nvPr>
        </p:nvSpPr>
        <p:spPr>
          <a:xfrm>
            <a:off x="7554912" y="2521047"/>
            <a:ext cx="3978275" cy="590550"/>
          </a:xfrm>
          <a:prstGeom prst="rect">
            <a:avLst/>
          </a:prstGeom>
        </p:spPr>
        <p:txBody>
          <a:bodyPr lIns="0" tIns="0" rIns="0" bIns="0"/>
          <a:lstStyle>
            <a:lvl1pPr marL="0" indent="0" algn="l">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5" name="Inhaltsplatzhalter 2">
            <a:extLst>
              <a:ext uri="{FF2B5EF4-FFF2-40B4-BE49-F238E27FC236}">
                <a16:creationId xmlns:a16="http://schemas.microsoft.com/office/drawing/2014/main" id="{80C4A621-6B42-9A39-5A57-7EE05C20F64B}"/>
              </a:ext>
            </a:extLst>
          </p:cNvPr>
          <p:cNvSpPr>
            <a:spLocks noGrp="1"/>
          </p:cNvSpPr>
          <p:nvPr>
            <p:ph idx="23" hasCustomPrompt="1"/>
          </p:nvPr>
        </p:nvSpPr>
        <p:spPr>
          <a:xfrm>
            <a:off x="7554493" y="3848602"/>
            <a:ext cx="3977856" cy="255763"/>
          </a:xfrm>
          <a:prstGeom prst="rect">
            <a:avLst/>
          </a:prstGeom>
        </p:spPr>
        <p:txBody>
          <a:bodyPr lIns="0" tIns="0" rIns="0" bIns="0"/>
          <a:lstStyle>
            <a:lvl1pPr marL="0" indent="0" algn="l">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6" name="Textplatzhalter 13">
            <a:extLst>
              <a:ext uri="{FF2B5EF4-FFF2-40B4-BE49-F238E27FC236}">
                <a16:creationId xmlns:a16="http://schemas.microsoft.com/office/drawing/2014/main" id="{2594C389-A931-CDA3-6684-744F90F82F50}"/>
              </a:ext>
            </a:extLst>
          </p:cNvPr>
          <p:cNvSpPr>
            <a:spLocks noGrp="1"/>
          </p:cNvSpPr>
          <p:nvPr>
            <p:ph type="body" sz="quarter" idx="24"/>
          </p:nvPr>
        </p:nvSpPr>
        <p:spPr>
          <a:xfrm>
            <a:off x="7554493" y="4133314"/>
            <a:ext cx="3978275" cy="590550"/>
          </a:xfrm>
          <a:prstGeom prst="rect">
            <a:avLst/>
          </a:prstGeom>
        </p:spPr>
        <p:txBody>
          <a:bodyPr lIns="0" tIns="0" rIns="0" bIns="0"/>
          <a:lstStyle>
            <a:lvl1pPr marL="0" indent="0" algn="l">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7" name="Inhaltsplatzhalter 2">
            <a:extLst>
              <a:ext uri="{FF2B5EF4-FFF2-40B4-BE49-F238E27FC236}">
                <a16:creationId xmlns:a16="http://schemas.microsoft.com/office/drawing/2014/main" id="{C3873F2B-4173-ABA9-9283-CD4729A93DAF}"/>
              </a:ext>
            </a:extLst>
          </p:cNvPr>
          <p:cNvSpPr>
            <a:spLocks noGrp="1"/>
          </p:cNvSpPr>
          <p:nvPr>
            <p:ph idx="25" hasCustomPrompt="1"/>
          </p:nvPr>
        </p:nvSpPr>
        <p:spPr>
          <a:xfrm>
            <a:off x="7554074" y="5458146"/>
            <a:ext cx="3977856" cy="255763"/>
          </a:xfrm>
          <a:prstGeom prst="rect">
            <a:avLst/>
          </a:prstGeom>
        </p:spPr>
        <p:txBody>
          <a:bodyPr lIns="0" tIns="0" rIns="0" bIns="0"/>
          <a:lstStyle>
            <a:lvl1pPr marL="0" indent="0" algn="l">
              <a:buNone/>
              <a:defRPr sz="1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8" name="Textplatzhalter 13">
            <a:extLst>
              <a:ext uri="{FF2B5EF4-FFF2-40B4-BE49-F238E27FC236}">
                <a16:creationId xmlns:a16="http://schemas.microsoft.com/office/drawing/2014/main" id="{A71CBFDB-73CA-6C60-E900-9EBBA8347E9F}"/>
              </a:ext>
            </a:extLst>
          </p:cNvPr>
          <p:cNvSpPr>
            <a:spLocks noGrp="1"/>
          </p:cNvSpPr>
          <p:nvPr>
            <p:ph type="body" sz="quarter" idx="26"/>
          </p:nvPr>
        </p:nvSpPr>
        <p:spPr>
          <a:xfrm>
            <a:off x="7554074" y="5742858"/>
            <a:ext cx="3978275" cy="590550"/>
          </a:xfrm>
          <a:prstGeom prst="rect">
            <a:avLst/>
          </a:prstGeom>
        </p:spPr>
        <p:txBody>
          <a:bodyPr lIns="0" tIns="0" rIns="0" bIns="0"/>
          <a:lstStyle>
            <a:lvl1pPr marL="0" indent="0" algn="l">
              <a:buFontTx/>
              <a:buNone/>
              <a:defRPr baseline="0">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de-DE"/>
              <a:t>Mastertextformat bearbeiten</a:t>
            </a:r>
          </a:p>
        </p:txBody>
      </p:sp>
      <p:sp>
        <p:nvSpPr>
          <p:cNvPr id="39" name="Bildplatzhalter 17">
            <a:extLst>
              <a:ext uri="{FF2B5EF4-FFF2-40B4-BE49-F238E27FC236}">
                <a16:creationId xmlns:a16="http://schemas.microsoft.com/office/drawing/2014/main" id="{78480E12-58D3-B112-4890-1B178B237BC5}"/>
              </a:ext>
            </a:extLst>
          </p:cNvPr>
          <p:cNvSpPr>
            <a:spLocks noGrp="1"/>
          </p:cNvSpPr>
          <p:nvPr>
            <p:ph type="pic" sz="quarter" idx="28" hasCustomPrompt="1"/>
          </p:nvPr>
        </p:nvSpPr>
        <p:spPr>
          <a:xfrm>
            <a:off x="4766210" y="1803127"/>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0" name="Bildplatzhalter 17">
            <a:extLst>
              <a:ext uri="{FF2B5EF4-FFF2-40B4-BE49-F238E27FC236}">
                <a16:creationId xmlns:a16="http://schemas.microsoft.com/office/drawing/2014/main" id="{0A23C58F-2173-CDF1-75C4-8E73E3F7D084}"/>
              </a:ext>
            </a:extLst>
          </p:cNvPr>
          <p:cNvSpPr>
            <a:spLocks noGrp="1"/>
          </p:cNvSpPr>
          <p:nvPr>
            <p:ph type="pic" sz="quarter" idx="29" hasCustomPrompt="1"/>
          </p:nvPr>
        </p:nvSpPr>
        <p:spPr>
          <a:xfrm>
            <a:off x="6433275" y="1805886"/>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1" name="Bildplatzhalter 17">
            <a:extLst>
              <a:ext uri="{FF2B5EF4-FFF2-40B4-BE49-F238E27FC236}">
                <a16:creationId xmlns:a16="http://schemas.microsoft.com/office/drawing/2014/main" id="{B606F3C9-0F89-28E2-4897-42EEA9095424}"/>
              </a:ext>
            </a:extLst>
          </p:cNvPr>
          <p:cNvSpPr>
            <a:spLocks noGrp="1"/>
          </p:cNvSpPr>
          <p:nvPr>
            <p:ph type="pic" sz="quarter" idx="30" hasCustomPrompt="1"/>
          </p:nvPr>
        </p:nvSpPr>
        <p:spPr>
          <a:xfrm>
            <a:off x="4767969" y="3340830"/>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2" name="Bildplatzhalter 17">
            <a:extLst>
              <a:ext uri="{FF2B5EF4-FFF2-40B4-BE49-F238E27FC236}">
                <a16:creationId xmlns:a16="http://schemas.microsoft.com/office/drawing/2014/main" id="{3F627BC9-C0C9-5B9B-853C-7AF06312A115}"/>
              </a:ext>
            </a:extLst>
          </p:cNvPr>
          <p:cNvSpPr>
            <a:spLocks noGrp="1"/>
          </p:cNvSpPr>
          <p:nvPr>
            <p:ph type="pic" sz="quarter" idx="31" hasCustomPrompt="1"/>
          </p:nvPr>
        </p:nvSpPr>
        <p:spPr>
          <a:xfrm>
            <a:off x="6433275" y="3341450"/>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3" name="Bildplatzhalter 17">
            <a:extLst>
              <a:ext uri="{FF2B5EF4-FFF2-40B4-BE49-F238E27FC236}">
                <a16:creationId xmlns:a16="http://schemas.microsoft.com/office/drawing/2014/main" id="{83C28757-846D-C1EF-A38E-E5A5DD73A6C1}"/>
              </a:ext>
            </a:extLst>
          </p:cNvPr>
          <p:cNvSpPr>
            <a:spLocks noGrp="1"/>
          </p:cNvSpPr>
          <p:nvPr>
            <p:ph type="pic" sz="quarter" idx="32" hasCustomPrompt="1"/>
          </p:nvPr>
        </p:nvSpPr>
        <p:spPr>
          <a:xfrm>
            <a:off x="4767589" y="5001061"/>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4" name="Bildplatzhalter 17">
            <a:extLst>
              <a:ext uri="{FF2B5EF4-FFF2-40B4-BE49-F238E27FC236}">
                <a16:creationId xmlns:a16="http://schemas.microsoft.com/office/drawing/2014/main" id="{082E85B8-1757-B107-E8ED-E7FB2417E637}"/>
              </a:ext>
            </a:extLst>
          </p:cNvPr>
          <p:cNvSpPr>
            <a:spLocks noGrp="1"/>
          </p:cNvSpPr>
          <p:nvPr>
            <p:ph type="pic" sz="quarter" idx="33" hasCustomPrompt="1"/>
          </p:nvPr>
        </p:nvSpPr>
        <p:spPr>
          <a:xfrm>
            <a:off x="6433275" y="5001682"/>
            <a:ext cx="990000" cy="990000"/>
          </a:xfrm>
          <a:prstGeom prst="ellipse">
            <a:avLst/>
          </a:prstGeom>
          <a:solidFill>
            <a:schemeClr val="bg2"/>
          </a:solidFill>
        </p:spPr>
        <p:txBody>
          <a:bodyPr/>
          <a:lstStyle>
            <a:lvl1pPr marL="0" indent="0" algn="ctr">
              <a:buNone/>
              <a:defRPr sz="800">
                <a:solidFill>
                  <a:schemeClr val="tx1"/>
                </a:solidFill>
              </a:defRPr>
            </a:lvl1pPr>
          </a:lstStyle>
          <a:p>
            <a:r>
              <a:rPr lang="de-DE"/>
              <a:t>Picture / Icon</a:t>
            </a:r>
          </a:p>
        </p:txBody>
      </p:sp>
      <p:sp>
        <p:nvSpPr>
          <p:cNvPr id="4" name="Foliennummernplatzhalter 3">
            <a:extLst>
              <a:ext uri="{FF2B5EF4-FFF2-40B4-BE49-F238E27FC236}">
                <a16:creationId xmlns:a16="http://schemas.microsoft.com/office/drawing/2014/main" id="{019057E4-7A31-EAB6-C210-61ECE3606C40}"/>
              </a:ext>
            </a:extLst>
          </p:cNvPr>
          <p:cNvSpPr>
            <a:spLocks noGrp="1"/>
          </p:cNvSpPr>
          <p:nvPr>
            <p:ph type="sldNum" sz="quarter" idx="34"/>
          </p:nvPr>
        </p:nvSpPr>
        <p:spPr/>
        <p:txBody>
          <a:bodyPr/>
          <a:lstStyle/>
          <a:p>
            <a:fld id="{7D3ABF3B-F89B-4CD7-B75C-63A8A662AF01}" type="slidenum">
              <a:rPr lang="en-US" smtClean="0"/>
              <a:pPr/>
              <a:t>‹#›</a:t>
            </a:fld>
            <a:endParaRPr lang="en-US"/>
          </a:p>
        </p:txBody>
      </p:sp>
      <p:sp>
        <p:nvSpPr>
          <p:cNvPr id="16" name="Fußzeilenplatzhalter 15">
            <a:extLst>
              <a:ext uri="{FF2B5EF4-FFF2-40B4-BE49-F238E27FC236}">
                <a16:creationId xmlns:a16="http://schemas.microsoft.com/office/drawing/2014/main" id="{BDB3D603-4901-68B3-3DD4-3EFE2D07F045}"/>
              </a:ext>
            </a:extLst>
          </p:cNvPr>
          <p:cNvSpPr>
            <a:spLocks noGrp="1"/>
          </p:cNvSpPr>
          <p:nvPr>
            <p:ph type="ftr" sz="quarter" idx="35"/>
          </p:nvPr>
        </p:nvSpPr>
        <p:spPr/>
        <p:txBody>
          <a:bodyPr/>
          <a:lstStyle/>
          <a:p>
            <a:r>
              <a:rPr lang="en-US"/>
              <a:t>EDAG Electrics/Electronics     Author: Shubham/Israr/Omkar       Version:1.0          Scope: EDAG Group     internal</a:t>
            </a:r>
            <a:endParaRPr lang="de-DE"/>
          </a:p>
        </p:txBody>
      </p:sp>
      <p:sp>
        <p:nvSpPr>
          <p:cNvPr id="17" name="Titel 16">
            <a:extLst>
              <a:ext uri="{FF2B5EF4-FFF2-40B4-BE49-F238E27FC236}">
                <a16:creationId xmlns:a16="http://schemas.microsoft.com/office/drawing/2014/main" id="{40B55D85-66F3-F842-526C-80AEB204327B}"/>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47186DE5-36A5-8605-E2DA-B0C6CA1E303D}"/>
              </a:ext>
            </a:extLst>
          </p:cNvPr>
          <p:cNvSpPr>
            <a:spLocks noGrp="1"/>
          </p:cNvSpPr>
          <p:nvPr>
            <p:ph type="body" sz="quarter" idx="36"/>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352830237"/>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Mode/Gray References ">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4F400619-0B10-B07E-9BB8-9AA4A9566706}"/>
              </a:ext>
            </a:extLst>
          </p:cNvPr>
          <p:cNvSpPr>
            <a:spLocks noGrp="1"/>
          </p:cNvSpPr>
          <p:nvPr>
            <p:ph sz="quarter" idx="14"/>
          </p:nvPr>
        </p:nvSpPr>
        <p:spPr>
          <a:xfrm>
            <a:off x="6181200" y="2274512"/>
            <a:ext cx="5346000" cy="4070725"/>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6" name="Foliennummernplatzhalter 5">
            <a:extLst>
              <a:ext uri="{FF2B5EF4-FFF2-40B4-BE49-F238E27FC236}">
                <a16:creationId xmlns:a16="http://schemas.microsoft.com/office/drawing/2014/main" id="{282D9481-BA26-0289-57A6-D5E70B41B633}"/>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25" name="Rechteck 24">
            <a:extLst>
              <a:ext uri="{FF2B5EF4-FFF2-40B4-BE49-F238E27FC236}">
                <a16:creationId xmlns:a16="http://schemas.microsoft.com/office/drawing/2014/main" id="{8E876408-258B-8945-376A-E1F3A9366761}"/>
              </a:ext>
            </a:extLst>
          </p:cNvPr>
          <p:cNvSpPr/>
          <p:nvPr userDrawn="1"/>
        </p:nvSpPr>
        <p:spPr>
          <a:xfrm>
            <a:off x="658813" y="1808076"/>
            <a:ext cx="5346000" cy="4536000"/>
          </a:xfrm>
          <a:prstGeom prst="rect">
            <a:avLst/>
          </a:pr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Textplatzhalter 12">
            <a:extLst>
              <a:ext uri="{FF2B5EF4-FFF2-40B4-BE49-F238E27FC236}">
                <a16:creationId xmlns:a16="http://schemas.microsoft.com/office/drawing/2014/main" id="{8AF6A13F-C6F6-FDEA-A043-E8F2F4C4414D}"/>
              </a:ext>
            </a:extLst>
          </p:cNvPr>
          <p:cNvSpPr>
            <a:spLocks noGrp="1"/>
          </p:cNvSpPr>
          <p:nvPr>
            <p:ph type="body" sz="quarter" idx="20" hasCustomPrompt="1"/>
          </p:nvPr>
        </p:nvSpPr>
        <p:spPr>
          <a:xfrm>
            <a:off x="6181200" y="1941977"/>
            <a:ext cx="5345999" cy="240834"/>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ÜBERSCHRIFT</a:t>
            </a:r>
            <a:endParaRPr lang="en-US" sz="1200" b="1" spc="0">
              <a:latin typeface="+mj-lt"/>
              <a:ea typeface="Open Sans" pitchFamily="2" charset="0"/>
              <a:cs typeface="Sora" pitchFamily="2" charset="0"/>
            </a:endParaRPr>
          </a:p>
        </p:txBody>
      </p:sp>
      <p:sp>
        <p:nvSpPr>
          <p:cNvPr id="20" name="Bildplatzhalter 2">
            <a:extLst>
              <a:ext uri="{FF2B5EF4-FFF2-40B4-BE49-F238E27FC236}">
                <a16:creationId xmlns:a16="http://schemas.microsoft.com/office/drawing/2014/main" id="{CA61CF58-CF33-398B-76AB-959979AAB630}"/>
              </a:ext>
            </a:extLst>
          </p:cNvPr>
          <p:cNvSpPr>
            <a:spLocks noGrp="1"/>
          </p:cNvSpPr>
          <p:nvPr>
            <p:ph type="pic" sz="quarter" idx="17" hasCustomPrompt="1"/>
          </p:nvPr>
        </p:nvSpPr>
        <p:spPr>
          <a:xfrm>
            <a:off x="789607" y="1961027"/>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2" name="Bildplatzhalter 2">
            <a:extLst>
              <a:ext uri="{FF2B5EF4-FFF2-40B4-BE49-F238E27FC236}">
                <a16:creationId xmlns:a16="http://schemas.microsoft.com/office/drawing/2014/main" id="{BCC7924C-216D-E54A-C0F1-F891A4560C1A}"/>
              </a:ext>
            </a:extLst>
          </p:cNvPr>
          <p:cNvSpPr>
            <a:spLocks noGrp="1"/>
          </p:cNvSpPr>
          <p:nvPr>
            <p:ph type="pic" sz="quarter" idx="19" hasCustomPrompt="1"/>
          </p:nvPr>
        </p:nvSpPr>
        <p:spPr>
          <a:xfrm>
            <a:off x="789607" y="2829330"/>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3" name="Bildplatzhalter 2">
            <a:extLst>
              <a:ext uri="{FF2B5EF4-FFF2-40B4-BE49-F238E27FC236}">
                <a16:creationId xmlns:a16="http://schemas.microsoft.com/office/drawing/2014/main" id="{1659DEBE-BE47-2CC5-04C4-7EFD87F31B02}"/>
              </a:ext>
            </a:extLst>
          </p:cNvPr>
          <p:cNvSpPr>
            <a:spLocks noGrp="1"/>
          </p:cNvSpPr>
          <p:nvPr>
            <p:ph type="pic" sz="quarter" idx="21" hasCustomPrompt="1"/>
          </p:nvPr>
        </p:nvSpPr>
        <p:spPr>
          <a:xfrm>
            <a:off x="789607" y="3697633"/>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4" name="Bildplatzhalter 2">
            <a:extLst>
              <a:ext uri="{FF2B5EF4-FFF2-40B4-BE49-F238E27FC236}">
                <a16:creationId xmlns:a16="http://schemas.microsoft.com/office/drawing/2014/main" id="{272559C6-FEDB-8E9C-6884-84EB480C15A8}"/>
              </a:ext>
            </a:extLst>
          </p:cNvPr>
          <p:cNvSpPr>
            <a:spLocks noGrp="1"/>
          </p:cNvSpPr>
          <p:nvPr>
            <p:ph type="pic" sz="quarter" idx="23" hasCustomPrompt="1"/>
          </p:nvPr>
        </p:nvSpPr>
        <p:spPr>
          <a:xfrm>
            <a:off x="789607" y="4565936"/>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6" name="Bildplatzhalter 2">
            <a:extLst>
              <a:ext uri="{FF2B5EF4-FFF2-40B4-BE49-F238E27FC236}">
                <a16:creationId xmlns:a16="http://schemas.microsoft.com/office/drawing/2014/main" id="{EAF8125F-40B8-DF25-EB60-91B04EB46D27}"/>
              </a:ext>
            </a:extLst>
          </p:cNvPr>
          <p:cNvSpPr>
            <a:spLocks noGrp="1"/>
          </p:cNvSpPr>
          <p:nvPr>
            <p:ph type="pic" sz="quarter" idx="25" hasCustomPrompt="1"/>
          </p:nvPr>
        </p:nvSpPr>
        <p:spPr>
          <a:xfrm>
            <a:off x="789607" y="5434239"/>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7" name="Bildplatzhalter 2">
            <a:extLst>
              <a:ext uri="{FF2B5EF4-FFF2-40B4-BE49-F238E27FC236}">
                <a16:creationId xmlns:a16="http://schemas.microsoft.com/office/drawing/2014/main" id="{CF09435C-4221-0976-6D8F-059EC850EA16}"/>
              </a:ext>
            </a:extLst>
          </p:cNvPr>
          <p:cNvSpPr>
            <a:spLocks noGrp="1"/>
          </p:cNvSpPr>
          <p:nvPr>
            <p:ph type="pic" sz="quarter" idx="26" hasCustomPrompt="1"/>
          </p:nvPr>
        </p:nvSpPr>
        <p:spPr>
          <a:xfrm>
            <a:off x="3378160" y="1961027"/>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8" name="Bildplatzhalter 2">
            <a:extLst>
              <a:ext uri="{FF2B5EF4-FFF2-40B4-BE49-F238E27FC236}">
                <a16:creationId xmlns:a16="http://schemas.microsoft.com/office/drawing/2014/main" id="{28D9C3BD-ED1B-B720-17FF-F2A828D0AC95}"/>
              </a:ext>
            </a:extLst>
          </p:cNvPr>
          <p:cNvSpPr>
            <a:spLocks noGrp="1"/>
          </p:cNvSpPr>
          <p:nvPr>
            <p:ph type="pic" sz="quarter" idx="27" hasCustomPrompt="1"/>
          </p:nvPr>
        </p:nvSpPr>
        <p:spPr>
          <a:xfrm>
            <a:off x="3378160" y="2829330"/>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5" name="Bildplatzhalter 2">
            <a:extLst>
              <a:ext uri="{FF2B5EF4-FFF2-40B4-BE49-F238E27FC236}">
                <a16:creationId xmlns:a16="http://schemas.microsoft.com/office/drawing/2014/main" id="{9E0D6E1E-4C21-F271-0404-54AE4FA498CD}"/>
              </a:ext>
            </a:extLst>
          </p:cNvPr>
          <p:cNvSpPr>
            <a:spLocks noGrp="1"/>
          </p:cNvSpPr>
          <p:nvPr>
            <p:ph type="pic" sz="quarter" idx="28" hasCustomPrompt="1"/>
          </p:nvPr>
        </p:nvSpPr>
        <p:spPr>
          <a:xfrm>
            <a:off x="3378160" y="3697633"/>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6" name="Bildplatzhalter 2">
            <a:extLst>
              <a:ext uri="{FF2B5EF4-FFF2-40B4-BE49-F238E27FC236}">
                <a16:creationId xmlns:a16="http://schemas.microsoft.com/office/drawing/2014/main" id="{A7E07654-AA92-B39C-0DEA-8FC93904A057}"/>
              </a:ext>
            </a:extLst>
          </p:cNvPr>
          <p:cNvSpPr>
            <a:spLocks noGrp="1"/>
          </p:cNvSpPr>
          <p:nvPr>
            <p:ph type="pic" sz="quarter" idx="29" hasCustomPrompt="1"/>
          </p:nvPr>
        </p:nvSpPr>
        <p:spPr>
          <a:xfrm>
            <a:off x="3378160" y="4565936"/>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7" name="Bildplatzhalter 2">
            <a:extLst>
              <a:ext uri="{FF2B5EF4-FFF2-40B4-BE49-F238E27FC236}">
                <a16:creationId xmlns:a16="http://schemas.microsoft.com/office/drawing/2014/main" id="{BA2FD97D-0C49-2704-81A2-D218E3FF216D}"/>
              </a:ext>
            </a:extLst>
          </p:cNvPr>
          <p:cNvSpPr>
            <a:spLocks noGrp="1"/>
          </p:cNvSpPr>
          <p:nvPr>
            <p:ph type="pic" sz="quarter" idx="30" hasCustomPrompt="1"/>
          </p:nvPr>
        </p:nvSpPr>
        <p:spPr>
          <a:xfrm>
            <a:off x="3378160" y="5434239"/>
            <a:ext cx="2485905" cy="768427"/>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 name="Fußzeilenplatzhalter 2">
            <a:extLst>
              <a:ext uri="{FF2B5EF4-FFF2-40B4-BE49-F238E27FC236}">
                <a16:creationId xmlns:a16="http://schemas.microsoft.com/office/drawing/2014/main" id="{6F37B476-1AD5-C567-50EA-03EA53CE94D2}"/>
              </a:ext>
            </a:extLst>
          </p:cNvPr>
          <p:cNvSpPr>
            <a:spLocks noGrp="1"/>
          </p:cNvSpPr>
          <p:nvPr>
            <p:ph type="ftr" sz="quarter" idx="31"/>
          </p:nvPr>
        </p:nvSpPr>
        <p:spPr/>
        <p:txBody>
          <a:bodyPr/>
          <a:lstStyle/>
          <a:p>
            <a:r>
              <a:rPr lang="en-US"/>
              <a:t>EDAG Electrics/Electronics     Author: Shubham/Israr/Omkar       Version:1.0          Scope: EDAG Group     internal</a:t>
            </a:r>
            <a:endParaRPr lang="de-DE"/>
          </a:p>
        </p:txBody>
      </p:sp>
      <p:sp>
        <p:nvSpPr>
          <p:cNvPr id="9" name="Titel 8">
            <a:extLst>
              <a:ext uri="{FF2B5EF4-FFF2-40B4-BE49-F238E27FC236}">
                <a16:creationId xmlns:a16="http://schemas.microsoft.com/office/drawing/2014/main" id="{5A1D3582-B09A-108D-6F29-451FE2188249}"/>
              </a:ext>
            </a:extLst>
          </p:cNvPr>
          <p:cNvSpPr>
            <a:spLocks noGrp="1"/>
          </p:cNvSpPr>
          <p:nvPr>
            <p:ph type="title"/>
          </p:nvPr>
        </p:nvSpPr>
        <p:spPr/>
        <p:txBody>
          <a:bodyPr>
            <a:noAutofit/>
          </a:bodyPr>
          <a:lstStyle/>
          <a:p>
            <a:r>
              <a:rPr lang="de-DE"/>
              <a:t>Mastertitelformat bearbeiten</a:t>
            </a:r>
          </a:p>
        </p:txBody>
      </p:sp>
      <p:sp>
        <p:nvSpPr>
          <p:cNvPr id="11" name="Textplatzhalter 17">
            <a:extLst>
              <a:ext uri="{FF2B5EF4-FFF2-40B4-BE49-F238E27FC236}">
                <a16:creationId xmlns:a16="http://schemas.microsoft.com/office/drawing/2014/main" id="{69F72E7F-46C9-39FD-8410-0D9D5921CECF}"/>
              </a:ext>
            </a:extLst>
          </p:cNvPr>
          <p:cNvSpPr>
            <a:spLocks noGrp="1"/>
          </p:cNvSpPr>
          <p:nvPr>
            <p:ph type="body" sz="quarter" idx="32"/>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14632"/>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rk Mode/Gray References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9B964F32-72AB-F1BA-4B4F-75EB1583FD62}"/>
              </a:ext>
            </a:extLst>
          </p:cNvPr>
          <p:cNvSpPr>
            <a:spLocks noGrp="1"/>
          </p:cNvSpPr>
          <p:nvPr>
            <p:ph type="pic" sz="quarter" idx="17" hasCustomPrompt="1"/>
          </p:nvPr>
        </p:nvSpPr>
        <p:spPr>
          <a:xfrm>
            <a:off x="658813"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9" name="Bildplatzhalter 2">
            <a:extLst>
              <a:ext uri="{FF2B5EF4-FFF2-40B4-BE49-F238E27FC236}">
                <a16:creationId xmlns:a16="http://schemas.microsoft.com/office/drawing/2014/main" id="{59A80FB0-FB51-83CC-B146-806E2C55F2B9}"/>
              </a:ext>
            </a:extLst>
          </p:cNvPr>
          <p:cNvSpPr>
            <a:spLocks noGrp="1"/>
          </p:cNvSpPr>
          <p:nvPr>
            <p:ph type="pic" sz="quarter" idx="26" hasCustomPrompt="1"/>
          </p:nvPr>
        </p:nvSpPr>
        <p:spPr>
          <a:xfrm>
            <a:off x="3452758"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0" name="Bildplatzhalter 2">
            <a:extLst>
              <a:ext uri="{FF2B5EF4-FFF2-40B4-BE49-F238E27FC236}">
                <a16:creationId xmlns:a16="http://schemas.microsoft.com/office/drawing/2014/main" id="{CCB8675E-0CD1-0C97-8A9A-D3026E6411ED}"/>
              </a:ext>
            </a:extLst>
          </p:cNvPr>
          <p:cNvSpPr>
            <a:spLocks noGrp="1"/>
          </p:cNvSpPr>
          <p:nvPr>
            <p:ph type="pic" sz="quarter" idx="31" hasCustomPrompt="1"/>
          </p:nvPr>
        </p:nvSpPr>
        <p:spPr>
          <a:xfrm>
            <a:off x="6246703"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27" name="Bildplatzhalter 2">
            <a:extLst>
              <a:ext uri="{FF2B5EF4-FFF2-40B4-BE49-F238E27FC236}">
                <a16:creationId xmlns:a16="http://schemas.microsoft.com/office/drawing/2014/main" id="{B2603B96-DF65-E976-FA83-02C6EFD0A0DA}"/>
              </a:ext>
            </a:extLst>
          </p:cNvPr>
          <p:cNvSpPr>
            <a:spLocks noGrp="1"/>
          </p:cNvSpPr>
          <p:nvPr>
            <p:ph type="pic" sz="quarter" idx="36" hasCustomPrompt="1"/>
          </p:nvPr>
        </p:nvSpPr>
        <p:spPr>
          <a:xfrm>
            <a:off x="9040648" y="1808163"/>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8" name="Bildplatzhalter 2">
            <a:extLst>
              <a:ext uri="{FF2B5EF4-FFF2-40B4-BE49-F238E27FC236}">
                <a16:creationId xmlns:a16="http://schemas.microsoft.com/office/drawing/2014/main" id="{8754B366-AA2D-9354-420D-5F534E3E7A9F}"/>
              </a:ext>
            </a:extLst>
          </p:cNvPr>
          <p:cNvSpPr>
            <a:spLocks noGrp="1"/>
          </p:cNvSpPr>
          <p:nvPr>
            <p:ph type="pic" sz="quarter" idx="37" hasCustomPrompt="1"/>
          </p:nvPr>
        </p:nvSpPr>
        <p:spPr>
          <a:xfrm>
            <a:off x="665448"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39" name="Bildplatzhalter 2">
            <a:extLst>
              <a:ext uri="{FF2B5EF4-FFF2-40B4-BE49-F238E27FC236}">
                <a16:creationId xmlns:a16="http://schemas.microsoft.com/office/drawing/2014/main" id="{3D6C926A-DDCB-8A29-D174-8BC8653E32AD}"/>
              </a:ext>
            </a:extLst>
          </p:cNvPr>
          <p:cNvSpPr>
            <a:spLocks noGrp="1"/>
          </p:cNvSpPr>
          <p:nvPr>
            <p:ph type="pic" sz="quarter" idx="38" hasCustomPrompt="1"/>
          </p:nvPr>
        </p:nvSpPr>
        <p:spPr>
          <a:xfrm>
            <a:off x="3459393"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0" name="Bildplatzhalter 2">
            <a:extLst>
              <a:ext uri="{FF2B5EF4-FFF2-40B4-BE49-F238E27FC236}">
                <a16:creationId xmlns:a16="http://schemas.microsoft.com/office/drawing/2014/main" id="{A4173441-12EE-66D5-768A-04EB3E1A564F}"/>
              </a:ext>
            </a:extLst>
          </p:cNvPr>
          <p:cNvSpPr>
            <a:spLocks noGrp="1"/>
          </p:cNvSpPr>
          <p:nvPr>
            <p:ph type="pic" sz="quarter" idx="39" hasCustomPrompt="1"/>
          </p:nvPr>
        </p:nvSpPr>
        <p:spPr>
          <a:xfrm>
            <a:off x="6253338"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1" name="Bildplatzhalter 2">
            <a:extLst>
              <a:ext uri="{FF2B5EF4-FFF2-40B4-BE49-F238E27FC236}">
                <a16:creationId xmlns:a16="http://schemas.microsoft.com/office/drawing/2014/main" id="{CF13A422-3C24-4EB9-ADF6-500B60F18FFC}"/>
              </a:ext>
            </a:extLst>
          </p:cNvPr>
          <p:cNvSpPr>
            <a:spLocks noGrp="1"/>
          </p:cNvSpPr>
          <p:nvPr>
            <p:ph type="pic" sz="quarter" idx="40" hasCustomPrompt="1"/>
          </p:nvPr>
        </p:nvSpPr>
        <p:spPr>
          <a:xfrm>
            <a:off x="9047283" y="290993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2" name="Bildplatzhalter 2">
            <a:extLst>
              <a:ext uri="{FF2B5EF4-FFF2-40B4-BE49-F238E27FC236}">
                <a16:creationId xmlns:a16="http://schemas.microsoft.com/office/drawing/2014/main" id="{A0A0CA56-BA82-030D-F0E0-C5E84E569C3D}"/>
              </a:ext>
            </a:extLst>
          </p:cNvPr>
          <p:cNvSpPr>
            <a:spLocks noGrp="1"/>
          </p:cNvSpPr>
          <p:nvPr>
            <p:ph type="pic" sz="quarter" idx="41" hasCustomPrompt="1"/>
          </p:nvPr>
        </p:nvSpPr>
        <p:spPr>
          <a:xfrm>
            <a:off x="658812"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3" name="Bildplatzhalter 2">
            <a:extLst>
              <a:ext uri="{FF2B5EF4-FFF2-40B4-BE49-F238E27FC236}">
                <a16:creationId xmlns:a16="http://schemas.microsoft.com/office/drawing/2014/main" id="{5EB07990-A9C3-3F42-07AE-2EE450E302DC}"/>
              </a:ext>
            </a:extLst>
          </p:cNvPr>
          <p:cNvSpPr>
            <a:spLocks noGrp="1"/>
          </p:cNvSpPr>
          <p:nvPr>
            <p:ph type="pic" sz="quarter" idx="42" hasCustomPrompt="1"/>
          </p:nvPr>
        </p:nvSpPr>
        <p:spPr>
          <a:xfrm>
            <a:off x="3452757"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4" name="Bildplatzhalter 2">
            <a:extLst>
              <a:ext uri="{FF2B5EF4-FFF2-40B4-BE49-F238E27FC236}">
                <a16:creationId xmlns:a16="http://schemas.microsoft.com/office/drawing/2014/main" id="{D1A9E494-7C7C-A3CA-2B6A-9348E6C27BAB}"/>
              </a:ext>
            </a:extLst>
          </p:cNvPr>
          <p:cNvSpPr>
            <a:spLocks noGrp="1"/>
          </p:cNvSpPr>
          <p:nvPr>
            <p:ph type="pic" sz="quarter" idx="43" hasCustomPrompt="1"/>
          </p:nvPr>
        </p:nvSpPr>
        <p:spPr>
          <a:xfrm>
            <a:off x="6246702"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5" name="Bildplatzhalter 2">
            <a:extLst>
              <a:ext uri="{FF2B5EF4-FFF2-40B4-BE49-F238E27FC236}">
                <a16:creationId xmlns:a16="http://schemas.microsoft.com/office/drawing/2014/main" id="{68E3CEDB-B4E5-F793-8CFF-105AD13F9EF4}"/>
              </a:ext>
            </a:extLst>
          </p:cNvPr>
          <p:cNvSpPr>
            <a:spLocks noGrp="1"/>
          </p:cNvSpPr>
          <p:nvPr>
            <p:ph type="pic" sz="quarter" idx="44" hasCustomPrompt="1"/>
          </p:nvPr>
        </p:nvSpPr>
        <p:spPr>
          <a:xfrm>
            <a:off x="9040647" y="4011715"/>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6" name="Bildplatzhalter 2">
            <a:extLst>
              <a:ext uri="{FF2B5EF4-FFF2-40B4-BE49-F238E27FC236}">
                <a16:creationId xmlns:a16="http://schemas.microsoft.com/office/drawing/2014/main" id="{70B7CB09-852E-3508-0D65-6E79559028B7}"/>
              </a:ext>
            </a:extLst>
          </p:cNvPr>
          <p:cNvSpPr>
            <a:spLocks noGrp="1"/>
          </p:cNvSpPr>
          <p:nvPr>
            <p:ph type="pic" sz="quarter" idx="45" hasCustomPrompt="1"/>
          </p:nvPr>
        </p:nvSpPr>
        <p:spPr>
          <a:xfrm>
            <a:off x="665448"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7" name="Bildplatzhalter 2">
            <a:extLst>
              <a:ext uri="{FF2B5EF4-FFF2-40B4-BE49-F238E27FC236}">
                <a16:creationId xmlns:a16="http://schemas.microsoft.com/office/drawing/2014/main" id="{65E447E8-464E-A5AD-5978-4E0AF5950A68}"/>
              </a:ext>
            </a:extLst>
          </p:cNvPr>
          <p:cNvSpPr>
            <a:spLocks noGrp="1"/>
          </p:cNvSpPr>
          <p:nvPr>
            <p:ph type="pic" sz="quarter" idx="46" hasCustomPrompt="1"/>
          </p:nvPr>
        </p:nvSpPr>
        <p:spPr>
          <a:xfrm>
            <a:off x="3459393"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8" name="Bildplatzhalter 2">
            <a:extLst>
              <a:ext uri="{FF2B5EF4-FFF2-40B4-BE49-F238E27FC236}">
                <a16:creationId xmlns:a16="http://schemas.microsoft.com/office/drawing/2014/main" id="{3384F8CF-9CEC-AC2F-1654-FA280A43CC60}"/>
              </a:ext>
            </a:extLst>
          </p:cNvPr>
          <p:cNvSpPr>
            <a:spLocks noGrp="1"/>
          </p:cNvSpPr>
          <p:nvPr>
            <p:ph type="pic" sz="quarter" idx="47" hasCustomPrompt="1"/>
          </p:nvPr>
        </p:nvSpPr>
        <p:spPr>
          <a:xfrm>
            <a:off x="6253338"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49" name="Bildplatzhalter 2">
            <a:extLst>
              <a:ext uri="{FF2B5EF4-FFF2-40B4-BE49-F238E27FC236}">
                <a16:creationId xmlns:a16="http://schemas.microsoft.com/office/drawing/2014/main" id="{2A0B8796-A130-B7AF-9357-DD89770ED625}"/>
              </a:ext>
            </a:extLst>
          </p:cNvPr>
          <p:cNvSpPr>
            <a:spLocks noGrp="1"/>
          </p:cNvSpPr>
          <p:nvPr>
            <p:ph type="pic" sz="quarter" idx="48" hasCustomPrompt="1"/>
          </p:nvPr>
        </p:nvSpPr>
        <p:spPr>
          <a:xfrm>
            <a:off x="9047283" y="5110069"/>
            <a:ext cx="2485905" cy="861885"/>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Logo / Reference </a:t>
            </a:r>
            <a:r>
              <a:rPr lang="de-DE" err="1"/>
              <a:t>project</a:t>
            </a:r>
            <a:endParaRPr lang="de-DE"/>
          </a:p>
        </p:txBody>
      </p:sp>
      <p:sp>
        <p:nvSpPr>
          <p:cNvPr id="5" name="Fußzeilenplatzhalter 4">
            <a:extLst>
              <a:ext uri="{FF2B5EF4-FFF2-40B4-BE49-F238E27FC236}">
                <a16:creationId xmlns:a16="http://schemas.microsoft.com/office/drawing/2014/main" id="{FB15C89E-30AC-B08F-2BD4-2C27C5FBB079}"/>
              </a:ext>
            </a:extLst>
          </p:cNvPr>
          <p:cNvSpPr>
            <a:spLocks noGrp="1"/>
          </p:cNvSpPr>
          <p:nvPr>
            <p:ph type="ftr" sz="quarter" idx="49"/>
          </p:nvPr>
        </p:nvSpPr>
        <p:spPr/>
        <p:txBody>
          <a:bodyPr/>
          <a:lstStyle/>
          <a:p>
            <a:r>
              <a:rPr lang="en-US"/>
              <a:t>EDAG Electrics/Electronics     Author: Shubham/Israr/Omkar       Version:1.0          Scope: EDAG Group     internal</a:t>
            </a:r>
            <a:endParaRPr lang="de-DE"/>
          </a:p>
        </p:txBody>
      </p:sp>
      <p:sp>
        <p:nvSpPr>
          <p:cNvPr id="6" name="Foliennummernplatzhalter 5">
            <a:extLst>
              <a:ext uri="{FF2B5EF4-FFF2-40B4-BE49-F238E27FC236}">
                <a16:creationId xmlns:a16="http://schemas.microsoft.com/office/drawing/2014/main" id="{FFDC1F39-AD31-E4F9-4625-778EF36503B0}"/>
              </a:ext>
            </a:extLst>
          </p:cNvPr>
          <p:cNvSpPr>
            <a:spLocks noGrp="1"/>
          </p:cNvSpPr>
          <p:nvPr>
            <p:ph type="sldNum" sz="quarter" idx="50"/>
          </p:nvPr>
        </p:nvSpPr>
        <p:spPr/>
        <p:txBody>
          <a:bodyPr/>
          <a:lstStyle/>
          <a:p>
            <a:fld id="{7D3ABF3B-F89B-4CD7-B75C-63A8A662AF01}" type="slidenum">
              <a:rPr lang="en-US" smtClean="0"/>
              <a:pPr/>
              <a:t>‹#›</a:t>
            </a:fld>
            <a:endParaRPr lang="en-US"/>
          </a:p>
        </p:txBody>
      </p:sp>
      <p:sp>
        <p:nvSpPr>
          <p:cNvPr id="9" name="Titel 8">
            <a:extLst>
              <a:ext uri="{FF2B5EF4-FFF2-40B4-BE49-F238E27FC236}">
                <a16:creationId xmlns:a16="http://schemas.microsoft.com/office/drawing/2014/main" id="{4A88EC43-491A-4459-9951-F95FEB15EA2F}"/>
              </a:ext>
            </a:extLst>
          </p:cNvPr>
          <p:cNvSpPr>
            <a:spLocks noGrp="1"/>
          </p:cNvSpPr>
          <p:nvPr>
            <p:ph type="title"/>
          </p:nvPr>
        </p:nvSpPr>
        <p:spPr/>
        <p:txBody>
          <a:bodyPr>
            <a:noAutofit/>
          </a:bodyPr>
          <a:lstStyle/>
          <a:p>
            <a:r>
              <a:rPr lang="de-DE"/>
              <a:t>Mastertitelformat bearbeiten</a:t>
            </a:r>
          </a:p>
        </p:txBody>
      </p:sp>
      <p:sp>
        <p:nvSpPr>
          <p:cNvPr id="11" name="Textplatzhalter 17">
            <a:extLst>
              <a:ext uri="{FF2B5EF4-FFF2-40B4-BE49-F238E27FC236}">
                <a16:creationId xmlns:a16="http://schemas.microsoft.com/office/drawing/2014/main" id="{0030A14C-13EF-956E-7A34-2B9C7494D989}"/>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841951989"/>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Mode/Gray References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7E5C5D-D168-6106-CFAC-A7D26E8A570F}"/>
              </a:ext>
            </a:extLst>
          </p:cNvPr>
          <p:cNvSpPr>
            <a:spLocks noGrp="1"/>
          </p:cNvSpPr>
          <p:nvPr>
            <p:ph type="title"/>
          </p:nvPr>
        </p:nvSpPr>
        <p:spPr/>
        <p:txBody>
          <a:bodyPr/>
          <a:lstStyle/>
          <a:p>
            <a:r>
              <a:rPr lang="de-DE"/>
              <a:t>Mastertitelformat bearbeiten</a:t>
            </a:r>
          </a:p>
        </p:txBody>
      </p:sp>
      <p:sp>
        <p:nvSpPr>
          <p:cNvPr id="3" name="Foliennummernplatzhalter 2">
            <a:extLst>
              <a:ext uri="{FF2B5EF4-FFF2-40B4-BE49-F238E27FC236}">
                <a16:creationId xmlns:a16="http://schemas.microsoft.com/office/drawing/2014/main" id="{3467E333-4ECF-34A9-5DA3-B8116008A523}"/>
              </a:ext>
            </a:extLst>
          </p:cNvPr>
          <p:cNvSpPr>
            <a:spLocks noGrp="1"/>
          </p:cNvSpPr>
          <p:nvPr>
            <p:ph type="sldNum" sz="quarter" idx="10"/>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DF8D90E2-C4DB-F868-0DF6-3E4491E3E5FC}"/>
              </a:ext>
            </a:extLst>
          </p:cNvPr>
          <p:cNvSpPr>
            <a:spLocks noGrp="1"/>
          </p:cNvSpPr>
          <p:nvPr>
            <p:ph type="ftr" sz="quarter" idx="11"/>
          </p:nvPr>
        </p:nvSpPr>
        <p:spPr/>
        <p:txBody>
          <a:bodyPr/>
          <a:lstStyle/>
          <a:p>
            <a:r>
              <a:rPr lang="en-US"/>
              <a:t>EDAG Electrics/Electronics     Author: Shubham/Israr/Omkar       Version:1.0          Scope: EDAG Group     internal</a:t>
            </a:r>
            <a:endParaRPr lang="de-DE"/>
          </a:p>
        </p:txBody>
      </p:sp>
      <p:sp>
        <p:nvSpPr>
          <p:cNvPr id="6" name="Textplatzhalter 17">
            <a:extLst>
              <a:ext uri="{FF2B5EF4-FFF2-40B4-BE49-F238E27FC236}">
                <a16:creationId xmlns:a16="http://schemas.microsoft.com/office/drawing/2014/main" id="{BD8758DB-9932-98A9-4376-3B54315AD8C5}"/>
              </a:ext>
            </a:extLst>
          </p:cNvPr>
          <p:cNvSpPr>
            <a:spLocks noGrp="1"/>
          </p:cNvSpPr>
          <p:nvPr>
            <p:ph type="body" sz="quarter" idx="32"/>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7" name="Bildplatzhalter 2">
            <a:extLst>
              <a:ext uri="{FF2B5EF4-FFF2-40B4-BE49-F238E27FC236}">
                <a16:creationId xmlns:a16="http://schemas.microsoft.com/office/drawing/2014/main" id="{C5721F21-1CAB-5707-E0F3-1E4F9DCF3DFD}"/>
              </a:ext>
            </a:extLst>
          </p:cNvPr>
          <p:cNvSpPr>
            <a:spLocks noGrp="1"/>
          </p:cNvSpPr>
          <p:nvPr>
            <p:ph type="pic" sz="quarter" idx="17" hasCustomPrompt="1"/>
          </p:nvPr>
        </p:nvSpPr>
        <p:spPr>
          <a:xfrm>
            <a:off x="658813" y="1428241"/>
            <a:ext cx="2959768" cy="1372329"/>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Picture / Logo / Reference </a:t>
            </a:r>
            <a:r>
              <a:rPr lang="de-DE" err="1"/>
              <a:t>project</a:t>
            </a:r>
            <a:endParaRPr lang="de-DE"/>
          </a:p>
        </p:txBody>
      </p:sp>
      <p:sp>
        <p:nvSpPr>
          <p:cNvPr id="20" name="Textplatzhalter 19">
            <a:extLst>
              <a:ext uri="{FF2B5EF4-FFF2-40B4-BE49-F238E27FC236}">
                <a16:creationId xmlns:a16="http://schemas.microsoft.com/office/drawing/2014/main" id="{125F3478-62A5-6572-17CD-EBE0266C0C1B}"/>
              </a:ext>
            </a:extLst>
          </p:cNvPr>
          <p:cNvSpPr>
            <a:spLocks noGrp="1"/>
          </p:cNvSpPr>
          <p:nvPr>
            <p:ph type="body" sz="quarter" idx="33"/>
          </p:nvPr>
        </p:nvSpPr>
        <p:spPr>
          <a:xfrm>
            <a:off x="6187188" y="3032701"/>
            <a:ext cx="5346000" cy="2025167"/>
          </a:xfrm>
          <a:prstGeom prst="rect">
            <a:avLst/>
          </a:prstGeom>
        </p:spPr>
        <p:txBody>
          <a:bodyPr lIns="0" tIns="0" rIns="0" bIns="0"/>
          <a:lstStyle>
            <a:lvl1pPr marL="171450" indent="-171450">
              <a:buFont typeface="Symbol" panose="05050102010706020507" pitchFamily="18" charset="2"/>
              <a:buChar char="-"/>
              <a:defRPr/>
            </a:lvl1pPr>
          </a:lstStyle>
          <a:p>
            <a:pPr lvl="0"/>
            <a:r>
              <a:rPr lang="de-DE"/>
              <a:t>Mastertextformat bearbeiten</a:t>
            </a:r>
          </a:p>
        </p:txBody>
      </p:sp>
      <p:sp>
        <p:nvSpPr>
          <p:cNvPr id="21" name="Textplatzhalter 19">
            <a:extLst>
              <a:ext uri="{FF2B5EF4-FFF2-40B4-BE49-F238E27FC236}">
                <a16:creationId xmlns:a16="http://schemas.microsoft.com/office/drawing/2014/main" id="{D20DC85B-A08F-2860-CAA4-C5492DBB5AA3}"/>
              </a:ext>
            </a:extLst>
          </p:cNvPr>
          <p:cNvSpPr>
            <a:spLocks noGrp="1"/>
          </p:cNvSpPr>
          <p:nvPr>
            <p:ph type="body" sz="quarter" idx="34" hasCustomPrompt="1"/>
          </p:nvPr>
        </p:nvSpPr>
        <p:spPr>
          <a:xfrm>
            <a:off x="6187188" y="2697599"/>
            <a:ext cx="5346000" cy="252000"/>
          </a:xfrm>
          <a:prstGeom prst="rect">
            <a:avLst/>
          </a:prstGeom>
        </p:spPr>
        <p:txBody>
          <a:bodyPr lIns="0" tIns="0" rIns="0" bIns="0"/>
          <a:lstStyle>
            <a:lvl1pPr marL="0" indent="0">
              <a:buFontTx/>
              <a:buNone/>
              <a:defRPr sz="1600" b="1" cap="all" baseline="0"/>
            </a:lvl1pPr>
          </a:lstStyle>
          <a:p>
            <a:pPr lvl="0"/>
            <a:r>
              <a:rPr lang="de-DE"/>
              <a:t>Contents</a:t>
            </a:r>
          </a:p>
        </p:txBody>
      </p:sp>
      <p:sp>
        <p:nvSpPr>
          <p:cNvPr id="23" name="Textplatzhalter 19">
            <a:extLst>
              <a:ext uri="{FF2B5EF4-FFF2-40B4-BE49-F238E27FC236}">
                <a16:creationId xmlns:a16="http://schemas.microsoft.com/office/drawing/2014/main" id="{8A8576D8-2DB5-1A32-9D81-0F5ADF4C6E1D}"/>
              </a:ext>
            </a:extLst>
          </p:cNvPr>
          <p:cNvSpPr>
            <a:spLocks noGrp="1"/>
          </p:cNvSpPr>
          <p:nvPr>
            <p:ph type="body" sz="quarter" idx="35"/>
          </p:nvPr>
        </p:nvSpPr>
        <p:spPr>
          <a:xfrm>
            <a:off x="6187188" y="5620799"/>
            <a:ext cx="5346000" cy="720000"/>
          </a:xfrm>
          <a:prstGeom prst="rect">
            <a:avLst/>
          </a:prstGeom>
        </p:spPr>
        <p:txBody>
          <a:bodyPr lIns="0" tIns="0" rIns="0" bIns="0"/>
          <a:lstStyle>
            <a:lvl1pPr marL="171450" indent="-171450">
              <a:buFont typeface="Symbol" panose="05050102010706020507" pitchFamily="18" charset="2"/>
              <a:buChar char="-"/>
              <a:defRPr/>
            </a:lvl1pPr>
          </a:lstStyle>
          <a:p>
            <a:pPr lvl="0"/>
            <a:r>
              <a:rPr lang="de-DE"/>
              <a:t>Mastertextformat bearbeiten</a:t>
            </a:r>
          </a:p>
        </p:txBody>
      </p:sp>
      <p:sp>
        <p:nvSpPr>
          <p:cNvPr id="24" name="Textplatzhalter 19">
            <a:extLst>
              <a:ext uri="{FF2B5EF4-FFF2-40B4-BE49-F238E27FC236}">
                <a16:creationId xmlns:a16="http://schemas.microsoft.com/office/drawing/2014/main" id="{D6F86D6E-C7F6-547C-06AD-6375537EF7D2}"/>
              </a:ext>
            </a:extLst>
          </p:cNvPr>
          <p:cNvSpPr>
            <a:spLocks noGrp="1"/>
          </p:cNvSpPr>
          <p:nvPr>
            <p:ph type="body" sz="quarter" idx="36" hasCustomPrompt="1"/>
          </p:nvPr>
        </p:nvSpPr>
        <p:spPr>
          <a:xfrm>
            <a:off x="6187188" y="5275199"/>
            <a:ext cx="5346000" cy="252000"/>
          </a:xfrm>
          <a:prstGeom prst="rect">
            <a:avLst/>
          </a:prstGeom>
        </p:spPr>
        <p:txBody>
          <a:bodyPr lIns="0" tIns="0" rIns="0" bIns="0"/>
          <a:lstStyle>
            <a:lvl1pPr marL="0" indent="0">
              <a:buFontTx/>
              <a:buNone/>
              <a:defRPr sz="1600" b="1" cap="all" baseline="0"/>
            </a:lvl1pPr>
          </a:lstStyle>
          <a:p>
            <a:pPr lvl="0"/>
            <a:r>
              <a:rPr lang="de-DE" err="1"/>
              <a:t>tools</a:t>
            </a:r>
            <a:endParaRPr lang="de-DE"/>
          </a:p>
        </p:txBody>
      </p:sp>
      <p:sp>
        <p:nvSpPr>
          <p:cNvPr id="25" name="Textplatzhalter 19">
            <a:extLst>
              <a:ext uri="{FF2B5EF4-FFF2-40B4-BE49-F238E27FC236}">
                <a16:creationId xmlns:a16="http://schemas.microsoft.com/office/drawing/2014/main" id="{43E246A5-CEA2-3E5A-C1A2-98BE28128D45}"/>
              </a:ext>
            </a:extLst>
          </p:cNvPr>
          <p:cNvSpPr>
            <a:spLocks noGrp="1"/>
          </p:cNvSpPr>
          <p:nvPr>
            <p:ph type="body" sz="quarter" idx="37" hasCustomPrompt="1"/>
          </p:nvPr>
        </p:nvSpPr>
        <p:spPr>
          <a:xfrm>
            <a:off x="6187188" y="1808162"/>
            <a:ext cx="5346000" cy="721973"/>
          </a:xfrm>
          <a:prstGeom prst="rect">
            <a:avLst/>
          </a:prstGeom>
        </p:spPr>
        <p:txBody>
          <a:bodyPr lIns="0" tIns="0" rIns="0" bIns="0"/>
          <a:lstStyle>
            <a:lvl1pPr marL="0" indent="0">
              <a:buFontTx/>
              <a:buNone/>
              <a:defRPr sz="1600" b="1" cap="none" baseline="0">
                <a:solidFill>
                  <a:schemeClr val="tx2"/>
                </a:solidFill>
              </a:defRPr>
            </a:lvl1pPr>
          </a:lstStyle>
          <a:p>
            <a:pPr lvl="0"/>
            <a:r>
              <a:rPr lang="de-DE"/>
              <a:t>Reference title</a:t>
            </a:r>
          </a:p>
        </p:txBody>
      </p:sp>
      <p:sp>
        <p:nvSpPr>
          <p:cNvPr id="26" name="Textplatzhalter 19">
            <a:extLst>
              <a:ext uri="{FF2B5EF4-FFF2-40B4-BE49-F238E27FC236}">
                <a16:creationId xmlns:a16="http://schemas.microsoft.com/office/drawing/2014/main" id="{233D4FE0-3960-65C8-EEA9-A9814B616555}"/>
              </a:ext>
            </a:extLst>
          </p:cNvPr>
          <p:cNvSpPr>
            <a:spLocks noGrp="1"/>
          </p:cNvSpPr>
          <p:nvPr>
            <p:ph type="body" sz="quarter" idx="38" hasCustomPrompt="1"/>
          </p:nvPr>
        </p:nvSpPr>
        <p:spPr>
          <a:xfrm>
            <a:off x="658813" y="5276689"/>
            <a:ext cx="4140000" cy="252000"/>
          </a:xfrm>
          <a:prstGeom prst="rect">
            <a:avLst/>
          </a:prstGeom>
        </p:spPr>
        <p:txBody>
          <a:bodyPr lIns="0" tIns="0" rIns="0" bIns="0"/>
          <a:lstStyle>
            <a:lvl1pPr marL="0" indent="0">
              <a:buFontTx/>
              <a:buNone/>
              <a:defRPr sz="1600" b="1" cap="all" baseline="0"/>
            </a:lvl1pPr>
          </a:lstStyle>
          <a:p>
            <a:pPr lvl="0"/>
            <a:r>
              <a:rPr lang="de-DE"/>
              <a:t>Project </a:t>
            </a:r>
            <a:r>
              <a:rPr lang="de-DE" err="1"/>
              <a:t>goals</a:t>
            </a:r>
            <a:endParaRPr lang="de-DE"/>
          </a:p>
        </p:txBody>
      </p:sp>
      <p:sp>
        <p:nvSpPr>
          <p:cNvPr id="27" name="Textplatzhalter 19">
            <a:extLst>
              <a:ext uri="{FF2B5EF4-FFF2-40B4-BE49-F238E27FC236}">
                <a16:creationId xmlns:a16="http://schemas.microsoft.com/office/drawing/2014/main" id="{3467C904-3325-B8AD-ED40-A0D69E47E325}"/>
              </a:ext>
            </a:extLst>
          </p:cNvPr>
          <p:cNvSpPr>
            <a:spLocks noGrp="1"/>
          </p:cNvSpPr>
          <p:nvPr>
            <p:ph type="body" sz="quarter" idx="39"/>
          </p:nvPr>
        </p:nvSpPr>
        <p:spPr>
          <a:xfrm>
            <a:off x="658813" y="5620471"/>
            <a:ext cx="5346000" cy="720000"/>
          </a:xfrm>
          <a:prstGeom prst="rect">
            <a:avLst/>
          </a:prstGeom>
        </p:spPr>
        <p:txBody>
          <a:bodyPr lIns="0" tIns="0" rIns="0" bIns="0"/>
          <a:lstStyle>
            <a:lvl1pPr marL="171450" indent="-171450">
              <a:buFont typeface="Symbol" panose="05050102010706020507" pitchFamily="18" charset="2"/>
              <a:buChar char="-"/>
              <a:defRPr/>
            </a:lvl1pPr>
          </a:lstStyle>
          <a:p>
            <a:pPr lvl="0"/>
            <a:r>
              <a:rPr lang="de-DE"/>
              <a:t>Mastertextformat bearbeiten</a:t>
            </a:r>
          </a:p>
        </p:txBody>
      </p:sp>
      <p:sp>
        <p:nvSpPr>
          <p:cNvPr id="28" name="Textplatzhalter 19">
            <a:extLst>
              <a:ext uri="{FF2B5EF4-FFF2-40B4-BE49-F238E27FC236}">
                <a16:creationId xmlns:a16="http://schemas.microsoft.com/office/drawing/2014/main" id="{3D63D933-A837-F1BB-4708-7B0E5F7970CF}"/>
              </a:ext>
            </a:extLst>
          </p:cNvPr>
          <p:cNvSpPr>
            <a:spLocks noGrp="1"/>
          </p:cNvSpPr>
          <p:nvPr>
            <p:ph type="body" sz="quarter" idx="40"/>
          </p:nvPr>
        </p:nvSpPr>
        <p:spPr>
          <a:xfrm>
            <a:off x="1617785" y="3034006"/>
            <a:ext cx="4384800" cy="612000"/>
          </a:xfrm>
          <a:prstGeom prst="rect">
            <a:avLst/>
          </a:prstGeom>
        </p:spPr>
        <p:txBody>
          <a:bodyPr lIns="0" tIns="0" rIns="0" bIns="0"/>
          <a:lstStyle>
            <a:lvl1pPr marL="0" indent="0">
              <a:buFontTx/>
              <a:buNone/>
              <a:defRPr/>
            </a:lvl1pPr>
          </a:lstStyle>
          <a:p>
            <a:pPr lvl="0"/>
            <a:r>
              <a:rPr lang="de-DE"/>
              <a:t>Mastertextformat bearbeiten</a:t>
            </a:r>
          </a:p>
        </p:txBody>
      </p:sp>
      <p:sp>
        <p:nvSpPr>
          <p:cNvPr id="29" name="Textplatzhalter 19">
            <a:extLst>
              <a:ext uri="{FF2B5EF4-FFF2-40B4-BE49-F238E27FC236}">
                <a16:creationId xmlns:a16="http://schemas.microsoft.com/office/drawing/2014/main" id="{696CA6F9-A5E0-22D0-0E64-5AE1422F545C}"/>
              </a:ext>
            </a:extLst>
          </p:cNvPr>
          <p:cNvSpPr>
            <a:spLocks noGrp="1"/>
          </p:cNvSpPr>
          <p:nvPr>
            <p:ph type="body" sz="quarter" idx="41" hasCustomPrompt="1"/>
          </p:nvPr>
        </p:nvSpPr>
        <p:spPr>
          <a:xfrm>
            <a:off x="658813" y="3034006"/>
            <a:ext cx="828000" cy="252000"/>
          </a:xfrm>
          <a:prstGeom prst="rect">
            <a:avLst/>
          </a:prstGeom>
        </p:spPr>
        <p:txBody>
          <a:bodyPr lIns="0" tIns="0" rIns="0" bIns="0"/>
          <a:lstStyle>
            <a:lvl1pPr marL="0" indent="0">
              <a:buFontTx/>
              <a:buNone/>
              <a:defRPr sz="1600" b="1" cap="all" baseline="0"/>
            </a:lvl1pPr>
          </a:lstStyle>
          <a:p>
            <a:pPr lvl="0"/>
            <a:r>
              <a:rPr lang="de-DE"/>
              <a:t>Customer</a:t>
            </a:r>
          </a:p>
        </p:txBody>
      </p:sp>
      <p:sp>
        <p:nvSpPr>
          <p:cNvPr id="30" name="Textplatzhalter 19">
            <a:extLst>
              <a:ext uri="{FF2B5EF4-FFF2-40B4-BE49-F238E27FC236}">
                <a16:creationId xmlns:a16="http://schemas.microsoft.com/office/drawing/2014/main" id="{E86545CF-9F9C-845B-E3EA-B4AFBA34C0F9}"/>
              </a:ext>
            </a:extLst>
          </p:cNvPr>
          <p:cNvSpPr>
            <a:spLocks noGrp="1"/>
          </p:cNvSpPr>
          <p:nvPr>
            <p:ph type="body" sz="quarter" idx="42"/>
          </p:nvPr>
        </p:nvSpPr>
        <p:spPr>
          <a:xfrm>
            <a:off x="1617785" y="3854622"/>
            <a:ext cx="4385631" cy="612000"/>
          </a:xfrm>
          <a:prstGeom prst="rect">
            <a:avLst/>
          </a:prstGeom>
        </p:spPr>
        <p:txBody>
          <a:bodyPr lIns="0" tIns="0" rIns="0" bIns="0"/>
          <a:lstStyle>
            <a:lvl1pPr marL="0" indent="0">
              <a:buFontTx/>
              <a:buNone/>
              <a:defRPr b="0" i="1" baseline="0">
                <a:solidFill>
                  <a:schemeClr val="tx2"/>
                </a:solidFill>
              </a:defRPr>
            </a:lvl1pPr>
          </a:lstStyle>
          <a:p>
            <a:pPr lvl="0"/>
            <a:r>
              <a:rPr lang="de-DE"/>
              <a:t>Mastertextformat bearbeiten</a:t>
            </a:r>
          </a:p>
        </p:txBody>
      </p:sp>
      <p:sp>
        <p:nvSpPr>
          <p:cNvPr id="31" name="Textplatzhalter 19">
            <a:extLst>
              <a:ext uri="{FF2B5EF4-FFF2-40B4-BE49-F238E27FC236}">
                <a16:creationId xmlns:a16="http://schemas.microsoft.com/office/drawing/2014/main" id="{CCD37D4A-5ADE-63A4-7FFF-55C67E150E62}"/>
              </a:ext>
            </a:extLst>
          </p:cNvPr>
          <p:cNvSpPr>
            <a:spLocks noGrp="1"/>
          </p:cNvSpPr>
          <p:nvPr>
            <p:ph type="body" sz="quarter" idx="43" hasCustomPrompt="1"/>
          </p:nvPr>
        </p:nvSpPr>
        <p:spPr>
          <a:xfrm>
            <a:off x="658813" y="3854622"/>
            <a:ext cx="828000" cy="252000"/>
          </a:xfrm>
          <a:prstGeom prst="rect">
            <a:avLst/>
          </a:prstGeom>
        </p:spPr>
        <p:txBody>
          <a:bodyPr lIns="0" tIns="0" rIns="0" bIns="0"/>
          <a:lstStyle>
            <a:lvl1pPr marL="0" indent="0">
              <a:buFontTx/>
              <a:buNone/>
              <a:defRPr sz="1200" b="1" i="1" cap="none" baseline="0">
                <a:solidFill>
                  <a:schemeClr val="tx2"/>
                </a:solidFill>
              </a:defRPr>
            </a:lvl1pPr>
          </a:lstStyle>
          <a:p>
            <a:pPr lvl="0"/>
            <a:r>
              <a:rPr lang="de-DE" err="1"/>
              <a:t>Scope</a:t>
            </a:r>
            <a:endParaRPr lang="de-DE"/>
          </a:p>
        </p:txBody>
      </p:sp>
      <p:sp>
        <p:nvSpPr>
          <p:cNvPr id="32" name="Textplatzhalter 19">
            <a:extLst>
              <a:ext uri="{FF2B5EF4-FFF2-40B4-BE49-F238E27FC236}">
                <a16:creationId xmlns:a16="http://schemas.microsoft.com/office/drawing/2014/main" id="{00D4EC64-C64F-9DE5-7CCE-916249E0BD17}"/>
              </a:ext>
            </a:extLst>
          </p:cNvPr>
          <p:cNvSpPr>
            <a:spLocks noGrp="1"/>
          </p:cNvSpPr>
          <p:nvPr>
            <p:ph type="body" sz="quarter" idx="44"/>
          </p:nvPr>
        </p:nvSpPr>
        <p:spPr>
          <a:xfrm>
            <a:off x="1617785" y="4663515"/>
            <a:ext cx="3168000" cy="252000"/>
          </a:xfrm>
          <a:prstGeom prst="rect">
            <a:avLst/>
          </a:prstGeom>
        </p:spPr>
        <p:txBody>
          <a:bodyPr lIns="0" tIns="0" rIns="0" bIns="0"/>
          <a:lstStyle>
            <a:lvl1pPr marL="0" indent="0">
              <a:buFontTx/>
              <a:buNone/>
              <a:defRPr b="0" i="1" baseline="0">
                <a:solidFill>
                  <a:schemeClr val="tx2"/>
                </a:solidFill>
              </a:defRPr>
            </a:lvl1pPr>
          </a:lstStyle>
          <a:p>
            <a:pPr lvl="0"/>
            <a:r>
              <a:rPr lang="de-DE"/>
              <a:t>Mastertextformat bearbeiten</a:t>
            </a:r>
          </a:p>
        </p:txBody>
      </p:sp>
      <p:sp>
        <p:nvSpPr>
          <p:cNvPr id="33" name="Textplatzhalter 19">
            <a:extLst>
              <a:ext uri="{FF2B5EF4-FFF2-40B4-BE49-F238E27FC236}">
                <a16:creationId xmlns:a16="http://schemas.microsoft.com/office/drawing/2014/main" id="{4E02325E-0C3E-5B11-59A4-80959B3AC345}"/>
              </a:ext>
            </a:extLst>
          </p:cNvPr>
          <p:cNvSpPr>
            <a:spLocks noGrp="1"/>
          </p:cNvSpPr>
          <p:nvPr>
            <p:ph type="body" sz="quarter" idx="45" hasCustomPrompt="1"/>
          </p:nvPr>
        </p:nvSpPr>
        <p:spPr>
          <a:xfrm>
            <a:off x="658813" y="4663515"/>
            <a:ext cx="828000" cy="252000"/>
          </a:xfrm>
          <a:prstGeom prst="rect">
            <a:avLst/>
          </a:prstGeom>
        </p:spPr>
        <p:txBody>
          <a:bodyPr lIns="0" tIns="0" rIns="0" bIns="0"/>
          <a:lstStyle>
            <a:lvl1pPr marL="0" indent="0">
              <a:buFontTx/>
              <a:buNone/>
              <a:defRPr sz="1200" b="1" i="1" cap="none" baseline="0">
                <a:solidFill>
                  <a:schemeClr val="tx2"/>
                </a:solidFill>
              </a:defRPr>
            </a:lvl1pPr>
          </a:lstStyle>
          <a:p>
            <a:pPr lvl="0"/>
            <a:r>
              <a:rPr lang="de-DE" err="1"/>
              <a:t>Period</a:t>
            </a:r>
            <a:endParaRPr lang="de-DE"/>
          </a:p>
        </p:txBody>
      </p:sp>
      <p:grpSp>
        <p:nvGrpSpPr>
          <p:cNvPr id="67" name="Group 42">
            <a:extLst>
              <a:ext uri="{FF2B5EF4-FFF2-40B4-BE49-F238E27FC236}">
                <a16:creationId xmlns:a16="http://schemas.microsoft.com/office/drawing/2014/main" id="{9E00147C-019F-3752-8432-91C788FD8223}"/>
              </a:ext>
            </a:extLst>
          </p:cNvPr>
          <p:cNvGrpSpPr/>
          <p:nvPr userDrawn="1"/>
        </p:nvGrpSpPr>
        <p:grpSpPr>
          <a:xfrm>
            <a:off x="4907606" y="4879390"/>
            <a:ext cx="668215" cy="667907"/>
            <a:chOff x="1365101" y="1859505"/>
            <a:chExt cx="4340096" cy="4338095"/>
          </a:xfrm>
        </p:grpSpPr>
        <p:sp>
          <p:nvSpPr>
            <p:cNvPr id="68" name="Shape 8">
              <a:extLst>
                <a:ext uri="{FF2B5EF4-FFF2-40B4-BE49-F238E27FC236}">
                  <a16:creationId xmlns:a16="http://schemas.microsoft.com/office/drawing/2014/main" id="{1A6FB961-5969-88C9-52E7-33FD9026E148}"/>
                </a:ext>
              </a:extLst>
            </p:cNvPr>
            <p:cNvSpPr/>
            <p:nvPr/>
          </p:nvSpPr>
          <p:spPr>
            <a:xfrm>
              <a:off x="1365101" y="2725183"/>
              <a:ext cx="3472576" cy="3472417"/>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4" y="21600"/>
                    <a:pt x="10802" y="21600"/>
                  </a:cubicBezTo>
                  <a:cubicBezTo>
                    <a:pt x="4837" y="21600"/>
                    <a:pt x="0" y="16765"/>
                    <a:pt x="0" y="10802"/>
                  </a:cubicBezTo>
                  <a:cubicBezTo>
                    <a:pt x="0" y="4836"/>
                    <a:pt x="4837" y="0"/>
                    <a:pt x="10802" y="0"/>
                  </a:cubicBezTo>
                  <a:cubicBezTo>
                    <a:pt x="16764" y="0"/>
                    <a:pt x="21600" y="4836"/>
                    <a:pt x="21600" y="10802"/>
                  </a:cubicBezTo>
                  <a:close/>
                </a:path>
              </a:pathLst>
            </a:custGeom>
            <a:solidFill>
              <a:schemeClr val="tx1">
                <a:lumMod val="75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69" name="Shape 9">
              <a:extLst>
                <a:ext uri="{FF2B5EF4-FFF2-40B4-BE49-F238E27FC236}">
                  <a16:creationId xmlns:a16="http://schemas.microsoft.com/office/drawing/2014/main" id="{D96E7566-8B50-88A5-6ED0-B499499ACA24}"/>
                </a:ext>
              </a:extLst>
            </p:cNvPr>
            <p:cNvSpPr/>
            <p:nvPr/>
          </p:nvSpPr>
          <p:spPr>
            <a:xfrm>
              <a:off x="1677709" y="3109927"/>
              <a:ext cx="3049888" cy="3049741"/>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5" y="21600"/>
                    <a:pt x="10802" y="21600"/>
                  </a:cubicBezTo>
                  <a:cubicBezTo>
                    <a:pt x="4837" y="21600"/>
                    <a:pt x="0" y="16765"/>
                    <a:pt x="0" y="10802"/>
                  </a:cubicBezTo>
                  <a:cubicBezTo>
                    <a:pt x="0" y="4836"/>
                    <a:pt x="4837" y="0"/>
                    <a:pt x="10802" y="0"/>
                  </a:cubicBezTo>
                  <a:cubicBezTo>
                    <a:pt x="16765" y="0"/>
                    <a:pt x="21600" y="4836"/>
                    <a:pt x="21600" y="10802"/>
                  </a:cubicBezTo>
                  <a:close/>
                </a:path>
              </a:pathLst>
            </a:custGeom>
            <a:solidFill>
              <a:schemeClr val="accent1"/>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0" name="Shape 10">
              <a:extLst>
                <a:ext uri="{FF2B5EF4-FFF2-40B4-BE49-F238E27FC236}">
                  <a16:creationId xmlns:a16="http://schemas.microsoft.com/office/drawing/2014/main" id="{2D71CD38-7C13-6E4A-271F-93D7F8CA309C}"/>
                </a:ext>
              </a:extLst>
            </p:cNvPr>
            <p:cNvSpPr/>
            <p:nvPr/>
          </p:nvSpPr>
          <p:spPr>
            <a:xfrm>
              <a:off x="1761871" y="3109927"/>
              <a:ext cx="2690325" cy="2690197"/>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5" y="21600"/>
                    <a:pt x="10802" y="21600"/>
                  </a:cubicBezTo>
                  <a:cubicBezTo>
                    <a:pt x="4837" y="21600"/>
                    <a:pt x="0" y="16765"/>
                    <a:pt x="0" y="10802"/>
                  </a:cubicBezTo>
                  <a:cubicBezTo>
                    <a:pt x="0" y="4836"/>
                    <a:pt x="4837" y="0"/>
                    <a:pt x="10802" y="0"/>
                  </a:cubicBezTo>
                  <a:cubicBezTo>
                    <a:pt x="16765" y="0"/>
                    <a:pt x="21600" y="4836"/>
                    <a:pt x="21600" y="10802"/>
                  </a:cubicBezTo>
                  <a:close/>
                </a:path>
              </a:pathLst>
            </a:custGeom>
            <a:solidFill>
              <a:schemeClr val="accent4"/>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1" name="Shape 11">
              <a:extLst>
                <a:ext uri="{FF2B5EF4-FFF2-40B4-BE49-F238E27FC236}">
                  <a16:creationId xmlns:a16="http://schemas.microsoft.com/office/drawing/2014/main" id="{159CF461-38D0-3A97-C28F-8465D71430E5}"/>
                </a:ext>
              </a:extLst>
            </p:cNvPr>
            <p:cNvSpPr/>
            <p:nvPr/>
          </p:nvSpPr>
          <p:spPr>
            <a:xfrm>
              <a:off x="2110549" y="3458605"/>
              <a:ext cx="1989312" cy="1989285"/>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4"/>
                    <a:pt x="16764" y="21600"/>
                    <a:pt x="10801" y="21600"/>
                  </a:cubicBezTo>
                  <a:cubicBezTo>
                    <a:pt x="4834" y="21600"/>
                    <a:pt x="0" y="16764"/>
                    <a:pt x="0" y="10802"/>
                  </a:cubicBezTo>
                  <a:cubicBezTo>
                    <a:pt x="0" y="4834"/>
                    <a:pt x="4834" y="0"/>
                    <a:pt x="10801" y="0"/>
                  </a:cubicBezTo>
                  <a:cubicBezTo>
                    <a:pt x="16764" y="0"/>
                    <a:pt x="21600" y="4834"/>
                    <a:pt x="21600" y="10802"/>
                  </a:cubicBezTo>
                  <a:close/>
                </a:path>
              </a:pathLst>
            </a:custGeom>
            <a:solidFill>
              <a:schemeClr val="accent2"/>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2" name="Shape 12">
              <a:extLst>
                <a:ext uri="{FF2B5EF4-FFF2-40B4-BE49-F238E27FC236}">
                  <a16:creationId xmlns:a16="http://schemas.microsoft.com/office/drawing/2014/main" id="{42ED4F87-2AD0-ECBB-472F-ED959A966D7C}"/>
                </a:ext>
              </a:extLst>
            </p:cNvPr>
            <p:cNvSpPr/>
            <p:nvPr/>
          </p:nvSpPr>
          <p:spPr>
            <a:xfrm>
              <a:off x="2459223" y="3807280"/>
              <a:ext cx="1288234" cy="1288160"/>
            </a:xfrm>
            <a:custGeom>
              <a:avLst/>
              <a:gdLst/>
              <a:ahLst/>
              <a:cxnLst>
                <a:cxn ang="0">
                  <a:pos x="wd2" y="hd2"/>
                </a:cxn>
                <a:cxn ang="5400000">
                  <a:pos x="wd2" y="hd2"/>
                </a:cxn>
                <a:cxn ang="10800000">
                  <a:pos x="wd2" y="hd2"/>
                </a:cxn>
                <a:cxn ang="16200000">
                  <a:pos x="wd2" y="hd2"/>
                </a:cxn>
              </a:cxnLst>
              <a:rect l="0" t="0" r="r" b="b"/>
              <a:pathLst>
                <a:path w="21600" h="21600" extrusionOk="0">
                  <a:moveTo>
                    <a:pt x="21600" y="10804"/>
                  </a:moveTo>
                  <a:cubicBezTo>
                    <a:pt x="21600" y="16765"/>
                    <a:pt x="16764" y="21600"/>
                    <a:pt x="10804" y="21600"/>
                  </a:cubicBezTo>
                  <a:cubicBezTo>
                    <a:pt x="4837" y="21600"/>
                    <a:pt x="0" y="16765"/>
                    <a:pt x="0" y="10804"/>
                  </a:cubicBezTo>
                  <a:cubicBezTo>
                    <a:pt x="0" y="4837"/>
                    <a:pt x="4837" y="0"/>
                    <a:pt x="10804" y="0"/>
                  </a:cubicBezTo>
                  <a:cubicBezTo>
                    <a:pt x="16764" y="0"/>
                    <a:pt x="21600" y="4837"/>
                    <a:pt x="21600" y="10804"/>
                  </a:cubicBezTo>
                  <a:close/>
                </a:path>
              </a:pathLst>
            </a:custGeom>
            <a:solidFill>
              <a:schemeClr val="bg1"/>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3" name="Shape 13">
              <a:extLst>
                <a:ext uri="{FF2B5EF4-FFF2-40B4-BE49-F238E27FC236}">
                  <a16:creationId xmlns:a16="http://schemas.microsoft.com/office/drawing/2014/main" id="{93997907-63E0-4118-C65C-504D298661FD}"/>
                </a:ext>
              </a:extLst>
            </p:cNvPr>
            <p:cNvSpPr/>
            <p:nvPr/>
          </p:nvSpPr>
          <p:spPr>
            <a:xfrm>
              <a:off x="2807901" y="4167980"/>
              <a:ext cx="587322" cy="587151"/>
            </a:xfrm>
            <a:custGeom>
              <a:avLst/>
              <a:gdLst/>
              <a:ahLst/>
              <a:cxnLst>
                <a:cxn ang="0">
                  <a:pos x="wd2" y="hd2"/>
                </a:cxn>
                <a:cxn ang="5400000">
                  <a:pos x="wd2" y="hd2"/>
                </a:cxn>
                <a:cxn ang="10800000">
                  <a:pos x="wd2" y="hd2"/>
                </a:cxn>
                <a:cxn ang="16200000">
                  <a:pos x="wd2" y="hd2"/>
                </a:cxn>
              </a:cxnLst>
              <a:rect l="0" t="0" r="r" b="b"/>
              <a:pathLst>
                <a:path w="21600" h="21600" extrusionOk="0">
                  <a:moveTo>
                    <a:pt x="21600" y="10809"/>
                  </a:moveTo>
                  <a:cubicBezTo>
                    <a:pt x="21600" y="16771"/>
                    <a:pt x="16765" y="21600"/>
                    <a:pt x="10807" y="21600"/>
                  </a:cubicBezTo>
                  <a:cubicBezTo>
                    <a:pt x="4834" y="21600"/>
                    <a:pt x="0" y="16771"/>
                    <a:pt x="0" y="10809"/>
                  </a:cubicBezTo>
                  <a:cubicBezTo>
                    <a:pt x="0" y="4835"/>
                    <a:pt x="4834" y="0"/>
                    <a:pt x="10807" y="0"/>
                  </a:cubicBezTo>
                  <a:cubicBezTo>
                    <a:pt x="16765" y="0"/>
                    <a:pt x="21600" y="4835"/>
                    <a:pt x="21600" y="10809"/>
                  </a:cubicBezTo>
                  <a:close/>
                </a:path>
              </a:pathLst>
            </a:custGeom>
            <a:solidFill>
              <a:schemeClr val="accent3"/>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4" name="Shape 14">
              <a:extLst>
                <a:ext uri="{FF2B5EF4-FFF2-40B4-BE49-F238E27FC236}">
                  <a16:creationId xmlns:a16="http://schemas.microsoft.com/office/drawing/2014/main" id="{4BD7D8B2-E705-240E-08F8-F51173721D5E}"/>
                </a:ext>
              </a:extLst>
            </p:cNvPr>
            <p:cNvSpPr/>
            <p:nvPr/>
          </p:nvSpPr>
          <p:spPr>
            <a:xfrm>
              <a:off x="3097983" y="1859505"/>
              <a:ext cx="2607214" cy="2607713"/>
            </a:xfrm>
            <a:custGeom>
              <a:avLst/>
              <a:gdLst/>
              <a:ahLst/>
              <a:cxnLst>
                <a:cxn ang="0">
                  <a:pos x="wd2" y="hd2"/>
                </a:cxn>
                <a:cxn ang="5400000">
                  <a:pos x="wd2" y="hd2"/>
                </a:cxn>
                <a:cxn ang="10800000">
                  <a:pos x="wd2" y="hd2"/>
                </a:cxn>
                <a:cxn ang="16200000">
                  <a:pos x="wd2" y="hd2"/>
                </a:cxn>
              </a:cxnLst>
              <a:rect l="0" t="0" r="r" b="b"/>
              <a:pathLst>
                <a:path w="21600" h="21600" extrusionOk="0">
                  <a:moveTo>
                    <a:pt x="18372" y="7845"/>
                  </a:moveTo>
                  <a:lnTo>
                    <a:pt x="21600" y="4612"/>
                  </a:lnTo>
                  <a:lnTo>
                    <a:pt x="17962" y="3640"/>
                  </a:lnTo>
                  <a:lnTo>
                    <a:pt x="16992" y="0"/>
                  </a:lnTo>
                  <a:lnTo>
                    <a:pt x="13760" y="3233"/>
                  </a:lnTo>
                  <a:lnTo>
                    <a:pt x="14548" y="6180"/>
                  </a:lnTo>
                  <a:lnTo>
                    <a:pt x="3582" y="17152"/>
                  </a:lnTo>
                  <a:lnTo>
                    <a:pt x="2027" y="14044"/>
                  </a:lnTo>
                  <a:lnTo>
                    <a:pt x="1014" y="17822"/>
                  </a:lnTo>
                  <a:lnTo>
                    <a:pt x="0" y="21600"/>
                  </a:lnTo>
                  <a:lnTo>
                    <a:pt x="3779" y="20586"/>
                  </a:lnTo>
                  <a:lnTo>
                    <a:pt x="7556" y="19577"/>
                  </a:lnTo>
                  <a:lnTo>
                    <a:pt x="4452" y="18018"/>
                  </a:lnTo>
                  <a:lnTo>
                    <a:pt x="15420" y="7054"/>
                  </a:lnTo>
                  <a:cubicBezTo>
                    <a:pt x="15420" y="7054"/>
                    <a:pt x="18372" y="7845"/>
                    <a:pt x="18372" y="7845"/>
                  </a:cubicBezTo>
                  <a:close/>
                </a:path>
              </a:pathLst>
            </a:custGeom>
            <a:solidFill>
              <a:schemeClr val="tx1">
                <a:lumMod val="75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sp>
          <p:nvSpPr>
            <p:cNvPr id="75" name="Shape 15">
              <a:extLst>
                <a:ext uri="{FF2B5EF4-FFF2-40B4-BE49-F238E27FC236}">
                  <a16:creationId xmlns:a16="http://schemas.microsoft.com/office/drawing/2014/main" id="{5D455C82-F1BC-C6D4-DCDB-00E9C58D16E4}"/>
                </a:ext>
              </a:extLst>
            </p:cNvPr>
            <p:cNvSpPr/>
            <p:nvPr/>
          </p:nvSpPr>
          <p:spPr>
            <a:xfrm>
              <a:off x="3060390" y="1859505"/>
              <a:ext cx="2168095" cy="2607713"/>
            </a:xfrm>
            <a:custGeom>
              <a:avLst/>
              <a:gdLst/>
              <a:ahLst/>
              <a:cxnLst>
                <a:cxn ang="0">
                  <a:pos x="wd2" y="hd2"/>
                </a:cxn>
                <a:cxn ang="5400000">
                  <a:pos x="wd2" y="hd2"/>
                </a:cxn>
                <a:cxn ang="10800000">
                  <a:pos x="wd2" y="hd2"/>
                </a:cxn>
                <a:cxn ang="16200000">
                  <a:pos x="wd2" y="hd2"/>
                </a:cxn>
              </a:cxnLst>
              <a:rect l="0" t="0" r="r" b="b"/>
              <a:pathLst>
                <a:path w="21600" h="21600" extrusionOk="0">
                  <a:moveTo>
                    <a:pt x="21600" y="3640"/>
                  </a:moveTo>
                  <a:lnTo>
                    <a:pt x="20433" y="0"/>
                  </a:lnTo>
                  <a:lnTo>
                    <a:pt x="16546" y="3233"/>
                  </a:lnTo>
                  <a:lnTo>
                    <a:pt x="17500" y="6180"/>
                  </a:lnTo>
                  <a:lnTo>
                    <a:pt x="4302" y="17152"/>
                  </a:lnTo>
                  <a:lnTo>
                    <a:pt x="2438" y="14044"/>
                  </a:lnTo>
                  <a:lnTo>
                    <a:pt x="1219" y="17822"/>
                  </a:lnTo>
                  <a:lnTo>
                    <a:pt x="0" y="21600"/>
                  </a:lnTo>
                  <a:cubicBezTo>
                    <a:pt x="0" y="21600"/>
                    <a:pt x="21600" y="3640"/>
                    <a:pt x="21600" y="3640"/>
                  </a:cubicBezTo>
                  <a:close/>
                </a:path>
              </a:pathLst>
            </a:custGeom>
            <a:solidFill>
              <a:schemeClr val="accent2">
                <a:lumMod val="60000"/>
                <a:lumOff val="40000"/>
              </a:scheme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a:p>
          </p:txBody>
        </p:sp>
      </p:grpSp>
      <p:cxnSp>
        <p:nvCxnSpPr>
          <p:cNvPr id="79" name="Gerader Verbinder 78">
            <a:extLst>
              <a:ext uri="{FF2B5EF4-FFF2-40B4-BE49-F238E27FC236}">
                <a16:creationId xmlns:a16="http://schemas.microsoft.com/office/drawing/2014/main" id="{D5FB0438-F817-0529-5E5A-1AECD2242983}"/>
              </a:ext>
            </a:extLst>
          </p:cNvPr>
          <p:cNvCxnSpPr>
            <a:cxnSpLocks/>
          </p:cNvCxnSpPr>
          <p:nvPr userDrawn="1"/>
        </p:nvCxnSpPr>
        <p:spPr>
          <a:xfrm>
            <a:off x="0" y="5099326"/>
            <a:ext cx="4824000" cy="0"/>
          </a:xfrm>
          <a:prstGeom prst="line">
            <a:avLst/>
          </a:prstGeom>
          <a:ln w="12700">
            <a:solidFill>
              <a:schemeClr val="tx2"/>
            </a:solidFill>
          </a:ln>
        </p:spPr>
        <p:style>
          <a:lnRef idx="2">
            <a:schemeClr val="accent1"/>
          </a:lnRef>
          <a:fillRef idx="0">
            <a:schemeClr val="accent1"/>
          </a:fillRef>
          <a:effectRef idx="1">
            <a:schemeClr val="accent1"/>
          </a:effectRef>
          <a:fontRef idx="minor">
            <a:schemeClr val="tx1"/>
          </a:fontRef>
        </p:style>
      </p:cxnSp>
      <p:sp>
        <p:nvSpPr>
          <p:cNvPr id="81" name="Bildplatzhalter 2">
            <a:extLst>
              <a:ext uri="{FF2B5EF4-FFF2-40B4-BE49-F238E27FC236}">
                <a16:creationId xmlns:a16="http://schemas.microsoft.com/office/drawing/2014/main" id="{D871A804-10B3-1361-AF68-82C849C10FCB}"/>
              </a:ext>
            </a:extLst>
          </p:cNvPr>
          <p:cNvSpPr>
            <a:spLocks noGrp="1"/>
          </p:cNvSpPr>
          <p:nvPr>
            <p:ph type="pic" sz="quarter" idx="46" hasCustomPrompt="1"/>
          </p:nvPr>
        </p:nvSpPr>
        <p:spPr>
          <a:xfrm>
            <a:off x="3791660" y="1428241"/>
            <a:ext cx="1872294" cy="1372329"/>
          </a:xfrm>
          <a:prstGeom prst="rect">
            <a:avLst/>
          </a:prstGeom>
          <a:pattFill prst="pct5">
            <a:fgClr>
              <a:schemeClr val="tx1"/>
            </a:fgClr>
            <a:bgClr>
              <a:schemeClr val="bg1"/>
            </a:bgClr>
          </a:pattFill>
        </p:spPr>
        <p:txBody>
          <a:bodyPr lIns="0" tIns="0" rIns="0" bIns="0"/>
          <a:lstStyle>
            <a:lvl1pPr marL="0" indent="0" algn="ctr">
              <a:buFontTx/>
              <a:buNone/>
              <a:defRPr sz="800">
                <a:solidFill>
                  <a:schemeClr val="tx1"/>
                </a:solidFill>
              </a:defRPr>
            </a:lvl1pPr>
          </a:lstStyle>
          <a:p>
            <a:r>
              <a:rPr lang="de-DE"/>
              <a:t>Picture / Logo / Reference </a:t>
            </a:r>
            <a:r>
              <a:rPr lang="de-DE" err="1"/>
              <a:t>project</a:t>
            </a:r>
            <a:endParaRPr lang="de-DE"/>
          </a:p>
        </p:txBody>
      </p:sp>
    </p:spTree>
    <p:extLst>
      <p:ext uri="{BB962C8B-B14F-4D97-AF65-F5344CB8AC3E}">
        <p14:creationId xmlns:p14="http://schemas.microsoft.com/office/powerpoint/2010/main" val="1220244232"/>
      </p:ext>
    </p:extLst>
  </p:cSld>
  <p:clrMapOvr>
    <a:masterClrMapping/>
  </p:clrMapOvr>
  <p:extLst>
    <p:ext uri="{DCECCB84-F9BA-43D5-87BE-67443E8EF086}">
      <p15:sldGuideLst xmlns:p15="http://schemas.microsoft.com/office/powerpoint/2012/main">
        <p15:guide id="1" orient="horz" pos="1139" userDrawn="1">
          <p15:clr>
            <a:srgbClr val="FBAE40"/>
          </p15:clr>
        </p15:guide>
        <p15:guide id="2" orient="horz" pos="3997"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Mode/Gray Agend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7" name="Textplatzhalter 33">
            <a:extLst>
              <a:ext uri="{FF2B5EF4-FFF2-40B4-BE49-F238E27FC236}">
                <a16:creationId xmlns:a16="http://schemas.microsoft.com/office/drawing/2014/main" id="{2FE495BE-7580-5817-D4FF-42F1E0B77678}"/>
              </a:ext>
            </a:extLst>
          </p:cNvPr>
          <p:cNvSpPr>
            <a:spLocks noGrp="1"/>
          </p:cNvSpPr>
          <p:nvPr>
            <p:ph type="body" sz="quarter" idx="13" hasCustomPrompt="1"/>
          </p:nvPr>
        </p:nvSpPr>
        <p:spPr>
          <a:xfrm>
            <a:off x="6096000" y="1646243"/>
            <a:ext cx="5437188" cy="1389694"/>
          </a:xfrm>
          <a:prstGeom prst="rect">
            <a:avLst/>
          </a:prstGeom>
        </p:spPr>
        <p:txBody>
          <a:bodyPr lIns="0" tIns="0" rIns="0" bIns="0"/>
          <a:lstStyle>
            <a:lvl1pPr marL="0" indent="0" algn="r">
              <a:buNone/>
              <a:defRPr sz="9600" b="1" cap="all" baseline="0">
                <a:solidFill>
                  <a:schemeClr val="bg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AGENDA</a:t>
            </a:r>
          </a:p>
        </p:txBody>
      </p:sp>
      <p:sp>
        <p:nvSpPr>
          <p:cNvPr id="5" name="Foliennummernplatzhalter 4">
            <a:extLst>
              <a:ext uri="{FF2B5EF4-FFF2-40B4-BE49-F238E27FC236}">
                <a16:creationId xmlns:a16="http://schemas.microsoft.com/office/drawing/2014/main" id="{E0A45587-0843-1760-84F8-78B97BC9C1E5}"/>
              </a:ext>
            </a:extLst>
          </p:cNvPr>
          <p:cNvSpPr>
            <a:spLocks noGrp="1"/>
          </p:cNvSpPr>
          <p:nvPr>
            <p:ph type="sldNum" sz="quarter" idx="14"/>
          </p:nvPr>
        </p:nvSpPr>
        <p:spPr/>
        <p:txBody>
          <a:bodyPr/>
          <a:lstStyle/>
          <a:p>
            <a:fld id="{7D3ABF3B-F89B-4CD7-B75C-63A8A662AF01}" type="slidenum">
              <a:rPr lang="en-US" smtClean="0"/>
              <a:pPr/>
              <a:t>‹#›</a:t>
            </a:fld>
            <a:endParaRPr lang="en-US"/>
          </a:p>
        </p:txBody>
      </p:sp>
      <p:pic>
        <p:nvPicPr>
          <p:cNvPr id="6" name="Grafik 5">
            <a:extLst>
              <a:ext uri="{FF2B5EF4-FFF2-40B4-BE49-F238E27FC236}">
                <a16:creationId xmlns:a16="http://schemas.microsoft.com/office/drawing/2014/main" id="{05BF0937-2FF1-1BFA-B50C-3A60F339F569}"/>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pic>
        <p:nvPicPr>
          <p:cNvPr id="4" name="Grafik 2">
            <a:extLst>
              <a:ext uri="{FF2B5EF4-FFF2-40B4-BE49-F238E27FC236}">
                <a16:creationId xmlns:a16="http://schemas.microsoft.com/office/drawing/2014/main" id="{F8E3422C-BD1E-47FE-811B-7DF687B8136D}"/>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148"/>
          <a:stretch/>
        </p:blipFill>
        <p:spPr>
          <a:xfrm>
            <a:off x="5330548" y="1"/>
            <a:ext cx="6861452" cy="1457999"/>
          </a:xfrm>
          <a:prstGeom prst="rect">
            <a:avLst/>
          </a:prstGeom>
        </p:spPr>
      </p:pic>
      <p:sp>
        <p:nvSpPr>
          <p:cNvPr id="18" name="Textplatzhalter 17">
            <a:extLst>
              <a:ext uri="{FF2B5EF4-FFF2-40B4-BE49-F238E27FC236}">
                <a16:creationId xmlns:a16="http://schemas.microsoft.com/office/drawing/2014/main" id="{FFBC63EA-D151-E440-746C-459E4D0D4CD1}"/>
              </a:ext>
            </a:extLst>
          </p:cNvPr>
          <p:cNvSpPr>
            <a:spLocks noGrp="1"/>
          </p:cNvSpPr>
          <p:nvPr>
            <p:ph type="body" sz="quarter" idx="15" hasCustomPrompt="1"/>
          </p:nvPr>
        </p:nvSpPr>
        <p:spPr>
          <a:xfrm>
            <a:off x="658813" y="1808163"/>
            <a:ext cx="4680000" cy="4225925"/>
          </a:xfrm>
          <a:prstGeom prst="rect">
            <a:avLst/>
          </a:prstGeom>
        </p:spPr>
        <p:txBody>
          <a:bodyPr lIns="0" tIns="0" rIns="0" bIns="0"/>
          <a:lstStyle>
            <a:lvl1pPr marL="0" indent="0">
              <a:buFontTx/>
              <a:buNone/>
              <a:defRPr sz="1600" b="1" cap="all" spc="300" baseline="0">
                <a:solidFill>
                  <a:schemeClr val="bg1"/>
                </a:solidFill>
              </a:defRPr>
            </a:lvl1pPr>
          </a:lstStyle>
          <a:p>
            <a:r>
              <a:rPr lang="de-DE"/>
              <a:t>Welcome</a:t>
            </a:r>
          </a:p>
          <a:p>
            <a:endParaRPr lang="de-DE"/>
          </a:p>
          <a:p>
            <a:r>
              <a:rPr lang="de-DE"/>
              <a:t>DAS PROBLEM</a:t>
            </a:r>
          </a:p>
          <a:p>
            <a:endParaRPr lang="de-DE"/>
          </a:p>
          <a:p>
            <a:r>
              <a:rPr lang="de-DE"/>
              <a:t>DIE LÖSUNG</a:t>
            </a:r>
          </a:p>
          <a:p>
            <a:endParaRPr lang="de-DE"/>
          </a:p>
          <a:p>
            <a:r>
              <a:rPr lang="de-DE"/>
              <a:t>DAS PROJEKT</a:t>
            </a:r>
          </a:p>
          <a:p>
            <a:endParaRPr lang="de-DE"/>
          </a:p>
          <a:p>
            <a:r>
              <a:rPr lang="de-DE"/>
              <a:t>UNSER SERVICE</a:t>
            </a:r>
          </a:p>
          <a:p>
            <a:endParaRPr lang="de-DE"/>
          </a:p>
          <a:p>
            <a:r>
              <a:rPr lang="de-DE"/>
              <a:t>DAS IST EDAG</a:t>
            </a:r>
          </a:p>
          <a:p>
            <a:endParaRPr lang="de-DE"/>
          </a:p>
        </p:txBody>
      </p:sp>
      <p:sp>
        <p:nvSpPr>
          <p:cNvPr id="2" name="Fußzeilenplatzhalter 1">
            <a:extLst>
              <a:ext uri="{FF2B5EF4-FFF2-40B4-BE49-F238E27FC236}">
                <a16:creationId xmlns:a16="http://schemas.microsoft.com/office/drawing/2014/main" id="{ABB3A5DD-6FD4-9769-B9D7-FA993C2E548A}"/>
              </a:ext>
            </a:extLst>
          </p:cNvPr>
          <p:cNvSpPr>
            <a:spLocks noGrp="1"/>
          </p:cNvSpPr>
          <p:nvPr>
            <p:ph type="ftr" sz="quarter" idx="16"/>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6AB263EC-F57D-0668-4259-C58CE7EC4A9F}"/>
              </a:ext>
            </a:extLst>
          </p:cNvPr>
          <p:cNvSpPr>
            <a:spLocks noGrp="1"/>
          </p:cNvSpPr>
          <p:nvPr>
            <p:ph type="title"/>
          </p:nvPr>
        </p:nvSpPr>
        <p:spPr>
          <a:xfrm>
            <a:off x="658800" y="522000"/>
            <a:ext cx="5518264" cy="252000"/>
          </a:xfrm>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F6DB94CF-4AF4-D4C0-9EFB-60256315F3F9}"/>
              </a:ext>
            </a:extLst>
          </p:cNvPr>
          <p:cNvSpPr>
            <a:spLocks noGrp="1"/>
          </p:cNvSpPr>
          <p:nvPr>
            <p:ph type="body" sz="quarter" idx="19"/>
          </p:nvPr>
        </p:nvSpPr>
        <p:spPr>
          <a:xfrm>
            <a:off x="658800" y="824400"/>
            <a:ext cx="5518264"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grpSp>
        <p:nvGrpSpPr>
          <p:cNvPr id="16" name="Grafik 13">
            <a:extLst>
              <a:ext uri="{FF2B5EF4-FFF2-40B4-BE49-F238E27FC236}">
                <a16:creationId xmlns:a16="http://schemas.microsoft.com/office/drawing/2014/main" id="{1292AE95-5A8D-0ED2-BAD1-1BFC7D5D7C23}"/>
              </a:ext>
            </a:extLst>
          </p:cNvPr>
          <p:cNvGrpSpPr>
            <a:grpSpLocks noChangeAspect="1"/>
          </p:cNvGrpSpPr>
          <p:nvPr userDrawn="1"/>
        </p:nvGrpSpPr>
        <p:grpSpPr>
          <a:xfrm>
            <a:off x="10321200" y="489600"/>
            <a:ext cx="1209600" cy="299018"/>
            <a:chOff x="8501174" y="2383489"/>
            <a:chExt cx="2699861" cy="667416"/>
          </a:xfrm>
          <a:solidFill>
            <a:schemeClr val="tx1"/>
          </a:solidFill>
        </p:grpSpPr>
        <p:grpSp>
          <p:nvGrpSpPr>
            <p:cNvPr id="17" name="Grafik 13">
              <a:extLst>
                <a:ext uri="{FF2B5EF4-FFF2-40B4-BE49-F238E27FC236}">
                  <a16:creationId xmlns:a16="http://schemas.microsoft.com/office/drawing/2014/main" id="{7E6792FF-7533-B152-8D62-5C21A99030BC}"/>
                </a:ext>
              </a:extLst>
            </p:cNvPr>
            <p:cNvGrpSpPr/>
            <p:nvPr/>
          </p:nvGrpSpPr>
          <p:grpSpPr>
            <a:xfrm>
              <a:off x="9461484" y="2955941"/>
              <a:ext cx="876871" cy="94964"/>
              <a:chOff x="9461484" y="2955941"/>
              <a:chExt cx="876871" cy="94964"/>
            </a:xfrm>
            <a:grpFill/>
          </p:grpSpPr>
          <p:sp>
            <p:nvSpPr>
              <p:cNvPr id="28" name="Freihandform: Form 27">
                <a:extLst>
                  <a:ext uri="{FF2B5EF4-FFF2-40B4-BE49-F238E27FC236}">
                    <a16:creationId xmlns:a16="http://schemas.microsoft.com/office/drawing/2014/main" id="{5D3D46D6-7BA3-D322-4448-C1FAEC789E1F}"/>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8658AE10-D544-E061-AA64-A38BF01A52D8}"/>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4342F04A-427D-14AC-BC7A-27F3DA815FDF}"/>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130CD3D8-E6A4-BAC4-FEDD-8B05418CFB8F}"/>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1BED91A3-4E18-7114-D909-820A838B9FF5}"/>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26E0A0E8-F366-66BE-5B95-ED7D5B1E6505}"/>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87087C71-BEF0-C154-3D03-D4123741B100}"/>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35" name="Freihandform: Form 34">
                <a:extLst>
                  <a:ext uri="{FF2B5EF4-FFF2-40B4-BE49-F238E27FC236}">
                    <a16:creationId xmlns:a16="http://schemas.microsoft.com/office/drawing/2014/main" id="{0C0E3641-91AE-3706-1044-A1122B708C99}"/>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BDA8FC87-59C4-650B-5FFB-BD2EE6F24FE5}"/>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826B5FF8-7586-D8C2-B76D-F209B1F502B8}"/>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2C0DA13A-B441-BB64-5824-FAB5947F923F}"/>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20" name="Freihandform: Form 19">
              <a:extLst>
                <a:ext uri="{FF2B5EF4-FFF2-40B4-BE49-F238E27FC236}">
                  <a16:creationId xmlns:a16="http://schemas.microsoft.com/office/drawing/2014/main" id="{B5D68299-8DD6-9AB8-014E-FF79AA994DFF}"/>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949D9ADA-7FF6-BFC9-62FA-78CB88BD7503}"/>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22" name="Freihandform: Form 21">
              <a:extLst>
                <a:ext uri="{FF2B5EF4-FFF2-40B4-BE49-F238E27FC236}">
                  <a16:creationId xmlns:a16="http://schemas.microsoft.com/office/drawing/2014/main" id="{76AA6863-060B-94D1-3C66-20A84B7FA8D4}"/>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23" name="Freihandform: Form 22">
              <a:extLst>
                <a:ext uri="{FF2B5EF4-FFF2-40B4-BE49-F238E27FC236}">
                  <a16:creationId xmlns:a16="http://schemas.microsoft.com/office/drawing/2014/main" id="{C9EF850E-BE6F-7B53-579D-044706DB091C}"/>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24" name="Freihandform: Form 23">
              <a:extLst>
                <a:ext uri="{FF2B5EF4-FFF2-40B4-BE49-F238E27FC236}">
                  <a16:creationId xmlns:a16="http://schemas.microsoft.com/office/drawing/2014/main" id="{97C0E186-E26C-C8B0-4D87-31A1A8E5A833}"/>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25" name="Freihandform: Form 24">
              <a:extLst>
                <a:ext uri="{FF2B5EF4-FFF2-40B4-BE49-F238E27FC236}">
                  <a16:creationId xmlns:a16="http://schemas.microsoft.com/office/drawing/2014/main" id="{E3E3E733-834E-C1DE-E9DF-9BB272A80CC8}"/>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26" name="Freihandform: Form 25">
              <a:extLst>
                <a:ext uri="{FF2B5EF4-FFF2-40B4-BE49-F238E27FC236}">
                  <a16:creationId xmlns:a16="http://schemas.microsoft.com/office/drawing/2014/main" id="{DE46D9C6-1962-781B-B6F4-74415D5A9E29}"/>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27" name="Freihandform: Form 26">
              <a:extLst>
                <a:ext uri="{FF2B5EF4-FFF2-40B4-BE49-F238E27FC236}">
                  <a16:creationId xmlns:a16="http://schemas.microsoft.com/office/drawing/2014/main" id="{29E09D6A-8646-2DD9-AE1E-1FB92113B09A}"/>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2481431035"/>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rk Mode/Gray 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7" name="Textplatzhalter 33">
            <a:extLst>
              <a:ext uri="{FF2B5EF4-FFF2-40B4-BE49-F238E27FC236}">
                <a16:creationId xmlns:a16="http://schemas.microsoft.com/office/drawing/2014/main" id="{2FE495BE-7580-5817-D4FF-42F1E0B77678}"/>
              </a:ext>
            </a:extLst>
          </p:cNvPr>
          <p:cNvSpPr>
            <a:spLocks noGrp="1"/>
          </p:cNvSpPr>
          <p:nvPr>
            <p:ph type="body" sz="quarter" idx="13" hasCustomPrompt="1"/>
          </p:nvPr>
        </p:nvSpPr>
        <p:spPr>
          <a:xfrm>
            <a:off x="6096000" y="1646243"/>
            <a:ext cx="5437188" cy="1389694"/>
          </a:xfrm>
          <a:prstGeom prst="rect">
            <a:avLst/>
          </a:prstGeom>
        </p:spPr>
        <p:txBody>
          <a:bodyPr lIns="0" tIns="0" rIns="0" bIns="0"/>
          <a:lstStyle>
            <a:lvl1pPr marL="0" indent="0" algn="r">
              <a:buNone/>
              <a:defRPr sz="9600" b="1" cap="all" baseline="0">
                <a:solidFill>
                  <a:schemeClr val="bg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AGENDA</a:t>
            </a:r>
          </a:p>
        </p:txBody>
      </p:sp>
      <p:sp>
        <p:nvSpPr>
          <p:cNvPr id="5" name="Foliennummernplatzhalter 4">
            <a:extLst>
              <a:ext uri="{FF2B5EF4-FFF2-40B4-BE49-F238E27FC236}">
                <a16:creationId xmlns:a16="http://schemas.microsoft.com/office/drawing/2014/main" id="{E0A45587-0843-1760-84F8-78B97BC9C1E5}"/>
              </a:ext>
            </a:extLst>
          </p:cNvPr>
          <p:cNvSpPr>
            <a:spLocks noGrp="1"/>
          </p:cNvSpPr>
          <p:nvPr>
            <p:ph type="sldNum" sz="quarter" idx="14"/>
          </p:nvPr>
        </p:nvSpPr>
        <p:spPr/>
        <p:txBody>
          <a:bodyPr/>
          <a:lstStyle/>
          <a:p>
            <a:fld id="{7D3ABF3B-F89B-4CD7-B75C-63A8A662AF01}" type="slidenum">
              <a:rPr lang="en-US" smtClean="0"/>
              <a:pPr/>
              <a:t>‹#›</a:t>
            </a:fld>
            <a:endParaRPr lang="en-US"/>
          </a:p>
        </p:txBody>
      </p:sp>
      <p:pic>
        <p:nvPicPr>
          <p:cNvPr id="6" name="Grafik 5">
            <a:extLst>
              <a:ext uri="{FF2B5EF4-FFF2-40B4-BE49-F238E27FC236}">
                <a16:creationId xmlns:a16="http://schemas.microsoft.com/office/drawing/2014/main" id="{05BF0937-2FF1-1BFA-B50C-3A60F339F569}"/>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18" name="Textplatzhalter 17">
            <a:extLst>
              <a:ext uri="{FF2B5EF4-FFF2-40B4-BE49-F238E27FC236}">
                <a16:creationId xmlns:a16="http://schemas.microsoft.com/office/drawing/2014/main" id="{FFBC63EA-D151-E440-746C-459E4D0D4CD1}"/>
              </a:ext>
            </a:extLst>
          </p:cNvPr>
          <p:cNvSpPr>
            <a:spLocks noGrp="1"/>
          </p:cNvSpPr>
          <p:nvPr>
            <p:ph type="body" sz="quarter" idx="15" hasCustomPrompt="1"/>
          </p:nvPr>
        </p:nvSpPr>
        <p:spPr>
          <a:xfrm>
            <a:off x="658813" y="1808163"/>
            <a:ext cx="4680000" cy="4225925"/>
          </a:xfrm>
          <a:prstGeom prst="rect">
            <a:avLst/>
          </a:prstGeom>
        </p:spPr>
        <p:txBody>
          <a:bodyPr lIns="0" tIns="0" rIns="0" bIns="0"/>
          <a:lstStyle>
            <a:lvl1pPr marL="0" indent="0">
              <a:buFontTx/>
              <a:buNone/>
              <a:defRPr sz="1600" b="1" cap="all" spc="300" baseline="0">
                <a:solidFill>
                  <a:schemeClr val="bg1"/>
                </a:solidFill>
              </a:defRPr>
            </a:lvl1pPr>
          </a:lstStyle>
          <a:p>
            <a:r>
              <a:rPr lang="de-DE"/>
              <a:t>Welcome</a:t>
            </a:r>
          </a:p>
          <a:p>
            <a:endParaRPr lang="de-DE"/>
          </a:p>
          <a:p>
            <a:r>
              <a:rPr lang="de-DE"/>
              <a:t>DAS PROBLEM</a:t>
            </a:r>
          </a:p>
          <a:p>
            <a:endParaRPr lang="de-DE"/>
          </a:p>
          <a:p>
            <a:r>
              <a:rPr lang="de-DE"/>
              <a:t>DIE LÖSUNG</a:t>
            </a:r>
          </a:p>
          <a:p>
            <a:endParaRPr lang="de-DE"/>
          </a:p>
          <a:p>
            <a:r>
              <a:rPr lang="de-DE"/>
              <a:t>DAS PROJEKT</a:t>
            </a:r>
          </a:p>
          <a:p>
            <a:endParaRPr lang="de-DE"/>
          </a:p>
          <a:p>
            <a:r>
              <a:rPr lang="de-DE"/>
              <a:t>UNSER SERVICE</a:t>
            </a:r>
          </a:p>
          <a:p>
            <a:endParaRPr lang="de-DE"/>
          </a:p>
          <a:p>
            <a:r>
              <a:rPr lang="de-DE"/>
              <a:t>DAS IST EDAG</a:t>
            </a:r>
          </a:p>
          <a:p>
            <a:endParaRPr lang="de-DE"/>
          </a:p>
        </p:txBody>
      </p:sp>
      <p:sp>
        <p:nvSpPr>
          <p:cNvPr id="2" name="Fußzeilenplatzhalter 1">
            <a:extLst>
              <a:ext uri="{FF2B5EF4-FFF2-40B4-BE49-F238E27FC236}">
                <a16:creationId xmlns:a16="http://schemas.microsoft.com/office/drawing/2014/main" id="{ABB3A5DD-6FD4-9769-B9D7-FA993C2E548A}"/>
              </a:ext>
            </a:extLst>
          </p:cNvPr>
          <p:cNvSpPr>
            <a:spLocks noGrp="1"/>
          </p:cNvSpPr>
          <p:nvPr>
            <p:ph type="ftr" sz="quarter" idx="16"/>
          </p:nvPr>
        </p:nvSpPr>
        <p:spPr/>
        <p:txBody>
          <a:bodyPr/>
          <a:lstStyle/>
          <a:p>
            <a:r>
              <a:rPr lang="en-US"/>
              <a:t>EDAG Electrics/Electronics     Author: Shubham/Israr/Omkar       Version:1.0          Scope: EDAG Group     internal</a:t>
            </a:r>
            <a:endParaRPr lang="de-DE"/>
          </a:p>
        </p:txBody>
      </p:sp>
      <p:sp>
        <p:nvSpPr>
          <p:cNvPr id="3" name="Titel 2">
            <a:extLst>
              <a:ext uri="{FF2B5EF4-FFF2-40B4-BE49-F238E27FC236}">
                <a16:creationId xmlns:a16="http://schemas.microsoft.com/office/drawing/2014/main" id="{6AB263EC-F57D-0668-4259-C58CE7EC4A9F}"/>
              </a:ext>
            </a:extLst>
          </p:cNvPr>
          <p:cNvSpPr>
            <a:spLocks noGrp="1"/>
          </p:cNvSpPr>
          <p:nvPr>
            <p:ph type="title"/>
          </p:nvPr>
        </p:nvSpPr>
        <p:spPr>
          <a:xfrm>
            <a:off x="658800" y="522000"/>
            <a:ext cx="5518264" cy="252000"/>
          </a:xfrm>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F6DB94CF-4AF4-D4C0-9EFB-60256315F3F9}"/>
              </a:ext>
            </a:extLst>
          </p:cNvPr>
          <p:cNvSpPr>
            <a:spLocks noGrp="1"/>
          </p:cNvSpPr>
          <p:nvPr>
            <p:ph type="body" sz="quarter" idx="19"/>
          </p:nvPr>
        </p:nvSpPr>
        <p:spPr>
          <a:xfrm>
            <a:off x="658800" y="824400"/>
            <a:ext cx="5518264"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126570538"/>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Mode/Gray Agenda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EEAE81CE-B8F9-9DB6-AEC9-BF256A67CCC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 name="Foliennummernplatzhalter 18">
            <a:extLst>
              <a:ext uri="{FF2B5EF4-FFF2-40B4-BE49-F238E27FC236}">
                <a16:creationId xmlns:a16="http://schemas.microsoft.com/office/drawing/2014/main" id="{D2734403-2D1F-E595-57DE-8502C4D42683}"/>
              </a:ext>
            </a:extLst>
          </p:cNvPr>
          <p:cNvSpPr>
            <a:spLocks noGrp="1"/>
          </p:cNvSpPr>
          <p:nvPr>
            <p:ph type="sldNum" sz="quarter" idx="14"/>
          </p:nvPr>
        </p:nvSpPr>
        <p:spPr>
          <a:xfrm>
            <a:off x="11318005" y="6515100"/>
            <a:ext cx="214905" cy="142876"/>
          </a:xfrm>
        </p:spPr>
        <p:txBody>
          <a:bodyPr/>
          <a:lstStyle/>
          <a:p>
            <a:fld id="{7D3ABF3B-F89B-4CD7-B75C-63A8A662AF01}" type="slidenum">
              <a:rPr lang="en-US" smtClean="0"/>
              <a:pPr/>
              <a:t>‹#›</a:t>
            </a:fld>
            <a:endParaRPr lang="en-US"/>
          </a:p>
        </p:txBody>
      </p:sp>
      <p:sp>
        <p:nvSpPr>
          <p:cNvPr id="17" name="Textplatzhalter 17">
            <a:extLst>
              <a:ext uri="{FF2B5EF4-FFF2-40B4-BE49-F238E27FC236}">
                <a16:creationId xmlns:a16="http://schemas.microsoft.com/office/drawing/2014/main" id="{9B4BD9E0-9FE9-8C79-471F-43A73A0857D0}"/>
              </a:ext>
            </a:extLst>
          </p:cNvPr>
          <p:cNvSpPr>
            <a:spLocks noGrp="1"/>
          </p:cNvSpPr>
          <p:nvPr>
            <p:ph type="body" sz="quarter" idx="15" hasCustomPrompt="1"/>
          </p:nvPr>
        </p:nvSpPr>
        <p:spPr>
          <a:xfrm>
            <a:off x="658813" y="1808163"/>
            <a:ext cx="4680000" cy="4225925"/>
          </a:xfrm>
          <a:prstGeom prst="rect">
            <a:avLst/>
          </a:prstGeom>
        </p:spPr>
        <p:txBody>
          <a:bodyPr lIns="0" tIns="0" rIns="0" bIns="0"/>
          <a:lstStyle>
            <a:lvl1pPr marL="0" indent="0">
              <a:buFontTx/>
              <a:buNone/>
              <a:defRPr sz="1600" b="1" cap="all" spc="300" baseline="0">
                <a:solidFill>
                  <a:schemeClr val="bg1"/>
                </a:solidFill>
              </a:defRPr>
            </a:lvl1pPr>
          </a:lstStyle>
          <a:p>
            <a:r>
              <a:rPr lang="de-DE" err="1"/>
              <a:t>welcome</a:t>
            </a:r>
            <a:endParaRPr lang="de-DE"/>
          </a:p>
          <a:p>
            <a:endParaRPr lang="de-DE"/>
          </a:p>
          <a:p>
            <a:r>
              <a:rPr lang="de-DE"/>
              <a:t>DAS PROBLEM</a:t>
            </a:r>
          </a:p>
          <a:p>
            <a:endParaRPr lang="de-DE"/>
          </a:p>
          <a:p>
            <a:r>
              <a:rPr lang="de-DE"/>
              <a:t>DIE LÖSUNG</a:t>
            </a:r>
          </a:p>
          <a:p>
            <a:endParaRPr lang="de-DE"/>
          </a:p>
          <a:p>
            <a:r>
              <a:rPr lang="de-DE"/>
              <a:t>DAS PROJEKT</a:t>
            </a:r>
          </a:p>
          <a:p>
            <a:endParaRPr lang="de-DE"/>
          </a:p>
          <a:p>
            <a:r>
              <a:rPr lang="de-DE"/>
              <a:t>UNSER SERVICE</a:t>
            </a:r>
          </a:p>
          <a:p>
            <a:endParaRPr lang="de-DE"/>
          </a:p>
          <a:p>
            <a:r>
              <a:rPr lang="de-DE"/>
              <a:t>DAS IST EDAG</a:t>
            </a:r>
          </a:p>
          <a:p>
            <a:endParaRPr lang="de-DE"/>
          </a:p>
        </p:txBody>
      </p:sp>
      <p:pic>
        <p:nvPicPr>
          <p:cNvPr id="3" name="Grafik 2">
            <a:extLst>
              <a:ext uri="{FF2B5EF4-FFF2-40B4-BE49-F238E27FC236}">
                <a16:creationId xmlns:a16="http://schemas.microsoft.com/office/drawing/2014/main" id="{8331BCCF-4D7A-9961-C097-7361B278301B}"/>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9008"/>
          <a:stretch/>
        </p:blipFill>
        <p:spPr>
          <a:xfrm>
            <a:off x="8780393" y="2803444"/>
            <a:ext cx="3411607" cy="2687150"/>
          </a:xfrm>
          <a:prstGeom prst="rect">
            <a:avLst/>
          </a:prstGeom>
        </p:spPr>
      </p:pic>
      <p:sp>
        <p:nvSpPr>
          <p:cNvPr id="4" name="Textplatzhalter 33">
            <a:extLst>
              <a:ext uri="{FF2B5EF4-FFF2-40B4-BE49-F238E27FC236}">
                <a16:creationId xmlns:a16="http://schemas.microsoft.com/office/drawing/2014/main" id="{AE32125A-3817-07CF-01D6-C0B07A9AFC26}"/>
              </a:ext>
            </a:extLst>
          </p:cNvPr>
          <p:cNvSpPr>
            <a:spLocks noGrp="1"/>
          </p:cNvSpPr>
          <p:nvPr>
            <p:ph type="body" sz="quarter" idx="13" hasCustomPrompt="1"/>
          </p:nvPr>
        </p:nvSpPr>
        <p:spPr>
          <a:xfrm>
            <a:off x="6096000" y="2356686"/>
            <a:ext cx="5437188" cy="1141341"/>
          </a:xfrm>
          <a:prstGeom prst="rect">
            <a:avLst/>
          </a:prstGeom>
        </p:spPr>
        <p:txBody>
          <a:bodyPr lIns="0" tIns="0" rIns="0" bIns="0"/>
          <a:lstStyle>
            <a:lvl1pPr marL="0" indent="0" algn="r">
              <a:buNone/>
              <a:defRPr sz="9600" b="1" cap="all" baseline="0">
                <a:solidFill>
                  <a:schemeClr val="accent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AGENDA</a:t>
            </a:r>
          </a:p>
        </p:txBody>
      </p:sp>
      <p:sp>
        <p:nvSpPr>
          <p:cNvPr id="19" name="Fußzeilenplatzhalter 18">
            <a:extLst>
              <a:ext uri="{FF2B5EF4-FFF2-40B4-BE49-F238E27FC236}">
                <a16:creationId xmlns:a16="http://schemas.microsoft.com/office/drawing/2014/main" id="{9636FF18-8623-4549-D9A7-EA9E1F700BC1}"/>
              </a:ext>
            </a:extLst>
          </p:cNvPr>
          <p:cNvSpPr>
            <a:spLocks noGrp="1"/>
          </p:cNvSpPr>
          <p:nvPr>
            <p:ph type="ftr" sz="quarter" idx="16"/>
          </p:nvPr>
        </p:nvSpPr>
        <p:spPr/>
        <p:txBody>
          <a:bodyPr/>
          <a:lstStyle/>
          <a:p>
            <a:r>
              <a:rPr lang="en-US"/>
              <a:t>EDAG Electrics/Electronics     Author: Shubham/Israr/Omkar       Version:1.0          Scope: EDAG Group     internal</a:t>
            </a:r>
            <a:endParaRPr lang="de-DE"/>
          </a:p>
        </p:txBody>
      </p:sp>
      <p:sp>
        <p:nvSpPr>
          <p:cNvPr id="20" name="Titel 19">
            <a:extLst>
              <a:ext uri="{FF2B5EF4-FFF2-40B4-BE49-F238E27FC236}">
                <a16:creationId xmlns:a16="http://schemas.microsoft.com/office/drawing/2014/main" id="{747C14AC-C56B-C64F-92FD-3E5E9FC97235}"/>
              </a:ext>
            </a:extLst>
          </p:cNvPr>
          <p:cNvSpPr>
            <a:spLocks noGrp="1"/>
          </p:cNvSpPr>
          <p:nvPr>
            <p:ph type="title"/>
          </p:nvPr>
        </p:nvSpPr>
        <p:spPr/>
        <p:txBody>
          <a:bodyPr>
            <a:noAutofit/>
          </a:bodyPr>
          <a:lstStyle/>
          <a:p>
            <a:r>
              <a:rPr lang="de-DE"/>
              <a:t>Mastertitelformat bearbeiten</a:t>
            </a:r>
          </a:p>
        </p:txBody>
      </p:sp>
      <p:sp>
        <p:nvSpPr>
          <p:cNvPr id="21" name="Textplatzhalter 17">
            <a:extLst>
              <a:ext uri="{FF2B5EF4-FFF2-40B4-BE49-F238E27FC236}">
                <a16:creationId xmlns:a16="http://schemas.microsoft.com/office/drawing/2014/main" id="{93D384C9-0D83-8907-AA3B-25456A3731E0}"/>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363461940"/>
      </p:ext>
    </p:extLst>
  </p:cSld>
  <p:clrMapOvr>
    <a:masterClrMapping/>
  </p:clrMapOvr>
  <p:extLst>
    <p:ext uri="{DCECCB84-F9BA-43D5-87BE-67443E8EF086}">
      <p15:sldGuideLst xmlns:p15="http://schemas.microsoft.com/office/powerpoint/2012/main">
        <p15:guide id="1" orient="horz" pos="346" userDrawn="1">
          <p15:clr>
            <a:srgbClr val="FBAE40"/>
          </p15:clr>
        </p15:guide>
        <p15:guide id="2" orient="horz" pos="3997" userDrawn="1">
          <p15:clr>
            <a:srgbClr val="FBAE40"/>
          </p15:clr>
        </p15:guide>
        <p15:guide id="3" orient="horz" pos="11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Mode/Gray Agenda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B1B01745-88C1-A973-E216-635A67BD141B}"/>
              </a:ext>
            </a:extLst>
          </p:cNvPr>
          <p:cNvSpPr>
            <a:spLocks noGrp="1"/>
          </p:cNvSpPr>
          <p:nvPr>
            <p:ph type="sldNum" sz="quarter" idx="10"/>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2A439797-BCC9-8B2A-B2C0-9622A58A05E7}"/>
              </a:ext>
            </a:extLst>
          </p:cNvPr>
          <p:cNvSpPr>
            <a:spLocks noGrp="1"/>
          </p:cNvSpPr>
          <p:nvPr>
            <p:ph type="ftr" sz="quarter" idx="11"/>
          </p:nvPr>
        </p:nvSpPr>
        <p:spPr/>
        <p:txBody>
          <a:bodyPr/>
          <a:lstStyle/>
          <a:p>
            <a:r>
              <a:rPr lang="en-US"/>
              <a:t>EDAG Electrics/Electronics     Author: Shubham/Israr/Omkar       Version:1.0          Scope: EDAG Group     internal</a:t>
            </a:r>
            <a:endParaRPr lang="de-DE"/>
          </a:p>
        </p:txBody>
      </p:sp>
      <p:sp>
        <p:nvSpPr>
          <p:cNvPr id="5" name="Textplatzhalter 16">
            <a:extLst>
              <a:ext uri="{FF2B5EF4-FFF2-40B4-BE49-F238E27FC236}">
                <a16:creationId xmlns:a16="http://schemas.microsoft.com/office/drawing/2014/main" id="{73137ED1-E1D9-EE7B-AAF8-F31982B06544}"/>
              </a:ext>
            </a:extLst>
          </p:cNvPr>
          <p:cNvSpPr>
            <a:spLocks noGrp="1"/>
          </p:cNvSpPr>
          <p:nvPr>
            <p:ph type="body" sz="quarter" idx="12" hasCustomPrompt="1"/>
          </p:nvPr>
        </p:nvSpPr>
        <p:spPr>
          <a:xfrm>
            <a:off x="658813" y="390735"/>
            <a:ext cx="6046788" cy="1188000"/>
          </a:xfrm>
          <a:prstGeom prst="rect">
            <a:avLst/>
          </a:prstGeom>
        </p:spPr>
        <p:txBody>
          <a:bodyPr lIns="0" tIns="0" rIns="0" bIns="0"/>
          <a:lstStyle>
            <a:lvl1pPr>
              <a:defRPr sz="9600" b="1" i="0" cap="all" baseline="0"/>
            </a:lvl1pPr>
          </a:lstStyle>
          <a:p>
            <a:pPr lvl="0"/>
            <a:r>
              <a:rPr lang="de-DE"/>
              <a:t>agenda</a:t>
            </a:r>
          </a:p>
        </p:txBody>
      </p:sp>
    </p:spTree>
    <p:extLst>
      <p:ext uri="{BB962C8B-B14F-4D97-AF65-F5344CB8AC3E}">
        <p14:creationId xmlns:p14="http://schemas.microsoft.com/office/powerpoint/2010/main" val="3340179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Mode/Gray Strateg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454F6B8C-4F87-2244-4BC5-741A66267B0B}"/>
              </a:ext>
            </a:extLst>
          </p:cNvPr>
          <p:cNvSpPr>
            <a:spLocks noGrp="1"/>
          </p:cNvSpPr>
          <p:nvPr>
            <p:ph idx="1"/>
          </p:nvPr>
        </p:nvSpPr>
        <p:spPr>
          <a:xfrm>
            <a:off x="658800" y="3951996"/>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26" name="Inhaltsplatzhalter 2">
            <a:extLst>
              <a:ext uri="{FF2B5EF4-FFF2-40B4-BE49-F238E27FC236}">
                <a16:creationId xmlns:a16="http://schemas.microsoft.com/office/drawing/2014/main" id="{02944178-1B33-9C9F-48F1-E8747EB3533C}"/>
              </a:ext>
            </a:extLst>
          </p:cNvPr>
          <p:cNvSpPr>
            <a:spLocks noGrp="1"/>
          </p:cNvSpPr>
          <p:nvPr>
            <p:ph idx="12"/>
          </p:nvPr>
        </p:nvSpPr>
        <p:spPr>
          <a:xfrm>
            <a:off x="3288570" y="3951996"/>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0" name="Inhaltsplatzhalter 2">
            <a:extLst>
              <a:ext uri="{FF2B5EF4-FFF2-40B4-BE49-F238E27FC236}">
                <a16:creationId xmlns:a16="http://schemas.microsoft.com/office/drawing/2014/main" id="{B5E0DDDA-F6D9-C525-8DA4-680FDD3D29FE}"/>
              </a:ext>
            </a:extLst>
          </p:cNvPr>
          <p:cNvSpPr>
            <a:spLocks noGrp="1"/>
          </p:cNvSpPr>
          <p:nvPr>
            <p:ph idx="13"/>
          </p:nvPr>
        </p:nvSpPr>
        <p:spPr>
          <a:xfrm>
            <a:off x="6343073" y="3942471"/>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1" name="Inhaltsplatzhalter 2">
            <a:extLst>
              <a:ext uri="{FF2B5EF4-FFF2-40B4-BE49-F238E27FC236}">
                <a16:creationId xmlns:a16="http://schemas.microsoft.com/office/drawing/2014/main" id="{C8433303-D4FE-8765-2A60-F333FB0D2B40}"/>
              </a:ext>
            </a:extLst>
          </p:cNvPr>
          <p:cNvSpPr>
            <a:spLocks noGrp="1"/>
          </p:cNvSpPr>
          <p:nvPr>
            <p:ph idx="14"/>
          </p:nvPr>
        </p:nvSpPr>
        <p:spPr>
          <a:xfrm>
            <a:off x="9371748" y="3951996"/>
            <a:ext cx="2160000" cy="2160000"/>
          </a:xfrm>
          <a:prstGeom prst="rect">
            <a:avLst/>
          </a:prstGeom>
        </p:spPr>
        <p:txBody>
          <a:bodyPr lIns="0" tIns="0" rIns="0" bIns="0"/>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2" name="Inhaltsplatzhalter 2">
            <a:extLst>
              <a:ext uri="{FF2B5EF4-FFF2-40B4-BE49-F238E27FC236}">
                <a16:creationId xmlns:a16="http://schemas.microsoft.com/office/drawing/2014/main" id="{97A1C65C-3BB1-E444-5734-09F75B7FF718}"/>
              </a:ext>
            </a:extLst>
          </p:cNvPr>
          <p:cNvSpPr>
            <a:spLocks noGrp="1"/>
          </p:cNvSpPr>
          <p:nvPr>
            <p:ph idx="15" hasCustomPrompt="1"/>
          </p:nvPr>
        </p:nvSpPr>
        <p:spPr>
          <a:xfrm>
            <a:off x="658800" y="2722111"/>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3" name="Inhaltsplatzhalter 2">
            <a:extLst>
              <a:ext uri="{FF2B5EF4-FFF2-40B4-BE49-F238E27FC236}">
                <a16:creationId xmlns:a16="http://schemas.microsoft.com/office/drawing/2014/main" id="{40DB7349-5402-2A18-65CD-A1CA9A53BA65}"/>
              </a:ext>
            </a:extLst>
          </p:cNvPr>
          <p:cNvSpPr>
            <a:spLocks noGrp="1"/>
          </p:cNvSpPr>
          <p:nvPr>
            <p:ph idx="16" hasCustomPrompt="1"/>
          </p:nvPr>
        </p:nvSpPr>
        <p:spPr>
          <a:xfrm>
            <a:off x="3288570" y="2722111"/>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4" name="Inhaltsplatzhalter 2">
            <a:extLst>
              <a:ext uri="{FF2B5EF4-FFF2-40B4-BE49-F238E27FC236}">
                <a16:creationId xmlns:a16="http://schemas.microsoft.com/office/drawing/2014/main" id="{2499BD55-C843-3B16-1FB9-9185A8737FE8}"/>
              </a:ext>
            </a:extLst>
          </p:cNvPr>
          <p:cNvSpPr>
            <a:spLocks noGrp="1"/>
          </p:cNvSpPr>
          <p:nvPr>
            <p:ph idx="17" hasCustomPrompt="1"/>
          </p:nvPr>
        </p:nvSpPr>
        <p:spPr>
          <a:xfrm>
            <a:off x="6343073" y="2712586"/>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35" name="Inhaltsplatzhalter 2">
            <a:extLst>
              <a:ext uri="{FF2B5EF4-FFF2-40B4-BE49-F238E27FC236}">
                <a16:creationId xmlns:a16="http://schemas.microsoft.com/office/drawing/2014/main" id="{11F7B4F5-6B3B-9C5F-D657-71257F47D990}"/>
              </a:ext>
            </a:extLst>
          </p:cNvPr>
          <p:cNvSpPr>
            <a:spLocks noGrp="1"/>
          </p:cNvSpPr>
          <p:nvPr>
            <p:ph idx="18" hasCustomPrompt="1"/>
          </p:nvPr>
        </p:nvSpPr>
        <p:spPr>
          <a:xfrm>
            <a:off x="9371748" y="2722111"/>
            <a:ext cx="2160000" cy="900000"/>
          </a:xfrm>
          <a:prstGeom prst="rect">
            <a:avLst/>
          </a:prstGeom>
        </p:spPr>
        <p:txBody>
          <a:bodyPr lIns="0" tIns="0" rIns="0" bIns="0"/>
          <a:lstStyle>
            <a:lvl1pPr marL="0" indent="0">
              <a:buNone/>
              <a:defRPr sz="2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pic>
        <p:nvPicPr>
          <p:cNvPr id="7" name="Grafik 6">
            <a:extLst>
              <a:ext uri="{FF2B5EF4-FFF2-40B4-BE49-F238E27FC236}">
                <a16:creationId xmlns:a16="http://schemas.microsoft.com/office/drawing/2014/main" id="{CA3F9810-ADAF-49A0-3267-119189983BE5}"/>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0" y="2446745"/>
            <a:ext cx="658814" cy="137683"/>
          </a:xfrm>
          <a:prstGeom prst="rect">
            <a:avLst/>
          </a:prstGeom>
        </p:spPr>
      </p:pic>
      <p:sp>
        <p:nvSpPr>
          <p:cNvPr id="2" name="Foliennummernplatzhalter 1">
            <a:extLst>
              <a:ext uri="{FF2B5EF4-FFF2-40B4-BE49-F238E27FC236}">
                <a16:creationId xmlns:a16="http://schemas.microsoft.com/office/drawing/2014/main" id="{32A4D133-4582-E95A-1307-503D3BC12BEC}"/>
              </a:ext>
            </a:extLst>
          </p:cNvPr>
          <p:cNvSpPr>
            <a:spLocks noGrp="1"/>
          </p:cNvSpPr>
          <p:nvPr>
            <p:ph type="sldNum" sz="quarter" idx="20"/>
          </p:nvPr>
        </p:nvSpPr>
        <p:spPr/>
        <p:txBody>
          <a:bodyPr/>
          <a:lstStyle/>
          <a:p>
            <a:fld id="{7D3ABF3B-F89B-4CD7-B75C-63A8A662AF01}" type="slidenum">
              <a:rPr lang="en-US" smtClean="0"/>
              <a:pPr/>
              <a:t>‹#›</a:t>
            </a:fld>
            <a:endParaRPr lang="en-US"/>
          </a:p>
        </p:txBody>
      </p:sp>
      <p:sp>
        <p:nvSpPr>
          <p:cNvPr id="3" name="Fußzeilenplatzhalter 2">
            <a:extLst>
              <a:ext uri="{FF2B5EF4-FFF2-40B4-BE49-F238E27FC236}">
                <a16:creationId xmlns:a16="http://schemas.microsoft.com/office/drawing/2014/main" id="{E89A68FB-4A6D-E66C-0CF4-447F6466DC4E}"/>
              </a:ext>
            </a:extLst>
          </p:cNvPr>
          <p:cNvSpPr>
            <a:spLocks noGrp="1"/>
          </p:cNvSpPr>
          <p:nvPr>
            <p:ph type="ftr" sz="quarter" idx="22"/>
          </p:nvPr>
        </p:nvSpPr>
        <p:spPr/>
        <p:txBody>
          <a:bodyPr/>
          <a:lstStyle/>
          <a:p>
            <a:r>
              <a:rPr lang="en-US"/>
              <a:t>EDAG Electrics/Electronics     Author: Shubham/Israr/Omkar       Version:1.0          Scope: EDAG Group     internal</a:t>
            </a:r>
            <a:endParaRPr lang="de-DE"/>
          </a:p>
        </p:txBody>
      </p:sp>
      <p:sp>
        <p:nvSpPr>
          <p:cNvPr id="4" name="Titel 3">
            <a:extLst>
              <a:ext uri="{FF2B5EF4-FFF2-40B4-BE49-F238E27FC236}">
                <a16:creationId xmlns:a16="http://schemas.microsoft.com/office/drawing/2014/main" id="{DAB84FE1-0078-C2C8-1F1E-500893A96F54}"/>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A05E4391-ED7A-FF1B-F40C-00BC0C05E43D}"/>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410214800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rk Mode/Gray Team">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6" name="Textplatzhalter 12">
            <a:extLst>
              <a:ext uri="{FF2B5EF4-FFF2-40B4-BE49-F238E27FC236}">
                <a16:creationId xmlns:a16="http://schemas.microsoft.com/office/drawing/2014/main" id="{7A6F855B-803A-CF9E-741F-7091F5771F78}"/>
              </a:ext>
            </a:extLst>
          </p:cNvPr>
          <p:cNvSpPr>
            <a:spLocks noGrp="1"/>
          </p:cNvSpPr>
          <p:nvPr>
            <p:ph type="body" sz="quarter" idx="20" hasCustomPrompt="1"/>
          </p:nvPr>
        </p:nvSpPr>
        <p:spPr>
          <a:xfrm>
            <a:off x="661831"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37" name="Textplatzhalter 14">
            <a:extLst>
              <a:ext uri="{FF2B5EF4-FFF2-40B4-BE49-F238E27FC236}">
                <a16:creationId xmlns:a16="http://schemas.microsoft.com/office/drawing/2014/main" id="{13FE0606-F04B-424C-E3BE-BAF57B7DDDDC}"/>
              </a:ext>
            </a:extLst>
          </p:cNvPr>
          <p:cNvSpPr>
            <a:spLocks noGrp="1"/>
          </p:cNvSpPr>
          <p:nvPr>
            <p:ph type="body" sz="quarter" idx="21" hasCustomPrompt="1"/>
          </p:nvPr>
        </p:nvSpPr>
        <p:spPr>
          <a:xfrm>
            <a:off x="662476"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38" name="Textplatzhalter 12">
            <a:extLst>
              <a:ext uri="{FF2B5EF4-FFF2-40B4-BE49-F238E27FC236}">
                <a16:creationId xmlns:a16="http://schemas.microsoft.com/office/drawing/2014/main" id="{412A0E97-5A9C-EA83-0D7E-7DD4059B4935}"/>
              </a:ext>
            </a:extLst>
          </p:cNvPr>
          <p:cNvSpPr>
            <a:spLocks noGrp="1"/>
          </p:cNvSpPr>
          <p:nvPr>
            <p:ph type="body" sz="quarter" idx="22" hasCustomPrompt="1"/>
          </p:nvPr>
        </p:nvSpPr>
        <p:spPr>
          <a:xfrm>
            <a:off x="3563604"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39" name="Textplatzhalter 14">
            <a:extLst>
              <a:ext uri="{FF2B5EF4-FFF2-40B4-BE49-F238E27FC236}">
                <a16:creationId xmlns:a16="http://schemas.microsoft.com/office/drawing/2014/main" id="{0AE4B025-9C59-8A19-CDE2-C05C9E84E604}"/>
              </a:ext>
            </a:extLst>
          </p:cNvPr>
          <p:cNvSpPr>
            <a:spLocks noGrp="1"/>
          </p:cNvSpPr>
          <p:nvPr>
            <p:ph type="body" sz="quarter" idx="23" hasCustomPrompt="1"/>
          </p:nvPr>
        </p:nvSpPr>
        <p:spPr>
          <a:xfrm>
            <a:off x="3564249"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40" name="Textplatzhalter 12">
            <a:extLst>
              <a:ext uri="{FF2B5EF4-FFF2-40B4-BE49-F238E27FC236}">
                <a16:creationId xmlns:a16="http://schemas.microsoft.com/office/drawing/2014/main" id="{510C8E16-C601-F89F-8417-1E8C3679CCE3}"/>
              </a:ext>
            </a:extLst>
          </p:cNvPr>
          <p:cNvSpPr>
            <a:spLocks noGrp="1"/>
          </p:cNvSpPr>
          <p:nvPr>
            <p:ph type="body" sz="quarter" idx="24" hasCustomPrompt="1"/>
          </p:nvPr>
        </p:nvSpPr>
        <p:spPr>
          <a:xfrm>
            <a:off x="6468396"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1" name="Textplatzhalter 14">
            <a:extLst>
              <a:ext uri="{FF2B5EF4-FFF2-40B4-BE49-F238E27FC236}">
                <a16:creationId xmlns:a16="http://schemas.microsoft.com/office/drawing/2014/main" id="{ABA7555F-CD43-F0F9-DE9C-0BD9AC50674F}"/>
              </a:ext>
            </a:extLst>
          </p:cNvPr>
          <p:cNvSpPr>
            <a:spLocks noGrp="1"/>
          </p:cNvSpPr>
          <p:nvPr>
            <p:ph type="body" sz="quarter" idx="25" hasCustomPrompt="1"/>
          </p:nvPr>
        </p:nvSpPr>
        <p:spPr>
          <a:xfrm>
            <a:off x="6469041"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42" name="Textplatzhalter 12">
            <a:extLst>
              <a:ext uri="{FF2B5EF4-FFF2-40B4-BE49-F238E27FC236}">
                <a16:creationId xmlns:a16="http://schemas.microsoft.com/office/drawing/2014/main" id="{352B8020-10C7-5661-FC4A-FBDDBB617356}"/>
              </a:ext>
            </a:extLst>
          </p:cNvPr>
          <p:cNvSpPr>
            <a:spLocks noGrp="1"/>
          </p:cNvSpPr>
          <p:nvPr>
            <p:ph type="body" sz="quarter" idx="26" hasCustomPrompt="1"/>
          </p:nvPr>
        </p:nvSpPr>
        <p:spPr>
          <a:xfrm>
            <a:off x="9369524" y="4360371"/>
            <a:ext cx="2160000" cy="331316"/>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3" name="Textplatzhalter 14">
            <a:extLst>
              <a:ext uri="{FF2B5EF4-FFF2-40B4-BE49-F238E27FC236}">
                <a16:creationId xmlns:a16="http://schemas.microsoft.com/office/drawing/2014/main" id="{57ECB7D1-70E4-3AF9-7AF0-4812A43FBDC1}"/>
              </a:ext>
            </a:extLst>
          </p:cNvPr>
          <p:cNvSpPr>
            <a:spLocks noGrp="1"/>
          </p:cNvSpPr>
          <p:nvPr>
            <p:ph type="body" sz="quarter" idx="27" hasCustomPrompt="1"/>
          </p:nvPr>
        </p:nvSpPr>
        <p:spPr>
          <a:xfrm>
            <a:off x="9370169" y="4776853"/>
            <a:ext cx="2160000" cy="1561098"/>
          </a:xfrm>
          <a:prstGeom prst="rect">
            <a:avLst/>
          </a:prstGeom>
        </p:spPr>
        <p:txBody>
          <a:bodyPr lIns="0" tIns="0" rIns="0" bIns="0"/>
          <a:lstStyle>
            <a:lvl1pPr marL="0" indent="0">
              <a:buNone/>
              <a:defRPr>
                <a:solidFill>
                  <a:schemeClr val="bg1"/>
                </a:solidFill>
                <a:latin typeface="+mn-lt"/>
              </a:defRPr>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4" name="Picture Placeholder 28">
            <a:extLst>
              <a:ext uri="{FF2B5EF4-FFF2-40B4-BE49-F238E27FC236}">
                <a16:creationId xmlns:a16="http://schemas.microsoft.com/office/drawing/2014/main" id="{578DE51F-4F0A-A697-1141-40F0C1E4C8A7}"/>
              </a:ext>
            </a:extLst>
          </p:cNvPr>
          <p:cNvSpPr>
            <a:spLocks noGrp="1"/>
          </p:cNvSpPr>
          <p:nvPr>
            <p:ph type="pic" sz="quarter" idx="16"/>
          </p:nvPr>
        </p:nvSpPr>
        <p:spPr>
          <a:xfrm>
            <a:off x="661830"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5" name="Picture Placeholder 28">
            <a:extLst>
              <a:ext uri="{FF2B5EF4-FFF2-40B4-BE49-F238E27FC236}">
                <a16:creationId xmlns:a16="http://schemas.microsoft.com/office/drawing/2014/main" id="{B4D65023-F505-2566-C97D-0058B83ECED4}"/>
              </a:ext>
            </a:extLst>
          </p:cNvPr>
          <p:cNvSpPr>
            <a:spLocks noGrp="1"/>
          </p:cNvSpPr>
          <p:nvPr>
            <p:ph type="pic" sz="quarter" idx="17"/>
          </p:nvPr>
        </p:nvSpPr>
        <p:spPr>
          <a:xfrm>
            <a:off x="9373188"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None/>
              <a:defRPr sz="800" baseline="0">
                <a:solidFill>
                  <a:schemeClr val="tx1"/>
                </a:solidFill>
              </a:defRPr>
            </a:lvl1pPr>
          </a:lstStyle>
          <a:p>
            <a:r>
              <a:rPr lang="de-DE"/>
              <a:t>Bild durch Klicken auf Symbol hinzufügen</a:t>
            </a:r>
          </a:p>
        </p:txBody>
      </p:sp>
      <p:sp>
        <p:nvSpPr>
          <p:cNvPr id="6" name="Picture Placeholder 28">
            <a:extLst>
              <a:ext uri="{FF2B5EF4-FFF2-40B4-BE49-F238E27FC236}">
                <a16:creationId xmlns:a16="http://schemas.microsoft.com/office/drawing/2014/main" id="{18DB8962-6CCF-F774-C33C-DD6261F2B68E}"/>
              </a:ext>
            </a:extLst>
          </p:cNvPr>
          <p:cNvSpPr>
            <a:spLocks noGrp="1"/>
          </p:cNvSpPr>
          <p:nvPr>
            <p:ph type="pic" sz="quarter" idx="18"/>
          </p:nvPr>
        </p:nvSpPr>
        <p:spPr>
          <a:xfrm>
            <a:off x="3563604"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None/>
              <a:defRPr sz="800" baseline="0">
                <a:solidFill>
                  <a:schemeClr val="tx1"/>
                </a:solidFill>
              </a:defRPr>
            </a:lvl1pPr>
          </a:lstStyle>
          <a:p>
            <a:r>
              <a:rPr lang="de-DE"/>
              <a:t>Bild durch Klicken auf Symbol hinzufügen</a:t>
            </a:r>
          </a:p>
        </p:txBody>
      </p:sp>
      <p:sp>
        <p:nvSpPr>
          <p:cNvPr id="7" name="Picture Placeholder 28">
            <a:extLst>
              <a:ext uri="{FF2B5EF4-FFF2-40B4-BE49-F238E27FC236}">
                <a16:creationId xmlns:a16="http://schemas.microsoft.com/office/drawing/2014/main" id="{0912C249-B344-BEA0-86A4-9D232AFE467E}"/>
              </a:ext>
            </a:extLst>
          </p:cNvPr>
          <p:cNvSpPr>
            <a:spLocks noGrp="1"/>
          </p:cNvSpPr>
          <p:nvPr>
            <p:ph type="pic" sz="quarter" idx="19"/>
          </p:nvPr>
        </p:nvSpPr>
        <p:spPr>
          <a:xfrm>
            <a:off x="6468396" y="1807200"/>
            <a:ext cx="2160000" cy="2340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None/>
              <a:defRPr sz="800" baseline="0">
                <a:solidFill>
                  <a:schemeClr val="tx1"/>
                </a:solidFill>
              </a:defRPr>
            </a:lvl1pPr>
          </a:lstStyle>
          <a:p>
            <a:r>
              <a:rPr lang="de-DE"/>
              <a:t>Bild durch Klicken auf Symbol hinzufügen</a:t>
            </a:r>
          </a:p>
        </p:txBody>
      </p:sp>
      <p:sp>
        <p:nvSpPr>
          <p:cNvPr id="8" name="Foliennummernplatzhalter 7">
            <a:extLst>
              <a:ext uri="{FF2B5EF4-FFF2-40B4-BE49-F238E27FC236}">
                <a16:creationId xmlns:a16="http://schemas.microsoft.com/office/drawing/2014/main" id="{79763CCF-297D-4154-E563-F9CF06BCDC47}"/>
              </a:ext>
            </a:extLst>
          </p:cNvPr>
          <p:cNvSpPr>
            <a:spLocks noGrp="1"/>
          </p:cNvSpPr>
          <p:nvPr>
            <p:ph type="sldNum" sz="quarter" idx="28"/>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4257C7AB-C0ED-A7D8-2A02-DF22F17E754B}"/>
              </a:ext>
            </a:extLst>
          </p:cNvPr>
          <p:cNvSpPr>
            <a:spLocks noGrp="1"/>
          </p:cNvSpPr>
          <p:nvPr>
            <p:ph type="ftr" sz="quarter" idx="29"/>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7A0B266C-4413-EC40-781D-890F44ED7392}"/>
              </a:ext>
            </a:extLst>
          </p:cNvPr>
          <p:cNvSpPr>
            <a:spLocks noGrp="1"/>
          </p:cNvSpPr>
          <p:nvPr>
            <p:ph type="title"/>
          </p:nvPr>
        </p:nvSpPr>
        <p:spPr/>
        <p:txBody>
          <a:bodyPr>
            <a:noAutofit/>
          </a:bodyPr>
          <a:lstStyle/>
          <a:p>
            <a:r>
              <a:rPr lang="de-DE"/>
              <a:t>Mastertitelformat bearbeiten</a:t>
            </a:r>
          </a:p>
        </p:txBody>
      </p:sp>
      <p:sp>
        <p:nvSpPr>
          <p:cNvPr id="21" name="Textplatzhalter 17">
            <a:extLst>
              <a:ext uri="{FF2B5EF4-FFF2-40B4-BE49-F238E27FC236}">
                <a16:creationId xmlns:a16="http://schemas.microsoft.com/office/drawing/2014/main" id="{C76604F2-9A18-B66B-13B2-3139455145E9}"/>
              </a:ext>
            </a:extLst>
          </p:cNvPr>
          <p:cNvSpPr>
            <a:spLocks noGrp="1"/>
          </p:cNvSpPr>
          <p:nvPr>
            <p:ph type="body" sz="quarter" idx="3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12817152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ark Mode/Gray Team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5" name="Bildplatzhalter 54">
            <a:extLst>
              <a:ext uri="{FF2B5EF4-FFF2-40B4-BE49-F238E27FC236}">
                <a16:creationId xmlns:a16="http://schemas.microsoft.com/office/drawing/2014/main" id="{06D66280-B296-A5A7-7EE8-6FCC7BE64D1E}"/>
              </a:ext>
            </a:extLst>
          </p:cNvPr>
          <p:cNvSpPr>
            <a:spLocks noGrp="1"/>
          </p:cNvSpPr>
          <p:nvPr>
            <p:ph type="pic" sz="quarter" idx="13"/>
          </p:nvPr>
        </p:nvSpPr>
        <p:spPr>
          <a:xfrm>
            <a:off x="659055"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6" name="Bildplatzhalter 54">
            <a:extLst>
              <a:ext uri="{FF2B5EF4-FFF2-40B4-BE49-F238E27FC236}">
                <a16:creationId xmlns:a16="http://schemas.microsoft.com/office/drawing/2014/main" id="{4C17BC00-A6E9-0373-F99B-F2E150A3436C}"/>
              </a:ext>
            </a:extLst>
          </p:cNvPr>
          <p:cNvSpPr>
            <a:spLocks noGrp="1"/>
          </p:cNvSpPr>
          <p:nvPr>
            <p:ph type="pic" sz="quarter" idx="14"/>
          </p:nvPr>
        </p:nvSpPr>
        <p:spPr>
          <a:xfrm>
            <a:off x="2869031"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7" name="Bildplatzhalter 54">
            <a:extLst>
              <a:ext uri="{FF2B5EF4-FFF2-40B4-BE49-F238E27FC236}">
                <a16:creationId xmlns:a16="http://schemas.microsoft.com/office/drawing/2014/main" id="{34CCFF98-6651-2BAC-2E69-9209FC7C72D4}"/>
              </a:ext>
            </a:extLst>
          </p:cNvPr>
          <p:cNvSpPr>
            <a:spLocks noGrp="1"/>
          </p:cNvSpPr>
          <p:nvPr>
            <p:ph type="pic" sz="quarter" idx="15"/>
          </p:nvPr>
        </p:nvSpPr>
        <p:spPr>
          <a:xfrm>
            <a:off x="5079996"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8" name="Bildplatzhalter 54">
            <a:extLst>
              <a:ext uri="{FF2B5EF4-FFF2-40B4-BE49-F238E27FC236}">
                <a16:creationId xmlns:a16="http://schemas.microsoft.com/office/drawing/2014/main" id="{258AED45-5EC2-4252-BC29-45525B64595F}"/>
              </a:ext>
            </a:extLst>
          </p:cNvPr>
          <p:cNvSpPr>
            <a:spLocks noGrp="1"/>
          </p:cNvSpPr>
          <p:nvPr>
            <p:ph type="pic" sz="quarter" idx="16"/>
          </p:nvPr>
        </p:nvSpPr>
        <p:spPr>
          <a:xfrm>
            <a:off x="7290593"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59" name="Bildplatzhalter 54">
            <a:extLst>
              <a:ext uri="{FF2B5EF4-FFF2-40B4-BE49-F238E27FC236}">
                <a16:creationId xmlns:a16="http://schemas.microsoft.com/office/drawing/2014/main" id="{4EC8B57C-E8BC-D8CD-ED23-CA7F2AA9CBFF}"/>
              </a:ext>
            </a:extLst>
          </p:cNvPr>
          <p:cNvSpPr>
            <a:spLocks noGrp="1"/>
          </p:cNvSpPr>
          <p:nvPr>
            <p:ph type="pic" sz="quarter" idx="17"/>
          </p:nvPr>
        </p:nvSpPr>
        <p:spPr>
          <a:xfrm>
            <a:off x="9500688" y="1807200"/>
            <a:ext cx="2027237" cy="1468800"/>
          </a:xfrm>
          <a:prstGeom prst="rect">
            <a:avLst/>
          </a:pr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8" name="Foliennummernplatzhalter 17">
            <a:extLst>
              <a:ext uri="{FF2B5EF4-FFF2-40B4-BE49-F238E27FC236}">
                <a16:creationId xmlns:a16="http://schemas.microsoft.com/office/drawing/2014/main" id="{687F2F3B-69F2-EDE6-50DE-7363CFEF30FC}"/>
              </a:ext>
            </a:extLst>
          </p:cNvPr>
          <p:cNvSpPr>
            <a:spLocks noGrp="1"/>
          </p:cNvSpPr>
          <p:nvPr>
            <p:ph type="sldNum" sz="quarter" idx="30"/>
          </p:nvPr>
        </p:nvSpPr>
        <p:spPr/>
        <p:txBody>
          <a:bodyPr/>
          <a:lstStyle/>
          <a:p>
            <a:fld id="{7D3ABF3B-F89B-4CD7-B75C-63A8A662AF01}" type="slidenum">
              <a:rPr lang="en-US" smtClean="0"/>
              <a:pPr/>
              <a:t>‹#›</a:t>
            </a:fld>
            <a:endParaRPr lang="en-US"/>
          </a:p>
        </p:txBody>
      </p:sp>
      <p:sp>
        <p:nvSpPr>
          <p:cNvPr id="15" name="Textplatzhalter 14">
            <a:extLst>
              <a:ext uri="{FF2B5EF4-FFF2-40B4-BE49-F238E27FC236}">
                <a16:creationId xmlns:a16="http://schemas.microsoft.com/office/drawing/2014/main" id="{DD034AAC-B883-933A-7586-47CE484F34C5}"/>
              </a:ext>
            </a:extLst>
          </p:cNvPr>
          <p:cNvSpPr>
            <a:spLocks noGrp="1"/>
          </p:cNvSpPr>
          <p:nvPr>
            <p:ph type="body" sz="quarter" idx="31" hasCustomPrompt="1"/>
          </p:nvPr>
        </p:nvSpPr>
        <p:spPr>
          <a:xfrm>
            <a:off x="772431"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0" name="Textplatzhalter 19">
            <a:extLst>
              <a:ext uri="{FF2B5EF4-FFF2-40B4-BE49-F238E27FC236}">
                <a16:creationId xmlns:a16="http://schemas.microsoft.com/office/drawing/2014/main" id="{CD07B6C7-BDF7-2DDD-436C-71A9528664A4}"/>
              </a:ext>
            </a:extLst>
          </p:cNvPr>
          <p:cNvSpPr>
            <a:spLocks noGrp="1"/>
          </p:cNvSpPr>
          <p:nvPr>
            <p:ph type="body" sz="quarter" idx="32" hasCustomPrompt="1"/>
          </p:nvPr>
        </p:nvSpPr>
        <p:spPr>
          <a:xfrm>
            <a:off x="772431"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3" name="Textplatzhalter 14">
            <a:extLst>
              <a:ext uri="{FF2B5EF4-FFF2-40B4-BE49-F238E27FC236}">
                <a16:creationId xmlns:a16="http://schemas.microsoft.com/office/drawing/2014/main" id="{9937520E-2600-0A46-0B1C-2435F0C11FCC}"/>
              </a:ext>
            </a:extLst>
          </p:cNvPr>
          <p:cNvSpPr>
            <a:spLocks noGrp="1"/>
          </p:cNvSpPr>
          <p:nvPr>
            <p:ph type="body" sz="quarter" idx="33" hasCustomPrompt="1"/>
          </p:nvPr>
        </p:nvSpPr>
        <p:spPr>
          <a:xfrm>
            <a:off x="2982649"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4" name="Textplatzhalter 19">
            <a:extLst>
              <a:ext uri="{FF2B5EF4-FFF2-40B4-BE49-F238E27FC236}">
                <a16:creationId xmlns:a16="http://schemas.microsoft.com/office/drawing/2014/main" id="{884E9D5F-6474-19EB-7354-FD4725179EB3}"/>
              </a:ext>
            </a:extLst>
          </p:cNvPr>
          <p:cNvSpPr>
            <a:spLocks noGrp="1"/>
          </p:cNvSpPr>
          <p:nvPr>
            <p:ph type="body" sz="quarter" idx="34" hasCustomPrompt="1"/>
          </p:nvPr>
        </p:nvSpPr>
        <p:spPr>
          <a:xfrm>
            <a:off x="2982649"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5" name="Textplatzhalter 14">
            <a:extLst>
              <a:ext uri="{FF2B5EF4-FFF2-40B4-BE49-F238E27FC236}">
                <a16:creationId xmlns:a16="http://schemas.microsoft.com/office/drawing/2014/main" id="{8E7AEA96-7A70-9950-D28A-8BB7A83A7ECF}"/>
              </a:ext>
            </a:extLst>
          </p:cNvPr>
          <p:cNvSpPr>
            <a:spLocks noGrp="1"/>
          </p:cNvSpPr>
          <p:nvPr>
            <p:ph type="body" sz="quarter" idx="35" hasCustomPrompt="1"/>
          </p:nvPr>
        </p:nvSpPr>
        <p:spPr>
          <a:xfrm>
            <a:off x="5193614"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6" name="Textplatzhalter 19">
            <a:extLst>
              <a:ext uri="{FF2B5EF4-FFF2-40B4-BE49-F238E27FC236}">
                <a16:creationId xmlns:a16="http://schemas.microsoft.com/office/drawing/2014/main" id="{6E8810B9-205D-C13D-A18A-E28DDB1F0F26}"/>
              </a:ext>
            </a:extLst>
          </p:cNvPr>
          <p:cNvSpPr>
            <a:spLocks noGrp="1"/>
          </p:cNvSpPr>
          <p:nvPr>
            <p:ph type="body" sz="quarter" idx="36" hasCustomPrompt="1"/>
          </p:nvPr>
        </p:nvSpPr>
        <p:spPr>
          <a:xfrm>
            <a:off x="5193614"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7" name="Textplatzhalter 14">
            <a:extLst>
              <a:ext uri="{FF2B5EF4-FFF2-40B4-BE49-F238E27FC236}">
                <a16:creationId xmlns:a16="http://schemas.microsoft.com/office/drawing/2014/main" id="{FA309CBB-3B89-83BC-051B-DAA43249CBE5}"/>
              </a:ext>
            </a:extLst>
          </p:cNvPr>
          <p:cNvSpPr>
            <a:spLocks noGrp="1"/>
          </p:cNvSpPr>
          <p:nvPr>
            <p:ph type="body" sz="quarter" idx="37" hasCustomPrompt="1"/>
          </p:nvPr>
        </p:nvSpPr>
        <p:spPr>
          <a:xfrm>
            <a:off x="7404211"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28" name="Textplatzhalter 19">
            <a:extLst>
              <a:ext uri="{FF2B5EF4-FFF2-40B4-BE49-F238E27FC236}">
                <a16:creationId xmlns:a16="http://schemas.microsoft.com/office/drawing/2014/main" id="{FFCCA22F-6C2D-E189-CD7A-D1B2D2F52943}"/>
              </a:ext>
            </a:extLst>
          </p:cNvPr>
          <p:cNvSpPr>
            <a:spLocks noGrp="1"/>
          </p:cNvSpPr>
          <p:nvPr>
            <p:ph type="body" sz="quarter" idx="38" hasCustomPrompt="1"/>
          </p:nvPr>
        </p:nvSpPr>
        <p:spPr>
          <a:xfrm>
            <a:off x="7404211"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29" name="Textplatzhalter 14">
            <a:extLst>
              <a:ext uri="{FF2B5EF4-FFF2-40B4-BE49-F238E27FC236}">
                <a16:creationId xmlns:a16="http://schemas.microsoft.com/office/drawing/2014/main" id="{C3A10E6D-4CD7-27BC-1F26-9FFA9F179094}"/>
              </a:ext>
            </a:extLst>
          </p:cNvPr>
          <p:cNvSpPr>
            <a:spLocks noGrp="1"/>
          </p:cNvSpPr>
          <p:nvPr>
            <p:ph type="body" sz="quarter" idx="39" hasCustomPrompt="1"/>
          </p:nvPr>
        </p:nvSpPr>
        <p:spPr>
          <a:xfrm>
            <a:off x="9614306" y="3769200"/>
            <a:ext cx="1800000" cy="568325"/>
          </a:xfrm>
          <a:prstGeom prst="rect">
            <a:avLst/>
          </a:prstGeom>
        </p:spPr>
        <p:txBody>
          <a:bodyPr lIns="0" tIns="0" rIns="0" bIns="0"/>
          <a:lstStyle>
            <a:lvl1pPr marL="0" indent="0" algn="ctr">
              <a:buNone/>
              <a:defRPr b="1" cap="all" baseline="0">
                <a:solidFill>
                  <a:schemeClr val="bg1"/>
                </a:solidFill>
              </a:defRPr>
            </a:lvl1pPr>
          </a:lstStyle>
          <a:p>
            <a:r>
              <a:rPr lang="de-DE" sz="1200" b="1"/>
              <a:t>FIRST &amp; LAST NAMES</a:t>
            </a:r>
          </a:p>
        </p:txBody>
      </p:sp>
      <p:sp>
        <p:nvSpPr>
          <p:cNvPr id="30" name="Textplatzhalter 19">
            <a:extLst>
              <a:ext uri="{FF2B5EF4-FFF2-40B4-BE49-F238E27FC236}">
                <a16:creationId xmlns:a16="http://schemas.microsoft.com/office/drawing/2014/main" id="{8FF251DB-C36D-16AE-0A01-29968A043C51}"/>
              </a:ext>
            </a:extLst>
          </p:cNvPr>
          <p:cNvSpPr>
            <a:spLocks noGrp="1"/>
          </p:cNvSpPr>
          <p:nvPr>
            <p:ph type="body" sz="quarter" idx="40" hasCustomPrompt="1"/>
          </p:nvPr>
        </p:nvSpPr>
        <p:spPr>
          <a:xfrm>
            <a:off x="9614306" y="4611600"/>
            <a:ext cx="1800000" cy="1561098"/>
          </a:xfrm>
          <a:prstGeom prst="rect">
            <a:avLst/>
          </a:prstGeom>
        </p:spPr>
        <p:txBody>
          <a:bodyPr lIns="0" tIns="0" rIns="0" bIns="0"/>
          <a:lstStyle>
            <a:lvl1pPr marL="0" indent="0">
              <a:buNone/>
              <a:defRPr baseline="0"/>
            </a:lvl1pPr>
          </a:lstStyle>
          <a:p>
            <a:pPr marL="171450" indent="-171450">
              <a:lnSpc>
                <a:spcPct val="100000"/>
              </a:lnSpc>
              <a:buFont typeface="Symbol" panose="05050102010706020507" pitchFamily="18" charset="2"/>
              <a:buChar char="-"/>
            </a:pPr>
            <a:r>
              <a:rPr lang="en-GB" sz="1200" b="0" err="1">
                <a:effectLst/>
                <a:latin typeface="+mj-lt"/>
                <a:ea typeface="Open Sans" pitchFamily="2" charset="0"/>
                <a:cs typeface="Sora" pitchFamily="2" charset="0"/>
              </a:rPr>
              <a:t>Spezialgebiet</a:t>
            </a:r>
            <a:r>
              <a:rPr lang="en-GB" sz="1200" b="0">
                <a:effectLst/>
                <a:latin typeface="+mj-lt"/>
                <a:ea typeface="Open Sans" pitchFamily="2" charset="0"/>
                <a:cs typeface="Sora" pitchFamily="2" charset="0"/>
              </a:rPr>
              <a:t> und </a:t>
            </a:r>
            <a:r>
              <a:rPr lang="en-GB" sz="1200" b="0" err="1">
                <a:effectLst/>
                <a:latin typeface="+mj-lt"/>
                <a:ea typeface="Open Sans" pitchFamily="2" charset="0"/>
                <a:cs typeface="Sora" pitchFamily="2" charset="0"/>
              </a:rPr>
              <a:t>Erfahrung</a:t>
            </a:r>
            <a:endParaRPr lang="en-GB" sz="1200" b="0">
              <a:effectLst/>
              <a:latin typeface="+mj-lt"/>
              <a:ea typeface="Open Sans" pitchFamily="2" charset="0"/>
              <a:cs typeface="Sora" pitchFamily="2" charset="0"/>
            </a:endParaRPr>
          </a:p>
          <a:p>
            <a:pPr marL="171450" indent="-171450">
              <a:lnSpc>
                <a:spcPct val="100000"/>
              </a:lnSpc>
              <a:buFont typeface="Symbol" panose="05050102010706020507" pitchFamily="18" charset="2"/>
              <a:buChar char="-"/>
            </a:pP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marL="171450" indent="-171450">
              <a:lnSpc>
                <a:spcPct val="100000"/>
              </a:lnSpc>
              <a:buFont typeface="Symbol" panose="05050102010706020507" pitchFamily="18" charset="2"/>
              <a:buChar char="-"/>
            </a:pPr>
            <a:endParaRPr lang="en-US" sz="1200">
              <a:latin typeface="+mj-lt"/>
              <a:ea typeface="Open Sans" pitchFamily="2" charset="0"/>
              <a:cs typeface="Sora" pitchFamily="2" charset="0"/>
            </a:endParaRPr>
          </a:p>
        </p:txBody>
      </p:sp>
      <p:sp>
        <p:nvSpPr>
          <p:cNvPr id="5" name="Fußzeilenplatzhalter 4">
            <a:extLst>
              <a:ext uri="{FF2B5EF4-FFF2-40B4-BE49-F238E27FC236}">
                <a16:creationId xmlns:a16="http://schemas.microsoft.com/office/drawing/2014/main" id="{F9973C5E-B215-9256-2358-3254769DD17E}"/>
              </a:ext>
            </a:extLst>
          </p:cNvPr>
          <p:cNvSpPr>
            <a:spLocks noGrp="1"/>
          </p:cNvSpPr>
          <p:nvPr>
            <p:ph type="ftr" sz="quarter" idx="41"/>
          </p:nvPr>
        </p:nvSpPr>
        <p:spPr/>
        <p:txBody>
          <a:bodyPr/>
          <a:lstStyle/>
          <a:p>
            <a:r>
              <a:rPr lang="en-US"/>
              <a:t>EDAG Electrics/Electronics     Author: Shubham/Israr/Omkar       Version:1.0          Scope: EDAG Group     internal</a:t>
            </a:r>
            <a:endParaRPr lang="de-DE"/>
          </a:p>
        </p:txBody>
      </p:sp>
      <p:sp>
        <p:nvSpPr>
          <p:cNvPr id="8" name="Titel 7">
            <a:extLst>
              <a:ext uri="{FF2B5EF4-FFF2-40B4-BE49-F238E27FC236}">
                <a16:creationId xmlns:a16="http://schemas.microsoft.com/office/drawing/2014/main" id="{ED31B322-802E-EC9E-AEE2-8B0461F68B03}"/>
              </a:ext>
            </a:extLst>
          </p:cNvPr>
          <p:cNvSpPr>
            <a:spLocks noGrp="1"/>
          </p:cNvSpPr>
          <p:nvPr>
            <p:ph type="title"/>
          </p:nvPr>
        </p:nvSpPr>
        <p:spPr/>
        <p:txBody>
          <a:bodyPr>
            <a:noAutofit/>
          </a:bodyPr>
          <a:lstStyle/>
          <a:p>
            <a:r>
              <a:rPr lang="de-DE"/>
              <a:t>Mastertitelformat bearbeiten</a:t>
            </a:r>
          </a:p>
        </p:txBody>
      </p:sp>
      <p:sp>
        <p:nvSpPr>
          <p:cNvPr id="14" name="Textplatzhalter 17">
            <a:extLst>
              <a:ext uri="{FF2B5EF4-FFF2-40B4-BE49-F238E27FC236}">
                <a16:creationId xmlns:a16="http://schemas.microsoft.com/office/drawing/2014/main" id="{553A17DC-080D-FE7B-3DD4-4A5F1114DEE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137221620"/>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ark Mode/Gray Team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6" name="Textplatzhalter 12">
            <a:extLst>
              <a:ext uri="{FF2B5EF4-FFF2-40B4-BE49-F238E27FC236}">
                <a16:creationId xmlns:a16="http://schemas.microsoft.com/office/drawing/2014/main" id="{7A6F855B-803A-CF9E-741F-7091F5771F78}"/>
              </a:ext>
            </a:extLst>
          </p:cNvPr>
          <p:cNvSpPr>
            <a:spLocks noGrp="1"/>
          </p:cNvSpPr>
          <p:nvPr>
            <p:ph type="body" sz="quarter" idx="20" hasCustomPrompt="1"/>
          </p:nvPr>
        </p:nvSpPr>
        <p:spPr>
          <a:xfrm>
            <a:off x="2309838" y="1992933"/>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 name="Picture Placeholder 28">
            <a:extLst>
              <a:ext uri="{FF2B5EF4-FFF2-40B4-BE49-F238E27FC236}">
                <a16:creationId xmlns:a16="http://schemas.microsoft.com/office/drawing/2014/main" id="{578DE51F-4F0A-A697-1141-40F0C1E4C8A7}"/>
              </a:ext>
            </a:extLst>
          </p:cNvPr>
          <p:cNvSpPr>
            <a:spLocks noGrp="1"/>
          </p:cNvSpPr>
          <p:nvPr>
            <p:ph type="pic" sz="quarter" idx="16"/>
          </p:nvPr>
        </p:nvSpPr>
        <p:spPr>
          <a:xfrm>
            <a:off x="661830" y="1807200"/>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8" name="Foliennummernplatzhalter 7">
            <a:extLst>
              <a:ext uri="{FF2B5EF4-FFF2-40B4-BE49-F238E27FC236}">
                <a16:creationId xmlns:a16="http://schemas.microsoft.com/office/drawing/2014/main" id="{79763CCF-297D-4154-E563-F9CF06BCDC47}"/>
              </a:ext>
            </a:extLst>
          </p:cNvPr>
          <p:cNvSpPr>
            <a:spLocks noGrp="1"/>
          </p:cNvSpPr>
          <p:nvPr>
            <p:ph type="sldNum" sz="quarter" idx="28"/>
          </p:nvPr>
        </p:nvSpPr>
        <p:spPr/>
        <p:txBody>
          <a:bodyPr/>
          <a:lstStyle/>
          <a:p>
            <a:fld id="{7D3ABF3B-F89B-4CD7-B75C-63A8A662AF01}" type="slidenum">
              <a:rPr lang="en-US" smtClean="0"/>
              <a:pPr/>
              <a:t>‹#›</a:t>
            </a:fld>
            <a:endParaRPr lang="en-US"/>
          </a:p>
        </p:txBody>
      </p:sp>
      <p:sp>
        <p:nvSpPr>
          <p:cNvPr id="18" name="Textplatzhalter 17">
            <a:extLst>
              <a:ext uri="{FF2B5EF4-FFF2-40B4-BE49-F238E27FC236}">
                <a16:creationId xmlns:a16="http://schemas.microsoft.com/office/drawing/2014/main" id="{1F7CB81D-FF0E-72CF-16B8-FBD7927C26BE}"/>
              </a:ext>
            </a:extLst>
          </p:cNvPr>
          <p:cNvSpPr>
            <a:spLocks noGrp="1"/>
          </p:cNvSpPr>
          <p:nvPr>
            <p:ph type="body" sz="quarter" idx="29"/>
          </p:nvPr>
        </p:nvSpPr>
        <p:spPr>
          <a:xfrm>
            <a:off x="2309813" y="2681734"/>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21" name="Textplatzhalter 17">
            <a:extLst>
              <a:ext uri="{FF2B5EF4-FFF2-40B4-BE49-F238E27FC236}">
                <a16:creationId xmlns:a16="http://schemas.microsoft.com/office/drawing/2014/main" id="{A80F4203-0D8D-5C45-B7B1-2D94E84AFD1A}"/>
              </a:ext>
            </a:extLst>
          </p:cNvPr>
          <p:cNvSpPr>
            <a:spLocks noGrp="1"/>
          </p:cNvSpPr>
          <p:nvPr>
            <p:ph type="body" sz="quarter" idx="30" hasCustomPrompt="1"/>
          </p:nvPr>
        </p:nvSpPr>
        <p:spPr>
          <a:xfrm>
            <a:off x="2309813" y="2299874"/>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46" name="Textplatzhalter 12">
            <a:extLst>
              <a:ext uri="{FF2B5EF4-FFF2-40B4-BE49-F238E27FC236}">
                <a16:creationId xmlns:a16="http://schemas.microsoft.com/office/drawing/2014/main" id="{4559D798-9BBC-306E-4F18-56BE8596DB51}"/>
              </a:ext>
            </a:extLst>
          </p:cNvPr>
          <p:cNvSpPr>
            <a:spLocks noGrp="1"/>
          </p:cNvSpPr>
          <p:nvPr>
            <p:ph type="body" sz="quarter" idx="31" hasCustomPrompt="1"/>
          </p:nvPr>
        </p:nvSpPr>
        <p:spPr>
          <a:xfrm>
            <a:off x="2306821" y="3575034"/>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47" name="Picture Placeholder 28">
            <a:extLst>
              <a:ext uri="{FF2B5EF4-FFF2-40B4-BE49-F238E27FC236}">
                <a16:creationId xmlns:a16="http://schemas.microsoft.com/office/drawing/2014/main" id="{F339FA9F-5469-4B74-7C57-7B399649FDEB}"/>
              </a:ext>
            </a:extLst>
          </p:cNvPr>
          <p:cNvSpPr>
            <a:spLocks noGrp="1"/>
          </p:cNvSpPr>
          <p:nvPr>
            <p:ph type="pic" sz="quarter" idx="32"/>
          </p:nvPr>
        </p:nvSpPr>
        <p:spPr>
          <a:xfrm>
            <a:off x="658813" y="3393266"/>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48" name="Textplatzhalter 17">
            <a:extLst>
              <a:ext uri="{FF2B5EF4-FFF2-40B4-BE49-F238E27FC236}">
                <a16:creationId xmlns:a16="http://schemas.microsoft.com/office/drawing/2014/main" id="{16A5779D-18DC-0E64-6685-C606101F7D16}"/>
              </a:ext>
            </a:extLst>
          </p:cNvPr>
          <p:cNvSpPr>
            <a:spLocks noGrp="1"/>
          </p:cNvSpPr>
          <p:nvPr>
            <p:ph type="body" sz="quarter" idx="33"/>
          </p:nvPr>
        </p:nvSpPr>
        <p:spPr>
          <a:xfrm>
            <a:off x="2306796" y="4263835"/>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49" name="Textplatzhalter 17">
            <a:extLst>
              <a:ext uri="{FF2B5EF4-FFF2-40B4-BE49-F238E27FC236}">
                <a16:creationId xmlns:a16="http://schemas.microsoft.com/office/drawing/2014/main" id="{2F4AB24B-6CC4-EBD6-39BE-A19BBBDDE096}"/>
              </a:ext>
            </a:extLst>
          </p:cNvPr>
          <p:cNvSpPr>
            <a:spLocks noGrp="1"/>
          </p:cNvSpPr>
          <p:nvPr>
            <p:ph type="body" sz="quarter" idx="34" hasCustomPrompt="1"/>
          </p:nvPr>
        </p:nvSpPr>
        <p:spPr>
          <a:xfrm>
            <a:off x="2306796" y="3881975"/>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50" name="Textplatzhalter 12">
            <a:extLst>
              <a:ext uri="{FF2B5EF4-FFF2-40B4-BE49-F238E27FC236}">
                <a16:creationId xmlns:a16="http://schemas.microsoft.com/office/drawing/2014/main" id="{C43A415F-1672-5D89-ADAF-5599E2BEFB6D}"/>
              </a:ext>
            </a:extLst>
          </p:cNvPr>
          <p:cNvSpPr>
            <a:spLocks noGrp="1"/>
          </p:cNvSpPr>
          <p:nvPr>
            <p:ph type="body" sz="quarter" idx="35" hasCustomPrompt="1"/>
          </p:nvPr>
        </p:nvSpPr>
        <p:spPr>
          <a:xfrm>
            <a:off x="2306821" y="5157135"/>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51" name="Picture Placeholder 28">
            <a:extLst>
              <a:ext uri="{FF2B5EF4-FFF2-40B4-BE49-F238E27FC236}">
                <a16:creationId xmlns:a16="http://schemas.microsoft.com/office/drawing/2014/main" id="{A51D2DBA-7200-C46E-1814-32F092296AD7}"/>
              </a:ext>
            </a:extLst>
          </p:cNvPr>
          <p:cNvSpPr>
            <a:spLocks noGrp="1"/>
          </p:cNvSpPr>
          <p:nvPr>
            <p:ph type="pic" sz="quarter" idx="36"/>
          </p:nvPr>
        </p:nvSpPr>
        <p:spPr>
          <a:xfrm>
            <a:off x="658813" y="4975367"/>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52" name="Textplatzhalter 17">
            <a:extLst>
              <a:ext uri="{FF2B5EF4-FFF2-40B4-BE49-F238E27FC236}">
                <a16:creationId xmlns:a16="http://schemas.microsoft.com/office/drawing/2014/main" id="{B992DCFB-0F51-3434-FDA2-DBB3AA126604}"/>
              </a:ext>
            </a:extLst>
          </p:cNvPr>
          <p:cNvSpPr>
            <a:spLocks noGrp="1"/>
          </p:cNvSpPr>
          <p:nvPr>
            <p:ph type="body" sz="quarter" idx="37"/>
          </p:nvPr>
        </p:nvSpPr>
        <p:spPr>
          <a:xfrm>
            <a:off x="2306796" y="5845936"/>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53" name="Textplatzhalter 17">
            <a:extLst>
              <a:ext uri="{FF2B5EF4-FFF2-40B4-BE49-F238E27FC236}">
                <a16:creationId xmlns:a16="http://schemas.microsoft.com/office/drawing/2014/main" id="{2563A2EA-958B-7F62-43D1-7126590687B5}"/>
              </a:ext>
            </a:extLst>
          </p:cNvPr>
          <p:cNvSpPr>
            <a:spLocks noGrp="1"/>
          </p:cNvSpPr>
          <p:nvPr>
            <p:ph type="body" sz="quarter" idx="38" hasCustomPrompt="1"/>
          </p:nvPr>
        </p:nvSpPr>
        <p:spPr>
          <a:xfrm>
            <a:off x="2306796" y="5464076"/>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64" name="Textplatzhalter 12">
            <a:extLst>
              <a:ext uri="{FF2B5EF4-FFF2-40B4-BE49-F238E27FC236}">
                <a16:creationId xmlns:a16="http://schemas.microsoft.com/office/drawing/2014/main" id="{96CF7D05-17EF-4864-5781-7A5253C36038}"/>
              </a:ext>
            </a:extLst>
          </p:cNvPr>
          <p:cNvSpPr>
            <a:spLocks noGrp="1"/>
          </p:cNvSpPr>
          <p:nvPr>
            <p:ph type="body" sz="quarter" idx="39" hasCustomPrompt="1"/>
          </p:nvPr>
        </p:nvSpPr>
        <p:spPr>
          <a:xfrm>
            <a:off x="7919366" y="1992933"/>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65" name="Picture Placeholder 28">
            <a:extLst>
              <a:ext uri="{FF2B5EF4-FFF2-40B4-BE49-F238E27FC236}">
                <a16:creationId xmlns:a16="http://schemas.microsoft.com/office/drawing/2014/main" id="{078DBF17-73E1-5710-5D0B-6ACCC4AD4679}"/>
              </a:ext>
            </a:extLst>
          </p:cNvPr>
          <p:cNvSpPr>
            <a:spLocks noGrp="1"/>
          </p:cNvSpPr>
          <p:nvPr>
            <p:ph type="pic" sz="quarter" idx="40"/>
          </p:nvPr>
        </p:nvSpPr>
        <p:spPr>
          <a:xfrm>
            <a:off x="6271358" y="1807200"/>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66" name="Textplatzhalter 17">
            <a:extLst>
              <a:ext uri="{FF2B5EF4-FFF2-40B4-BE49-F238E27FC236}">
                <a16:creationId xmlns:a16="http://schemas.microsoft.com/office/drawing/2014/main" id="{F4123FBF-2926-D735-A91C-0A39185080D5}"/>
              </a:ext>
            </a:extLst>
          </p:cNvPr>
          <p:cNvSpPr>
            <a:spLocks noGrp="1"/>
          </p:cNvSpPr>
          <p:nvPr>
            <p:ph type="body" sz="quarter" idx="41"/>
          </p:nvPr>
        </p:nvSpPr>
        <p:spPr>
          <a:xfrm>
            <a:off x="7919341" y="2681734"/>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67" name="Textplatzhalter 17">
            <a:extLst>
              <a:ext uri="{FF2B5EF4-FFF2-40B4-BE49-F238E27FC236}">
                <a16:creationId xmlns:a16="http://schemas.microsoft.com/office/drawing/2014/main" id="{E0C53560-583C-9E5D-4870-6C44B535B1E9}"/>
              </a:ext>
            </a:extLst>
          </p:cNvPr>
          <p:cNvSpPr>
            <a:spLocks noGrp="1"/>
          </p:cNvSpPr>
          <p:nvPr>
            <p:ph type="body" sz="quarter" idx="42" hasCustomPrompt="1"/>
          </p:nvPr>
        </p:nvSpPr>
        <p:spPr>
          <a:xfrm>
            <a:off x="7919341" y="2299874"/>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68" name="Textplatzhalter 12">
            <a:extLst>
              <a:ext uri="{FF2B5EF4-FFF2-40B4-BE49-F238E27FC236}">
                <a16:creationId xmlns:a16="http://schemas.microsoft.com/office/drawing/2014/main" id="{DC80F735-5C79-0CBE-C286-586DDEDBA755}"/>
              </a:ext>
            </a:extLst>
          </p:cNvPr>
          <p:cNvSpPr>
            <a:spLocks noGrp="1"/>
          </p:cNvSpPr>
          <p:nvPr>
            <p:ph type="body" sz="quarter" idx="43" hasCustomPrompt="1"/>
          </p:nvPr>
        </p:nvSpPr>
        <p:spPr>
          <a:xfrm>
            <a:off x="7916349" y="3575034"/>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69" name="Picture Placeholder 28">
            <a:extLst>
              <a:ext uri="{FF2B5EF4-FFF2-40B4-BE49-F238E27FC236}">
                <a16:creationId xmlns:a16="http://schemas.microsoft.com/office/drawing/2014/main" id="{18920279-0EDB-E75D-F2F8-3BCD36489943}"/>
              </a:ext>
            </a:extLst>
          </p:cNvPr>
          <p:cNvSpPr>
            <a:spLocks noGrp="1"/>
          </p:cNvSpPr>
          <p:nvPr>
            <p:ph type="pic" sz="quarter" idx="44"/>
          </p:nvPr>
        </p:nvSpPr>
        <p:spPr>
          <a:xfrm>
            <a:off x="6268341" y="3393266"/>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70" name="Textplatzhalter 17">
            <a:extLst>
              <a:ext uri="{FF2B5EF4-FFF2-40B4-BE49-F238E27FC236}">
                <a16:creationId xmlns:a16="http://schemas.microsoft.com/office/drawing/2014/main" id="{DAFCB565-B807-D6FD-5984-65D7B48C3BE1}"/>
              </a:ext>
            </a:extLst>
          </p:cNvPr>
          <p:cNvSpPr>
            <a:spLocks noGrp="1"/>
          </p:cNvSpPr>
          <p:nvPr>
            <p:ph type="body" sz="quarter" idx="45"/>
          </p:nvPr>
        </p:nvSpPr>
        <p:spPr>
          <a:xfrm>
            <a:off x="7916324" y="4263835"/>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71" name="Textplatzhalter 17">
            <a:extLst>
              <a:ext uri="{FF2B5EF4-FFF2-40B4-BE49-F238E27FC236}">
                <a16:creationId xmlns:a16="http://schemas.microsoft.com/office/drawing/2014/main" id="{8DAB6162-9762-B1C9-4DA9-F2912BF197CB}"/>
              </a:ext>
            </a:extLst>
          </p:cNvPr>
          <p:cNvSpPr>
            <a:spLocks noGrp="1"/>
          </p:cNvSpPr>
          <p:nvPr>
            <p:ph type="body" sz="quarter" idx="46" hasCustomPrompt="1"/>
          </p:nvPr>
        </p:nvSpPr>
        <p:spPr>
          <a:xfrm>
            <a:off x="7916324" y="3881975"/>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72" name="Textplatzhalter 12">
            <a:extLst>
              <a:ext uri="{FF2B5EF4-FFF2-40B4-BE49-F238E27FC236}">
                <a16:creationId xmlns:a16="http://schemas.microsoft.com/office/drawing/2014/main" id="{8E12BD1E-03FC-2620-E464-BF1431305272}"/>
              </a:ext>
            </a:extLst>
          </p:cNvPr>
          <p:cNvSpPr>
            <a:spLocks noGrp="1"/>
          </p:cNvSpPr>
          <p:nvPr>
            <p:ph type="body" sz="quarter" idx="47" hasCustomPrompt="1"/>
          </p:nvPr>
        </p:nvSpPr>
        <p:spPr>
          <a:xfrm>
            <a:off x="7916349" y="5157135"/>
            <a:ext cx="2403449" cy="237788"/>
          </a:xfrm>
          <a:prstGeom prst="rect">
            <a:avLst/>
          </a:prstGeom>
        </p:spPr>
        <p:txBody>
          <a:bodyPr lIns="0" tIns="0" rIns="0" bIns="0"/>
          <a:lstStyle>
            <a:lvl1pPr marL="0" indent="0">
              <a:buFontTx/>
              <a:buNone/>
              <a:defRPr sz="1600" cap="all" baseline="0">
                <a:solidFill>
                  <a:schemeClr val="bg1"/>
                </a:solidFill>
              </a:defRPr>
            </a:lvl1pPr>
          </a:lstStyle>
          <a:p>
            <a:pPr>
              <a:lnSpc>
                <a:spcPts val="1800"/>
              </a:lnSpc>
            </a:pPr>
            <a:r>
              <a:rPr lang="en-GB" sz="1200" b="1" spc="0">
                <a:effectLst/>
                <a:latin typeface="+mj-lt"/>
                <a:ea typeface="Open Sans" pitchFamily="2" charset="0"/>
                <a:cs typeface="Sora" pitchFamily="2" charset="0"/>
              </a:rPr>
              <a:t>FIRST &amp; LAST NAMES</a:t>
            </a:r>
          </a:p>
        </p:txBody>
      </p:sp>
      <p:sp>
        <p:nvSpPr>
          <p:cNvPr id="73" name="Picture Placeholder 28">
            <a:extLst>
              <a:ext uri="{FF2B5EF4-FFF2-40B4-BE49-F238E27FC236}">
                <a16:creationId xmlns:a16="http://schemas.microsoft.com/office/drawing/2014/main" id="{6104858C-36C3-8CE8-04EA-CC0AAC3B30F9}"/>
              </a:ext>
            </a:extLst>
          </p:cNvPr>
          <p:cNvSpPr>
            <a:spLocks noGrp="1"/>
          </p:cNvSpPr>
          <p:nvPr>
            <p:ph type="pic" sz="quarter" idx="48"/>
          </p:nvPr>
        </p:nvSpPr>
        <p:spPr>
          <a:xfrm>
            <a:off x="6268341" y="4975367"/>
            <a:ext cx="1296000" cy="1296000"/>
          </a:xfrm>
          <a:custGeom>
            <a:avLst/>
            <a:gdLst>
              <a:gd name="connsiteX0" fmla="*/ 0 w 1924051"/>
              <a:gd name="connsiteY0" fmla="*/ 0 h 2421467"/>
              <a:gd name="connsiteX1" fmla="*/ 1924051 w 1924051"/>
              <a:gd name="connsiteY1" fmla="*/ 0 h 2421467"/>
              <a:gd name="connsiteX2" fmla="*/ 1924051 w 1924051"/>
              <a:gd name="connsiteY2" fmla="*/ 2421467 h 2421467"/>
              <a:gd name="connsiteX3" fmla="*/ 0 w 1924051"/>
              <a:gd name="connsiteY3" fmla="*/ 2421467 h 2421467"/>
            </a:gdLst>
            <a:ahLst/>
            <a:cxnLst>
              <a:cxn ang="0">
                <a:pos x="connsiteX0" y="connsiteY0"/>
              </a:cxn>
              <a:cxn ang="0">
                <a:pos x="connsiteX1" y="connsiteY1"/>
              </a:cxn>
              <a:cxn ang="0">
                <a:pos x="connsiteX2" y="connsiteY2"/>
              </a:cxn>
              <a:cxn ang="0">
                <a:pos x="connsiteX3" y="connsiteY3"/>
              </a:cxn>
            </a:cxnLst>
            <a:rect l="l" t="t" r="r" b="b"/>
            <a:pathLst>
              <a:path w="1924051" h="2421467">
                <a:moveTo>
                  <a:pt x="0" y="0"/>
                </a:moveTo>
                <a:lnTo>
                  <a:pt x="1924051" y="0"/>
                </a:lnTo>
                <a:lnTo>
                  <a:pt x="1924051" y="2421467"/>
                </a:lnTo>
                <a:lnTo>
                  <a:pt x="0" y="2421467"/>
                </a:lnTo>
                <a:close/>
              </a:path>
            </a:pathLst>
          </a:custGeom>
          <a:pattFill prst="pct5">
            <a:fgClr>
              <a:schemeClr val="tx1"/>
            </a:fgClr>
            <a:bgClr>
              <a:schemeClr val="bg1"/>
            </a:bgClr>
          </a:pattFill>
        </p:spPr>
        <p:txBody>
          <a:bodyPr/>
          <a:lstStyle>
            <a:lvl1pPr marL="0" indent="0" algn="ctr">
              <a:buFontTx/>
              <a:buNone/>
              <a:defRPr sz="800" baseline="0">
                <a:solidFill>
                  <a:schemeClr val="tx1"/>
                </a:solidFill>
              </a:defRPr>
            </a:lvl1pPr>
          </a:lstStyle>
          <a:p>
            <a:r>
              <a:rPr lang="de-DE"/>
              <a:t>Bild durch Klicken auf Symbol hinzufügen</a:t>
            </a:r>
          </a:p>
        </p:txBody>
      </p:sp>
      <p:sp>
        <p:nvSpPr>
          <p:cNvPr id="74" name="Textplatzhalter 17">
            <a:extLst>
              <a:ext uri="{FF2B5EF4-FFF2-40B4-BE49-F238E27FC236}">
                <a16:creationId xmlns:a16="http://schemas.microsoft.com/office/drawing/2014/main" id="{0A82F722-0A42-12F9-4063-F08180B1E6CB}"/>
              </a:ext>
            </a:extLst>
          </p:cNvPr>
          <p:cNvSpPr>
            <a:spLocks noGrp="1"/>
          </p:cNvSpPr>
          <p:nvPr>
            <p:ph type="body" sz="quarter" idx="49"/>
          </p:nvPr>
        </p:nvSpPr>
        <p:spPr>
          <a:xfrm>
            <a:off x="7916324" y="5845936"/>
            <a:ext cx="2403475" cy="425431"/>
          </a:xfrm>
          <a:prstGeom prst="rect">
            <a:avLst/>
          </a:prstGeom>
        </p:spPr>
        <p:txBody>
          <a:bodyPr lIns="0" tIns="0" rIns="0" bIns="0"/>
          <a:lstStyle>
            <a:lvl1pPr marL="0" indent="0">
              <a:buFontTx/>
              <a:buNone/>
              <a:defRPr sz="1200">
                <a:solidFill>
                  <a:schemeClr val="bg1"/>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Mastertextformat bearbeiten</a:t>
            </a:r>
          </a:p>
        </p:txBody>
      </p:sp>
      <p:sp>
        <p:nvSpPr>
          <p:cNvPr id="75" name="Textplatzhalter 17">
            <a:extLst>
              <a:ext uri="{FF2B5EF4-FFF2-40B4-BE49-F238E27FC236}">
                <a16:creationId xmlns:a16="http://schemas.microsoft.com/office/drawing/2014/main" id="{AC4EBC51-387B-8F39-BFFC-6C2DDA896791}"/>
              </a:ext>
            </a:extLst>
          </p:cNvPr>
          <p:cNvSpPr>
            <a:spLocks noGrp="1"/>
          </p:cNvSpPr>
          <p:nvPr>
            <p:ph type="body" sz="quarter" idx="50" hasCustomPrompt="1"/>
          </p:nvPr>
        </p:nvSpPr>
        <p:spPr>
          <a:xfrm>
            <a:off x="7916324" y="5464076"/>
            <a:ext cx="2403475" cy="180736"/>
          </a:xfrm>
          <a:prstGeom prst="rect">
            <a:avLst/>
          </a:prstGeom>
        </p:spPr>
        <p:txBody>
          <a:bodyPr lIns="0" tIns="0" rIns="0" bIns="0"/>
          <a:lstStyle>
            <a:lvl1pPr marL="0" indent="0">
              <a:buFontTx/>
              <a:buNone/>
              <a:defRPr sz="1000" i="1">
                <a:solidFill>
                  <a:schemeClr val="tx2"/>
                </a:solidFill>
              </a:defRPr>
            </a:lvl1pPr>
            <a:lvl2pPr marL="457200" indent="0">
              <a:buFontTx/>
              <a:buNone/>
              <a:defRPr sz="1200">
                <a:solidFill>
                  <a:schemeClr val="bg1"/>
                </a:solidFill>
              </a:defRPr>
            </a:lvl2pPr>
            <a:lvl3pPr marL="914400" indent="0">
              <a:buFontTx/>
              <a:buNone/>
              <a:defRPr sz="1200">
                <a:solidFill>
                  <a:schemeClr val="bg1"/>
                </a:solidFill>
              </a:defRPr>
            </a:lvl3pPr>
            <a:lvl4pPr marL="1371600" indent="0">
              <a:buFontTx/>
              <a:buNone/>
              <a:defRPr sz="1200">
                <a:solidFill>
                  <a:schemeClr val="bg1"/>
                </a:solidFill>
              </a:defRPr>
            </a:lvl4pPr>
            <a:lvl5pPr marL="1828800" indent="0">
              <a:buFontTx/>
              <a:buNone/>
              <a:defRPr sz="1200">
                <a:solidFill>
                  <a:schemeClr val="bg1"/>
                </a:solidFill>
              </a:defRPr>
            </a:lvl5pPr>
          </a:lstStyle>
          <a:p>
            <a:pPr lvl="0"/>
            <a:r>
              <a:rPr lang="de-DE"/>
              <a:t>Titel, Position</a:t>
            </a:r>
          </a:p>
        </p:txBody>
      </p:sp>
      <p:sp>
        <p:nvSpPr>
          <p:cNvPr id="5" name="Fußzeilenplatzhalter 4">
            <a:extLst>
              <a:ext uri="{FF2B5EF4-FFF2-40B4-BE49-F238E27FC236}">
                <a16:creationId xmlns:a16="http://schemas.microsoft.com/office/drawing/2014/main" id="{83B921FF-76E4-B5DF-8BA9-E6A5EB1EFA7D}"/>
              </a:ext>
            </a:extLst>
          </p:cNvPr>
          <p:cNvSpPr>
            <a:spLocks noGrp="1"/>
          </p:cNvSpPr>
          <p:nvPr>
            <p:ph type="ftr" sz="quarter" idx="51"/>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DD49567F-23A1-95CF-1A11-F4AF9E8DF6A9}"/>
              </a:ext>
            </a:extLst>
          </p:cNvPr>
          <p:cNvSpPr>
            <a:spLocks noGrp="1"/>
          </p:cNvSpPr>
          <p:nvPr>
            <p:ph type="title"/>
          </p:nvPr>
        </p:nvSpPr>
        <p:spPr/>
        <p:txBody>
          <a:bodyPr>
            <a:noAutofit/>
          </a:bodyPr>
          <a:lstStyle/>
          <a:p>
            <a:r>
              <a:rPr lang="de-DE"/>
              <a:t>Mastertitelformat bearbeiten</a:t>
            </a:r>
          </a:p>
        </p:txBody>
      </p:sp>
      <p:sp>
        <p:nvSpPr>
          <p:cNvPr id="7" name="Textplatzhalter 17">
            <a:extLst>
              <a:ext uri="{FF2B5EF4-FFF2-40B4-BE49-F238E27FC236}">
                <a16:creationId xmlns:a16="http://schemas.microsoft.com/office/drawing/2014/main" id="{AEC44FA6-221A-7377-2B99-4CBE6B903830}"/>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936699708"/>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rk Mode/Gray Team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32" name="Foliennummernplatzhalter 31">
            <a:extLst>
              <a:ext uri="{FF2B5EF4-FFF2-40B4-BE49-F238E27FC236}">
                <a16:creationId xmlns:a16="http://schemas.microsoft.com/office/drawing/2014/main" id="{6A843F09-9BDF-BC43-95F6-ADC6B19B0580}"/>
              </a:ext>
            </a:extLst>
          </p:cNvPr>
          <p:cNvSpPr>
            <a:spLocks noGrp="1"/>
          </p:cNvSpPr>
          <p:nvPr>
            <p:ph type="sldNum" sz="quarter" idx="43"/>
          </p:nvPr>
        </p:nvSpPr>
        <p:spPr/>
        <p:txBody>
          <a:bodyPr/>
          <a:lstStyle/>
          <a:p>
            <a:fld id="{7D3ABF3B-F89B-4CD7-B75C-63A8A662AF01}" type="slidenum">
              <a:rPr lang="en-US" smtClean="0"/>
              <a:pPr/>
              <a:t>‹#›</a:t>
            </a:fld>
            <a:endParaRPr lang="en-US"/>
          </a:p>
        </p:txBody>
      </p:sp>
      <p:sp>
        <p:nvSpPr>
          <p:cNvPr id="15" name="Fußzeilenplatzhalter 14">
            <a:extLst>
              <a:ext uri="{FF2B5EF4-FFF2-40B4-BE49-F238E27FC236}">
                <a16:creationId xmlns:a16="http://schemas.microsoft.com/office/drawing/2014/main" id="{8E779A24-3462-AB82-3FCA-1CB5423AA266}"/>
              </a:ext>
            </a:extLst>
          </p:cNvPr>
          <p:cNvSpPr>
            <a:spLocks noGrp="1"/>
          </p:cNvSpPr>
          <p:nvPr>
            <p:ph type="ftr" sz="quarter" idx="44"/>
          </p:nvPr>
        </p:nvSpPr>
        <p:spPr/>
        <p:txBody>
          <a:bodyPr/>
          <a:lstStyle/>
          <a:p>
            <a:r>
              <a:rPr lang="en-US"/>
              <a:t>EDAG Electrics/Electronics     Author: Shubham/Israr/Omkar       Version:1.0          Scope: EDAG Group     internal</a:t>
            </a:r>
            <a:endParaRPr lang="de-DE"/>
          </a:p>
        </p:txBody>
      </p:sp>
      <p:sp>
        <p:nvSpPr>
          <p:cNvPr id="16" name="Titel 15">
            <a:extLst>
              <a:ext uri="{FF2B5EF4-FFF2-40B4-BE49-F238E27FC236}">
                <a16:creationId xmlns:a16="http://schemas.microsoft.com/office/drawing/2014/main" id="{9EDF1C65-8713-DE72-70C7-2749B1948E7F}"/>
              </a:ext>
            </a:extLst>
          </p:cNvPr>
          <p:cNvSpPr>
            <a:spLocks noGrp="1"/>
          </p:cNvSpPr>
          <p:nvPr>
            <p:ph type="title"/>
          </p:nvPr>
        </p:nvSpPr>
        <p:spPr/>
        <p:txBody>
          <a:bodyPr>
            <a:noAutofit/>
          </a:bodyPr>
          <a:lstStyle/>
          <a:p>
            <a:r>
              <a:rPr lang="de-DE"/>
              <a:t>Mastertitelformat bearbeiten</a:t>
            </a:r>
          </a:p>
        </p:txBody>
      </p:sp>
      <p:sp>
        <p:nvSpPr>
          <p:cNvPr id="20" name="Textplatzhalter 17">
            <a:extLst>
              <a:ext uri="{FF2B5EF4-FFF2-40B4-BE49-F238E27FC236}">
                <a16:creationId xmlns:a16="http://schemas.microsoft.com/office/drawing/2014/main" id="{3B381240-5FC0-9E72-E2F7-0353226F0536}"/>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12" name="Picture Placeholder 107">
            <a:extLst>
              <a:ext uri="{FF2B5EF4-FFF2-40B4-BE49-F238E27FC236}">
                <a16:creationId xmlns:a16="http://schemas.microsoft.com/office/drawing/2014/main" id="{23116499-0CFE-D892-2FA8-13D77406D910}"/>
              </a:ext>
            </a:extLst>
          </p:cNvPr>
          <p:cNvSpPr>
            <a:spLocks noGrp="1"/>
          </p:cNvSpPr>
          <p:nvPr>
            <p:ph type="pic" sz="quarter" idx="13"/>
          </p:nvPr>
        </p:nvSpPr>
        <p:spPr>
          <a:xfrm>
            <a:off x="15167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3" name="Picture Placeholder 107">
            <a:extLst>
              <a:ext uri="{FF2B5EF4-FFF2-40B4-BE49-F238E27FC236}">
                <a16:creationId xmlns:a16="http://schemas.microsoft.com/office/drawing/2014/main" id="{D725714B-A010-1820-5474-83D5408D0670}"/>
              </a:ext>
            </a:extLst>
          </p:cNvPr>
          <p:cNvSpPr>
            <a:spLocks noGrp="1"/>
          </p:cNvSpPr>
          <p:nvPr>
            <p:ph type="pic" sz="quarter" idx="22"/>
          </p:nvPr>
        </p:nvSpPr>
        <p:spPr>
          <a:xfrm>
            <a:off x="97895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4" name="Picture Placeholder 107">
            <a:extLst>
              <a:ext uri="{FF2B5EF4-FFF2-40B4-BE49-F238E27FC236}">
                <a16:creationId xmlns:a16="http://schemas.microsoft.com/office/drawing/2014/main" id="{366C0021-DBD3-C47D-BE37-EAF8896BC94E}"/>
              </a:ext>
            </a:extLst>
          </p:cNvPr>
          <p:cNvSpPr>
            <a:spLocks noGrp="1"/>
          </p:cNvSpPr>
          <p:nvPr>
            <p:ph type="pic" sz="quarter" idx="25"/>
          </p:nvPr>
        </p:nvSpPr>
        <p:spPr>
          <a:xfrm>
            <a:off x="42635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5" name="Picture Placeholder 107">
            <a:extLst>
              <a:ext uri="{FF2B5EF4-FFF2-40B4-BE49-F238E27FC236}">
                <a16:creationId xmlns:a16="http://schemas.microsoft.com/office/drawing/2014/main" id="{5BDF1F6C-FBEA-4FF9-E76D-0E47497A819F}"/>
              </a:ext>
            </a:extLst>
          </p:cNvPr>
          <p:cNvSpPr>
            <a:spLocks noGrp="1"/>
          </p:cNvSpPr>
          <p:nvPr>
            <p:ph type="pic" sz="quarter" idx="28"/>
          </p:nvPr>
        </p:nvSpPr>
        <p:spPr>
          <a:xfrm>
            <a:off x="7024762" y="18072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16" name="Textplatzhalter 66">
            <a:extLst>
              <a:ext uri="{FF2B5EF4-FFF2-40B4-BE49-F238E27FC236}">
                <a16:creationId xmlns:a16="http://schemas.microsoft.com/office/drawing/2014/main" id="{A0408540-F57D-87DE-4493-C5D09EC7B6A6}"/>
              </a:ext>
            </a:extLst>
          </p:cNvPr>
          <p:cNvSpPr>
            <a:spLocks noGrp="1"/>
          </p:cNvSpPr>
          <p:nvPr>
            <p:ph type="body" sz="quarter" idx="58" hasCustomPrompt="1"/>
          </p:nvPr>
        </p:nvSpPr>
        <p:spPr>
          <a:xfrm>
            <a:off x="8939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17" name="Textplatzhalter 68">
            <a:extLst>
              <a:ext uri="{FF2B5EF4-FFF2-40B4-BE49-F238E27FC236}">
                <a16:creationId xmlns:a16="http://schemas.microsoft.com/office/drawing/2014/main" id="{330E073E-B2BE-5FA9-CC5B-670B0DA7841B}"/>
              </a:ext>
            </a:extLst>
          </p:cNvPr>
          <p:cNvSpPr>
            <a:spLocks noGrp="1"/>
          </p:cNvSpPr>
          <p:nvPr>
            <p:ph type="body" sz="quarter" idx="59" hasCustomPrompt="1"/>
          </p:nvPr>
        </p:nvSpPr>
        <p:spPr>
          <a:xfrm>
            <a:off x="8939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18" name="Textplatzhalter 66">
            <a:extLst>
              <a:ext uri="{FF2B5EF4-FFF2-40B4-BE49-F238E27FC236}">
                <a16:creationId xmlns:a16="http://schemas.microsoft.com/office/drawing/2014/main" id="{42920F71-790F-4859-6449-EC7BA3BD9E88}"/>
              </a:ext>
            </a:extLst>
          </p:cNvPr>
          <p:cNvSpPr>
            <a:spLocks noGrp="1"/>
          </p:cNvSpPr>
          <p:nvPr>
            <p:ph type="body" sz="quarter" idx="60" hasCustomPrompt="1"/>
          </p:nvPr>
        </p:nvSpPr>
        <p:spPr>
          <a:xfrm>
            <a:off x="36407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19" name="Textplatzhalter 68">
            <a:extLst>
              <a:ext uri="{FF2B5EF4-FFF2-40B4-BE49-F238E27FC236}">
                <a16:creationId xmlns:a16="http://schemas.microsoft.com/office/drawing/2014/main" id="{E64FF371-E685-6853-BBBF-29894187ADF2}"/>
              </a:ext>
            </a:extLst>
          </p:cNvPr>
          <p:cNvSpPr>
            <a:spLocks noGrp="1"/>
          </p:cNvSpPr>
          <p:nvPr>
            <p:ph type="body" sz="quarter" idx="61" hasCustomPrompt="1"/>
          </p:nvPr>
        </p:nvSpPr>
        <p:spPr>
          <a:xfrm>
            <a:off x="36407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20" name="Textplatzhalter 66">
            <a:extLst>
              <a:ext uri="{FF2B5EF4-FFF2-40B4-BE49-F238E27FC236}">
                <a16:creationId xmlns:a16="http://schemas.microsoft.com/office/drawing/2014/main" id="{00BE71F8-A1D4-9B86-90D9-0C7E1EE9E544}"/>
              </a:ext>
            </a:extLst>
          </p:cNvPr>
          <p:cNvSpPr>
            <a:spLocks noGrp="1"/>
          </p:cNvSpPr>
          <p:nvPr>
            <p:ph type="body" sz="quarter" idx="62" hasCustomPrompt="1"/>
          </p:nvPr>
        </p:nvSpPr>
        <p:spPr>
          <a:xfrm>
            <a:off x="64019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21" name="Textplatzhalter 68">
            <a:extLst>
              <a:ext uri="{FF2B5EF4-FFF2-40B4-BE49-F238E27FC236}">
                <a16:creationId xmlns:a16="http://schemas.microsoft.com/office/drawing/2014/main" id="{769EE524-2AF1-6C92-AB50-37F41F6EBF81}"/>
              </a:ext>
            </a:extLst>
          </p:cNvPr>
          <p:cNvSpPr>
            <a:spLocks noGrp="1"/>
          </p:cNvSpPr>
          <p:nvPr>
            <p:ph type="body" sz="quarter" idx="63" hasCustomPrompt="1"/>
          </p:nvPr>
        </p:nvSpPr>
        <p:spPr>
          <a:xfrm>
            <a:off x="64019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22" name="Textplatzhalter 66">
            <a:extLst>
              <a:ext uri="{FF2B5EF4-FFF2-40B4-BE49-F238E27FC236}">
                <a16:creationId xmlns:a16="http://schemas.microsoft.com/office/drawing/2014/main" id="{9ADF8234-321D-FC68-65C0-78C9E302C17C}"/>
              </a:ext>
            </a:extLst>
          </p:cNvPr>
          <p:cNvSpPr>
            <a:spLocks noGrp="1"/>
          </p:cNvSpPr>
          <p:nvPr>
            <p:ph type="body" sz="quarter" idx="64" hasCustomPrompt="1"/>
          </p:nvPr>
        </p:nvSpPr>
        <p:spPr>
          <a:xfrm>
            <a:off x="9166762" y="29196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23" name="Textplatzhalter 68">
            <a:extLst>
              <a:ext uri="{FF2B5EF4-FFF2-40B4-BE49-F238E27FC236}">
                <a16:creationId xmlns:a16="http://schemas.microsoft.com/office/drawing/2014/main" id="{7819F712-36D5-84F1-0BAF-865448B98A1E}"/>
              </a:ext>
            </a:extLst>
          </p:cNvPr>
          <p:cNvSpPr>
            <a:spLocks noGrp="1"/>
          </p:cNvSpPr>
          <p:nvPr>
            <p:ph type="body" sz="quarter" idx="65" hasCustomPrompt="1"/>
          </p:nvPr>
        </p:nvSpPr>
        <p:spPr>
          <a:xfrm>
            <a:off x="9166762" y="33120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24" name="Picture Placeholder 107">
            <a:extLst>
              <a:ext uri="{FF2B5EF4-FFF2-40B4-BE49-F238E27FC236}">
                <a16:creationId xmlns:a16="http://schemas.microsoft.com/office/drawing/2014/main" id="{623D1FAA-F70D-A23F-BC3A-349853846EE2}"/>
              </a:ext>
            </a:extLst>
          </p:cNvPr>
          <p:cNvSpPr>
            <a:spLocks noGrp="1"/>
          </p:cNvSpPr>
          <p:nvPr>
            <p:ph type="pic" sz="quarter" idx="66"/>
          </p:nvPr>
        </p:nvSpPr>
        <p:spPr>
          <a:xfrm>
            <a:off x="15167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5" name="Picture Placeholder 107">
            <a:extLst>
              <a:ext uri="{FF2B5EF4-FFF2-40B4-BE49-F238E27FC236}">
                <a16:creationId xmlns:a16="http://schemas.microsoft.com/office/drawing/2014/main" id="{D10920A1-7D3E-93F3-B850-4C6B293E58CD}"/>
              </a:ext>
            </a:extLst>
          </p:cNvPr>
          <p:cNvSpPr>
            <a:spLocks noGrp="1"/>
          </p:cNvSpPr>
          <p:nvPr>
            <p:ph type="pic" sz="quarter" idx="67"/>
          </p:nvPr>
        </p:nvSpPr>
        <p:spPr>
          <a:xfrm>
            <a:off x="97895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6" name="Picture Placeholder 107">
            <a:extLst>
              <a:ext uri="{FF2B5EF4-FFF2-40B4-BE49-F238E27FC236}">
                <a16:creationId xmlns:a16="http://schemas.microsoft.com/office/drawing/2014/main" id="{64D67CDF-6C14-0DD4-1834-90DDC489F305}"/>
              </a:ext>
            </a:extLst>
          </p:cNvPr>
          <p:cNvSpPr>
            <a:spLocks noGrp="1"/>
          </p:cNvSpPr>
          <p:nvPr>
            <p:ph type="pic" sz="quarter" idx="68"/>
          </p:nvPr>
        </p:nvSpPr>
        <p:spPr>
          <a:xfrm>
            <a:off x="42635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7" name="Picture Placeholder 107">
            <a:extLst>
              <a:ext uri="{FF2B5EF4-FFF2-40B4-BE49-F238E27FC236}">
                <a16:creationId xmlns:a16="http://schemas.microsoft.com/office/drawing/2014/main" id="{B3911E14-5E40-800D-D1DE-663EE7DEF00A}"/>
              </a:ext>
            </a:extLst>
          </p:cNvPr>
          <p:cNvSpPr>
            <a:spLocks noGrp="1"/>
          </p:cNvSpPr>
          <p:nvPr>
            <p:ph type="pic" sz="quarter" idx="69"/>
          </p:nvPr>
        </p:nvSpPr>
        <p:spPr>
          <a:xfrm>
            <a:off x="7024762" y="4169400"/>
            <a:ext cx="914400" cy="9144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914400" h="914400">
                <a:moveTo>
                  <a:pt x="0" y="0"/>
                </a:moveTo>
                <a:lnTo>
                  <a:pt x="914400" y="0"/>
                </a:lnTo>
                <a:lnTo>
                  <a:pt x="914400" y="914400"/>
                </a:lnTo>
                <a:lnTo>
                  <a:pt x="0" y="914400"/>
                </a:lnTo>
                <a:close/>
              </a:path>
            </a:pathLst>
          </a:custGeom>
          <a:pattFill prst="pct5">
            <a:fgClr>
              <a:schemeClr val="tx1"/>
            </a:fgClr>
            <a:bgClr>
              <a:schemeClr val="bg1"/>
            </a:bgClr>
          </a:pattFill>
        </p:spPr>
        <p:txBody>
          <a:bodyPr/>
          <a:lstStyle>
            <a:lvl1pPr marL="0" indent="0" algn="ctr">
              <a:buFontTx/>
              <a:buNone/>
              <a:defRPr sz="800">
                <a:solidFill>
                  <a:schemeClr val="tx1"/>
                </a:solidFill>
              </a:defRPr>
            </a:lvl1pPr>
          </a:lstStyle>
          <a:p>
            <a:r>
              <a:rPr lang="de-DE"/>
              <a:t>Bild durch Klicken auf Symbol hinzufügen</a:t>
            </a:r>
          </a:p>
        </p:txBody>
      </p:sp>
      <p:sp>
        <p:nvSpPr>
          <p:cNvPr id="128" name="Textplatzhalter 66">
            <a:extLst>
              <a:ext uri="{FF2B5EF4-FFF2-40B4-BE49-F238E27FC236}">
                <a16:creationId xmlns:a16="http://schemas.microsoft.com/office/drawing/2014/main" id="{699E8550-0312-7DF7-AB44-F57D284A7413}"/>
              </a:ext>
            </a:extLst>
          </p:cNvPr>
          <p:cNvSpPr>
            <a:spLocks noGrp="1"/>
          </p:cNvSpPr>
          <p:nvPr>
            <p:ph type="body" sz="quarter" idx="70" hasCustomPrompt="1"/>
          </p:nvPr>
        </p:nvSpPr>
        <p:spPr>
          <a:xfrm>
            <a:off x="8939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29" name="Textplatzhalter 68">
            <a:extLst>
              <a:ext uri="{FF2B5EF4-FFF2-40B4-BE49-F238E27FC236}">
                <a16:creationId xmlns:a16="http://schemas.microsoft.com/office/drawing/2014/main" id="{711E53DB-E5B2-40FA-7C3C-60AABAB4033C}"/>
              </a:ext>
            </a:extLst>
          </p:cNvPr>
          <p:cNvSpPr>
            <a:spLocks noGrp="1"/>
          </p:cNvSpPr>
          <p:nvPr>
            <p:ph type="body" sz="quarter" idx="71" hasCustomPrompt="1"/>
          </p:nvPr>
        </p:nvSpPr>
        <p:spPr>
          <a:xfrm>
            <a:off x="8939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30" name="Textplatzhalter 66">
            <a:extLst>
              <a:ext uri="{FF2B5EF4-FFF2-40B4-BE49-F238E27FC236}">
                <a16:creationId xmlns:a16="http://schemas.microsoft.com/office/drawing/2014/main" id="{6D5C5519-ECE1-0B15-4F05-6F2A71303B75}"/>
              </a:ext>
            </a:extLst>
          </p:cNvPr>
          <p:cNvSpPr>
            <a:spLocks noGrp="1"/>
          </p:cNvSpPr>
          <p:nvPr>
            <p:ph type="body" sz="quarter" idx="72" hasCustomPrompt="1"/>
          </p:nvPr>
        </p:nvSpPr>
        <p:spPr>
          <a:xfrm>
            <a:off x="36407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31" name="Textplatzhalter 68">
            <a:extLst>
              <a:ext uri="{FF2B5EF4-FFF2-40B4-BE49-F238E27FC236}">
                <a16:creationId xmlns:a16="http://schemas.microsoft.com/office/drawing/2014/main" id="{710CE8D6-8438-19B2-6236-77B3750036BF}"/>
              </a:ext>
            </a:extLst>
          </p:cNvPr>
          <p:cNvSpPr>
            <a:spLocks noGrp="1"/>
          </p:cNvSpPr>
          <p:nvPr>
            <p:ph type="body" sz="quarter" idx="73" hasCustomPrompt="1"/>
          </p:nvPr>
        </p:nvSpPr>
        <p:spPr>
          <a:xfrm>
            <a:off x="36407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32" name="Textplatzhalter 66">
            <a:extLst>
              <a:ext uri="{FF2B5EF4-FFF2-40B4-BE49-F238E27FC236}">
                <a16:creationId xmlns:a16="http://schemas.microsoft.com/office/drawing/2014/main" id="{387EB030-796E-9070-A7B2-7B2988BB7695}"/>
              </a:ext>
            </a:extLst>
          </p:cNvPr>
          <p:cNvSpPr>
            <a:spLocks noGrp="1"/>
          </p:cNvSpPr>
          <p:nvPr>
            <p:ph type="body" sz="quarter" idx="74" hasCustomPrompt="1"/>
          </p:nvPr>
        </p:nvSpPr>
        <p:spPr>
          <a:xfrm>
            <a:off x="64019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33" name="Textplatzhalter 68">
            <a:extLst>
              <a:ext uri="{FF2B5EF4-FFF2-40B4-BE49-F238E27FC236}">
                <a16:creationId xmlns:a16="http://schemas.microsoft.com/office/drawing/2014/main" id="{35AD2A84-1E7D-AC68-DFFC-41E5562287B4}"/>
              </a:ext>
            </a:extLst>
          </p:cNvPr>
          <p:cNvSpPr>
            <a:spLocks noGrp="1"/>
          </p:cNvSpPr>
          <p:nvPr>
            <p:ph type="body" sz="quarter" idx="75" hasCustomPrompt="1"/>
          </p:nvPr>
        </p:nvSpPr>
        <p:spPr>
          <a:xfrm>
            <a:off x="64019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
        <p:nvSpPr>
          <p:cNvPr id="134" name="Textplatzhalter 66">
            <a:extLst>
              <a:ext uri="{FF2B5EF4-FFF2-40B4-BE49-F238E27FC236}">
                <a16:creationId xmlns:a16="http://schemas.microsoft.com/office/drawing/2014/main" id="{E97A1406-D0E9-E0EE-0596-37C27C77F944}"/>
              </a:ext>
            </a:extLst>
          </p:cNvPr>
          <p:cNvSpPr>
            <a:spLocks noGrp="1"/>
          </p:cNvSpPr>
          <p:nvPr>
            <p:ph type="body" sz="quarter" idx="76" hasCustomPrompt="1"/>
          </p:nvPr>
        </p:nvSpPr>
        <p:spPr>
          <a:xfrm>
            <a:off x="9166762" y="5281800"/>
            <a:ext cx="2160000" cy="360000"/>
          </a:xfrm>
          <a:prstGeom prst="rect">
            <a:avLst/>
          </a:prstGeom>
        </p:spPr>
        <p:txBody>
          <a:bodyPr lIns="0" tIns="0" rIns="0" bIns="0"/>
          <a:lstStyle>
            <a:lvl1pPr algn="ctr">
              <a:defRPr sz="1200" b="1" i="0" cap="all" baseline="0">
                <a:solidFill>
                  <a:schemeClr val="bg1"/>
                </a:solidFill>
              </a:defRPr>
            </a:lvl1pPr>
          </a:lstStyle>
          <a:p>
            <a:pPr lvl="0"/>
            <a:r>
              <a:rPr lang="de-DE"/>
              <a:t>FIRST &amp; LAST NAMES</a:t>
            </a:r>
          </a:p>
        </p:txBody>
      </p:sp>
      <p:sp>
        <p:nvSpPr>
          <p:cNvPr id="135" name="Textplatzhalter 68">
            <a:extLst>
              <a:ext uri="{FF2B5EF4-FFF2-40B4-BE49-F238E27FC236}">
                <a16:creationId xmlns:a16="http://schemas.microsoft.com/office/drawing/2014/main" id="{6785C65B-7237-37D2-8384-C9A0073525C5}"/>
              </a:ext>
            </a:extLst>
          </p:cNvPr>
          <p:cNvSpPr>
            <a:spLocks noGrp="1"/>
          </p:cNvSpPr>
          <p:nvPr>
            <p:ph type="body" sz="quarter" idx="77" hasCustomPrompt="1"/>
          </p:nvPr>
        </p:nvSpPr>
        <p:spPr>
          <a:xfrm>
            <a:off x="9166762" y="5674200"/>
            <a:ext cx="2160000" cy="360000"/>
          </a:xfrm>
          <a:prstGeom prst="rect">
            <a:avLst/>
          </a:prstGeom>
        </p:spPr>
        <p:txBody>
          <a:bodyPr lIns="0" tIns="0" rIns="0" bIns="0"/>
          <a:lstStyle>
            <a:lvl1pPr algn="ctr">
              <a:defRPr b="0" i="1" baseline="0">
                <a:solidFill>
                  <a:schemeClr val="bg1"/>
                </a:solidFill>
              </a:defRPr>
            </a:lvl1pPr>
          </a:lstStyle>
          <a:p>
            <a:pPr lvl="0"/>
            <a:r>
              <a:rPr lang="de-DE"/>
              <a:t>Position oder Titel</a:t>
            </a:r>
          </a:p>
        </p:txBody>
      </p:sp>
    </p:spTree>
    <p:extLst>
      <p:ext uri="{BB962C8B-B14F-4D97-AF65-F5344CB8AC3E}">
        <p14:creationId xmlns:p14="http://schemas.microsoft.com/office/powerpoint/2010/main" val="281234624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Mode/Gray Team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Bildplatzhalter 17">
            <a:extLst>
              <a:ext uri="{FF2B5EF4-FFF2-40B4-BE49-F238E27FC236}">
                <a16:creationId xmlns:a16="http://schemas.microsoft.com/office/drawing/2014/main" id="{772D037C-EC60-3D87-5A88-33D2C1FFCE76}"/>
              </a:ext>
            </a:extLst>
          </p:cNvPr>
          <p:cNvSpPr>
            <a:spLocks noGrp="1"/>
          </p:cNvSpPr>
          <p:nvPr>
            <p:ph type="pic" sz="quarter" idx="28" hasCustomPrompt="1"/>
          </p:nvPr>
        </p:nvSpPr>
        <p:spPr>
          <a:xfrm>
            <a:off x="1207171" y="1807200"/>
            <a:ext cx="1440000" cy="144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69" name="Bildplatzhalter 17">
            <a:extLst>
              <a:ext uri="{FF2B5EF4-FFF2-40B4-BE49-F238E27FC236}">
                <a16:creationId xmlns:a16="http://schemas.microsoft.com/office/drawing/2014/main" id="{A63C3A20-9C90-8D78-D0DD-3D6149F70BC5}"/>
              </a:ext>
            </a:extLst>
          </p:cNvPr>
          <p:cNvSpPr>
            <a:spLocks noGrp="1"/>
          </p:cNvSpPr>
          <p:nvPr>
            <p:ph type="pic" sz="quarter" idx="30" hasCustomPrompt="1"/>
          </p:nvPr>
        </p:nvSpPr>
        <p:spPr>
          <a:xfrm>
            <a:off x="6771181" y="1807200"/>
            <a:ext cx="1440000" cy="1440000"/>
          </a:xfrm>
          <a:prstGeom prst="ellipse">
            <a:avLst/>
          </a:prstGeom>
          <a:solidFill>
            <a:schemeClr val="accent1"/>
          </a:solidFill>
        </p:spPr>
        <p:txBody>
          <a:bodyPr/>
          <a:lstStyle>
            <a:lvl1pPr marL="0" indent="0" algn="ctr">
              <a:buFontTx/>
              <a:buNone/>
              <a:defRPr sz="800">
                <a:solidFill>
                  <a:schemeClr val="bg1"/>
                </a:solidFill>
              </a:defRPr>
            </a:lvl1pPr>
          </a:lstStyle>
          <a:p>
            <a:r>
              <a:rPr lang="de-DE"/>
              <a:t>Picture / Icon</a:t>
            </a:r>
          </a:p>
        </p:txBody>
      </p:sp>
      <p:sp>
        <p:nvSpPr>
          <p:cNvPr id="40" name="Textplatzhalter 12">
            <a:extLst>
              <a:ext uri="{FF2B5EF4-FFF2-40B4-BE49-F238E27FC236}">
                <a16:creationId xmlns:a16="http://schemas.microsoft.com/office/drawing/2014/main" id="{0FA721B5-C5F5-D3E4-B507-68EDA5F34F4D}"/>
              </a:ext>
            </a:extLst>
          </p:cNvPr>
          <p:cNvSpPr>
            <a:spLocks noGrp="1"/>
          </p:cNvSpPr>
          <p:nvPr>
            <p:ph type="body" sz="quarter" idx="20" hasCustomPrompt="1"/>
          </p:nvPr>
        </p:nvSpPr>
        <p:spPr>
          <a:xfrm>
            <a:off x="847171"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41" name="Textplatzhalter 9">
            <a:extLst>
              <a:ext uri="{FF2B5EF4-FFF2-40B4-BE49-F238E27FC236}">
                <a16:creationId xmlns:a16="http://schemas.microsoft.com/office/drawing/2014/main" id="{E1F6DA27-90BE-F221-4957-D72C1D9764C6}"/>
              </a:ext>
            </a:extLst>
          </p:cNvPr>
          <p:cNvSpPr>
            <a:spLocks noGrp="1"/>
          </p:cNvSpPr>
          <p:nvPr>
            <p:ph type="body" sz="quarter" idx="21" hasCustomPrompt="1"/>
          </p:nvPr>
        </p:nvSpPr>
        <p:spPr>
          <a:xfrm>
            <a:off x="847171"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42" name="Textplatzhalter 12">
            <a:extLst>
              <a:ext uri="{FF2B5EF4-FFF2-40B4-BE49-F238E27FC236}">
                <a16:creationId xmlns:a16="http://schemas.microsoft.com/office/drawing/2014/main" id="{B421A404-7614-129A-1395-D5B8D4EB7797}"/>
              </a:ext>
            </a:extLst>
          </p:cNvPr>
          <p:cNvSpPr>
            <a:spLocks noGrp="1"/>
          </p:cNvSpPr>
          <p:nvPr>
            <p:ph type="body" sz="quarter" idx="22" hasCustomPrompt="1"/>
          </p:nvPr>
        </p:nvSpPr>
        <p:spPr>
          <a:xfrm>
            <a:off x="3629176"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43" name="Textplatzhalter 9">
            <a:extLst>
              <a:ext uri="{FF2B5EF4-FFF2-40B4-BE49-F238E27FC236}">
                <a16:creationId xmlns:a16="http://schemas.microsoft.com/office/drawing/2014/main" id="{CB24C7CA-1C02-E10B-E47D-44C433A92A63}"/>
              </a:ext>
            </a:extLst>
          </p:cNvPr>
          <p:cNvSpPr>
            <a:spLocks noGrp="1"/>
          </p:cNvSpPr>
          <p:nvPr>
            <p:ph type="body" sz="quarter" idx="23" hasCustomPrompt="1"/>
          </p:nvPr>
        </p:nvSpPr>
        <p:spPr>
          <a:xfrm>
            <a:off x="3629176"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63" name="Textplatzhalter 12">
            <a:extLst>
              <a:ext uri="{FF2B5EF4-FFF2-40B4-BE49-F238E27FC236}">
                <a16:creationId xmlns:a16="http://schemas.microsoft.com/office/drawing/2014/main" id="{657A52F1-3DA5-C11D-DEC0-68712FC19DBE}"/>
              </a:ext>
            </a:extLst>
          </p:cNvPr>
          <p:cNvSpPr>
            <a:spLocks noGrp="1"/>
          </p:cNvSpPr>
          <p:nvPr>
            <p:ph type="body" sz="quarter" idx="24" hasCustomPrompt="1"/>
          </p:nvPr>
        </p:nvSpPr>
        <p:spPr>
          <a:xfrm>
            <a:off x="6411181"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64" name="Textplatzhalter 9">
            <a:extLst>
              <a:ext uri="{FF2B5EF4-FFF2-40B4-BE49-F238E27FC236}">
                <a16:creationId xmlns:a16="http://schemas.microsoft.com/office/drawing/2014/main" id="{0297597A-8259-C62E-D09A-EB510E03DEB8}"/>
              </a:ext>
            </a:extLst>
          </p:cNvPr>
          <p:cNvSpPr>
            <a:spLocks noGrp="1"/>
          </p:cNvSpPr>
          <p:nvPr>
            <p:ph type="body" sz="quarter" idx="25" hasCustomPrompt="1"/>
          </p:nvPr>
        </p:nvSpPr>
        <p:spPr>
          <a:xfrm>
            <a:off x="6411181"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65" name="Textplatzhalter 12">
            <a:extLst>
              <a:ext uri="{FF2B5EF4-FFF2-40B4-BE49-F238E27FC236}">
                <a16:creationId xmlns:a16="http://schemas.microsoft.com/office/drawing/2014/main" id="{5DE71ECB-DD93-A5BB-3D87-3374FB8B79FD}"/>
              </a:ext>
            </a:extLst>
          </p:cNvPr>
          <p:cNvSpPr>
            <a:spLocks noGrp="1"/>
          </p:cNvSpPr>
          <p:nvPr>
            <p:ph type="body" sz="quarter" idx="26" hasCustomPrompt="1"/>
          </p:nvPr>
        </p:nvSpPr>
        <p:spPr>
          <a:xfrm>
            <a:off x="9193187" y="3485247"/>
            <a:ext cx="2160000" cy="331316"/>
          </a:xfrm>
          <a:prstGeom prst="rect">
            <a:avLst/>
          </a:prstGeom>
        </p:spPr>
        <p:txBody>
          <a:bodyPr lIns="0" tIns="0" rIns="0" bIns="0"/>
          <a:lstStyle>
            <a:lvl1pPr marL="0" indent="0" algn="ctr">
              <a:buFontTx/>
              <a:buNone/>
              <a:defRPr sz="1600">
                <a:solidFill>
                  <a:schemeClr val="bg1"/>
                </a:solidFill>
              </a:defRPr>
            </a:lvl1pPr>
          </a:lstStyle>
          <a:p>
            <a:pPr>
              <a:lnSpc>
                <a:spcPts val="1800"/>
              </a:lnSpc>
            </a:pPr>
            <a:r>
              <a:rPr lang="en-GB" sz="1200" b="1" spc="0">
                <a:effectLst/>
                <a:latin typeface="+mj-lt"/>
                <a:ea typeface="Open Sans" pitchFamily="2" charset="0"/>
                <a:cs typeface="Sora" pitchFamily="2" charset="0"/>
              </a:rPr>
              <a:t>TITEL / NAME / TOPIC</a:t>
            </a:r>
            <a:endParaRPr lang="en-US" sz="1200" b="1" spc="0">
              <a:latin typeface="+mj-lt"/>
              <a:ea typeface="Open Sans" pitchFamily="2" charset="0"/>
              <a:cs typeface="Sora" pitchFamily="2" charset="0"/>
            </a:endParaRPr>
          </a:p>
        </p:txBody>
      </p:sp>
      <p:sp>
        <p:nvSpPr>
          <p:cNvPr id="66" name="Textplatzhalter 9">
            <a:extLst>
              <a:ext uri="{FF2B5EF4-FFF2-40B4-BE49-F238E27FC236}">
                <a16:creationId xmlns:a16="http://schemas.microsoft.com/office/drawing/2014/main" id="{E945E4C6-1522-1937-CA45-8DE78312400A}"/>
              </a:ext>
            </a:extLst>
          </p:cNvPr>
          <p:cNvSpPr>
            <a:spLocks noGrp="1"/>
          </p:cNvSpPr>
          <p:nvPr>
            <p:ph type="body" sz="quarter" idx="27" hasCustomPrompt="1"/>
          </p:nvPr>
        </p:nvSpPr>
        <p:spPr>
          <a:xfrm>
            <a:off x="9193187" y="3878313"/>
            <a:ext cx="2160000" cy="1676400"/>
          </a:xfrm>
          <a:prstGeom prst="rect">
            <a:avLst/>
          </a:prstGeom>
        </p:spPr>
        <p:txBody>
          <a:bodyPr lIns="0" tIns="0" rIns="0" bIns="0"/>
          <a:lstStyle>
            <a:lvl1pPr marL="0" indent="0" algn="ctr">
              <a:buFontTx/>
              <a:buNone/>
              <a:defRPr>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13" name="Bildplatzhalter 17">
            <a:extLst>
              <a:ext uri="{FF2B5EF4-FFF2-40B4-BE49-F238E27FC236}">
                <a16:creationId xmlns:a16="http://schemas.microsoft.com/office/drawing/2014/main" id="{AB95BBF8-A2E9-CCAF-363B-609FBCD52AA2}"/>
              </a:ext>
            </a:extLst>
          </p:cNvPr>
          <p:cNvSpPr>
            <a:spLocks noGrp="1"/>
          </p:cNvSpPr>
          <p:nvPr>
            <p:ph type="pic" sz="quarter" idx="33" hasCustomPrompt="1"/>
          </p:nvPr>
        </p:nvSpPr>
        <p:spPr>
          <a:xfrm>
            <a:off x="3989176" y="1807200"/>
            <a:ext cx="1440000" cy="1440000"/>
          </a:xfrm>
          <a:prstGeom prst="ellipse">
            <a:avLst/>
          </a:prstGeom>
          <a:solidFill>
            <a:schemeClr val="tx2"/>
          </a:solidFill>
        </p:spPr>
        <p:txBody>
          <a:bodyPr/>
          <a:lstStyle>
            <a:lvl1pPr marL="0" indent="0" algn="ctr">
              <a:buNone/>
              <a:defRPr sz="800">
                <a:solidFill>
                  <a:schemeClr val="bg1"/>
                </a:solidFill>
              </a:defRPr>
            </a:lvl1pPr>
          </a:lstStyle>
          <a:p>
            <a:r>
              <a:rPr lang="de-DE"/>
              <a:t>Picture / Icon</a:t>
            </a:r>
          </a:p>
        </p:txBody>
      </p:sp>
      <p:sp>
        <p:nvSpPr>
          <p:cNvPr id="14" name="Bildplatzhalter 17">
            <a:extLst>
              <a:ext uri="{FF2B5EF4-FFF2-40B4-BE49-F238E27FC236}">
                <a16:creationId xmlns:a16="http://schemas.microsoft.com/office/drawing/2014/main" id="{83B8CFFB-FF68-9C25-DA36-496767D6BE79}"/>
              </a:ext>
            </a:extLst>
          </p:cNvPr>
          <p:cNvSpPr>
            <a:spLocks noGrp="1"/>
          </p:cNvSpPr>
          <p:nvPr>
            <p:ph type="pic" sz="quarter" idx="34" hasCustomPrompt="1"/>
          </p:nvPr>
        </p:nvSpPr>
        <p:spPr>
          <a:xfrm>
            <a:off x="9553187" y="1807200"/>
            <a:ext cx="1440000" cy="1440000"/>
          </a:xfrm>
          <a:prstGeom prst="ellipse">
            <a:avLst/>
          </a:prstGeom>
          <a:solidFill>
            <a:schemeClr val="tx2"/>
          </a:solidFill>
        </p:spPr>
        <p:txBody>
          <a:bodyPr/>
          <a:lstStyle>
            <a:lvl1pPr marL="0" indent="0" algn="ctr">
              <a:buNone/>
              <a:defRPr sz="800">
                <a:solidFill>
                  <a:schemeClr val="bg1"/>
                </a:solidFill>
              </a:defRPr>
            </a:lvl1pPr>
          </a:lstStyle>
          <a:p>
            <a:r>
              <a:rPr lang="de-DE"/>
              <a:t>Picture / Icon</a:t>
            </a:r>
          </a:p>
        </p:txBody>
      </p:sp>
      <p:sp>
        <p:nvSpPr>
          <p:cNvPr id="15" name="Fußzeilenplatzhalter 14">
            <a:extLst>
              <a:ext uri="{FF2B5EF4-FFF2-40B4-BE49-F238E27FC236}">
                <a16:creationId xmlns:a16="http://schemas.microsoft.com/office/drawing/2014/main" id="{96B5678A-CC30-17EC-6046-C3AB8B5CAEBB}"/>
              </a:ext>
            </a:extLst>
          </p:cNvPr>
          <p:cNvSpPr>
            <a:spLocks noGrp="1"/>
          </p:cNvSpPr>
          <p:nvPr>
            <p:ph type="ftr" sz="quarter" idx="35"/>
          </p:nvPr>
        </p:nvSpPr>
        <p:spPr/>
        <p:txBody>
          <a:bodyPr/>
          <a:lstStyle/>
          <a:p>
            <a:r>
              <a:rPr lang="en-US"/>
              <a:t>EDAG Electrics/Electronics     Author: Shubham/Israr/Omkar       Version:1.0          Scope: EDAG Group     internal</a:t>
            </a:r>
            <a:endParaRPr lang="de-DE"/>
          </a:p>
        </p:txBody>
      </p:sp>
      <p:sp>
        <p:nvSpPr>
          <p:cNvPr id="16" name="Titel 15">
            <a:extLst>
              <a:ext uri="{FF2B5EF4-FFF2-40B4-BE49-F238E27FC236}">
                <a16:creationId xmlns:a16="http://schemas.microsoft.com/office/drawing/2014/main" id="{81C64AC1-41FF-6EFD-BD2E-001BE8E762B0}"/>
              </a:ext>
            </a:extLst>
          </p:cNvPr>
          <p:cNvSpPr>
            <a:spLocks noGrp="1"/>
          </p:cNvSpPr>
          <p:nvPr>
            <p:ph type="title"/>
          </p:nvPr>
        </p:nvSpPr>
        <p:spPr/>
        <p:txBody>
          <a:bodyPr>
            <a:noAutofit/>
          </a:bodyPr>
          <a:lstStyle/>
          <a:p>
            <a:r>
              <a:rPr lang="de-DE"/>
              <a:t>Mastertitelformat bearbeiten</a:t>
            </a:r>
          </a:p>
        </p:txBody>
      </p:sp>
      <p:sp>
        <p:nvSpPr>
          <p:cNvPr id="17" name="Textplatzhalter 17">
            <a:extLst>
              <a:ext uri="{FF2B5EF4-FFF2-40B4-BE49-F238E27FC236}">
                <a16:creationId xmlns:a16="http://schemas.microsoft.com/office/drawing/2014/main" id="{599F5F5F-70C0-A783-86E8-A25D8BB72968}"/>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5224557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ark Mode/Gray Team 5">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Bildplatzhalter 17">
            <a:extLst>
              <a:ext uri="{FF2B5EF4-FFF2-40B4-BE49-F238E27FC236}">
                <a16:creationId xmlns:a16="http://schemas.microsoft.com/office/drawing/2014/main" id="{772D037C-EC60-3D87-5A88-33D2C1FFCE76}"/>
              </a:ext>
            </a:extLst>
          </p:cNvPr>
          <p:cNvSpPr>
            <a:spLocks noGrp="1"/>
          </p:cNvSpPr>
          <p:nvPr>
            <p:ph type="pic" sz="quarter" idx="28" hasCustomPrompt="1"/>
          </p:nvPr>
        </p:nvSpPr>
        <p:spPr>
          <a:xfrm>
            <a:off x="659120" y="2141835"/>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43" name="Textplatzhalter 9">
            <a:extLst>
              <a:ext uri="{FF2B5EF4-FFF2-40B4-BE49-F238E27FC236}">
                <a16:creationId xmlns:a16="http://schemas.microsoft.com/office/drawing/2014/main" id="{CB24C7CA-1C02-E10B-E47D-44C433A92A63}"/>
              </a:ext>
            </a:extLst>
          </p:cNvPr>
          <p:cNvSpPr>
            <a:spLocks noGrp="1"/>
          </p:cNvSpPr>
          <p:nvPr>
            <p:ph type="body" sz="quarter" idx="23" hasCustomPrompt="1"/>
          </p:nvPr>
        </p:nvSpPr>
        <p:spPr>
          <a:xfrm>
            <a:off x="2533234" y="2790471"/>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30" name="Textplatzhalter 29">
            <a:extLst>
              <a:ext uri="{FF2B5EF4-FFF2-40B4-BE49-F238E27FC236}">
                <a16:creationId xmlns:a16="http://schemas.microsoft.com/office/drawing/2014/main" id="{49899CC0-4887-5398-AC2D-3879832254B0}"/>
              </a:ext>
            </a:extLst>
          </p:cNvPr>
          <p:cNvSpPr>
            <a:spLocks noGrp="1"/>
          </p:cNvSpPr>
          <p:nvPr>
            <p:ph type="body" sz="quarter" idx="33" hasCustomPrompt="1"/>
          </p:nvPr>
        </p:nvSpPr>
        <p:spPr>
          <a:xfrm>
            <a:off x="2533235" y="2477558"/>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31" name="Bildplatzhalter 17">
            <a:extLst>
              <a:ext uri="{FF2B5EF4-FFF2-40B4-BE49-F238E27FC236}">
                <a16:creationId xmlns:a16="http://schemas.microsoft.com/office/drawing/2014/main" id="{87B01507-D539-D1D5-84F5-7BB853D625E2}"/>
              </a:ext>
            </a:extLst>
          </p:cNvPr>
          <p:cNvSpPr>
            <a:spLocks noGrp="1"/>
          </p:cNvSpPr>
          <p:nvPr>
            <p:ph type="pic" sz="quarter" idx="34" hasCustomPrompt="1"/>
          </p:nvPr>
        </p:nvSpPr>
        <p:spPr>
          <a:xfrm>
            <a:off x="659120" y="4159969"/>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2" name="Textplatzhalter 9">
            <a:extLst>
              <a:ext uri="{FF2B5EF4-FFF2-40B4-BE49-F238E27FC236}">
                <a16:creationId xmlns:a16="http://schemas.microsoft.com/office/drawing/2014/main" id="{E4E34D18-7C92-002E-3062-BC29D200A31C}"/>
              </a:ext>
            </a:extLst>
          </p:cNvPr>
          <p:cNvSpPr>
            <a:spLocks noGrp="1"/>
          </p:cNvSpPr>
          <p:nvPr>
            <p:ph type="body" sz="quarter" idx="35" hasCustomPrompt="1"/>
          </p:nvPr>
        </p:nvSpPr>
        <p:spPr>
          <a:xfrm>
            <a:off x="2533234" y="4808605"/>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33" name="Textplatzhalter 29">
            <a:extLst>
              <a:ext uri="{FF2B5EF4-FFF2-40B4-BE49-F238E27FC236}">
                <a16:creationId xmlns:a16="http://schemas.microsoft.com/office/drawing/2014/main" id="{A9390570-DE34-9C81-EEEA-7F7345210003}"/>
              </a:ext>
            </a:extLst>
          </p:cNvPr>
          <p:cNvSpPr>
            <a:spLocks noGrp="1"/>
          </p:cNvSpPr>
          <p:nvPr>
            <p:ph type="body" sz="quarter" idx="36" hasCustomPrompt="1"/>
          </p:nvPr>
        </p:nvSpPr>
        <p:spPr>
          <a:xfrm>
            <a:off x="2533235" y="4495692"/>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34" name="Bildplatzhalter 17">
            <a:extLst>
              <a:ext uri="{FF2B5EF4-FFF2-40B4-BE49-F238E27FC236}">
                <a16:creationId xmlns:a16="http://schemas.microsoft.com/office/drawing/2014/main" id="{98ACEAFE-80F6-186D-B801-C0FAAFAB13E6}"/>
              </a:ext>
            </a:extLst>
          </p:cNvPr>
          <p:cNvSpPr>
            <a:spLocks noGrp="1"/>
          </p:cNvSpPr>
          <p:nvPr>
            <p:ph type="pic" sz="quarter" idx="37" hasCustomPrompt="1"/>
          </p:nvPr>
        </p:nvSpPr>
        <p:spPr>
          <a:xfrm>
            <a:off x="6418767" y="2141835"/>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5" name="Textplatzhalter 9">
            <a:extLst>
              <a:ext uri="{FF2B5EF4-FFF2-40B4-BE49-F238E27FC236}">
                <a16:creationId xmlns:a16="http://schemas.microsoft.com/office/drawing/2014/main" id="{634B2B19-BE36-AD4B-9ED9-165B78B77169}"/>
              </a:ext>
            </a:extLst>
          </p:cNvPr>
          <p:cNvSpPr>
            <a:spLocks noGrp="1"/>
          </p:cNvSpPr>
          <p:nvPr>
            <p:ph type="body" sz="quarter" idx="38" hasCustomPrompt="1"/>
          </p:nvPr>
        </p:nvSpPr>
        <p:spPr>
          <a:xfrm>
            <a:off x="8292881" y="2790471"/>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36" name="Textplatzhalter 29">
            <a:extLst>
              <a:ext uri="{FF2B5EF4-FFF2-40B4-BE49-F238E27FC236}">
                <a16:creationId xmlns:a16="http://schemas.microsoft.com/office/drawing/2014/main" id="{CD729948-1748-4F0F-5455-FE8C91C53E84}"/>
              </a:ext>
            </a:extLst>
          </p:cNvPr>
          <p:cNvSpPr>
            <a:spLocks noGrp="1"/>
          </p:cNvSpPr>
          <p:nvPr>
            <p:ph type="body" sz="quarter" idx="39" hasCustomPrompt="1"/>
          </p:nvPr>
        </p:nvSpPr>
        <p:spPr>
          <a:xfrm>
            <a:off x="8292882" y="2477558"/>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37" name="Bildplatzhalter 17">
            <a:extLst>
              <a:ext uri="{FF2B5EF4-FFF2-40B4-BE49-F238E27FC236}">
                <a16:creationId xmlns:a16="http://schemas.microsoft.com/office/drawing/2014/main" id="{9F59711B-6747-8E5E-11FF-97DC1449F1E8}"/>
              </a:ext>
            </a:extLst>
          </p:cNvPr>
          <p:cNvSpPr>
            <a:spLocks noGrp="1"/>
          </p:cNvSpPr>
          <p:nvPr>
            <p:ph type="pic" sz="quarter" idx="40" hasCustomPrompt="1"/>
          </p:nvPr>
        </p:nvSpPr>
        <p:spPr>
          <a:xfrm>
            <a:off x="6418767" y="4159969"/>
            <a:ext cx="1620000" cy="16200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8" name="Textplatzhalter 9">
            <a:extLst>
              <a:ext uri="{FF2B5EF4-FFF2-40B4-BE49-F238E27FC236}">
                <a16:creationId xmlns:a16="http://schemas.microsoft.com/office/drawing/2014/main" id="{61B007DB-67F4-D21A-1F1A-AA2D4E5EBE6F}"/>
              </a:ext>
            </a:extLst>
          </p:cNvPr>
          <p:cNvSpPr>
            <a:spLocks noGrp="1"/>
          </p:cNvSpPr>
          <p:nvPr>
            <p:ph type="body" sz="quarter" idx="41" hasCustomPrompt="1"/>
          </p:nvPr>
        </p:nvSpPr>
        <p:spPr>
          <a:xfrm>
            <a:off x="8292881" y="4808605"/>
            <a:ext cx="3240000" cy="720000"/>
          </a:xfrm>
          <a:prstGeom prst="rect">
            <a:avLst/>
          </a:prstGeom>
        </p:spPr>
        <p:txBody>
          <a:bodyPr lIns="0" tIns="0" rIns="0" bIns="0"/>
          <a:lstStyle>
            <a:lvl1pPr marL="0" indent="0" algn="l">
              <a:lnSpc>
                <a:spcPct val="100000"/>
              </a:lnSpc>
              <a:buFontTx/>
              <a:buNone/>
              <a:defRPr>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en-US" sz="1200">
              <a:latin typeface="+mj-lt"/>
              <a:ea typeface="Open Sans" pitchFamily="2" charset="0"/>
              <a:cs typeface="Sora" pitchFamily="2" charset="0"/>
            </a:endParaRPr>
          </a:p>
          <a:p>
            <a:pPr lvl="0"/>
            <a:endParaRPr lang="de-DE"/>
          </a:p>
        </p:txBody>
      </p:sp>
      <p:sp>
        <p:nvSpPr>
          <p:cNvPr id="39" name="Textplatzhalter 29">
            <a:extLst>
              <a:ext uri="{FF2B5EF4-FFF2-40B4-BE49-F238E27FC236}">
                <a16:creationId xmlns:a16="http://schemas.microsoft.com/office/drawing/2014/main" id="{E2D5A7CD-3472-54C6-6662-444524035063}"/>
              </a:ext>
            </a:extLst>
          </p:cNvPr>
          <p:cNvSpPr>
            <a:spLocks noGrp="1"/>
          </p:cNvSpPr>
          <p:nvPr>
            <p:ph type="body" sz="quarter" idx="42" hasCustomPrompt="1"/>
          </p:nvPr>
        </p:nvSpPr>
        <p:spPr>
          <a:xfrm>
            <a:off x="8292882" y="4495692"/>
            <a:ext cx="3240000" cy="312913"/>
          </a:xfrm>
          <a:prstGeom prst="rect">
            <a:avLst/>
          </a:prstGeom>
        </p:spPr>
        <p:txBody>
          <a:bodyPr lIns="0" tIns="0" rIns="0" bIns="0"/>
          <a:lstStyle>
            <a:lvl1pPr marL="0" indent="0">
              <a:buFontTx/>
              <a:buNone/>
              <a:defRPr sz="1600" b="1" baseline="0">
                <a:solidFill>
                  <a:schemeClr val="bg1"/>
                </a:solidFill>
              </a:defRPr>
            </a:lvl1pPr>
          </a:lstStyle>
          <a:p>
            <a:pPr lvl="0"/>
            <a:r>
              <a:rPr lang="de-DE"/>
              <a:t>Überschrift</a:t>
            </a:r>
          </a:p>
        </p:txBody>
      </p:sp>
      <p:sp>
        <p:nvSpPr>
          <p:cNvPr id="13" name="Fußzeilenplatzhalter 12">
            <a:extLst>
              <a:ext uri="{FF2B5EF4-FFF2-40B4-BE49-F238E27FC236}">
                <a16:creationId xmlns:a16="http://schemas.microsoft.com/office/drawing/2014/main" id="{D4EFD47E-4C34-A113-0CC5-20C28AD7301E}"/>
              </a:ext>
            </a:extLst>
          </p:cNvPr>
          <p:cNvSpPr>
            <a:spLocks noGrp="1"/>
          </p:cNvSpPr>
          <p:nvPr>
            <p:ph type="ftr" sz="quarter" idx="43"/>
          </p:nvPr>
        </p:nvSpPr>
        <p:spPr/>
        <p:txBody>
          <a:bodyPr/>
          <a:lstStyle/>
          <a:p>
            <a:r>
              <a:rPr lang="en-US"/>
              <a:t>EDAG Electrics/Electronics     Author: Shubham/Israr/Omkar       Version:1.0          Scope: EDAG Group     internal</a:t>
            </a:r>
            <a:endParaRPr lang="de-DE"/>
          </a:p>
        </p:txBody>
      </p:sp>
      <p:sp>
        <p:nvSpPr>
          <p:cNvPr id="14" name="Titel 13">
            <a:extLst>
              <a:ext uri="{FF2B5EF4-FFF2-40B4-BE49-F238E27FC236}">
                <a16:creationId xmlns:a16="http://schemas.microsoft.com/office/drawing/2014/main" id="{5027E37E-9F12-A6AD-EC7B-01596119CF1C}"/>
              </a:ext>
            </a:extLst>
          </p:cNvPr>
          <p:cNvSpPr>
            <a:spLocks noGrp="1"/>
          </p:cNvSpPr>
          <p:nvPr>
            <p:ph type="title"/>
          </p:nvPr>
        </p:nvSpPr>
        <p:spPr/>
        <p:txBody>
          <a:bodyPr>
            <a:noAutofit/>
          </a:bodyPr>
          <a:lstStyle/>
          <a:p>
            <a:r>
              <a:rPr lang="de-DE"/>
              <a:t>Mastertitelformat bearbeiten</a:t>
            </a:r>
          </a:p>
        </p:txBody>
      </p:sp>
      <p:sp>
        <p:nvSpPr>
          <p:cNvPr id="15" name="Textplatzhalter 17">
            <a:extLst>
              <a:ext uri="{FF2B5EF4-FFF2-40B4-BE49-F238E27FC236}">
                <a16:creationId xmlns:a16="http://schemas.microsoft.com/office/drawing/2014/main" id="{557245B5-2A7D-2C02-442C-51FF973469AE}"/>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58201539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ark Mode/Gray Image round">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Bildplatzhalter 17">
            <a:extLst>
              <a:ext uri="{FF2B5EF4-FFF2-40B4-BE49-F238E27FC236}">
                <a16:creationId xmlns:a16="http://schemas.microsoft.com/office/drawing/2014/main" id="{772D037C-EC60-3D87-5A88-33D2C1FFCE76}"/>
              </a:ext>
            </a:extLst>
          </p:cNvPr>
          <p:cNvSpPr>
            <a:spLocks noGrp="1"/>
          </p:cNvSpPr>
          <p:nvPr>
            <p:ph type="pic" sz="quarter" idx="28" hasCustomPrompt="1"/>
          </p:nvPr>
        </p:nvSpPr>
        <p:spPr>
          <a:xfrm>
            <a:off x="5603966" y="774642"/>
            <a:ext cx="3803466" cy="3803466"/>
          </a:xfrm>
          <a:prstGeom prst="ellipse">
            <a:avLst/>
          </a:prstGeom>
          <a:pattFill prst="pct5">
            <a:fgClr>
              <a:schemeClr val="tx1"/>
            </a:fgClr>
            <a:bgClr>
              <a:schemeClr val="bg1"/>
            </a:bgClr>
          </a:pattFill>
        </p:spPr>
        <p:txBody>
          <a:bodyPr/>
          <a:lstStyle>
            <a:lvl1pPr marL="0" indent="0" algn="ctr">
              <a:buNone/>
              <a:defRPr sz="800">
                <a:solidFill>
                  <a:schemeClr val="tx1"/>
                </a:solidFill>
              </a:defRPr>
            </a:lvl1pPr>
          </a:lstStyle>
          <a:p>
            <a:r>
              <a:rPr lang="de-DE"/>
              <a:t>Picture / Icon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13" name="Fußzeilenplatzhalter 12">
            <a:extLst>
              <a:ext uri="{FF2B5EF4-FFF2-40B4-BE49-F238E27FC236}">
                <a16:creationId xmlns:a16="http://schemas.microsoft.com/office/drawing/2014/main" id="{70023C3F-F50B-69C3-8315-077076595BB6}"/>
              </a:ext>
            </a:extLst>
          </p:cNvPr>
          <p:cNvSpPr>
            <a:spLocks noGrp="1"/>
          </p:cNvSpPr>
          <p:nvPr>
            <p:ph type="ftr" sz="quarter" idx="33"/>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22C42462-6E49-11FC-7E0A-4ECFDC8D339B}"/>
              </a:ext>
            </a:extLst>
          </p:cNvPr>
          <p:cNvSpPr>
            <a:spLocks noGrp="1"/>
          </p:cNvSpPr>
          <p:nvPr>
            <p:ph type="body" sz="quarter" idx="19"/>
          </p:nvPr>
        </p:nvSpPr>
        <p:spPr>
          <a:xfrm>
            <a:off x="658800" y="824400"/>
            <a:ext cx="540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3D834707-8148-4480-52CF-6B4CFEC67CD6}"/>
              </a:ext>
            </a:extLst>
          </p:cNvPr>
          <p:cNvSpPr>
            <a:spLocks noGrp="1"/>
          </p:cNvSpPr>
          <p:nvPr>
            <p:ph type="title"/>
          </p:nvPr>
        </p:nvSpPr>
        <p:spPr>
          <a:xfrm>
            <a:off x="658800" y="522000"/>
            <a:ext cx="5400000" cy="252000"/>
          </a:xfrm>
        </p:spPr>
        <p:txBody>
          <a:bodyPr>
            <a:noAutofit/>
          </a:bodyPr>
          <a:lstStyle/>
          <a:p>
            <a:r>
              <a:rPr lang="de-DE"/>
              <a:t>Mastertitelformat bearbeiten</a:t>
            </a:r>
          </a:p>
        </p:txBody>
      </p:sp>
    </p:spTree>
    <p:extLst>
      <p:ext uri="{BB962C8B-B14F-4D97-AF65-F5344CB8AC3E}">
        <p14:creationId xmlns:p14="http://schemas.microsoft.com/office/powerpoint/2010/main" val="1864235703"/>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ark Mode/Gray Graphic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3" name="Bildplatzhalter 17">
            <a:extLst>
              <a:ext uri="{FF2B5EF4-FFF2-40B4-BE49-F238E27FC236}">
                <a16:creationId xmlns:a16="http://schemas.microsoft.com/office/drawing/2014/main" id="{22C0D2B2-1E2A-A4F9-8F9E-FE9D767FF549}"/>
              </a:ext>
            </a:extLst>
          </p:cNvPr>
          <p:cNvSpPr>
            <a:spLocks noGrp="1"/>
          </p:cNvSpPr>
          <p:nvPr>
            <p:ph type="pic" sz="quarter" idx="28" hasCustomPrompt="1"/>
          </p:nvPr>
        </p:nvSpPr>
        <p:spPr>
          <a:xfrm>
            <a:off x="4500952" y="2517821"/>
            <a:ext cx="853200" cy="853200"/>
          </a:xfrm>
          <a:prstGeom prst="ellipse">
            <a:avLst/>
          </a:prstGeom>
          <a:pattFill prst="pct5">
            <a:fgClr>
              <a:schemeClr val="tx2"/>
            </a:fgClr>
            <a:bgClr>
              <a:schemeClr val="tx1"/>
            </a:bgClr>
          </a:pattFill>
        </p:spPr>
        <p:txBody>
          <a:bodyPr/>
          <a:lstStyle>
            <a:lvl1pPr marL="0" indent="0" algn="ctr">
              <a:buNone/>
              <a:defRPr sz="800">
                <a:solidFill>
                  <a:schemeClr val="bg1"/>
                </a:solidFill>
              </a:defRPr>
            </a:lvl1pPr>
          </a:lstStyle>
          <a:p>
            <a:r>
              <a:rPr lang="de-DE"/>
              <a:t>Picture / Icon</a:t>
            </a:r>
          </a:p>
        </p:txBody>
      </p:sp>
      <p:sp>
        <p:nvSpPr>
          <p:cNvPr id="24" name="Bildplatzhalter 17">
            <a:extLst>
              <a:ext uri="{FF2B5EF4-FFF2-40B4-BE49-F238E27FC236}">
                <a16:creationId xmlns:a16="http://schemas.microsoft.com/office/drawing/2014/main" id="{8A430A93-19D5-EA40-544A-224FA798BCE2}"/>
              </a:ext>
            </a:extLst>
          </p:cNvPr>
          <p:cNvSpPr>
            <a:spLocks noGrp="1"/>
          </p:cNvSpPr>
          <p:nvPr>
            <p:ph type="pic" sz="quarter" idx="33" hasCustomPrompt="1"/>
          </p:nvPr>
        </p:nvSpPr>
        <p:spPr>
          <a:xfrm>
            <a:off x="5667183" y="2019699"/>
            <a:ext cx="853200" cy="853200"/>
          </a:xfrm>
          <a:prstGeom prst="ellipse">
            <a:avLst/>
          </a:prstGeom>
          <a:pattFill prst="pct5">
            <a:fgClr>
              <a:schemeClr val="tx1"/>
            </a:fgClr>
            <a:bgClr>
              <a:schemeClr val="accent1"/>
            </a:bgClr>
          </a:pattFill>
        </p:spPr>
        <p:txBody>
          <a:bodyPr/>
          <a:lstStyle>
            <a:lvl1pPr marL="0" indent="0" algn="ctr">
              <a:buNone/>
              <a:defRPr sz="800">
                <a:solidFill>
                  <a:schemeClr val="bg1"/>
                </a:solidFill>
              </a:defRPr>
            </a:lvl1pPr>
          </a:lstStyle>
          <a:p>
            <a:r>
              <a:rPr lang="de-DE"/>
              <a:t>Picture / Icon</a:t>
            </a:r>
          </a:p>
        </p:txBody>
      </p:sp>
      <p:sp>
        <p:nvSpPr>
          <p:cNvPr id="25" name="Bildplatzhalter 17">
            <a:extLst>
              <a:ext uri="{FF2B5EF4-FFF2-40B4-BE49-F238E27FC236}">
                <a16:creationId xmlns:a16="http://schemas.microsoft.com/office/drawing/2014/main" id="{5BC59A19-4BA7-E66C-BBEC-29C203087D28}"/>
              </a:ext>
            </a:extLst>
          </p:cNvPr>
          <p:cNvSpPr>
            <a:spLocks noGrp="1"/>
          </p:cNvSpPr>
          <p:nvPr>
            <p:ph type="pic" sz="quarter" idx="34" hasCustomPrompt="1"/>
          </p:nvPr>
        </p:nvSpPr>
        <p:spPr>
          <a:xfrm>
            <a:off x="6815420" y="2517821"/>
            <a:ext cx="853200" cy="853200"/>
          </a:xfrm>
          <a:prstGeom prst="ellipse">
            <a:avLst/>
          </a:prstGeom>
          <a:pattFill prst="pct5">
            <a:fgClr>
              <a:schemeClr val="tx1"/>
            </a:fgClr>
            <a:bgClr>
              <a:srgbClr val="772D5D"/>
            </a:bgClr>
          </a:pattFill>
        </p:spPr>
        <p:txBody>
          <a:bodyPr/>
          <a:lstStyle>
            <a:lvl1pPr marL="0" indent="0" algn="ctr">
              <a:buNone/>
              <a:defRPr sz="800">
                <a:solidFill>
                  <a:schemeClr val="bg1"/>
                </a:solidFill>
              </a:defRPr>
            </a:lvl1pPr>
          </a:lstStyle>
          <a:p>
            <a:r>
              <a:rPr lang="de-DE"/>
              <a:t>Picture / Icon</a:t>
            </a:r>
          </a:p>
        </p:txBody>
      </p:sp>
      <p:sp>
        <p:nvSpPr>
          <p:cNvPr id="26" name="Bildplatzhalter 17">
            <a:extLst>
              <a:ext uri="{FF2B5EF4-FFF2-40B4-BE49-F238E27FC236}">
                <a16:creationId xmlns:a16="http://schemas.microsoft.com/office/drawing/2014/main" id="{6A8575FE-B396-2035-95D8-E8BABF6D8C96}"/>
              </a:ext>
            </a:extLst>
          </p:cNvPr>
          <p:cNvSpPr>
            <a:spLocks noGrp="1"/>
          </p:cNvSpPr>
          <p:nvPr>
            <p:ph type="pic" sz="quarter" idx="35" hasCustomPrompt="1"/>
          </p:nvPr>
        </p:nvSpPr>
        <p:spPr>
          <a:xfrm>
            <a:off x="7346165" y="3722421"/>
            <a:ext cx="853200" cy="853200"/>
          </a:xfrm>
          <a:prstGeom prst="ellipse">
            <a:avLst/>
          </a:prstGeom>
          <a:pattFill prst="pct5">
            <a:fgClr>
              <a:schemeClr val="tx1"/>
            </a:fgClr>
            <a:bgClr>
              <a:srgbClr val="64966C"/>
            </a:bgClr>
          </a:pattFill>
        </p:spPr>
        <p:txBody>
          <a:bodyPr/>
          <a:lstStyle>
            <a:lvl1pPr marL="0" indent="0" algn="ctr">
              <a:buNone/>
              <a:defRPr sz="800">
                <a:solidFill>
                  <a:schemeClr val="bg1"/>
                </a:solidFill>
              </a:defRPr>
            </a:lvl1pPr>
          </a:lstStyle>
          <a:p>
            <a:r>
              <a:rPr lang="de-DE"/>
              <a:t>Picture / Icon</a:t>
            </a:r>
          </a:p>
        </p:txBody>
      </p:sp>
      <p:sp>
        <p:nvSpPr>
          <p:cNvPr id="29" name="Bildplatzhalter 17">
            <a:extLst>
              <a:ext uri="{FF2B5EF4-FFF2-40B4-BE49-F238E27FC236}">
                <a16:creationId xmlns:a16="http://schemas.microsoft.com/office/drawing/2014/main" id="{7CEE9865-02A0-F603-DBF2-5D04BC2BDA33}"/>
              </a:ext>
            </a:extLst>
          </p:cNvPr>
          <p:cNvSpPr>
            <a:spLocks noGrp="1"/>
          </p:cNvSpPr>
          <p:nvPr>
            <p:ph type="pic" sz="quarter" idx="36" hasCustomPrompt="1"/>
          </p:nvPr>
        </p:nvSpPr>
        <p:spPr>
          <a:xfrm>
            <a:off x="3994325" y="3722421"/>
            <a:ext cx="853200" cy="853200"/>
          </a:xfrm>
          <a:prstGeom prst="ellipse">
            <a:avLst/>
          </a:prstGeom>
          <a:pattFill prst="pct5">
            <a:fgClr>
              <a:schemeClr val="tx1"/>
            </a:fgClr>
            <a:bgClr>
              <a:schemeClr val="accent4"/>
            </a:bgClr>
          </a:pattFill>
        </p:spPr>
        <p:txBody>
          <a:bodyPr/>
          <a:lstStyle>
            <a:lvl1pPr marL="0" indent="0" algn="ctr">
              <a:buNone/>
              <a:defRPr sz="800">
                <a:solidFill>
                  <a:schemeClr val="bg1"/>
                </a:solidFill>
              </a:defRPr>
            </a:lvl1pPr>
          </a:lstStyle>
          <a:p>
            <a:r>
              <a:rPr lang="de-DE"/>
              <a:t>Picture / Icon</a:t>
            </a:r>
          </a:p>
        </p:txBody>
      </p:sp>
      <p:sp>
        <p:nvSpPr>
          <p:cNvPr id="30" name="Bildplatzhalter 17">
            <a:extLst>
              <a:ext uri="{FF2B5EF4-FFF2-40B4-BE49-F238E27FC236}">
                <a16:creationId xmlns:a16="http://schemas.microsoft.com/office/drawing/2014/main" id="{470BED20-491D-A0CD-D9B1-1CB33D07F7C7}"/>
              </a:ext>
            </a:extLst>
          </p:cNvPr>
          <p:cNvSpPr>
            <a:spLocks noGrp="1"/>
          </p:cNvSpPr>
          <p:nvPr>
            <p:ph type="pic" sz="quarter" idx="37" hasCustomPrompt="1"/>
          </p:nvPr>
        </p:nvSpPr>
        <p:spPr>
          <a:xfrm>
            <a:off x="5667183" y="5305882"/>
            <a:ext cx="853200" cy="853200"/>
          </a:xfrm>
          <a:prstGeom prst="ellipse">
            <a:avLst/>
          </a:prstGeom>
          <a:pattFill prst="pct5">
            <a:fgClr>
              <a:schemeClr val="tx1"/>
            </a:fgClr>
            <a:bgClr>
              <a:srgbClr val="4BACB9"/>
            </a:bgClr>
          </a:pattFill>
        </p:spPr>
        <p:txBody>
          <a:bodyPr/>
          <a:lstStyle>
            <a:lvl1pPr marL="0" indent="0" algn="ctr">
              <a:buNone/>
              <a:defRPr sz="800">
                <a:solidFill>
                  <a:schemeClr val="bg1"/>
                </a:solidFill>
              </a:defRPr>
            </a:lvl1pPr>
          </a:lstStyle>
          <a:p>
            <a:r>
              <a:rPr lang="de-DE"/>
              <a:t>Picture / Icon</a:t>
            </a:r>
          </a:p>
        </p:txBody>
      </p:sp>
      <p:sp>
        <p:nvSpPr>
          <p:cNvPr id="31" name="Bildplatzhalter 17">
            <a:extLst>
              <a:ext uri="{FF2B5EF4-FFF2-40B4-BE49-F238E27FC236}">
                <a16:creationId xmlns:a16="http://schemas.microsoft.com/office/drawing/2014/main" id="{3D9172F5-8A83-20A5-CF10-C518ADD8B040}"/>
              </a:ext>
            </a:extLst>
          </p:cNvPr>
          <p:cNvSpPr>
            <a:spLocks noGrp="1"/>
          </p:cNvSpPr>
          <p:nvPr>
            <p:ph type="pic" sz="quarter" idx="38" hasCustomPrompt="1"/>
          </p:nvPr>
        </p:nvSpPr>
        <p:spPr>
          <a:xfrm>
            <a:off x="6831295" y="4914079"/>
            <a:ext cx="853200" cy="853200"/>
          </a:xfrm>
          <a:prstGeom prst="ellipse">
            <a:avLst/>
          </a:prstGeom>
          <a:pattFill prst="pct5">
            <a:fgClr>
              <a:schemeClr val="tx1"/>
            </a:fgClr>
            <a:bgClr>
              <a:srgbClr val="A1D3C2"/>
            </a:bgClr>
          </a:pattFill>
        </p:spPr>
        <p:txBody>
          <a:bodyPr/>
          <a:lstStyle>
            <a:lvl1pPr marL="0" indent="0" algn="ctr">
              <a:buNone/>
              <a:defRPr sz="800">
                <a:solidFill>
                  <a:schemeClr val="bg1"/>
                </a:solidFill>
              </a:defRPr>
            </a:lvl1pPr>
          </a:lstStyle>
          <a:p>
            <a:r>
              <a:rPr lang="de-DE"/>
              <a:t>Picture / Icon</a:t>
            </a:r>
          </a:p>
        </p:txBody>
      </p:sp>
      <p:sp>
        <p:nvSpPr>
          <p:cNvPr id="64" name="Bildplatzhalter 17">
            <a:extLst>
              <a:ext uri="{FF2B5EF4-FFF2-40B4-BE49-F238E27FC236}">
                <a16:creationId xmlns:a16="http://schemas.microsoft.com/office/drawing/2014/main" id="{E3D12321-A5E9-4824-4807-006BF811B89D}"/>
              </a:ext>
            </a:extLst>
          </p:cNvPr>
          <p:cNvSpPr>
            <a:spLocks noGrp="1"/>
          </p:cNvSpPr>
          <p:nvPr>
            <p:ph type="pic" sz="quarter" idx="39" hasCustomPrompt="1"/>
          </p:nvPr>
        </p:nvSpPr>
        <p:spPr>
          <a:xfrm>
            <a:off x="4477348" y="4885663"/>
            <a:ext cx="853200" cy="853200"/>
          </a:xfrm>
          <a:prstGeom prst="ellipse">
            <a:avLst/>
          </a:prstGeom>
          <a:pattFill prst="pct5">
            <a:fgClr>
              <a:schemeClr val="tx1"/>
            </a:fgClr>
            <a:bgClr>
              <a:schemeClr val="accent3"/>
            </a:bgClr>
          </a:pattFill>
        </p:spPr>
        <p:txBody>
          <a:bodyPr/>
          <a:lstStyle>
            <a:lvl1pPr marL="0" indent="0" algn="ctr">
              <a:buNone/>
              <a:defRPr sz="800">
                <a:solidFill>
                  <a:schemeClr val="bg1"/>
                </a:solidFill>
              </a:defRPr>
            </a:lvl1pPr>
          </a:lstStyle>
          <a:p>
            <a:r>
              <a:rPr lang="de-DE"/>
              <a:t>Picture / Icon</a:t>
            </a:r>
          </a:p>
        </p:txBody>
      </p:sp>
      <p:sp>
        <p:nvSpPr>
          <p:cNvPr id="65" name="Bildplatzhalter 17">
            <a:extLst>
              <a:ext uri="{FF2B5EF4-FFF2-40B4-BE49-F238E27FC236}">
                <a16:creationId xmlns:a16="http://schemas.microsoft.com/office/drawing/2014/main" id="{5B7E1FEA-3193-E534-D0FF-A8360D57CA59}"/>
              </a:ext>
            </a:extLst>
          </p:cNvPr>
          <p:cNvSpPr>
            <a:spLocks noGrp="1"/>
          </p:cNvSpPr>
          <p:nvPr>
            <p:ph type="pic" sz="quarter" idx="40" hasCustomPrompt="1"/>
          </p:nvPr>
        </p:nvSpPr>
        <p:spPr>
          <a:xfrm>
            <a:off x="5440725" y="3429000"/>
            <a:ext cx="1314000" cy="1314000"/>
          </a:xfrm>
          <a:prstGeom prst="ellipse">
            <a:avLst/>
          </a:prstGeom>
          <a:pattFill prst="pct5">
            <a:fgClr>
              <a:schemeClr val="tx1"/>
            </a:fgClr>
            <a:bgClr>
              <a:schemeClr val="bg1"/>
            </a:bgClr>
          </a:pattFill>
        </p:spPr>
        <p:txBody>
          <a:bodyPr/>
          <a:lstStyle>
            <a:lvl1pPr marL="0" indent="0" algn="ctr">
              <a:buNone/>
              <a:defRPr sz="800">
                <a:solidFill>
                  <a:schemeClr val="tx1"/>
                </a:solidFill>
              </a:defRPr>
            </a:lvl1pPr>
          </a:lstStyle>
          <a:p>
            <a:r>
              <a:rPr lang="de-DE"/>
              <a:t>Picture / Icon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13" name="Fußzeilenplatzhalter 12">
            <a:extLst>
              <a:ext uri="{FF2B5EF4-FFF2-40B4-BE49-F238E27FC236}">
                <a16:creationId xmlns:a16="http://schemas.microsoft.com/office/drawing/2014/main" id="{48C5A3A3-6D0A-9511-C42F-D92FF6E770DF}"/>
              </a:ext>
            </a:extLst>
          </p:cNvPr>
          <p:cNvSpPr>
            <a:spLocks noGrp="1"/>
          </p:cNvSpPr>
          <p:nvPr>
            <p:ph type="ftr" sz="quarter" idx="41"/>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166BA448-4548-5F15-2597-19000926C5C1}"/>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144FCA99-46B5-D8ED-F7FC-FA9C07A44AA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271436792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ark Mode/Gray Graphic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67" name="Inhaltsplatzhalter 21">
            <a:extLst>
              <a:ext uri="{FF2B5EF4-FFF2-40B4-BE49-F238E27FC236}">
                <a16:creationId xmlns:a16="http://schemas.microsoft.com/office/drawing/2014/main" id="{D7BB12CC-7D14-8A3C-4285-AFB78BE3C958}"/>
              </a:ext>
            </a:extLst>
          </p:cNvPr>
          <p:cNvSpPr>
            <a:spLocks noGrp="1"/>
          </p:cNvSpPr>
          <p:nvPr>
            <p:ph sz="quarter" idx="35"/>
          </p:nvPr>
        </p:nvSpPr>
        <p:spPr>
          <a:xfrm>
            <a:off x="5112645" y="3380345"/>
            <a:ext cx="2735595" cy="1845469"/>
          </a:xfrm>
          <a:custGeom>
            <a:avLst/>
            <a:gdLst>
              <a:gd name="connsiteX0" fmla="*/ 0 w 2867025"/>
              <a:gd name="connsiteY0" fmla="*/ 1884362 h 1884362"/>
              <a:gd name="connsiteX1" fmla="*/ 1433513 w 2867025"/>
              <a:gd name="connsiteY1" fmla="*/ 0 h 1884362"/>
              <a:gd name="connsiteX2" fmla="*/ 2867025 w 2867025"/>
              <a:gd name="connsiteY2" fmla="*/ 1884362 h 1884362"/>
              <a:gd name="connsiteX3" fmla="*/ 0 w 2867025"/>
              <a:gd name="connsiteY3" fmla="*/ 1884362 h 1884362"/>
              <a:gd name="connsiteX0" fmla="*/ 0 w 2867025"/>
              <a:gd name="connsiteY0" fmla="*/ 1887380 h 1887380"/>
              <a:gd name="connsiteX1" fmla="*/ 1403335 w 2867025"/>
              <a:gd name="connsiteY1" fmla="*/ 0 h 1887380"/>
              <a:gd name="connsiteX2" fmla="*/ 2867025 w 2867025"/>
              <a:gd name="connsiteY2" fmla="*/ 1887380 h 1887380"/>
              <a:gd name="connsiteX3" fmla="*/ 0 w 2867025"/>
              <a:gd name="connsiteY3" fmla="*/ 1887380 h 1887380"/>
              <a:gd name="connsiteX0" fmla="*/ 0 w 2806669"/>
              <a:gd name="connsiteY0" fmla="*/ 1887380 h 1893416"/>
              <a:gd name="connsiteX1" fmla="*/ 1403335 w 2806669"/>
              <a:gd name="connsiteY1" fmla="*/ 0 h 1893416"/>
              <a:gd name="connsiteX2" fmla="*/ 2806669 w 2806669"/>
              <a:gd name="connsiteY2" fmla="*/ 1893416 h 1893416"/>
              <a:gd name="connsiteX3" fmla="*/ 0 w 2806669"/>
              <a:gd name="connsiteY3" fmla="*/ 1887380 h 1893416"/>
            </a:gdLst>
            <a:ahLst/>
            <a:cxnLst>
              <a:cxn ang="0">
                <a:pos x="connsiteX0" y="connsiteY0"/>
              </a:cxn>
              <a:cxn ang="0">
                <a:pos x="connsiteX1" y="connsiteY1"/>
              </a:cxn>
              <a:cxn ang="0">
                <a:pos x="connsiteX2" y="connsiteY2"/>
              </a:cxn>
              <a:cxn ang="0">
                <a:pos x="connsiteX3" y="connsiteY3"/>
              </a:cxn>
            </a:cxnLst>
            <a:rect l="l" t="t" r="r" b="b"/>
            <a:pathLst>
              <a:path w="2806669" h="1893416">
                <a:moveTo>
                  <a:pt x="0" y="1887380"/>
                </a:moveTo>
                <a:lnTo>
                  <a:pt x="1403335" y="0"/>
                </a:lnTo>
                <a:lnTo>
                  <a:pt x="2806669" y="1893416"/>
                </a:lnTo>
                <a:lnTo>
                  <a:pt x="0" y="1887380"/>
                </a:lnTo>
                <a:close/>
              </a:path>
            </a:pathLst>
          </a:custGeom>
          <a:pattFill prst="pct5">
            <a:fgClr>
              <a:schemeClr val="bg2"/>
            </a:fgClr>
            <a:bgClr>
              <a:schemeClr val="tx1"/>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68" name="Inhaltsplatzhalter 21">
            <a:extLst>
              <a:ext uri="{FF2B5EF4-FFF2-40B4-BE49-F238E27FC236}">
                <a16:creationId xmlns:a16="http://schemas.microsoft.com/office/drawing/2014/main" id="{33A6613D-50B2-BB25-8D72-88FED21374F6}"/>
              </a:ext>
            </a:extLst>
          </p:cNvPr>
          <p:cNvSpPr>
            <a:spLocks noGrp="1"/>
          </p:cNvSpPr>
          <p:nvPr>
            <p:ph sz="quarter" idx="36"/>
          </p:nvPr>
        </p:nvSpPr>
        <p:spPr>
          <a:xfrm>
            <a:off x="8095195" y="3379935"/>
            <a:ext cx="2735595" cy="1845469"/>
          </a:xfrm>
          <a:custGeom>
            <a:avLst/>
            <a:gdLst>
              <a:gd name="connsiteX0" fmla="*/ 0 w 2867025"/>
              <a:gd name="connsiteY0" fmla="*/ 1884362 h 1884362"/>
              <a:gd name="connsiteX1" fmla="*/ 1433513 w 2867025"/>
              <a:gd name="connsiteY1" fmla="*/ 0 h 1884362"/>
              <a:gd name="connsiteX2" fmla="*/ 2867025 w 2867025"/>
              <a:gd name="connsiteY2" fmla="*/ 1884362 h 1884362"/>
              <a:gd name="connsiteX3" fmla="*/ 0 w 2867025"/>
              <a:gd name="connsiteY3" fmla="*/ 1884362 h 1884362"/>
              <a:gd name="connsiteX0" fmla="*/ 0 w 2867025"/>
              <a:gd name="connsiteY0" fmla="*/ 1887380 h 1887380"/>
              <a:gd name="connsiteX1" fmla="*/ 1403335 w 2867025"/>
              <a:gd name="connsiteY1" fmla="*/ 0 h 1887380"/>
              <a:gd name="connsiteX2" fmla="*/ 2867025 w 2867025"/>
              <a:gd name="connsiteY2" fmla="*/ 1887380 h 1887380"/>
              <a:gd name="connsiteX3" fmla="*/ 0 w 2867025"/>
              <a:gd name="connsiteY3" fmla="*/ 1887380 h 1887380"/>
              <a:gd name="connsiteX0" fmla="*/ 0 w 2806669"/>
              <a:gd name="connsiteY0" fmla="*/ 1887380 h 1893416"/>
              <a:gd name="connsiteX1" fmla="*/ 1403335 w 2806669"/>
              <a:gd name="connsiteY1" fmla="*/ 0 h 1893416"/>
              <a:gd name="connsiteX2" fmla="*/ 2806669 w 2806669"/>
              <a:gd name="connsiteY2" fmla="*/ 1893416 h 1893416"/>
              <a:gd name="connsiteX3" fmla="*/ 0 w 2806669"/>
              <a:gd name="connsiteY3" fmla="*/ 1887380 h 1893416"/>
            </a:gdLst>
            <a:ahLst/>
            <a:cxnLst>
              <a:cxn ang="0">
                <a:pos x="connsiteX0" y="connsiteY0"/>
              </a:cxn>
              <a:cxn ang="0">
                <a:pos x="connsiteX1" y="connsiteY1"/>
              </a:cxn>
              <a:cxn ang="0">
                <a:pos x="connsiteX2" y="connsiteY2"/>
              </a:cxn>
              <a:cxn ang="0">
                <a:pos x="connsiteX3" y="connsiteY3"/>
              </a:cxn>
            </a:cxnLst>
            <a:rect l="l" t="t" r="r" b="b"/>
            <a:pathLst>
              <a:path w="2806669" h="1893416">
                <a:moveTo>
                  <a:pt x="0" y="1887380"/>
                </a:moveTo>
                <a:lnTo>
                  <a:pt x="1403335" y="0"/>
                </a:lnTo>
                <a:lnTo>
                  <a:pt x="2806669" y="1893416"/>
                </a:lnTo>
                <a:lnTo>
                  <a:pt x="0" y="1887380"/>
                </a:lnTo>
                <a:close/>
              </a:path>
            </a:pathLst>
          </a:custGeom>
          <a:pattFill prst="pct5">
            <a:fgClr>
              <a:schemeClr val="bg2"/>
            </a:fgClr>
            <a:bgClr>
              <a:schemeClr val="tx1"/>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22" name="Inhaltsplatzhalter 21">
            <a:extLst>
              <a:ext uri="{FF2B5EF4-FFF2-40B4-BE49-F238E27FC236}">
                <a16:creationId xmlns:a16="http://schemas.microsoft.com/office/drawing/2014/main" id="{2BEFC549-E378-FA1A-53D8-D386EC884337}"/>
              </a:ext>
            </a:extLst>
          </p:cNvPr>
          <p:cNvSpPr>
            <a:spLocks noGrp="1"/>
          </p:cNvSpPr>
          <p:nvPr>
            <p:ph sz="quarter" idx="33"/>
          </p:nvPr>
        </p:nvSpPr>
        <p:spPr>
          <a:xfrm>
            <a:off x="6605493" y="1363281"/>
            <a:ext cx="2735595" cy="1845469"/>
          </a:xfrm>
          <a:custGeom>
            <a:avLst/>
            <a:gdLst>
              <a:gd name="connsiteX0" fmla="*/ 0 w 2867025"/>
              <a:gd name="connsiteY0" fmla="*/ 1884362 h 1884362"/>
              <a:gd name="connsiteX1" fmla="*/ 1433513 w 2867025"/>
              <a:gd name="connsiteY1" fmla="*/ 0 h 1884362"/>
              <a:gd name="connsiteX2" fmla="*/ 2867025 w 2867025"/>
              <a:gd name="connsiteY2" fmla="*/ 1884362 h 1884362"/>
              <a:gd name="connsiteX3" fmla="*/ 0 w 2867025"/>
              <a:gd name="connsiteY3" fmla="*/ 1884362 h 1884362"/>
              <a:gd name="connsiteX0" fmla="*/ 0 w 2867025"/>
              <a:gd name="connsiteY0" fmla="*/ 1887380 h 1887380"/>
              <a:gd name="connsiteX1" fmla="*/ 1403335 w 2867025"/>
              <a:gd name="connsiteY1" fmla="*/ 0 h 1887380"/>
              <a:gd name="connsiteX2" fmla="*/ 2867025 w 2867025"/>
              <a:gd name="connsiteY2" fmla="*/ 1887380 h 1887380"/>
              <a:gd name="connsiteX3" fmla="*/ 0 w 2867025"/>
              <a:gd name="connsiteY3" fmla="*/ 1887380 h 1887380"/>
              <a:gd name="connsiteX0" fmla="*/ 0 w 2806669"/>
              <a:gd name="connsiteY0" fmla="*/ 1887380 h 1893416"/>
              <a:gd name="connsiteX1" fmla="*/ 1403335 w 2806669"/>
              <a:gd name="connsiteY1" fmla="*/ 0 h 1893416"/>
              <a:gd name="connsiteX2" fmla="*/ 2806669 w 2806669"/>
              <a:gd name="connsiteY2" fmla="*/ 1893416 h 1893416"/>
              <a:gd name="connsiteX3" fmla="*/ 0 w 2806669"/>
              <a:gd name="connsiteY3" fmla="*/ 1887380 h 1893416"/>
            </a:gdLst>
            <a:ahLst/>
            <a:cxnLst>
              <a:cxn ang="0">
                <a:pos x="connsiteX0" y="connsiteY0"/>
              </a:cxn>
              <a:cxn ang="0">
                <a:pos x="connsiteX1" y="connsiteY1"/>
              </a:cxn>
              <a:cxn ang="0">
                <a:pos x="connsiteX2" y="connsiteY2"/>
              </a:cxn>
              <a:cxn ang="0">
                <a:pos x="connsiteX3" y="connsiteY3"/>
              </a:cxn>
            </a:cxnLst>
            <a:rect l="l" t="t" r="r" b="b"/>
            <a:pathLst>
              <a:path w="2806669" h="1893416">
                <a:moveTo>
                  <a:pt x="0" y="1887380"/>
                </a:moveTo>
                <a:lnTo>
                  <a:pt x="1403335" y="0"/>
                </a:lnTo>
                <a:lnTo>
                  <a:pt x="2806669" y="1893416"/>
                </a:lnTo>
                <a:lnTo>
                  <a:pt x="0" y="1887380"/>
                </a:lnTo>
                <a:close/>
              </a:path>
            </a:pathLst>
          </a:custGeom>
          <a:pattFill prst="pct5">
            <a:fgClr>
              <a:schemeClr val="bg2"/>
            </a:fgClr>
            <a:bgClr>
              <a:schemeClr val="accent1"/>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70" name="Inhaltsplatzhalter 69">
            <a:extLst>
              <a:ext uri="{FF2B5EF4-FFF2-40B4-BE49-F238E27FC236}">
                <a16:creationId xmlns:a16="http://schemas.microsoft.com/office/drawing/2014/main" id="{D2EF5D6C-C81A-42ED-C67F-9BFF02C054F2}"/>
              </a:ext>
            </a:extLst>
          </p:cNvPr>
          <p:cNvSpPr>
            <a:spLocks noGrp="1"/>
          </p:cNvSpPr>
          <p:nvPr>
            <p:ph sz="quarter" idx="37"/>
          </p:nvPr>
        </p:nvSpPr>
        <p:spPr>
          <a:xfrm>
            <a:off x="6603905" y="3329350"/>
            <a:ext cx="2735625" cy="1845927"/>
          </a:xfrm>
          <a:prstGeom prst="flowChartMerge">
            <a:avLst/>
          </a:prstGeom>
          <a:pattFill prst="pct5">
            <a:fgClr>
              <a:schemeClr val="tx1"/>
            </a:fgClr>
            <a:bgClr>
              <a:schemeClr val="tx2"/>
            </a:bgClr>
          </a:pattFill>
        </p:spPr>
        <p:txBody>
          <a:bodyPr anchor="ctr" anchorCtr="0"/>
          <a:lstStyle>
            <a:lvl1pPr marL="0" indent="0" algn="ctr">
              <a:buNone/>
              <a:defRPr sz="800">
                <a:solidFill>
                  <a:schemeClr val="bg1"/>
                </a:solidFill>
              </a:defRPr>
            </a:lvl1pPr>
            <a:lvl2pPr marL="457200" indent="0" algn="ctr">
              <a:buNone/>
              <a:defRPr sz="800">
                <a:solidFill>
                  <a:schemeClr val="bg1"/>
                </a:solidFill>
              </a:defRPr>
            </a:lvl2pPr>
            <a:lvl3pPr marL="914400" indent="0" algn="ctr">
              <a:buNone/>
              <a:defRPr sz="800">
                <a:solidFill>
                  <a:schemeClr val="bg1"/>
                </a:solidFill>
              </a:defRPr>
            </a:lvl3pPr>
            <a:lvl4pPr marL="1371600" indent="0" algn="ctr">
              <a:buNone/>
              <a:defRPr sz="800">
                <a:solidFill>
                  <a:schemeClr val="bg1"/>
                </a:solidFill>
              </a:defRPr>
            </a:lvl4pPr>
            <a:lvl5pPr marL="1828800" indent="0" algn="ctr">
              <a:buNone/>
              <a:defRPr sz="800">
                <a:solidFill>
                  <a:schemeClr val="bg1"/>
                </a:solidFill>
              </a:defRPr>
            </a:lvl5pPr>
          </a:lstStyle>
          <a:p>
            <a:pPr lvl="0"/>
            <a:r>
              <a:rPr lang="de-DE"/>
              <a:t>Mastertextformat bearbeiten</a:t>
            </a:r>
          </a:p>
        </p:txBody>
      </p:sp>
      <p:sp>
        <p:nvSpPr>
          <p:cNvPr id="72" name="Inhaltsplatzhalter 71">
            <a:extLst>
              <a:ext uri="{FF2B5EF4-FFF2-40B4-BE49-F238E27FC236}">
                <a16:creationId xmlns:a16="http://schemas.microsoft.com/office/drawing/2014/main" id="{8006F549-64F8-3BCC-308A-28F09F10E9CF}"/>
              </a:ext>
            </a:extLst>
          </p:cNvPr>
          <p:cNvSpPr>
            <a:spLocks noGrp="1"/>
          </p:cNvSpPr>
          <p:nvPr>
            <p:ph sz="quarter" idx="38"/>
          </p:nvPr>
        </p:nvSpPr>
        <p:spPr>
          <a:xfrm>
            <a:off x="4447554" y="5344554"/>
            <a:ext cx="7032155" cy="860272"/>
          </a:xfrm>
          <a:prstGeom prst="trapezoid">
            <a:avLst>
              <a:gd name="adj" fmla="val 69019"/>
            </a:avLst>
          </a:prstGeom>
          <a:pattFill prst="pct5">
            <a:fgClr>
              <a:schemeClr val="tx1"/>
            </a:fgClr>
            <a:bgClr>
              <a:schemeClr val="bg2"/>
            </a:bgClr>
          </a:pattFill>
        </p:spPr>
        <p:txBody>
          <a:bodyPr/>
          <a:lstStyle>
            <a:lvl1pPr marL="0" indent="0" algn="ctr">
              <a:buNone/>
              <a:defRPr sz="800"/>
            </a:lvl1pPr>
            <a:lvl2pPr marL="457200" indent="0" algn="ctr">
              <a:buNone/>
              <a:defRPr sz="800"/>
            </a:lvl2pPr>
            <a:lvl3pPr marL="914400" indent="0" algn="ctr">
              <a:buNone/>
              <a:defRPr sz="800"/>
            </a:lvl3pPr>
            <a:lvl4pPr marL="1371600" indent="0" algn="ctr">
              <a:buNone/>
              <a:defRPr sz="800"/>
            </a:lvl4pPr>
            <a:lvl5pPr marL="1828800" indent="0" algn="ctr">
              <a:buNone/>
              <a:defRPr sz="800"/>
            </a:lvl5pPr>
          </a:lstStyle>
          <a:p>
            <a:pPr lvl="0"/>
            <a:r>
              <a:rPr lang="de-DE"/>
              <a:t>Mastertextformat bearbeiten</a:t>
            </a:r>
          </a:p>
        </p:txBody>
      </p:sp>
      <p:sp>
        <p:nvSpPr>
          <p:cNvPr id="73" name="Inhaltsplatzhalter 2">
            <a:extLst>
              <a:ext uri="{FF2B5EF4-FFF2-40B4-BE49-F238E27FC236}">
                <a16:creationId xmlns:a16="http://schemas.microsoft.com/office/drawing/2014/main" id="{F7150A6D-248E-CBE7-0CD1-33F8A7C716C7}"/>
              </a:ext>
            </a:extLst>
          </p:cNvPr>
          <p:cNvSpPr>
            <a:spLocks noGrp="1"/>
          </p:cNvSpPr>
          <p:nvPr>
            <p:ph sz="quarter" idx="14"/>
          </p:nvPr>
        </p:nvSpPr>
        <p:spPr>
          <a:xfrm>
            <a:off x="658812" y="1808163"/>
            <a:ext cx="35136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pic>
        <p:nvPicPr>
          <p:cNvPr id="74" name="Grafik 73">
            <a:extLst>
              <a:ext uri="{FF2B5EF4-FFF2-40B4-BE49-F238E27FC236}">
                <a16:creationId xmlns:a16="http://schemas.microsoft.com/office/drawing/2014/main" id="{65355B37-BA23-335C-CE2F-CEE495EFA21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13" name="Fußzeilenplatzhalter 12">
            <a:extLst>
              <a:ext uri="{FF2B5EF4-FFF2-40B4-BE49-F238E27FC236}">
                <a16:creationId xmlns:a16="http://schemas.microsoft.com/office/drawing/2014/main" id="{5158791C-C67E-7588-D1BC-B3C41772755A}"/>
              </a:ext>
            </a:extLst>
          </p:cNvPr>
          <p:cNvSpPr>
            <a:spLocks noGrp="1"/>
          </p:cNvSpPr>
          <p:nvPr>
            <p:ph type="ftr" sz="quarter" idx="39"/>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6085BFAF-1A15-A977-76A3-4F09E955CBD7}"/>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1294FB6B-67DE-26B9-75F7-00E1B094473E}"/>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69723119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ark Mode/Gray Graphic 3">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 name="Bildplatzhalter 17">
            <a:extLst>
              <a:ext uri="{FF2B5EF4-FFF2-40B4-BE49-F238E27FC236}">
                <a16:creationId xmlns:a16="http://schemas.microsoft.com/office/drawing/2014/main" id="{E11FE89E-568B-4322-C82A-99798E9D30E0}"/>
              </a:ext>
            </a:extLst>
          </p:cNvPr>
          <p:cNvSpPr>
            <a:spLocks noGrp="1"/>
          </p:cNvSpPr>
          <p:nvPr>
            <p:ph type="pic" sz="quarter" idx="32" hasCustomPrompt="1"/>
          </p:nvPr>
        </p:nvSpPr>
        <p:spPr>
          <a:xfrm>
            <a:off x="7005963" y="2937589"/>
            <a:ext cx="853200" cy="853200"/>
          </a:xfrm>
          <a:prstGeom prst="ellipse">
            <a:avLst/>
          </a:prstGeom>
          <a:solidFill>
            <a:schemeClr val="accent4"/>
          </a:solidFill>
        </p:spPr>
        <p:txBody>
          <a:bodyPr/>
          <a:lstStyle>
            <a:lvl1pPr marL="0" indent="0" algn="ctr">
              <a:buNone/>
              <a:defRPr sz="800">
                <a:solidFill>
                  <a:schemeClr val="bg1"/>
                </a:solidFill>
              </a:defRPr>
            </a:lvl1pPr>
          </a:lstStyle>
          <a:p>
            <a:r>
              <a:rPr lang="de-DE"/>
              <a:t>Picture / Icon</a:t>
            </a:r>
          </a:p>
        </p:txBody>
      </p:sp>
      <p:sp>
        <p:nvSpPr>
          <p:cNvPr id="8" name="Bildplatzhalter 17">
            <a:extLst>
              <a:ext uri="{FF2B5EF4-FFF2-40B4-BE49-F238E27FC236}">
                <a16:creationId xmlns:a16="http://schemas.microsoft.com/office/drawing/2014/main" id="{41371A3A-CB8E-FAD1-6EB4-D91D9A6B1C2A}"/>
              </a:ext>
            </a:extLst>
          </p:cNvPr>
          <p:cNvSpPr>
            <a:spLocks noGrp="1"/>
          </p:cNvSpPr>
          <p:nvPr>
            <p:ph type="pic" sz="quarter" idx="33" hasCustomPrompt="1"/>
          </p:nvPr>
        </p:nvSpPr>
        <p:spPr>
          <a:xfrm>
            <a:off x="9027985" y="3438542"/>
            <a:ext cx="853200" cy="853200"/>
          </a:xfrm>
          <a:prstGeom prst="ellipse">
            <a:avLst/>
          </a:prstGeom>
          <a:solidFill>
            <a:schemeClr val="accent1"/>
          </a:solidFill>
        </p:spPr>
        <p:txBody>
          <a:bodyPr/>
          <a:lstStyle>
            <a:lvl1pPr marL="0" indent="0" algn="ctr">
              <a:buNone/>
              <a:defRPr sz="800">
                <a:solidFill>
                  <a:schemeClr val="bg1"/>
                </a:solidFill>
              </a:defRPr>
            </a:lvl1pPr>
          </a:lstStyle>
          <a:p>
            <a:r>
              <a:rPr lang="de-DE"/>
              <a:t>Picture / Icon</a:t>
            </a:r>
          </a:p>
        </p:txBody>
      </p:sp>
      <p:sp>
        <p:nvSpPr>
          <p:cNvPr id="18" name="Bildplatzhalter 17">
            <a:extLst>
              <a:ext uri="{FF2B5EF4-FFF2-40B4-BE49-F238E27FC236}">
                <a16:creationId xmlns:a16="http://schemas.microsoft.com/office/drawing/2014/main" id="{17D2C574-0B7B-A00E-10DB-D6293120685D}"/>
              </a:ext>
            </a:extLst>
          </p:cNvPr>
          <p:cNvSpPr>
            <a:spLocks noGrp="1"/>
          </p:cNvSpPr>
          <p:nvPr>
            <p:ph type="pic" sz="quarter" idx="34" hasCustomPrompt="1"/>
          </p:nvPr>
        </p:nvSpPr>
        <p:spPr>
          <a:xfrm>
            <a:off x="6489736" y="4760611"/>
            <a:ext cx="853200" cy="853200"/>
          </a:xfrm>
          <a:prstGeom prst="ellipse">
            <a:avLst/>
          </a:prstGeom>
          <a:solidFill>
            <a:schemeClr val="tx1"/>
          </a:solidFill>
        </p:spPr>
        <p:txBody>
          <a:bodyPr/>
          <a:lstStyle>
            <a:lvl1pPr marL="0" indent="0" algn="ctr">
              <a:buNone/>
              <a:defRPr sz="800">
                <a:solidFill>
                  <a:schemeClr val="bg1"/>
                </a:solidFill>
              </a:defRPr>
            </a:lvl1pPr>
          </a:lstStyle>
          <a:p>
            <a:r>
              <a:rPr lang="de-DE"/>
              <a:t>Picture / Icon</a:t>
            </a:r>
          </a:p>
        </p:txBody>
      </p:sp>
      <p:sp>
        <p:nvSpPr>
          <p:cNvPr id="31" name="Bildplatzhalter 17">
            <a:extLst>
              <a:ext uri="{FF2B5EF4-FFF2-40B4-BE49-F238E27FC236}">
                <a16:creationId xmlns:a16="http://schemas.microsoft.com/office/drawing/2014/main" id="{16101017-0C4A-2979-D34B-FED2227CD8BF}"/>
              </a:ext>
            </a:extLst>
          </p:cNvPr>
          <p:cNvSpPr>
            <a:spLocks noGrp="1"/>
          </p:cNvSpPr>
          <p:nvPr>
            <p:ph type="pic" sz="quarter" idx="35" hasCustomPrompt="1"/>
          </p:nvPr>
        </p:nvSpPr>
        <p:spPr>
          <a:xfrm>
            <a:off x="8003391" y="4290671"/>
            <a:ext cx="853200" cy="853200"/>
          </a:xfrm>
          <a:prstGeom prst="ellipse">
            <a:avLst/>
          </a:prstGeom>
          <a:solidFill>
            <a:schemeClr val="tx2"/>
          </a:solidFill>
        </p:spPr>
        <p:txBody>
          <a:bodyPr/>
          <a:lstStyle>
            <a:lvl1pPr marL="0" indent="0" algn="ctr">
              <a:buNone/>
              <a:defRPr sz="800">
                <a:solidFill>
                  <a:schemeClr val="bg1"/>
                </a:solidFill>
              </a:defRPr>
            </a:lvl1pPr>
          </a:lstStyle>
          <a:p>
            <a:r>
              <a:rPr lang="de-DE"/>
              <a:t>Picture / Icon</a:t>
            </a:r>
          </a:p>
        </p:txBody>
      </p:sp>
      <p:sp>
        <p:nvSpPr>
          <p:cNvPr id="63" name="Inhaltsplatzhalter 2">
            <a:extLst>
              <a:ext uri="{FF2B5EF4-FFF2-40B4-BE49-F238E27FC236}">
                <a16:creationId xmlns:a16="http://schemas.microsoft.com/office/drawing/2014/main" id="{B71A738C-B934-81D9-A636-A9E923B27B26}"/>
              </a:ext>
            </a:extLst>
          </p:cNvPr>
          <p:cNvSpPr>
            <a:spLocks noGrp="1"/>
          </p:cNvSpPr>
          <p:nvPr>
            <p:ph idx="37" hasCustomPrompt="1"/>
          </p:nvPr>
        </p:nvSpPr>
        <p:spPr>
          <a:xfrm>
            <a:off x="5843665" y="4027105"/>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4" name="Inhaltsplatzhalter 2">
            <a:extLst>
              <a:ext uri="{FF2B5EF4-FFF2-40B4-BE49-F238E27FC236}">
                <a16:creationId xmlns:a16="http://schemas.microsoft.com/office/drawing/2014/main" id="{0FF61268-9D01-EE23-5711-074721C042E0}"/>
              </a:ext>
            </a:extLst>
          </p:cNvPr>
          <p:cNvSpPr>
            <a:spLocks noGrp="1"/>
          </p:cNvSpPr>
          <p:nvPr>
            <p:ph idx="38" hasCustomPrompt="1"/>
          </p:nvPr>
        </p:nvSpPr>
        <p:spPr>
          <a:xfrm>
            <a:off x="11116783" y="4027105"/>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5" name="Inhaltsplatzhalter 2">
            <a:extLst>
              <a:ext uri="{FF2B5EF4-FFF2-40B4-BE49-F238E27FC236}">
                <a16:creationId xmlns:a16="http://schemas.microsoft.com/office/drawing/2014/main" id="{A304610D-9559-3EDB-8D91-B321EF03A435}"/>
              </a:ext>
            </a:extLst>
          </p:cNvPr>
          <p:cNvSpPr>
            <a:spLocks noGrp="1"/>
          </p:cNvSpPr>
          <p:nvPr>
            <p:ph idx="39" hasCustomPrompt="1"/>
          </p:nvPr>
        </p:nvSpPr>
        <p:spPr>
          <a:xfrm>
            <a:off x="8486066" y="5758506"/>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6" name="Inhaltsplatzhalter 2">
            <a:extLst>
              <a:ext uri="{FF2B5EF4-FFF2-40B4-BE49-F238E27FC236}">
                <a16:creationId xmlns:a16="http://schemas.microsoft.com/office/drawing/2014/main" id="{DB22E2E7-D9C0-CB9D-24F9-F4CEDFB2304D}"/>
              </a:ext>
            </a:extLst>
          </p:cNvPr>
          <p:cNvSpPr>
            <a:spLocks noGrp="1"/>
          </p:cNvSpPr>
          <p:nvPr>
            <p:ph idx="40" hasCustomPrompt="1"/>
          </p:nvPr>
        </p:nvSpPr>
        <p:spPr>
          <a:xfrm>
            <a:off x="8485655" y="2297686"/>
            <a:ext cx="402443" cy="132364"/>
          </a:xfrm>
          <a:prstGeom prst="rect">
            <a:avLst/>
          </a:prstGeom>
        </p:spPr>
        <p:txBody>
          <a:bodyPr lIns="0" tIns="0" rIns="0" bIns="0"/>
          <a:lstStyle>
            <a:lvl1pPr marL="0" indent="0" algn="ctr">
              <a:buNone/>
              <a:defRPr sz="12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Value</a:t>
            </a:r>
          </a:p>
        </p:txBody>
      </p:sp>
      <p:sp>
        <p:nvSpPr>
          <p:cNvPr id="68" name="Inhaltsplatzhalter 2">
            <a:extLst>
              <a:ext uri="{FF2B5EF4-FFF2-40B4-BE49-F238E27FC236}">
                <a16:creationId xmlns:a16="http://schemas.microsoft.com/office/drawing/2014/main" id="{B8321047-6B7B-3C5F-7A70-C0DED8AB1010}"/>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5" name="Grafik 4">
            <a:extLst>
              <a:ext uri="{FF2B5EF4-FFF2-40B4-BE49-F238E27FC236}">
                <a16:creationId xmlns:a16="http://schemas.microsoft.com/office/drawing/2014/main" id="{9F4F3818-5FEC-91B6-5D85-B43900C53A66}"/>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3" name="Foliennummernplatzhalter 22">
            <a:extLst>
              <a:ext uri="{FF2B5EF4-FFF2-40B4-BE49-F238E27FC236}">
                <a16:creationId xmlns:a16="http://schemas.microsoft.com/office/drawing/2014/main" id="{87FD774B-FDF1-4DE8-0680-B9E3BA034DBD}"/>
              </a:ext>
            </a:extLst>
          </p:cNvPr>
          <p:cNvSpPr>
            <a:spLocks noGrp="1"/>
          </p:cNvSpPr>
          <p:nvPr>
            <p:ph type="sldNum" sz="quarter" idx="41"/>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4CDA6C52-DF22-D6A8-85F1-316506D522AB}"/>
              </a:ext>
            </a:extLst>
          </p:cNvPr>
          <p:cNvSpPr>
            <a:spLocks noGrp="1"/>
          </p:cNvSpPr>
          <p:nvPr>
            <p:ph type="ftr" sz="quarter" idx="42"/>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C8EE3EA5-32A3-A545-6D9E-E7AB9A4EBA03}"/>
              </a:ext>
            </a:extLst>
          </p:cNvPr>
          <p:cNvSpPr>
            <a:spLocks noGrp="1"/>
          </p:cNvSpPr>
          <p:nvPr>
            <p:ph type="title"/>
          </p:nvPr>
        </p:nvSpPr>
        <p:spPr/>
        <p:txBody>
          <a:bodyPr>
            <a:noAutofit/>
          </a:bodyPr>
          <a:lstStyle/>
          <a:p>
            <a:r>
              <a:rPr lang="de-DE"/>
              <a:t>Mastertitelformat bearbeiten</a:t>
            </a:r>
          </a:p>
        </p:txBody>
      </p:sp>
      <p:sp>
        <p:nvSpPr>
          <p:cNvPr id="17" name="Textplatzhalter 17">
            <a:extLst>
              <a:ext uri="{FF2B5EF4-FFF2-40B4-BE49-F238E27FC236}">
                <a16:creationId xmlns:a16="http://schemas.microsoft.com/office/drawing/2014/main" id="{E0B7C146-198E-A8E4-D2D7-CABB96CDB90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26283894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ark Mode/Gray Graphic 4">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76" name="Bildplatzhalter 75">
            <a:extLst>
              <a:ext uri="{FF2B5EF4-FFF2-40B4-BE49-F238E27FC236}">
                <a16:creationId xmlns:a16="http://schemas.microsoft.com/office/drawing/2014/main" id="{E7CDD4E0-24E9-A2A3-13F5-3C8E2C0FF0DF}"/>
              </a:ext>
            </a:extLst>
          </p:cNvPr>
          <p:cNvSpPr>
            <a:spLocks noGrp="1"/>
          </p:cNvSpPr>
          <p:nvPr>
            <p:ph type="pic" sz="quarter" idx="33" hasCustomPrompt="1"/>
          </p:nvPr>
        </p:nvSpPr>
        <p:spPr>
          <a:xfrm>
            <a:off x="3177514" y="1807200"/>
            <a:ext cx="720725" cy="719137"/>
          </a:xfrm>
          <a:prstGeom prst="rect">
            <a:avLst/>
          </a:prstGeom>
          <a:pattFill prst="pct5">
            <a:fgClr>
              <a:schemeClr val="tx1"/>
            </a:fgClr>
            <a:bgClr>
              <a:schemeClr val="tx2"/>
            </a:bgClr>
          </a:pattFill>
        </p:spPr>
        <p:txBody>
          <a:bodyPr/>
          <a:lstStyle>
            <a:lvl1pPr marL="0" indent="0" algn="ctr">
              <a:buNone/>
              <a:defRPr sz="800">
                <a:solidFill>
                  <a:schemeClr val="bg1"/>
                </a:solidFill>
              </a:defRPr>
            </a:lvl1pPr>
          </a:lstStyle>
          <a:p>
            <a:r>
              <a:rPr lang="de-DE"/>
              <a:t>Picture / Icon</a:t>
            </a:r>
          </a:p>
        </p:txBody>
      </p:sp>
      <p:sp>
        <p:nvSpPr>
          <p:cNvPr id="77" name="Bildplatzhalter 75">
            <a:extLst>
              <a:ext uri="{FF2B5EF4-FFF2-40B4-BE49-F238E27FC236}">
                <a16:creationId xmlns:a16="http://schemas.microsoft.com/office/drawing/2014/main" id="{B204E437-6989-182B-D017-758C3283950B}"/>
              </a:ext>
            </a:extLst>
          </p:cNvPr>
          <p:cNvSpPr>
            <a:spLocks noGrp="1"/>
          </p:cNvSpPr>
          <p:nvPr>
            <p:ph type="pic" sz="quarter" idx="34" hasCustomPrompt="1"/>
          </p:nvPr>
        </p:nvSpPr>
        <p:spPr>
          <a:xfrm>
            <a:off x="660189" y="1807200"/>
            <a:ext cx="720725" cy="719137"/>
          </a:xfrm>
          <a:prstGeom prst="rect">
            <a:avLst/>
          </a:prstGeom>
          <a:pattFill prst="pct5">
            <a:fgClr>
              <a:schemeClr val="tx1"/>
            </a:fgClr>
            <a:bgClr>
              <a:schemeClr val="bg2"/>
            </a:bgClr>
          </a:pattFill>
        </p:spPr>
        <p:txBody>
          <a:bodyPr/>
          <a:lstStyle>
            <a:lvl1pPr marL="0" indent="0" algn="ctr">
              <a:buNone/>
              <a:defRPr sz="800">
                <a:solidFill>
                  <a:schemeClr val="bg1"/>
                </a:solidFill>
              </a:defRPr>
            </a:lvl1pPr>
          </a:lstStyle>
          <a:p>
            <a:r>
              <a:rPr lang="de-DE"/>
              <a:t>Picture / Icon</a:t>
            </a:r>
          </a:p>
        </p:txBody>
      </p:sp>
      <p:sp>
        <p:nvSpPr>
          <p:cNvPr id="78" name="Bildplatzhalter 75">
            <a:extLst>
              <a:ext uri="{FF2B5EF4-FFF2-40B4-BE49-F238E27FC236}">
                <a16:creationId xmlns:a16="http://schemas.microsoft.com/office/drawing/2014/main" id="{217F7511-C6AB-4087-E532-017F0D7BBC03}"/>
              </a:ext>
            </a:extLst>
          </p:cNvPr>
          <p:cNvSpPr>
            <a:spLocks noGrp="1"/>
          </p:cNvSpPr>
          <p:nvPr>
            <p:ph type="pic" sz="quarter" idx="35" hasCustomPrompt="1"/>
          </p:nvPr>
        </p:nvSpPr>
        <p:spPr>
          <a:xfrm>
            <a:off x="3199546" y="3910868"/>
            <a:ext cx="720725" cy="719137"/>
          </a:xfrm>
          <a:prstGeom prst="rect">
            <a:avLst/>
          </a:prstGeom>
          <a:pattFill prst="pct5">
            <a:fgClr>
              <a:schemeClr val="tx2"/>
            </a:fgClr>
            <a:bgClr>
              <a:schemeClr val="tx1"/>
            </a:bgClr>
          </a:pattFill>
        </p:spPr>
        <p:txBody>
          <a:bodyPr/>
          <a:lstStyle>
            <a:lvl1pPr marL="0" indent="0" algn="ctr">
              <a:buNone/>
              <a:defRPr sz="800">
                <a:solidFill>
                  <a:schemeClr val="bg1"/>
                </a:solidFill>
              </a:defRPr>
            </a:lvl1pPr>
          </a:lstStyle>
          <a:p>
            <a:r>
              <a:rPr lang="de-DE"/>
              <a:t>Picture / Icon</a:t>
            </a:r>
          </a:p>
        </p:txBody>
      </p:sp>
      <p:sp>
        <p:nvSpPr>
          <p:cNvPr id="79" name="Bildplatzhalter 75">
            <a:extLst>
              <a:ext uri="{FF2B5EF4-FFF2-40B4-BE49-F238E27FC236}">
                <a16:creationId xmlns:a16="http://schemas.microsoft.com/office/drawing/2014/main" id="{813DC06C-1763-5233-A589-728BCB3A15B6}"/>
              </a:ext>
            </a:extLst>
          </p:cNvPr>
          <p:cNvSpPr>
            <a:spLocks noGrp="1"/>
          </p:cNvSpPr>
          <p:nvPr>
            <p:ph type="pic" sz="quarter" idx="36" hasCustomPrompt="1"/>
          </p:nvPr>
        </p:nvSpPr>
        <p:spPr>
          <a:xfrm>
            <a:off x="682221" y="3910868"/>
            <a:ext cx="720725" cy="719137"/>
          </a:xfrm>
          <a:prstGeom prst="rect">
            <a:avLst/>
          </a:prstGeom>
          <a:pattFill prst="pct5">
            <a:fgClr>
              <a:schemeClr val="tx1"/>
            </a:fgClr>
            <a:bgClr>
              <a:schemeClr val="accent4"/>
            </a:bgClr>
          </a:pattFill>
        </p:spPr>
        <p:txBody>
          <a:bodyPr/>
          <a:lstStyle>
            <a:lvl1pPr marL="0" indent="0" algn="ctr">
              <a:buNone/>
              <a:defRPr sz="800">
                <a:solidFill>
                  <a:schemeClr val="bg1"/>
                </a:solidFill>
              </a:defRPr>
            </a:lvl1pPr>
          </a:lstStyle>
          <a:p>
            <a:r>
              <a:rPr lang="de-DE"/>
              <a:t>Picture / Icon</a:t>
            </a:r>
          </a:p>
        </p:txBody>
      </p:sp>
      <p:sp>
        <p:nvSpPr>
          <p:cNvPr id="4" name="Foliennummernplatzhalter 3">
            <a:extLst>
              <a:ext uri="{FF2B5EF4-FFF2-40B4-BE49-F238E27FC236}">
                <a16:creationId xmlns:a16="http://schemas.microsoft.com/office/drawing/2014/main" id="{DD6BBCFC-58C4-0BB5-F895-7363FD64CA7D}"/>
              </a:ext>
            </a:extLst>
          </p:cNvPr>
          <p:cNvSpPr>
            <a:spLocks noGrp="1"/>
          </p:cNvSpPr>
          <p:nvPr>
            <p:ph type="sldNum" sz="quarter" idx="32"/>
          </p:nvPr>
        </p:nvSpPr>
        <p:spPr/>
        <p:txBody>
          <a:bodyPr/>
          <a:lstStyle/>
          <a:p>
            <a:fld id="{7D3ABF3B-F89B-4CD7-B75C-63A8A662AF01}" type="slidenum">
              <a:rPr lang="en-US" smtClean="0"/>
              <a:pPr/>
              <a:t>‹#›</a:t>
            </a:fld>
            <a:endParaRPr lang="en-US"/>
          </a:p>
        </p:txBody>
      </p:sp>
      <p:sp>
        <p:nvSpPr>
          <p:cNvPr id="80" name="Bildplatzhalter 75">
            <a:extLst>
              <a:ext uri="{FF2B5EF4-FFF2-40B4-BE49-F238E27FC236}">
                <a16:creationId xmlns:a16="http://schemas.microsoft.com/office/drawing/2014/main" id="{8F91579E-A843-95B5-5C98-8ABA01282093}"/>
              </a:ext>
            </a:extLst>
          </p:cNvPr>
          <p:cNvSpPr>
            <a:spLocks noGrp="1"/>
          </p:cNvSpPr>
          <p:nvPr>
            <p:ph type="pic" sz="quarter" idx="37" hasCustomPrompt="1"/>
          </p:nvPr>
        </p:nvSpPr>
        <p:spPr>
          <a:xfrm>
            <a:off x="6488163" y="1824462"/>
            <a:ext cx="2016000" cy="2016000"/>
          </a:xfrm>
          <a:prstGeom prst="rect">
            <a:avLst/>
          </a:prstGeom>
          <a:pattFill prst="pct5">
            <a:fgClr>
              <a:schemeClr val="tx1"/>
            </a:fgClr>
            <a:bgClr>
              <a:schemeClr val="bg2"/>
            </a:bgClr>
          </a:pattFill>
        </p:spPr>
        <p:txBody>
          <a:bodyPr/>
          <a:lstStyle>
            <a:lvl1pPr marL="0" indent="0" algn="ctr">
              <a:buNone/>
              <a:defRPr sz="800">
                <a:solidFill>
                  <a:schemeClr val="bg1"/>
                </a:solidFill>
              </a:defRPr>
            </a:lvl1pPr>
          </a:lstStyle>
          <a:p>
            <a:r>
              <a:rPr lang="de-DE"/>
              <a:t>Picture / Icon</a:t>
            </a:r>
          </a:p>
        </p:txBody>
      </p:sp>
      <p:sp>
        <p:nvSpPr>
          <p:cNvPr id="81" name="Bildplatzhalter 75">
            <a:extLst>
              <a:ext uri="{FF2B5EF4-FFF2-40B4-BE49-F238E27FC236}">
                <a16:creationId xmlns:a16="http://schemas.microsoft.com/office/drawing/2014/main" id="{8EF699EA-92D3-AFA2-AF99-C6EFCA7E7823}"/>
              </a:ext>
            </a:extLst>
          </p:cNvPr>
          <p:cNvSpPr>
            <a:spLocks noGrp="1"/>
          </p:cNvSpPr>
          <p:nvPr>
            <p:ph type="pic" sz="quarter" idx="38" hasCustomPrompt="1"/>
          </p:nvPr>
        </p:nvSpPr>
        <p:spPr>
          <a:xfrm>
            <a:off x="8504163" y="1824462"/>
            <a:ext cx="2016000" cy="2016000"/>
          </a:xfrm>
          <a:prstGeom prst="rect">
            <a:avLst/>
          </a:prstGeom>
          <a:pattFill prst="pct5">
            <a:fgClr>
              <a:schemeClr val="tx1"/>
            </a:fgClr>
            <a:bgClr>
              <a:schemeClr val="tx2"/>
            </a:bgClr>
          </a:pattFill>
        </p:spPr>
        <p:txBody>
          <a:bodyPr/>
          <a:lstStyle>
            <a:lvl1pPr marL="0" indent="0" algn="ctr">
              <a:buNone/>
              <a:defRPr sz="800">
                <a:solidFill>
                  <a:schemeClr val="bg1"/>
                </a:solidFill>
              </a:defRPr>
            </a:lvl1pPr>
          </a:lstStyle>
          <a:p>
            <a:r>
              <a:rPr lang="de-DE"/>
              <a:t>Picture / Icon</a:t>
            </a:r>
          </a:p>
        </p:txBody>
      </p:sp>
      <p:sp>
        <p:nvSpPr>
          <p:cNvPr id="82" name="Bildplatzhalter 75">
            <a:extLst>
              <a:ext uri="{FF2B5EF4-FFF2-40B4-BE49-F238E27FC236}">
                <a16:creationId xmlns:a16="http://schemas.microsoft.com/office/drawing/2014/main" id="{B3D1EB28-9044-FA77-EF2C-CD1779377B68}"/>
              </a:ext>
            </a:extLst>
          </p:cNvPr>
          <p:cNvSpPr>
            <a:spLocks noGrp="1"/>
          </p:cNvSpPr>
          <p:nvPr>
            <p:ph type="pic" sz="quarter" idx="39" hasCustomPrompt="1"/>
          </p:nvPr>
        </p:nvSpPr>
        <p:spPr>
          <a:xfrm>
            <a:off x="6488163" y="3840462"/>
            <a:ext cx="2016000" cy="2016000"/>
          </a:xfrm>
          <a:prstGeom prst="rect">
            <a:avLst/>
          </a:prstGeom>
          <a:pattFill prst="pct5">
            <a:fgClr>
              <a:schemeClr val="tx1"/>
            </a:fgClr>
            <a:bgClr>
              <a:schemeClr val="accent4"/>
            </a:bgClr>
          </a:pattFill>
        </p:spPr>
        <p:txBody>
          <a:bodyPr/>
          <a:lstStyle>
            <a:lvl1pPr marL="0" indent="0" algn="ctr">
              <a:buNone/>
              <a:defRPr sz="800">
                <a:solidFill>
                  <a:schemeClr val="bg1"/>
                </a:solidFill>
              </a:defRPr>
            </a:lvl1pPr>
          </a:lstStyle>
          <a:p>
            <a:r>
              <a:rPr lang="de-DE"/>
              <a:t>Picture / Icon</a:t>
            </a:r>
          </a:p>
        </p:txBody>
      </p:sp>
      <p:sp>
        <p:nvSpPr>
          <p:cNvPr id="83" name="Bildplatzhalter 75">
            <a:extLst>
              <a:ext uri="{FF2B5EF4-FFF2-40B4-BE49-F238E27FC236}">
                <a16:creationId xmlns:a16="http://schemas.microsoft.com/office/drawing/2014/main" id="{9FBFD2AE-A89D-29CF-4CE0-3E4F240BBAC1}"/>
              </a:ext>
            </a:extLst>
          </p:cNvPr>
          <p:cNvSpPr>
            <a:spLocks noGrp="1"/>
          </p:cNvSpPr>
          <p:nvPr>
            <p:ph type="pic" sz="quarter" idx="40" hasCustomPrompt="1"/>
          </p:nvPr>
        </p:nvSpPr>
        <p:spPr>
          <a:xfrm>
            <a:off x="8504163" y="3840462"/>
            <a:ext cx="2016000" cy="2016000"/>
          </a:xfrm>
          <a:prstGeom prst="rect">
            <a:avLst/>
          </a:prstGeom>
          <a:pattFill prst="pct5">
            <a:fgClr>
              <a:schemeClr val="bg2"/>
            </a:fgClr>
            <a:bgClr>
              <a:schemeClr val="tx1"/>
            </a:bgClr>
          </a:pattFill>
        </p:spPr>
        <p:txBody>
          <a:bodyPr/>
          <a:lstStyle>
            <a:lvl1pPr marL="0" indent="0" algn="ctr">
              <a:buNone/>
              <a:defRPr sz="800">
                <a:solidFill>
                  <a:schemeClr val="bg1"/>
                </a:solidFill>
              </a:defRPr>
            </a:lvl1pPr>
          </a:lstStyle>
          <a:p>
            <a:r>
              <a:rPr lang="de-DE"/>
              <a:t>Picture / Icon</a:t>
            </a:r>
          </a:p>
        </p:txBody>
      </p:sp>
      <p:sp>
        <p:nvSpPr>
          <p:cNvPr id="84" name="Textplatzhalter 9">
            <a:extLst>
              <a:ext uri="{FF2B5EF4-FFF2-40B4-BE49-F238E27FC236}">
                <a16:creationId xmlns:a16="http://schemas.microsoft.com/office/drawing/2014/main" id="{CDA609C0-647C-B1BD-93EC-A78509D98324}"/>
              </a:ext>
            </a:extLst>
          </p:cNvPr>
          <p:cNvSpPr>
            <a:spLocks noGrp="1"/>
          </p:cNvSpPr>
          <p:nvPr>
            <p:ph type="body" sz="quarter" idx="23" hasCustomPrompt="1"/>
          </p:nvPr>
        </p:nvSpPr>
        <p:spPr>
          <a:xfrm>
            <a:off x="658813" y="2896348"/>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85" name="Textplatzhalter 29">
            <a:extLst>
              <a:ext uri="{FF2B5EF4-FFF2-40B4-BE49-F238E27FC236}">
                <a16:creationId xmlns:a16="http://schemas.microsoft.com/office/drawing/2014/main" id="{C112F0A2-A070-327C-8023-F5E35CAFF63B}"/>
              </a:ext>
            </a:extLst>
          </p:cNvPr>
          <p:cNvSpPr>
            <a:spLocks noGrp="1"/>
          </p:cNvSpPr>
          <p:nvPr>
            <p:ph type="body" sz="quarter" idx="41" hasCustomPrompt="1"/>
          </p:nvPr>
        </p:nvSpPr>
        <p:spPr>
          <a:xfrm>
            <a:off x="658814" y="2666297"/>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86" name="Textplatzhalter 9">
            <a:extLst>
              <a:ext uri="{FF2B5EF4-FFF2-40B4-BE49-F238E27FC236}">
                <a16:creationId xmlns:a16="http://schemas.microsoft.com/office/drawing/2014/main" id="{254547D5-8F71-F03C-36AB-1B91C150CC1F}"/>
              </a:ext>
            </a:extLst>
          </p:cNvPr>
          <p:cNvSpPr>
            <a:spLocks noGrp="1"/>
          </p:cNvSpPr>
          <p:nvPr>
            <p:ph type="body" sz="quarter" idx="42" hasCustomPrompt="1"/>
          </p:nvPr>
        </p:nvSpPr>
        <p:spPr>
          <a:xfrm>
            <a:off x="3176789" y="2896348"/>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87" name="Textplatzhalter 29">
            <a:extLst>
              <a:ext uri="{FF2B5EF4-FFF2-40B4-BE49-F238E27FC236}">
                <a16:creationId xmlns:a16="http://schemas.microsoft.com/office/drawing/2014/main" id="{05042D0D-FDDB-CCD7-326B-E6A0483D70CC}"/>
              </a:ext>
            </a:extLst>
          </p:cNvPr>
          <p:cNvSpPr>
            <a:spLocks noGrp="1"/>
          </p:cNvSpPr>
          <p:nvPr>
            <p:ph type="body" sz="quarter" idx="43" hasCustomPrompt="1"/>
          </p:nvPr>
        </p:nvSpPr>
        <p:spPr>
          <a:xfrm>
            <a:off x="3176790" y="2666297"/>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88" name="Textplatzhalter 9">
            <a:extLst>
              <a:ext uri="{FF2B5EF4-FFF2-40B4-BE49-F238E27FC236}">
                <a16:creationId xmlns:a16="http://schemas.microsoft.com/office/drawing/2014/main" id="{0EF15943-3A9E-1793-7627-E1655D446F37}"/>
              </a:ext>
            </a:extLst>
          </p:cNvPr>
          <p:cNvSpPr>
            <a:spLocks noGrp="1"/>
          </p:cNvSpPr>
          <p:nvPr>
            <p:ph type="body" sz="quarter" idx="44" hasCustomPrompt="1"/>
          </p:nvPr>
        </p:nvSpPr>
        <p:spPr>
          <a:xfrm>
            <a:off x="681570" y="5016884"/>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89" name="Textplatzhalter 29">
            <a:extLst>
              <a:ext uri="{FF2B5EF4-FFF2-40B4-BE49-F238E27FC236}">
                <a16:creationId xmlns:a16="http://schemas.microsoft.com/office/drawing/2014/main" id="{6B860575-782D-1C92-7C8F-D1EFBD3549D5}"/>
              </a:ext>
            </a:extLst>
          </p:cNvPr>
          <p:cNvSpPr>
            <a:spLocks noGrp="1"/>
          </p:cNvSpPr>
          <p:nvPr>
            <p:ph type="body" sz="quarter" idx="45" hasCustomPrompt="1"/>
          </p:nvPr>
        </p:nvSpPr>
        <p:spPr>
          <a:xfrm>
            <a:off x="681571" y="4786833"/>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90" name="Textplatzhalter 9">
            <a:extLst>
              <a:ext uri="{FF2B5EF4-FFF2-40B4-BE49-F238E27FC236}">
                <a16:creationId xmlns:a16="http://schemas.microsoft.com/office/drawing/2014/main" id="{6D4B7B9E-8681-3FE6-2C1C-3D017FE2314A}"/>
              </a:ext>
            </a:extLst>
          </p:cNvPr>
          <p:cNvSpPr>
            <a:spLocks noGrp="1"/>
          </p:cNvSpPr>
          <p:nvPr>
            <p:ph type="body" sz="quarter" idx="46" hasCustomPrompt="1"/>
          </p:nvPr>
        </p:nvSpPr>
        <p:spPr>
          <a:xfrm>
            <a:off x="3199546" y="5016884"/>
            <a:ext cx="2151057" cy="720000"/>
          </a:xfrm>
          <a:prstGeom prst="rect">
            <a:avLst/>
          </a:prstGeom>
        </p:spPr>
        <p:txBody>
          <a:bodyPr lIns="0" tIns="0" rIns="0" bIns="0"/>
          <a:lstStyle>
            <a:lvl1pPr marL="0" indent="0" algn="l">
              <a:lnSpc>
                <a:spcPct val="100000"/>
              </a:lnSpc>
              <a:buFontTx/>
              <a:buNone/>
              <a:defRPr sz="1200" baseline="0">
                <a:solidFill>
                  <a:schemeClr val="bg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br>
              <a:rPr lang="de-DE"/>
            </a:br>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endParaRPr lang="de-DE"/>
          </a:p>
        </p:txBody>
      </p:sp>
      <p:sp>
        <p:nvSpPr>
          <p:cNvPr id="91" name="Textplatzhalter 29">
            <a:extLst>
              <a:ext uri="{FF2B5EF4-FFF2-40B4-BE49-F238E27FC236}">
                <a16:creationId xmlns:a16="http://schemas.microsoft.com/office/drawing/2014/main" id="{81A9C47E-BBD0-D717-A4B3-202CF0F24A9D}"/>
              </a:ext>
            </a:extLst>
          </p:cNvPr>
          <p:cNvSpPr>
            <a:spLocks noGrp="1"/>
          </p:cNvSpPr>
          <p:nvPr>
            <p:ph type="body" sz="quarter" idx="47" hasCustomPrompt="1"/>
          </p:nvPr>
        </p:nvSpPr>
        <p:spPr>
          <a:xfrm>
            <a:off x="3199547" y="4786833"/>
            <a:ext cx="2151057" cy="203604"/>
          </a:xfrm>
          <a:prstGeom prst="rect">
            <a:avLst/>
          </a:prstGeom>
        </p:spPr>
        <p:txBody>
          <a:bodyPr lIns="0" tIns="0" rIns="0" bIns="0"/>
          <a:lstStyle>
            <a:lvl1pPr marL="0" indent="0">
              <a:buFontTx/>
              <a:buNone/>
              <a:defRPr sz="1200" b="1" baseline="0">
                <a:solidFill>
                  <a:schemeClr val="bg1"/>
                </a:solidFill>
              </a:defRPr>
            </a:lvl1pPr>
          </a:lstStyle>
          <a:p>
            <a:pPr lvl="0"/>
            <a:r>
              <a:rPr lang="de-DE" err="1"/>
              <a:t>Heading</a:t>
            </a:r>
            <a:endParaRPr lang="de-DE"/>
          </a:p>
        </p:txBody>
      </p:sp>
      <p:sp>
        <p:nvSpPr>
          <p:cNvPr id="92" name="Textplatzhalter 29">
            <a:extLst>
              <a:ext uri="{FF2B5EF4-FFF2-40B4-BE49-F238E27FC236}">
                <a16:creationId xmlns:a16="http://schemas.microsoft.com/office/drawing/2014/main" id="{311152C1-EE48-B023-11D2-BA0FEDD80F10}"/>
              </a:ext>
            </a:extLst>
          </p:cNvPr>
          <p:cNvSpPr>
            <a:spLocks noGrp="1"/>
          </p:cNvSpPr>
          <p:nvPr>
            <p:ph type="body" sz="quarter" idx="48" hasCustomPrompt="1"/>
          </p:nvPr>
        </p:nvSpPr>
        <p:spPr>
          <a:xfrm>
            <a:off x="5730427" y="3840462"/>
            <a:ext cx="610083" cy="219072"/>
          </a:xfrm>
          <a:prstGeom prst="rect">
            <a:avLst/>
          </a:prstGeom>
        </p:spPr>
        <p:txBody>
          <a:bodyPr lIns="0" tIns="0" rIns="0" bIns="0"/>
          <a:lstStyle>
            <a:lvl1pPr marL="0" indent="0">
              <a:buFontTx/>
              <a:buNone/>
              <a:defRPr sz="1200" b="1" baseline="0">
                <a:solidFill>
                  <a:schemeClr val="bg1"/>
                </a:solidFill>
              </a:defRPr>
            </a:lvl1pPr>
          </a:lstStyle>
          <a:p>
            <a:pPr lvl="0"/>
            <a:r>
              <a:rPr lang="de-DE"/>
              <a:t>Value</a:t>
            </a:r>
          </a:p>
        </p:txBody>
      </p:sp>
      <p:sp>
        <p:nvSpPr>
          <p:cNvPr id="93" name="Textplatzhalter 29">
            <a:extLst>
              <a:ext uri="{FF2B5EF4-FFF2-40B4-BE49-F238E27FC236}">
                <a16:creationId xmlns:a16="http://schemas.microsoft.com/office/drawing/2014/main" id="{11F56A58-56BB-6693-7AEF-C847D2834F40}"/>
              </a:ext>
            </a:extLst>
          </p:cNvPr>
          <p:cNvSpPr>
            <a:spLocks noGrp="1"/>
          </p:cNvSpPr>
          <p:nvPr>
            <p:ph type="body" sz="quarter" idx="49" hasCustomPrompt="1"/>
          </p:nvPr>
        </p:nvSpPr>
        <p:spPr>
          <a:xfrm>
            <a:off x="8504163" y="6126166"/>
            <a:ext cx="610083" cy="219072"/>
          </a:xfrm>
          <a:prstGeom prst="rect">
            <a:avLst/>
          </a:prstGeom>
        </p:spPr>
        <p:txBody>
          <a:bodyPr lIns="0" tIns="0" rIns="0" bIns="0"/>
          <a:lstStyle>
            <a:lvl1pPr marL="0" indent="0">
              <a:buFontTx/>
              <a:buNone/>
              <a:defRPr sz="1200" b="1" baseline="0">
                <a:solidFill>
                  <a:schemeClr val="bg1"/>
                </a:solidFill>
              </a:defRPr>
            </a:lvl1pPr>
          </a:lstStyle>
          <a:p>
            <a:pPr lvl="0"/>
            <a:r>
              <a:rPr lang="de-DE"/>
              <a:t>Value</a:t>
            </a:r>
          </a:p>
        </p:txBody>
      </p:sp>
      <p:sp>
        <p:nvSpPr>
          <p:cNvPr id="13" name="Fußzeilenplatzhalter 12">
            <a:extLst>
              <a:ext uri="{FF2B5EF4-FFF2-40B4-BE49-F238E27FC236}">
                <a16:creationId xmlns:a16="http://schemas.microsoft.com/office/drawing/2014/main" id="{5FC7BB2F-2DD9-A110-F3B7-5A8AA6E24CFA}"/>
              </a:ext>
            </a:extLst>
          </p:cNvPr>
          <p:cNvSpPr>
            <a:spLocks noGrp="1"/>
          </p:cNvSpPr>
          <p:nvPr>
            <p:ph type="ftr" sz="quarter" idx="50"/>
          </p:nvPr>
        </p:nvSpPr>
        <p:spPr/>
        <p:txBody>
          <a:bodyPr/>
          <a:lstStyle/>
          <a:p>
            <a:r>
              <a:rPr lang="en-US"/>
              <a:t>EDAG Electrics/Electronics     Author: Shubham/Israr/Omkar       Version:1.0          Scope: EDAG Group     internal</a:t>
            </a:r>
            <a:endParaRPr lang="de-DE"/>
          </a:p>
        </p:txBody>
      </p:sp>
      <p:sp>
        <p:nvSpPr>
          <p:cNvPr id="14" name="Textplatzhalter 17">
            <a:extLst>
              <a:ext uri="{FF2B5EF4-FFF2-40B4-BE49-F238E27FC236}">
                <a16:creationId xmlns:a16="http://schemas.microsoft.com/office/drawing/2014/main" id="{0D555817-D5BB-91AC-6D7E-2FD0D1988B97}"/>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5" name="Titel 14">
            <a:extLst>
              <a:ext uri="{FF2B5EF4-FFF2-40B4-BE49-F238E27FC236}">
                <a16:creationId xmlns:a16="http://schemas.microsoft.com/office/drawing/2014/main" id="{1FDDD65E-5178-9197-63FD-4C9528DDE65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889517207"/>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ark Mode/Gray Devices">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2BC4B996-22FD-F47B-2286-9FC5EE9427B9}"/>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4" name="Grafik 3">
            <a:extLst>
              <a:ext uri="{FF2B5EF4-FFF2-40B4-BE49-F238E27FC236}">
                <a16:creationId xmlns:a16="http://schemas.microsoft.com/office/drawing/2014/main" id="{B78B49EC-1E7E-CBA5-20E5-32DACA007E30}"/>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FE1E281D-AA97-31A9-EA27-7D3C3ADF18BC}"/>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A20BA9F0-F524-7BAC-5100-45348B57BCC3}"/>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BD634087-95FD-2B8B-B83E-2F68D176D813}"/>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5E4739C2-4E2B-545F-7B88-2890E13B0201}"/>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Picture Placeholder 13">
            <a:extLst>
              <a:ext uri="{FF2B5EF4-FFF2-40B4-BE49-F238E27FC236}">
                <a16:creationId xmlns:a16="http://schemas.microsoft.com/office/drawing/2014/main" id="{792EC007-5E15-AEDB-5017-B090C77ED1BE}"/>
              </a:ext>
            </a:extLst>
          </p:cNvPr>
          <p:cNvSpPr>
            <a:spLocks noGrp="1"/>
          </p:cNvSpPr>
          <p:nvPr>
            <p:ph type="pic" sz="quarter" idx="15"/>
          </p:nvPr>
        </p:nvSpPr>
        <p:spPr>
          <a:xfrm>
            <a:off x="6882260" y="2764852"/>
            <a:ext cx="4163476" cy="2783988"/>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3" name="Bildplatzhalter 36">
            <a:extLst>
              <a:ext uri="{FF2B5EF4-FFF2-40B4-BE49-F238E27FC236}">
                <a16:creationId xmlns:a16="http://schemas.microsoft.com/office/drawing/2014/main" id="{6C613CE8-37D3-A363-0BDC-E7D089FFFB22}"/>
              </a:ext>
            </a:extLst>
          </p:cNvPr>
          <p:cNvSpPr>
            <a:spLocks noGrp="1"/>
          </p:cNvSpPr>
          <p:nvPr>
            <p:ph type="pic" sz="quarter" idx="21"/>
          </p:nvPr>
        </p:nvSpPr>
        <p:spPr>
          <a:xfrm>
            <a:off x="6882260" y="2764852"/>
            <a:ext cx="4163476" cy="2783988"/>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p:spPr>
        <p:txBody>
          <a:bodyPr anchor="ctr" anchorCtr="1"/>
          <a:lstStyle/>
          <a:p>
            <a:r>
              <a:rPr lang="de-DE"/>
              <a:t>Bild durch Klicken auf Symbol hinzufügen</a:t>
            </a:r>
          </a:p>
        </p:txBody>
      </p:sp>
      <p:grpSp>
        <p:nvGrpSpPr>
          <p:cNvPr id="20" name="Group 22">
            <a:extLst>
              <a:ext uri="{FF2B5EF4-FFF2-40B4-BE49-F238E27FC236}">
                <a16:creationId xmlns:a16="http://schemas.microsoft.com/office/drawing/2014/main" id="{B13FDC59-CAC1-35C5-1668-F8AD7E79843E}"/>
              </a:ext>
            </a:extLst>
          </p:cNvPr>
          <p:cNvGrpSpPr/>
          <p:nvPr userDrawn="1"/>
        </p:nvGrpSpPr>
        <p:grpSpPr>
          <a:xfrm>
            <a:off x="6351402" y="2718513"/>
            <a:ext cx="5221915" cy="3015681"/>
            <a:chOff x="6144186" y="2371271"/>
            <a:chExt cx="6403598" cy="3665723"/>
          </a:xfrm>
          <a:solidFill>
            <a:srgbClr val="2F3941"/>
          </a:solidFill>
        </p:grpSpPr>
        <p:sp>
          <p:nvSpPr>
            <p:cNvPr id="21" name="Freeform 6">
              <a:extLst>
                <a:ext uri="{FF2B5EF4-FFF2-40B4-BE49-F238E27FC236}">
                  <a16:creationId xmlns:a16="http://schemas.microsoft.com/office/drawing/2014/main" id="{D6B8E231-7472-23E1-1A62-328766A1121C}"/>
                </a:ext>
              </a:extLst>
            </p:cNvPr>
            <p:cNvSpPr>
              <a:spLocks/>
            </p:cNvSpPr>
            <p:nvPr/>
          </p:nvSpPr>
          <p:spPr bwMode="auto">
            <a:xfrm>
              <a:off x="6164141" y="5953183"/>
              <a:ext cx="6363688" cy="83811"/>
            </a:xfrm>
            <a:custGeom>
              <a:avLst/>
              <a:gdLst>
                <a:gd name="T0" fmla="*/ 1596 w 1596"/>
                <a:gd name="T1" fmla="*/ 0 h 21"/>
                <a:gd name="T2" fmla="*/ 0 w 1596"/>
                <a:gd name="T3" fmla="*/ 0 h 21"/>
                <a:gd name="T4" fmla="*/ 229 w 1596"/>
                <a:gd name="T5" fmla="*/ 21 h 21"/>
                <a:gd name="T6" fmla="*/ 1391 w 1596"/>
                <a:gd name="T7" fmla="*/ 21 h 21"/>
                <a:gd name="T8" fmla="*/ 1596 w 1596"/>
                <a:gd name="T9" fmla="*/ 0 h 21"/>
              </a:gdLst>
              <a:ahLst/>
              <a:cxnLst>
                <a:cxn ang="0">
                  <a:pos x="T0" y="T1"/>
                </a:cxn>
                <a:cxn ang="0">
                  <a:pos x="T2" y="T3"/>
                </a:cxn>
                <a:cxn ang="0">
                  <a:pos x="T4" y="T5"/>
                </a:cxn>
                <a:cxn ang="0">
                  <a:pos x="T6" y="T7"/>
                </a:cxn>
                <a:cxn ang="0">
                  <a:pos x="T8" y="T9"/>
                </a:cxn>
              </a:cxnLst>
              <a:rect l="0" t="0" r="r" b="b"/>
              <a:pathLst>
                <a:path w="1596" h="21">
                  <a:moveTo>
                    <a:pt x="1596" y="0"/>
                  </a:moveTo>
                  <a:cubicBezTo>
                    <a:pt x="0" y="0"/>
                    <a:pt x="0" y="0"/>
                    <a:pt x="0" y="0"/>
                  </a:cubicBezTo>
                  <a:cubicBezTo>
                    <a:pt x="45" y="12"/>
                    <a:pt x="133" y="21"/>
                    <a:pt x="229" y="21"/>
                  </a:cubicBezTo>
                  <a:cubicBezTo>
                    <a:pt x="1391" y="21"/>
                    <a:pt x="1391" y="21"/>
                    <a:pt x="1391" y="21"/>
                  </a:cubicBezTo>
                  <a:cubicBezTo>
                    <a:pt x="1530" y="21"/>
                    <a:pt x="1582" y="11"/>
                    <a:pt x="15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22" name="Freeform 7">
              <a:extLst>
                <a:ext uri="{FF2B5EF4-FFF2-40B4-BE49-F238E27FC236}">
                  <a16:creationId xmlns:a16="http://schemas.microsoft.com/office/drawing/2014/main" id="{D97B8499-4440-721F-30A6-FD2AB0E45AFC}"/>
                </a:ext>
              </a:extLst>
            </p:cNvPr>
            <p:cNvSpPr>
              <a:spLocks/>
            </p:cNvSpPr>
            <p:nvPr/>
          </p:nvSpPr>
          <p:spPr bwMode="auto">
            <a:xfrm>
              <a:off x="6740843" y="2371271"/>
              <a:ext cx="5214273" cy="3542004"/>
            </a:xfrm>
            <a:custGeom>
              <a:avLst/>
              <a:gdLst>
                <a:gd name="T0" fmla="*/ 1260 w 1307"/>
                <a:gd name="T1" fmla="*/ 0 h 888"/>
                <a:gd name="T2" fmla="*/ 47 w 1307"/>
                <a:gd name="T3" fmla="*/ 0 h 888"/>
                <a:gd name="T4" fmla="*/ 0 w 1307"/>
                <a:gd name="T5" fmla="*/ 47 h 888"/>
                <a:gd name="T6" fmla="*/ 0 w 1307"/>
                <a:gd name="T7" fmla="*/ 876 h 888"/>
                <a:gd name="T8" fmla="*/ 12 w 1307"/>
                <a:gd name="T9" fmla="*/ 888 h 888"/>
                <a:gd name="T10" fmla="*/ 14 w 1307"/>
                <a:gd name="T11" fmla="*/ 888 h 888"/>
                <a:gd name="T12" fmla="*/ 14 w 1307"/>
                <a:gd name="T13" fmla="*/ 46 h 888"/>
                <a:gd name="T14" fmla="*/ 46 w 1307"/>
                <a:gd name="T15" fmla="*/ 14 h 888"/>
                <a:gd name="T16" fmla="*/ 1261 w 1307"/>
                <a:gd name="T17" fmla="*/ 14 h 888"/>
                <a:gd name="T18" fmla="*/ 1294 w 1307"/>
                <a:gd name="T19" fmla="*/ 46 h 888"/>
                <a:gd name="T20" fmla="*/ 1294 w 1307"/>
                <a:gd name="T21" fmla="*/ 888 h 888"/>
                <a:gd name="T22" fmla="*/ 1296 w 1307"/>
                <a:gd name="T23" fmla="*/ 888 h 888"/>
                <a:gd name="T24" fmla="*/ 1307 w 1307"/>
                <a:gd name="T25" fmla="*/ 876 h 888"/>
                <a:gd name="T26" fmla="*/ 1307 w 1307"/>
                <a:gd name="T27" fmla="*/ 47 h 888"/>
                <a:gd name="T28" fmla="*/ 1260 w 1307"/>
                <a:gd name="T2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7" h="888">
                  <a:moveTo>
                    <a:pt x="1260" y="0"/>
                  </a:moveTo>
                  <a:cubicBezTo>
                    <a:pt x="47" y="0"/>
                    <a:pt x="47" y="0"/>
                    <a:pt x="47" y="0"/>
                  </a:cubicBezTo>
                  <a:cubicBezTo>
                    <a:pt x="21" y="0"/>
                    <a:pt x="0" y="21"/>
                    <a:pt x="0" y="47"/>
                  </a:cubicBezTo>
                  <a:cubicBezTo>
                    <a:pt x="0" y="876"/>
                    <a:pt x="0" y="876"/>
                    <a:pt x="0" y="876"/>
                  </a:cubicBezTo>
                  <a:cubicBezTo>
                    <a:pt x="0" y="883"/>
                    <a:pt x="6" y="888"/>
                    <a:pt x="12" y="888"/>
                  </a:cubicBezTo>
                  <a:cubicBezTo>
                    <a:pt x="14" y="888"/>
                    <a:pt x="14" y="888"/>
                    <a:pt x="14" y="888"/>
                  </a:cubicBezTo>
                  <a:cubicBezTo>
                    <a:pt x="14" y="46"/>
                    <a:pt x="14" y="46"/>
                    <a:pt x="14" y="46"/>
                  </a:cubicBezTo>
                  <a:cubicBezTo>
                    <a:pt x="14" y="28"/>
                    <a:pt x="29" y="14"/>
                    <a:pt x="46" y="14"/>
                  </a:cubicBezTo>
                  <a:cubicBezTo>
                    <a:pt x="1261" y="14"/>
                    <a:pt x="1261" y="14"/>
                    <a:pt x="1261" y="14"/>
                  </a:cubicBezTo>
                  <a:cubicBezTo>
                    <a:pt x="1279" y="14"/>
                    <a:pt x="1294" y="28"/>
                    <a:pt x="1294" y="46"/>
                  </a:cubicBezTo>
                  <a:cubicBezTo>
                    <a:pt x="1294" y="888"/>
                    <a:pt x="1294" y="888"/>
                    <a:pt x="1294" y="888"/>
                  </a:cubicBezTo>
                  <a:cubicBezTo>
                    <a:pt x="1296" y="888"/>
                    <a:pt x="1296" y="888"/>
                    <a:pt x="1296" y="888"/>
                  </a:cubicBezTo>
                  <a:cubicBezTo>
                    <a:pt x="1302" y="888"/>
                    <a:pt x="1307" y="883"/>
                    <a:pt x="1307" y="876"/>
                  </a:cubicBezTo>
                  <a:cubicBezTo>
                    <a:pt x="1307" y="47"/>
                    <a:pt x="1307" y="47"/>
                    <a:pt x="1307" y="47"/>
                  </a:cubicBezTo>
                  <a:cubicBezTo>
                    <a:pt x="1307" y="21"/>
                    <a:pt x="1286" y="0"/>
                    <a:pt x="126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25" name="Freeform 8">
              <a:extLst>
                <a:ext uri="{FF2B5EF4-FFF2-40B4-BE49-F238E27FC236}">
                  <a16:creationId xmlns:a16="http://schemas.microsoft.com/office/drawing/2014/main" id="{2538707A-D95E-5F72-948E-9B31942B848C}"/>
                </a:ext>
              </a:extLst>
            </p:cNvPr>
            <p:cNvSpPr>
              <a:spLocks/>
            </p:cNvSpPr>
            <p:nvPr/>
          </p:nvSpPr>
          <p:spPr bwMode="auto">
            <a:xfrm>
              <a:off x="6740843" y="5765622"/>
              <a:ext cx="5214273" cy="147666"/>
            </a:xfrm>
            <a:custGeom>
              <a:avLst/>
              <a:gdLst>
                <a:gd name="T0" fmla="*/ 0 w 1307"/>
                <a:gd name="T1" fmla="*/ 0 h 37"/>
                <a:gd name="T2" fmla="*/ 0 w 1307"/>
                <a:gd name="T3" fmla="*/ 25 h 37"/>
                <a:gd name="T4" fmla="*/ 12 w 1307"/>
                <a:gd name="T5" fmla="*/ 37 h 37"/>
                <a:gd name="T6" fmla="*/ 1296 w 1307"/>
                <a:gd name="T7" fmla="*/ 37 h 37"/>
                <a:gd name="T8" fmla="*/ 1307 w 1307"/>
                <a:gd name="T9" fmla="*/ 25 h 37"/>
                <a:gd name="T10" fmla="*/ 1307 w 1307"/>
                <a:gd name="T11" fmla="*/ 0 h 37"/>
                <a:gd name="T12" fmla="*/ 0 w 1307"/>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1307" h="37">
                  <a:moveTo>
                    <a:pt x="0" y="0"/>
                  </a:moveTo>
                  <a:cubicBezTo>
                    <a:pt x="0" y="25"/>
                    <a:pt x="0" y="25"/>
                    <a:pt x="0" y="25"/>
                  </a:cubicBezTo>
                  <a:cubicBezTo>
                    <a:pt x="0" y="32"/>
                    <a:pt x="6" y="37"/>
                    <a:pt x="12" y="37"/>
                  </a:cubicBezTo>
                  <a:cubicBezTo>
                    <a:pt x="1296" y="37"/>
                    <a:pt x="1296" y="37"/>
                    <a:pt x="1296" y="37"/>
                  </a:cubicBezTo>
                  <a:cubicBezTo>
                    <a:pt x="1302" y="37"/>
                    <a:pt x="1307" y="32"/>
                    <a:pt x="1307" y="25"/>
                  </a:cubicBezTo>
                  <a:cubicBezTo>
                    <a:pt x="1307" y="0"/>
                    <a:pt x="1307" y="0"/>
                    <a:pt x="130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42" name="Freeform 10">
              <a:extLst>
                <a:ext uri="{FF2B5EF4-FFF2-40B4-BE49-F238E27FC236}">
                  <a16:creationId xmlns:a16="http://schemas.microsoft.com/office/drawing/2014/main" id="{60F543DF-D4FB-EE1F-3D3C-443C066CB061}"/>
                </a:ext>
              </a:extLst>
            </p:cNvPr>
            <p:cNvSpPr>
              <a:spLocks/>
            </p:cNvSpPr>
            <p:nvPr/>
          </p:nvSpPr>
          <p:spPr bwMode="auto">
            <a:xfrm>
              <a:off x="6144186" y="5909336"/>
              <a:ext cx="6403598" cy="43901"/>
            </a:xfrm>
            <a:custGeom>
              <a:avLst/>
              <a:gdLst>
                <a:gd name="T0" fmla="*/ 1601 w 1606"/>
                <a:gd name="T1" fmla="*/ 11 h 11"/>
                <a:gd name="T2" fmla="*/ 5 w 1606"/>
                <a:gd name="T3" fmla="*/ 11 h 11"/>
                <a:gd name="T4" fmla="*/ 0 w 1606"/>
                <a:gd name="T5" fmla="*/ 5 h 11"/>
                <a:gd name="T6" fmla="*/ 5 w 1606"/>
                <a:gd name="T7" fmla="*/ 0 h 11"/>
                <a:gd name="T8" fmla="*/ 1601 w 1606"/>
                <a:gd name="T9" fmla="*/ 0 h 11"/>
                <a:gd name="T10" fmla="*/ 1606 w 1606"/>
                <a:gd name="T11" fmla="*/ 5 h 11"/>
                <a:gd name="T12" fmla="*/ 1601 w 1606"/>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606" h="11">
                  <a:moveTo>
                    <a:pt x="1601" y="11"/>
                  </a:moveTo>
                  <a:cubicBezTo>
                    <a:pt x="5" y="11"/>
                    <a:pt x="5" y="11"/>
                    <a:pt x="5" y="11"/>
                  </a:cubicBezTo>
                  <a:cubicBezTo>
                    <a:pt x="2" y="11"/>
                    <a:pt x="0" y="8"/>
                    <a:pt x="0" y="5"/>
                  </a:cubicBezTo>
                  <a:cubicBezTo>
                    <a:pt x="0" y="2"/>
                    <a:pt x="2" y="0"/>
                    <a:pt x="5" y="0"/>
                  </a:cubicBezTo>
                  <a:cubicBezTo>
                    <a:pt x="1601" y="0"/>
                    <a:pt x="1601" y="0"/>
                    <a:pt x="1601" y="0"/>
                  </a:cubicBezTo>
                  <a:cubicBezTo>
                    <a:pt x="1604" y="0"/>
                    <a:pt x="1606" y="2"/>
                    <a:pt x="1606" y="5"/>
                  </a:cubicBezTo>
                  <a:cubicBezTo>
                    <a:pt x="1606" y="8"/>
                    <a:pt x="1604" y="11"/>
                    <a:pt x="1601" y="11"/>
                  </a:cubicBezTo>
                </a:path>
              </a:pathLst>
            </a:custGeom>
            <a:gradFill flip="none" rotWithShape="1">
              <a:gsLst>
                <a:gs pos="52000">
                  <a:schemeClr val="tx1"/>
                </a:gs>
                <a:gs pos="99000">
                  <a:srgbClr val="2F3941"/>
                </a:gs>
                <a:gs pos="0">
                  <a:schemeClr val="tx1">
                    <a:lumMod val="50000"/>
                  </a:schemeClr>
                </a:gs>
              </a:gsLst>
              <a:path path="circle">
                <a:fillToRect l="100000" t="100000"/>
              </a:path>
              <a:tileRect r="-100000" b="-10000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grpSp>
      <p:sp>
        <p:nvSpPr>
          <p:cNvPr id="43" name="Bildplatzhalter 53">
            <a:extLst>
              <a:ext uri="{FF2B5EF4-FFF2-40B4-BE49-F238E27FC236}">
                <a16:creationId xmlns:a16="http://schemas.microsoft.com/office/drawing/2014/main" id="{FC346D2D-ACE6-6313-2B0A-5586B29C1690}"/>
              </a:ext>
            </a:extLst>
          </p:cNvPr>
          <p:cNvSpPr>
            <a:spLocks noGrp="1"/>
          </p:cNvSpPr>
          <p:nvPr>
            <p:ph type="pic" sz="quarter" idx="17"/>
          </p:nvPr>
        </p:nvSpPr>
        <p:spPr>
          <a:xfrm>
            <a:off x="5087155" y="2431904"/>
            <a:ext cx="2510152" cy="3276014"/>
          </a:xfrm>
          <a:custGeom>
            <a:avLst/>
            <a:gdLst>
              <a:gd name="connsiteX0" fmla="*/ 106268 w 2517211"/>
              <a:gd name="connsiteY0" fmla="*/ 0 h 3285589"/>
              <a:gd name="connsiteX1" fmla="*/ 2410944 w 2517211"/>
              <a:gd name="connsiteY1" fmla="*/ 0 h 3285589"/>
              <a:gd name="connsiteX2" fmla="*/ 2517211 w 2517211"/>
              <a:gd name="connsiteY2" fmla="*/ 105139 h 3285589"/>
              <a:gd name="connsiteX3" fmla="*/ 2517211 w 2517211"/>
              <a:gd name="connsiteY3" fmla="*/ 3180451 h 3285589"/>
              <a:gd name="connsiteX4" fmla="*/ 2410944 w 2517211"/>
              <a:gd name="connsiteY4" fmla="*/ 3285589 h 3285589"/>
              <a:gd name="connsiteX5" fmla="*/ 106268 w 2517211"/>
              <a:gd name="connsiteY5" fmla="*/ 3285589 h 3285589"/>
              <a:gd name="connsiteX6" fmla="*/ 0 w 2517211"/>
              <a:gd name="connsiteY6" fmla="*/ 3180451 h 3285589"/>
              <a:gd name="connsiteX7" fmla="*/ 0 w 2517211"/>
              <a:gd name="connsiteY7" fmla="*/ 105139 h 3285589"/>
              <a:gd name="connsiteX8" fmla="*/ 106268 w 2517211"/>
              <a:gd name="connsiteY8" fmla="*/ 0 h 32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11" h="3285589">
                <a:moveTo>
                  <a:pt x="106268" y="0"/>
                </a:moveTo>
                <a:cubicBezTo>
                  <a:pt x="2410944" y="0"/>
                  <a:pt x="2410944" y="0"/>
                  <a:pt x="2410944" y="0"/>
                </a:cubicBezTo>
                <a:cubicBezTo>
                  <a:pt x="2467399" y="0"/>
                  <a:pt x="2517211" y="49284"/>
                  <a:pt x="2517211" y="105139"/>
                </a:cubicBezTo>
                <a:cubicBezTo>
                  <a:pt x="2517211" y="3180451"/>
                  <a:pt x="2517211" y="3180451"/>
                  <a:pt x="2517211" y="3180451"/>
                </a:cubicBezTo>
                <a:cubicBezTo>
                  <a:pt x="2517211" y="3239591"/>
                  <a:pt x="2467399" y="3285589"/>
                  <a:pt x="2410944" y="3285589"/>
                </a:cubicBezTo>
                <a:cubicBezTo>
                  <a:pt x="106268" y="3285589"/>
                  <a:pt x="106268" y="3285589"/>
                  <a:pt x="106268" y="3285589"/>
                </a:cubicBezTo>
                <a:cubicBezTo>
                  <a:pt x="46493" y="3285589"/>
                  <a:pt x="0" y="3239591"/>
                  <a:pt x="0" y="3180451"/>
                </a:cubicBezTo>
                <a:cubicBezTo>
                  <a:pt x="0" y="105139"/>
                  <a:pt x="0" y="105139"/>
                  <a:pt x="0" y="105139"/>
                </a:cubicBezTo>
                <a:cubicBezTo>
                  <a:pt x="0" y="49284"/>
                  <a:pt x="46493" y="0"/>
                  <a:pt x="106268"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grpSp>
        <p:nvGrpSpPr>
          <p:cNvPr id="44" name="Group 27">
            <a:extLst>
              <a:ext uri="{FF2B5EF4-FFF2-40B4-BE49-F238E27FC236}">
                <a16:creationId xmlns:a16="http://schemas.microsoft.com/office/drawing/2014/main" id="{47026502-DF30-9808-BFA3-323D5FC6EDF4}"/>
              </a:ext>
            </a:extLst>
          </p:cNvPr>
          <p:cNvGrpSpPr/>
          <p:nvPr userDrawn="1"/>
        </p:nvGrpSpPr>
        <p:grpSpPr>
          <a:xfrm>
            <a:off x="7105852" y="2461748"/>
            <a:ext cx="364509" cy="29294"/>
            <a:chOff x="7105852" y="2461748"/>
            <a:chExt cx="364509" cy="29294"/>
          </a:xfrm>
          <a:pattFill prst="pct5">
            <a:fgClr>
              <a:schemeClr val="tx1"/>
            </a:fgClr>
            <a:bgClr>
              <a:schemeClr val="bg1"/>
            </a:bgClr>
          </a:pattFill>
        </p:grpSpPr>
        <p:sp>
          <p:nvSpPr>
            <p:cNvPr id="45" name="Freeform 16">
              <a:extLst>
                <a:ext uri="{FF2B5EF4-FFF2-40B4-BE49-F238E27FC236}">
                  <a16:creationId xmlns:a16="http://schemas.microsoft.com/office/drawing/2014/main" id="{AEC3185A-4895-622F-C566-ADE2AB2EDD5A}"/>
                </a:ext>
              </a:extLst>
            </p:cNvPr>
            <p:cNvSpPr>
              <a:spLocks/>
            </p:cNvSpPr>
            <p:nvPr/>
          </p:nvSpPr>
          <p:spPr bwMode="auto">
            <a:xfrm>
              <a:off x="7138398" y="2465003"/>
              <a:ext cx="16273" cy="26036"/>
            </a:xfrm>
            <a:custGeom>
              <a:avLst/>
              <a:gdLst>
                <a:gd name="T0" fmla="*/ 3 w 5"/>
                <a:gd name="T1" fmla="*/ 4 h 8"/>
                <a:gd name="T2" fmla="*/ 3 w 5"/>
                <a:gd name="T3" fmla="*/ 4 h 8"/>
                <a:gd name="T4" fmla="*/ 4 w 5"/>
                <a:gd name="T5" fmla="*/ 3 h 8"/>
                <a:gd name="T6" fmla="*/ 4 w 5"/>
                <a:gd name="T7" fmla="*/ 2 h 8"/>
                <a:gd name="T8" fmla="*/ 4 w 5"/>
                <a:gd name="T9" fmla="*/ 1 h 8"/>
                <a:gd name="T10" fmla="*/ 4 w 5"/>
                <a:gd name="T11" fmla="*/ 1 h 8"/>
                <a:gd name="T12" fmla="*/ 3 w 5"/>
                <a:gd name="T13" fmla="*/ 0 h 8"/>
                <a:gd name="T14" fmla="*/ 2 w 5"/>
                <a:gd name="T15" fmla="*/ 0 h 8"/>
                <a:gd name="T16" fmla="*/ 1 w 5"/>
                <a:gd name="T17" fmla="*/ 0 h 8"/>
                <a:gd name="T18" fmla="*/ 0 w 5"/>
                <a:gd name="T19" fmla="*/ 1 h 8"/>
                <a:gd name="T20" fmla="*/ 0 w 5"/>
                <a:gd name="T21" fmla="*/ 2 h 8"/>
                <a:gd name="T22" fmla="*/ 0 w 5"/>
                <a:gd name="T23" fmla="*/ 3 h 8"/>
                <a:gd name="T24" fmla="*/ 1 w 5"/>
                <a:gd name="T25" fmla="*/ 3 h 8"/>
                <a:gd name="T26" fmla="*/ 1 w 5"/>
                <a:gd name="T27" fmla="*/ 2 h 8"/>
                <a:gd name="T28" fmla="*/ 1 w 5"/>
                <a:gd name="T29" fmla="*/ 2 h 8"/>
                <a:gd name="T30" fmla="*/ 1 w 5"/>
                <a:gd name="T31" fmla="*/ 1 h 8"/>
                <a:gd name="T32" fmla="*/ 2 w 5"/>
                <a:gd name="T33" fmla="*/ 1 h 8"/>
                <a:gd name="T34" fmla="*/ 3 w 5"/>
                <a:gd name="T35" fmla="*/ 1 h 8"/>
                <a:gd name="T36" fmla="*/ 3 w 5"/>
                <a:gd name="T37" fmla="*/ 2 h 8"/>
                <a:gd name="T38" fmla="*/ 3 w 5"/>
                <a:gd name="T39" fmla="*/ 3 h 8"/>
                <a:gd name="T40" fmla="*/ 3 w 5"/>
                <a:gd name="T41" fmla="*/ 3 h 8"/>
                <a:gd name="T42" fmla="*/ 2 w 5"/>
                <a:gd name="T43" fmla="*/ 3 h 8"/>
                <a:gd name="T44" fmla="*/ 2 w 5"/>
                <a:gd name="T45" fmla="*/ 4 h 8"/>
                <a:gd name="T46" fmla="*/ 2 w 5"/>
                <a:gd name="T47" fmla="*/ 4 h 8"/>
                <a:gd name="T48" fmla="*/ 2 w 5"/>
                <a:gd name="T49" fmla="*/ 4 h 8"/>
                <a:gd name="T50" fmla="*/ 2 w 5"/>
                <a:gd name="T51" fmla="*/ 4 h 8"/>
                <a:gd name="T52" fmla="*/ 2 w 5"/>
                <a:gd name="T53" fmla="*/ 4 h 8"/>
                <a:gd name="T54" fmla="*/ 3 w 5"/>
                <a:gd name="T55" fmla="*/ 4 h 8"/>
                <a:gd name="T56" fmla="*/ 3 w 5"/>
                <a:gd name="T57" fmla="*/ 5 h 8"/>
                <a:gd name="T58" fmla="*/ 4 w 5"/>
                <a:gd name="T59" fmla="*/ 5 h 8"/>
                <a:gd name="T60" fmla="*/ 4 w 5"/>
                <a:gd name="T61" fmla="*/ 6 h 8"/>
                <a:gd name="T62" fmla="*/ 4 w 5"/>
                <a:gd name="T63" fmla="*/ 6 h 8"/>
                <a:gd name="T64" fmla="*/ 3 w 5"/>
                <a:gd name="T65" fmla="*/ 7 h 8"/>
                <a:gd name="T66" fmla="*/ 3 w 5"/>
                <a:gd name="T67" fmla="*/ 7 h 8"/>
                <a:gd name="T68" fmla="*/ 2 w 5"/>
                <a:gd name="T69" fmla="*/ 7 h 8"/>
                <a:gd name="T70" fmla="*/ 1 w 5"/>
                <a:gd name="T71" fmla="*/ 7 h 8"/>
                <a:gd name="T72" fmla="*/ 0 w 5"/>
                <a:gd name="T73" fmla="*/ 5 h 8"/>
                <a:gd name="T74" fmla="*/ 0 w 5"/>
                <a:gd name="T75" fmla="*/ 5 h 8"/>
                <a:gd name="T76" fmla="*/ 0 w 5"/>
                <a:gd name="T77" fmla="*/ 6 h 8"/>
                <a:gd name="T78" fmla="*/ 0 w 5"/>
                <a:gd name="T79" fmla="*/ 7 h 8"/>
                <a:gd name="T80" fmla="*/ 1 w 5"/>
                <a:gd name="T81" fmla="*/ 8 h 8"/>
                <a:gd name="T82" fmla="*/ 2 w 5"/>
                <a:gd name="T83" fmla="*/ 8 h 8"/>
                <a:gd name="T84" fmla="*/ 3 w 5"/>
                <a:gd name="T85" fmla="*/ 8 h 8"/>
                <a:gd name="T86" fmla="*/ 4 w 5"/>
                <a:gd name="T87" fmla="*/ 7 h 8"/>
                <a:gd name="T88" fmla="*/ 4 w 5"/>
                <a:gd name="T89" fmla="*/ 7 h 8"/>
                <a:gd name="T90" fmla="*/ 5 w 5"/>
                <a:gd name="T91" fmla="*/ 6 h 8"/>
                <a:gd name="T92" fmla="*/ 4 w 5"/>
                <a:gd name="T93" fmla="*/ 4 h 8"/>
                <a:gd name="T94" fmla="*/ 3 w 5"/>
                <a:gd name="T95"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 h="8">
                  <a:moveTo>
                    <a:pt x="3" y="4"/>
                  </a:moveTo>
                  <a:cubicBezTo>
                    <a:pt x="3" y="4"/>
                    <a:pt x="3" y="4"/>
                    <a:pt x="3" y="4"/>
                  </a:cubicBezTo>
                  <a:cubicBezTo>
                    <a:pt x="4" y="3"/>
                    <a:pt x="4" y="3"/>
                    <a:pt x="4" y="3"/>
                  </a:cubicBezTo>
                  <a:cubicBezTo>
                    <a:pt x="4" y="2"/>
                    <a:pt x="4" y="2"/>
                    <a:pt x="4" y="2"/>
                  </a:cubicBezTo>
                  <a:cubicBezTo>
                    <a:pt x="4" y="1"/>
                    <a:pt x="4" y="1"/>
                    <a:pt x="4" y="1"/>
                  </a:cubicBezTo>
                  <a:cubicBezTo>
                    <a:pt x="4" y="1"/>
                    <a:pt x="4" y="1"/>
                    <a:pt x="4" y="1"/>
                  </a:cubicBezTo>
                  <a:cubicBezTo>
                    <a:pt x="3" y="0"/>
                    <a:pt x="3" y="0"/>
                    <a:pt x="3" y="0"/>
                  </a:cubicBezTo>
                  <a:cubicBezTo>
                    <a:pt x="2" y="0"/>
                    <a:pt x="2" y="0"/>
                    <a:pt x="2" y="0"/>
                  </a:cubicBezTo>
                  <a:cubicBezTo>
                    <a:pt x="2" y="0"/>
                    <a:pt x="1" y="0"/>
                    <a:pt x="1" y="0"/>
                  </a:cubicBezTo>
                  <a:cubicBezTo>
                    <a:pt x="0" y="1"/>
                    <a:pt x="0" y="1"/>
                    <a:pt x="0" y="1"/>
                  </a:cubicBezTo>
                  <a:cubicBezTo>
                    <a:pt x="0" y="2"/>
                    <a:pt x="0" y="2"/>
                    <a:pt x="0" y="2"/>
                  </a:cubicBezTo>
                  <a:cubicBezTo>
                    <a:pt x="0" y="2"/>
                    <a:pt x="0" y="2"/>
                    <a:pt x="0" y="3"/>
                  </a:cubicBezTo>
                  <a:cubicBezTo>
                    <a:pt x="1" y="3"/>
                    <a:pt x="1" y="3"/>
                    <a:pt x="1" y="3"/>
                  </a:cubicBezTo>
                  <a:cubicBezTo>
                    <a:pt x="1" y="2"/>
                    <a:pt x="1" y="2"/>
                    <a:pt x="1" y="2"/>
                  </a:cubicBezTo>
                  <a:cubicBezTo>
                    <a:pt x="1" y="2"/>
                    <a:pt x="1" y="2"/>
                    <a:pt x="1" y="2"/>
                  </a:cubicBezTo>
                  <a:cubicBezTo>
                    <a:pt x="1" y="1"/>
                    <a:pt x="1" y="1"/>
                    <a:pt x="1" y="1"/>
                  </a:cubicBezTo>
                  <a:cubicBezTo>
                    <a:pt x="2" y="1"/>
                    <a:pt x="2" y="1"/>
                    <a:pt x="2" y="1"/>
                  </a:cubicBezTo>
                  <a:cubicBezTo>
                    <a:pt x="2" y="1"/>
                    <a:pt x="3" y="1"/>
                    <a:pt x="3" y="1"/>
                  </a:cubicBezTo>
                  <a:cubicBezTo>
                    <a:pt x="3" y="2"/>
                    <a:pt x="3" y="2"/>
                    <a:pt x="3" y="2"/>
                  </a:cubicBezTo>
                  <a:cubicBezTo>
                    <a:pt x="3" y="3"/>
                    <a:pt x="3" y="3"/>
                    <a:pt x="3" y="3"/>
                  </a:cubicBezTo>
                  <a:cubicBezTo>
                    <a:pt x="3" y="3"/>
                    <a:pt x="3" y="3"/>
                    <a:pt x="3" y="3"/>
                  </a:cubicBezTo>
                  <a:cubicBezTo>
                    <a:pt x="2" y="3"/>
                    <a:pt x="2" y="3"/>
                    <a:pt x="2" y="3"/>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4" y="5"/>
                    <a:pt x="4" y="5"/>
                    <a:pt x="4" y="5"/>
                  </a:cubicBezTo>
                  <a:cubicBezTo>
                    <a:pt x="4" y="6"/>
                    <a:pt x="4" y="6"/>
                    <a:pt x="4" y="6"/>
                  </a:cubicBezTo>
                  <a:cubicBezTo>
                    <a:pt x="4" y="6"/>
                    <a:pt x="4" y="6"/>
                    <a:pt x="4" y="6"/>
                  </a:cubicBezTo>
                  <a:cubicBezTo>
                    <a:pt x="3" y="7"/>
                    <a:pt x="3" y="7"/>
                    <a:pt x="3" y="7"/>
                  </a:cubicBezTo>
                  <a:cubicBezTo>
                    <a:pt x="3" y="7"/>
                    <a:pt x="3" y="7"/>
                    <a:pt x="3" y="7"/>
                  </a:cubicBezTo>
                  <a:cubicBezTo>
                    <a:pt x="2" y="7"/>
                    <a:pt x="2" y="7"/>
                    <a:pt x="2" y="7"/>
                  </a:cubicBezTo>
                  <a:cubicBezTo>
                    <a:pt x="2" y="7"/>
                    <a:pt x="1" y="7"/>
                    <a:pt x="1" y="7"/>
                  </a:cubicBezTo>
                  <a:cubicBezTo>
                    <a:pt x="1" y="6"/>
                    <a:pt x="0" y="6"/>
                    <a:pt x="0" y="5"/>
                  </a:cubicBezTo>
                  <a:cubicBezTo>
                    <a:pt x="0" y="5"/>
                    <a:pt x="0" y="5"/>
                    <a:pt x="0" y="5"/>
                  </a:cubicBezTo>
                  <a:cubicBezTo>
                    <a:pt x="0" y="6"/>
                    <a:pt x="0" y="6"/>
                    <a:pt x="0" y="6"/>
                  </a:cubicBezTo>
                  <a:cubicBezTo>
                    <a:pt x="0" y="7"/>
                    <a:pt x="0" y="7"/>
                    <a:pt x="0" y="7"/>
                  </a:cubicBezTo>
                  <a:cubicBezTo>
                    <a:pt x="1" y="8"/>
                    <a:pt x="1" y="8"/>
                    <a:pt x="1" y="8"/>
                  </a:cubicBezTo>
                  <a:cubicBezTo>
                    <a:pt x="1" y="8"/>
                    <a:pt x="2" y="8"/>
                    <a:pt x="2" y="8"/>
                  </a:cubicBezTo>
                  <a:cubicBezTo>
                    <a:pt x="3" y="8"/>
                    <a:pt x="3" y="8"/>
                    <a:pt x="3" y="8"/>
                  </a:cubicBezTo>
                  <a:cubicBezTo>
                    <a:pt x="4" y="7"/>
                    <a:pt x="4" y="7"/>
                    <a:pt x="4" y="7"/>
                  </a:cubicBezTo>
                  <a:cubicBezTo>
                    <a:pt x="4" y="7"/>
                    <a:pt x="4" y="7"/>
                    <a:pt x="4" y="7"/>
                  </a:cubicBezTo>
                  <a:cubicBezTo>
                    <a:pt x="5" y="6"/>
                    <a:pt x="5" y="6"/>
                    <a:pt x="5" y="6"/>
                  </a:cubicBezTo>
                  <a:cubicBezTo>
                    <a:pt x="5" y="5"/>
                    <a:pt x="4" y="5"/>
                    <a:pt x="4" y="4"/>
                  </a:cubicBezTo>
                  <a:cubicBezTo>
                    <a:pt x="4" y="4"/>
                    <a:pt x="4" y="4"/>
                    <a:pt x="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6" name="Freeform 17">
              <a:extLst>
                <a:ext uri="{FF2B5EF4-FFF2-40B4-BE49-F238E27FC236}">
                  <a16:creationId xmlns:a16="http://schemas.microsoft.com/office/drawing/2014/main" id="{086BEFD2-FD4C-4040-4202-941EDA53C4C3}"/>
                </a:ext>
              </a:extLst>
            </p:cNvPr>
            <p:cNvSpPr>
              <a:spLocks noEditPoints="1"/>
            </p:cNvSpPr>
            <p:nvPr/>
          </p:nvSpPr>
          <p:spPr bwMode="auto">
            <a:xfrm>
              <a:off x="7187216" y="2465003"/>
              <a:ext cx="22782" cy="26036"/>
            </a:xfrm>
            <a:custGeom>
              <a:avLst/>
              <a:gdLst>
                <a:gd name="T0" fmla="*/ 6 w 14"/>
                <a:gd name="T1" fmla="*/ 2 h 16"/>
                <a:gd name="T2" fmla="*/ 8 w 14"/>
                <a:gd name="T3" fmla="*/ 2 h 16"/>
                <a:gd name="T4" fmla="*/ 10 w 14"/>
                <a:gd name="T5" fmla="*/ 10 h 16"/>
                <a:gd name="T6" fmla="*/ 4 w 14"/>
                <a:gd name="T7" fmla="*/ 10 h 16"/>
                <a:gd name="T8" fmla="*/ 6 w 14"/>
                <a:gd name="T9" fmla="*/ 2 h 16"/>
                <a:gd name="T10" fmla="*/ 6 w 14"/>
                <a:gd name="T11" fmla="*/ 0 h 16"/>
                <a:gd name="T12" fmla="*/ 0 w 14"/>
                <a:gd name="T13" fmla="*/ 16 h 16"/>
                <a:gd name="T14" fmla="*/ 2 w 14"/>
                <a:gd name="T15" fmla="*/ 16 h 16"/>
                <a:gd name="T16" fmla="*/ 4 w 14"/>
                <a:gd name="T17" fmla="*/ 10 h 16"/>
                <a:gd name="T18" fmla="*/ 10 w 14"/>
                <a:gd name="T19" fmla="*/ 10 h 16"/>
                <a:gd name="T20" fmla="*/ 12 w 14"/>
                <a:gd name="T21" fmla="*/ 16 h 16"/>
                <a:gd name="T22" fmla="*/ 14 w 14"/>
                <a:gd name="T23" fmla="*/ 16 h 16"/>
                <a:gd name="T24" fmla="*/ 8 w 14"/>
                <a:gd name="T25" fmla="*/ 0 h 16"/>
                <a:gd name="T26" fmla="*/ 6 w 14"/>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6">
                  <a:moveTo>
                    <a:pt x="6" y="2"/>
                  </a:moveTo>
                  <a:lnTo>
                    <a:pt x="8" y="2"/>
                  </a:lnTo>
                  <a:lnTo>
                    <a:pt x="10" y="10"/>
                  </a:lnTo>
                  <a:lnTo>
                    <a:pt x="4" y="10"/>
                  </a:lnTo>
                  <a:lnTo>
                    <a:pt x="6" y="2"/>
                  </a:lnTo>
                  <a:close/>
                  <a:moveTo>
                    <a:pt x="6" y="0"/>
                  </a:moveTo>
                  <a:lnTo>
                    <a:pt x="0" y="16"/>
                  </a:lnTo>
                  <a:lnTo>
                    <a:pt x="2" y="16"/>
                  </a:lnTo>
                  <a:lnTo>
                    <a:pt x="4" y="10"/>
                  </a:lnTo>
                  <a:lnTo>
                    <a:pt x="10" y="10"/>
                  </a:lnTo>
                  <a:lnTo>
                    <a:pt x="12" y="16"/>
                  </a:lnTo>
                  <a:lnTo>
                    <a:pt x="14" y="16"/>
                  </a:lnTo>
                  <a:lnTo>
                    <a:pt x="8" y="0"/>
                  </a:ln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7" name="Freeform 18">
              <a:extLst>
                <a:ext uri="{FF2B5EF4-FFF2-40B4-BE49-F238E27FC236}">
                  <a16:creationId xmlns:a16="http://schemas.microsoft.com/office/drawing/2014/main" id="{15D6470A-C099-4E33-B9CE-0A61EBFA6179}"/>
                </a:ext>
              </a:extLst>
            </p:cNvPr>
            <p:cNvSpPr>
              <a:spLocks/>
            </p:cNvSpPr>
            <p:nvPr/>
          </p:nvSpPr>
          <p:spPr bwMode="auto">
            <a:xfrm>
              <a:off x="7467106" y="2471512"/>
              <a:ext cx="3255" cy="13018"/>
            </a:xfrm>
            <a:custGeom>
              <a:avLst/>
              <a:gdLst>
                <a:gd name="T0" fmla="*/ 0 w 1"/>
                <a:gd name="T1" fmla="*/ 0 h 4"/>
                <a:gd name="T2" fmla="*/ 0 w 1"/>
                <a:gd name="T3" fmla="*/ 4 h 4"/>
                <a:gd name="T4" fmla="*/ 1 w 1"/>
                <a:gd name="T5" fmla="*/ 2 h 4"/>
                <a:gd name="T6" fmla="*/ 0 w 1"/>
                <a:gd name="T7" fmla="*/ 0 h 4"/>
              </a:gdLst>
              <a:ahLst/>
              <a:cxnLst>
                <a:cxn ang="0">
                  <a:pos x="T0" y="T1"/>
                </a:cxn>
                <a:cxn ang="0">
                  <a:pos x="T2" y="T3"/>
                </a:cxn>
                <a:cxn ang="0">
                  <a:pos x="T4" y="T5"/>
                </a:cxn>
                <a:cxn ang="0">
                  <a:pos x="T6" y="T7"/>
                </a:cxn>
              </a:cxnLst>
              <a:rect l="0" t="0" r="r" b="b"/>
              <a:pathLst>
                <a:path w="1" h="4">
                  <a:moveTo>
                    <a:pt x="0" y="0"/>
                  </a:moveTo>
                  <a:cubicBezTo>
                    <a:pt x="0" y="4"/>
                    <a:pt x="0" y="4"/>
                    <a:pt x="0" y="4"/>
                  </a:cubicBezTo>
                  <a:cubicBezTo>
                    <a:pt x="0" y="4"/>
                    <a:pt x="1" y="3"/>
                    <a:pt x="1" y="2"/>
                  </a:cubicBezTo>
                  <a:cubicBezTo>
                    <a:pt x="1" y="1"/>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8" name="Freeform 19">
              <a:extLst>
                <a:ext uri="{FF2B5EF4-FFF2-40B4-BE49-F238E27FC236}">
                  <a16:creationId xmlns:a16="http://schemas.microsoft.com/office/drawing/2014/main" id="{1495F8DF-DCD5-E4CC-91F6-E83070005568}"/>
                </a:ext>
              </a:extLst>
            </p:cNvPr>
            <p:cNvSpPr>
              <a:spLocks noEditPoints="1"/>
            </p:cNvSpPr>
            <p:nvPr/>
          </p:nvSpPr>
          <p:spPr bwMode="auto">
            <a:xfrm>
              <a:off x="7157925" y="2465003"/>
              <a:ext cx="16273" cy="26036"/>
            </a:xfrm>
            <a:custGeom>
              <a:avLst/>
              <a:gdLst>
                <a:gd name="T0" fmla="*/ 4 w 5"/>
                <a:gd name="T1" fmla="*/ 4 h 8"/>
                <a:gd name="T2" fmla="*/ 4 w 5"/>
                <a:gd name="T3" fmla="*/ 5 h 8"/>
                <a:gd name="T4" fmla="*/ 4 w 5"/>
                <a:gd name="T5" fmla="*/ 6 h 8"/>
                <a:gd name="T6" fmla="*/ 3 w 5"/>
                <a:gd name="T7" fmla="*/ 7 h 8"/>
                <a:gd name="T8" fmla="*/ 2 w 5"/>
                <a:gd name="T9" fmla="*/ 7 h 8"/>
                <a:gd name="T10" fmla="*/ 2 w 5"/>
                <a:gd name="T11" fmla="*/ 7 h 8"/>
                <a:gd name="T12" fmla="*/ 1 w 5"/>
                <a:gd name="T13" fmla="*/ 6 h 8"/>
                <a:gd name="T14" fmla="*/ 1 w 5"/>
                <a:gd name="T15" fmla="*/ 5 h 8"/>
                <a:gd name="T16" fmla="*/ 1 w 5"/>
                <a:gd name="T17" fmla="*/ 4 h 8"/>
                <a:gd name="T18" fmla="*/ 1 w 5"/>
                <a:gd name="T19" fmla="*/ 3 h 8"/>
                <a:gd name="T20" fmla="*/ 1 w 5"/>
                <a:gd name="T21" fmla="*/ 3 h 8"/>
                <a:gd name="T22" fmla="*/ 1 w 5"/>
                <a:gd name="T23" fmla="*/ 2 h 8"/>
                <a:gd name="T24" fmla="*/ 1 w 5"/>
                <a:gd name="T25" fmla="*/ 2 h 8"/>
                <a:gd name="T26" fmla="*/ 2 w 5"/>
                <a:gd name="T27" fmla="*/ 1 h 8"/>
                <a:gd name="T28" fmla="*/ 2 w 5"/>
                <a:gd name="T29" fmla="*/ 1 h 8"/>
                <a:gd name="T30" fmla="*/ 3 w 5"/>
                <a:gd name="T31" fmla="*/ 1 h 8"/>
                <a:gd name="T32" fmla="*/ 3 w 5"/>
                <a:gd name="T33" fmla="*/ 2 h 8"/>
                <a:gd name="T34" fmla="*/ 4 w 5"/>
                <a:gd name="T35" fmla="*/ 2 h 8"/>
                <a:gd name="T36" fmla="*/ 4 w 5"/>
                <a:gd name="T37" fmla="*/ 3 h 8"/>
                <a:gd name="T38" fmla="*/ 4 w 5"/>
                <a:gd name="T39" fmla="*/ 3 h 8"/>
                <a:gd name="T40" fmla="*/ 4 w 5"/>
                <a:gd name="T41" fmla="*/ 4 h 8"/>
                <a:gd name="T42" fmla="*/ 5 w 5"/>
                <a:gd name="T43" fmla="*/ 4 h 8"/>
                <a:gd name="T44" fmla="*/ 5 w 5"/>
                <a:gd name="T45" fmla="*/ 3 h 8"/>
                <a:gd name="T46" fmla="*/ 5 w 5"/>
                <a:gd name="T47" fmla="*/ 2 h 8"/>
                <a:gd name="T48" fmla="*/ 5 w 5"/>
                <a:gd name="T49" fmla="*/ 2 h 8"/>
                <a:gd name="T50" fmla="*/ 4 w 5"/>
                <a:gd name="T51" fmla="*/ 1 h 8"/>
                <a:gd name="T52" fmla="*/ 3 w 5"/>
                <a:gd name="T53" fmla="*/ 0 h 8"/>
                <a:gd name="T54" fmla="*/ 2 w 5"/>
                <a:gd name="T55" fmla="*/ 0 h 8"/>
                <a:gd name="T56" fmla="*/ 1 w 5"/>
                <a:gd name="T57" fmla="*/ 0 h 8"/>
                <a:gd name="T58" fmla="*/ 1 w 5"/>
                <a:gd name="T59" fmla="*/ 1 h 8"/>
                <a:gd name="T60" fmla="*/ 0 w 5"/>
                <a:gd name="T61" fmla="*/ 2 h 8"/>
                <a:gd name="T62" fmla="*/ 0 w 5"/>
                <a:gd name="T63" fmla="*/ 2 h 8"/>
                <a:gd name="T64" fmla="*/ 0 w 5"/>
                <a:gd name="T65" fmla="*/ 3 h 8"/>
                <a:gd name="T66" fmla="*/ 0 w 5"/>
                <a:gd name="T67" fmla="*/ 4 h 8"/>
                <a:gd name="T68" fmla="*/ 0 w 5"/>
                <a:gd name="T69" fmla="*/ 5 h 8"/>
                <a:gd name="T70" fmla="*/ 0 w 5"/>
                <a:gd name="T71" fmla="*/ 6 h 8"/>
                <a:gd name="T72" fmla="*/ 0 w 5"/>
                <a:gd name="T73" fmla="*/ 7 h 8"/>
                <a:gd name="T74" fmla="*/ 1 w 5"/>
                <a:gd name="T75" fmla="*/ 7 h 8"/>
                <a:gd name="T76" fmla="*/ 1 w 5"/>
                <a:gd name="T77" fmla="*/ 8 h 8"/>
                <a:gd name="T78" fmla="*/ 2 w 5"/>
                <a:gd name="T79" fmla="*/ 8 h 8"/>
                <a:gd name="T80" fmla="*/ 3 w 5"/>
                <a:gd name="T81" fmla="*/ 8 h 8"/>
                <a:gd name="T82" fmla="*/ 4 w 5"/>
                <a:gd name="T83" fmla="*/ 7 h 8"/>
                <a:gd name="T84" fmla="*/ 5 w 5"/>
                <a:gd name="T85" fmla="*/ 7 h 8"/>
                <a:gd name="T86" fmla="*/ 5 w 5"/>
                <a:gd name="T87" fmla="*/ 6 h 8"/>
                <a:gd name="T88" fmla="*/ 5 w 5"/>
                <a:gd name="T89" fmla="*/ 5 h 8"/>
                <a:gd name="T90" fmla="*/ 5 w 5"/>
                <a:gd name="T9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 h="8">
                  <a:moveTo>
                    <a:pt x="4" y="4"/>
                  </a:moveTo>
                  <a:cubicBezTo>
                    <a:pt x="4" y="5"/>
                    <a:pt x="4" y="5"/>
                    <a:pt x="4" y="5"/>
                  </a:cubicBezTo>
                  <a:cubicBezTo>
                    <a:pt x="4" y="6"/>
                    <a:pt x="4" y="6"/>
                    <a:pt x="4" y="6"/>
                  </a:cubicBezTo>
                  <a:cubicBezTo>
                    <a:pt x="3" y="7"/>
                    <a:pt x="3" y="7"/>
                    <a:pt x="3" y="7"/>
                  </a:cubicBezTo>
                  <a:cubicBezTo>
                    <a:pt x="3" y="7"/>
                    <a:pt x="3" y="7"/>
                    <a:pt x="2" y="7"/>
                  </a:cubicBezTo>
                  <a:cubicBezTo>
                    <a:pt x="2" y="7"/>
                    <a:pt x="2" y="7"/>
                    <a:pt x="2" y="7"/>
                  </a:cubicBezTo>
                  <a:cubicBezTo>
                    <a:pt x="1" y="6"/>
                    <a:pt x="1" y="6"/>
                    <a:pt x="1" y="6"/>
                  </a:cubicBezTo>
                  <a:cubicBezTo>
                    <a:pt x="1" y="5"/>
                    <a:pt x="1" y="5"/>
                    <a:pt x="1" y="5"/>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3" y="2"/>
                    <a:pt x="3" y="2"/>
                    <a:pt x="3" y="2"/>
                  </a:cubicBezTo>
                  <a:cubicBezTo>
                    <a:pt x="4" y="2"/>
                    <a:pt x="4" y="2"/>
                    <a:pt x="4" y="2"/>
                  </a:cubicBezTo>
                  <a:cubicBezTo>
                    <a:pt x="4" y="3"/>
                    <a:pt x="4" y="3"/>
                    <a:pt x="4" y="3"/>
                  </a:cubicBezTo>
                  <a:cubicBezTo>
                    <a:pt x="4" y="3"/>
                    <a:pt x="4" y="3"/>
                    <a:pt x="4" y="3"/>
                  </a:cubicBezTo>
                  <a:cubicBezTo>
                    <a:pt x="4" y="4"/>
                    <a:pt x="4" y="4"/>
                    <a:pt x="4" y="4"/>
                  </a:cubicBezTo>
                  <a:moveTo>
                    <a:pt x="5" y="4"/>
                  </a:moveTo>
                  <a:cubicBezTo>
                    <a:pt x="5" y="3"/>
                    <a:pt x="5" y="3"/>
                    <a:pt x="5" y="3"/>
                  </a:cubicBezTo>
                  <a:cubicBezTo>
                    <a:pt x="5" y="2"/>
                    <a:pt x="5" y="2"/>
                    <a:pt x="5" y="2"/>
                  </a:cubicBezTo>
                  <a:cubicBezTo>
                    <a:pt x="5" y="2"/>
                    <a:pt x="5" y="2"/>
                    <a:pt x="5" y="2"/>
                  </a:cubicBezTo>
                  <a:cubicBezTo>
                    <a:pt x="4" y="1"/>
                    <a:pt x="4" y="1"/>
                    <a:pt x="4" y="1"/>
                  </a:cubicBezTo>
                  <a:cubicBezTo>
                    <a:pt x="3" y="0"/>
                    <a:pt x="3" y="0"/>
                    <a:pt x="3" y="0"/>
                  </a:cubicBezTo>
                  <a:cubicBezTo>
                    <a:pt x="3" y="0"/>
                    <a:pt x="3" y="0"/>
                    <a:pt x="2" y="0"/>
                  </a:cubicBezTo>
                  <a:cubicBezTo>
                    <a:pt x="2" y="0"/>
                    <a:pt x="2" y="0"/>
                    <a:pt x="1" y="0"/>
                  </a:cubicBezTo>
                  <a:cubicBezTo>
                    <a:pt x="1" y="1"/>
                    <a:pt x="1" y="1"/>
                    <a:pt x="1" y="1"/>
                  </a:cubicBezTo>
                  <a:cubicBezTo>
                    <a:pt x="0" y="2"/>
                    <a:pt x="0" y="2"/>
                    <a:pt x="0" y="2"/>
                  </a:cubicBezTo>
                  <a:cubicBezTo>
                    <a:pt x="0" y="2"/>
                    <a:pt x="0" y="2"/>
                    <a:pt x="0" y="2"/>
                  </a:cubicBezTo>
                  <a:cubicBezTo>
                    <a:pt x="0" y="3"/>
                    <a:pt x="0" y="3"/>
                    <a:pt x="0" y="3"/>
                  </a:cubicBezTo>
                  <a:cubicBezTo>
                    <a:pt x="0" y="4"/>
                    <a:pt x="0" y="4"/>
                    <a:pt x="0" y="4"/>
                  </a:cubicBezTo>
                  <a:cubicBezTo>
                    <a:pt x="0" y="5"/>
                    <a:pt x="0" y="5"/>
                    <a:pt x="0" y="5"/>
                  </a:cubicBezTo>
                  <a:cubicBezTo>
                    <a:pt x="0" y="6"/>
                    <a:pt x="0" y="6"/>
                    <a:pt x="0" y="6"/>
                  </a:cubicBezTo>
                  <a:cubicBezTo>
                    <a:pt x="0" y="7"/>
                    <a:pt x="0" y="7"/>
                    <a:pt x="0" y="7"/>
                  </a:cubicBezTo>
                  <a:cubicBezTo>
                    <a:pt x="1" y="7"/>
                    <a:pt x="1" y="7"/>
                    <a:pt x="1" y="7"/>
                  </a:cubicBezTo>
                  <a:cubicBezTo>
                    <a:pt x="1" y="8"/>
                    <a:pt x="1" y="8"/>
                    <a:pt x="1" y="8"/>
                  </a:cubicBezTo>
                  <a:cubicBezTo>
                    <a:pt x="2" y="8"/>
                    <a:pt x="2" y="8"/>
                    <a:pt x="2" y="8"/>
                  </a:cubicBezTo>
                  <a:cubicBezTo>
                    <a:pt x="3" y="8"/>
                    <a:pt x="3" y="8"/>
                    <a:pt x="3" y="8"/>
                  </a:cubicBezTo>
                  <a:cubicBezTo>
                    <a:pt x="4" y="7"/>
                    <a:pt x="4" y="7"/>
                    <a:pt x="4" y="7"/>
                  </a:cubicBezTo>
                  <a:cubicBezTo>
                    <a:pt x="5" y="7"/>
                    <a:pt x="5" y="7"/>
                    <a:pt x="5" y="7"/>
                  </a:cubicBezTo>
                  <a:cubicBezTo>
                    <a:pt x="5" y="6"/>
                    <a:pt x="5" y="6"/>
                    <a:pt x="5" y="6"/>
                  </a:cubicBezTo>
                  <a:cubicBezTo>
                    <a:pt x="5" y="5"/>
                    <a:pt x="5" y="5"/>
                    <a:pt x="5" y="5"/>
                  </a:cubicBezTo>
                  <a:cubicBezTo>
                    <a:pt x="5" y="4"/>
                    <a:pt x="5" y="4"/>
                    <a:pt x="5"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49" name="Freeform 20">
              <a:extLst>
                <a:ext uri="{FF2B5EF4-FFF2-40B4-BE49-F238E27FC236}">
                  <a16:creationId xmlns:a16="http://schemas.microsoft.com/office/drawing/2014/main" id="{F01852E3-14D1-646D-E53E-255754BC0DA3}"/>
                </a:ext>
              </a:extLst>
            </p:cNvPr>
            <p:cNvSpPr>
              <a:spLocks noEditPoints="1"/>
            </p:cNvSpPr>
            <p:nvPr/>
          </p:nvSpPr>
          <p:spPr bwMode="auto">
            <a:xfrm>
              <a:off x="7105852" y="2465003"/>
              <a:ext cx="16273" cy="26036"/>
            </a:xfrm>
            <a:custGeom>
              <a:avLst/>
              <a:gdLst>
                <a:gd name="T0" fmla="*/ 4 w 5"/>
                <a:gd name="T1" fmla="*/ 3 h 8"/>
                <a:gd name="T2" fmla="*/ 4 w 5"/>
                <a:gd name="T3" fmla="*/ 3 h 8"/>
                <a:gd name="T4" fmla="*/ 3 w 5"/>
                <a:gd name="T5" fmla="*/ 4 h 8"/>
                <a:gd name="T6" fmla="*/ 3 w 5"/>
                <a:gd name="T7" fmla="*/ 4 h 8"/>
                <a:gd name="T8" fmla="*/ 2 w 5"/>
                <a:gd name="T9" fmla="*/ 4 h 8"/>
                <a:gd name="T10" fmla="*/ 2 w 5"/>
                <a:gd name="T11" fmla="*/ 4 h 8"/>
                <a:gd name="T12" fmla="*/ 1 w 5"/>
                <a:gd name="T13" fmla="*/ 4 h 8"/>
                <a:gd name="T14" fmla="*/ 1 w 5"/>
                <a:gd name="T15" fmla="*/ 3 h 8"/>
                <a:gd name="T16" fmla="*/ 1 w 5"/>
                <a:gd name="T17" fmla="*/ 3 h 8"/>
                <a:gd name="T18" fmla="*/ 1 w 5"/>
                <a:gd name="T19" fmla="*/ 2 h 8"/>
                <a:gd name="T20" fmla="*/ 1 w 5"/>
                <a:gd name="T21" fmla="*/ 2 h 8"/>
                <a:gd name="T22" fmla="*/ 2 w 5"/>
                <a:gd name="T23" fmla="*/ 1 h 8"/>
                <a:gd name="T24" fmla="*/ 2 w 5"/>
                <a:gd name="T25" fmla="*/ 1 h 8"/>
                <a:gd name="T26" fmla="*/ 3 w 5"/>
                <a:gd name="T27" fmla="*/ 1 h 8"/>
                <a:gd name="T28" fmla="*/ 4 w 5"/>
                <a:gd name="T29" fmla="*/ 2 h 8"/>
                <a:gd name="T30" fmla="*/ 4 w 5"/>
                <a:gd name="T31" fmla="*/ 2 h 8"/>
                <a:gd name="T32" fmla="*/ 4 w 5"/>
                <a:gd name="T33" fmla="*/ 3 h 8"/>
                <a:gd name="T34" fmla="*/ 5 w 5"/>
                <a:gd name="T35" fmla="*/ 4 h 8"/>
                <a:gd name="T36" fmla="*/ 5 w 5"/>
                <a:gd name="T37" fmla="*/ 2 h 8"/>
                <a:gd name="T38" fmla="*/ 4 w 5"/>
                <a:gd name="T39" fmla="*/ 1 h 8"/>
                <a:gd name="T40" fmla="*/ 3 w 5"/>
                <a:gd name="T41" fmla="*/ 0 h 8"/>
                <a:gd name="T42" fmla="*/ 2 w 5"/>
                <a:gd name="T43" fmla="*/ 0 h 8"/>
                <a:gd name="T44" fmla="*/ 1 w 5"/>
                <a:gd name="T45" fmla="*/ 0 h 8"/>
                <a:gd name="T46" fmla="*/ 1 w 5"/>
                <a:gd name="T47" fmla="*/ 1 h 8"/>
                <a:gd name="T48" fmla="*/ 0 w 5"/>
                <a:gd name="T49" fmla="*/ 2 h 8"/>
                <a:gd name="T50" fmla="*/ 0 w 5"/>
                <a:gd name="T51" fmla="*/ 3 h 8"/>
                <a:gd name="T52" fmla="*/ 0 w 5"/>
                <a:gd name="T53" fmla="*/ 4 h 8"/>
                <a:gd name="T54" fmla="*/ 1 w 5"/>
                <a:gd name="T55" fmla="*/ 5 h 8"/>
                <a:gd name="T56" fmla="*/ 1 w 5"/>
                <a:gd name="T57" fmla="*/ 5 h 8"/>
                <a:gd name="T58" fmla="*/ 2 w 5"/>
                <a:gd name="T59" fmla="*/ 5 h 8"/>
                <a:gd name="T60" fmla="*/ 3 w 5"/>
                <a:gd name="T61" fmla="*/ 5 h 8"/>
                <a:gd name="T62" fmla="*/ 4 w 5"/>
                <a:gd name="T63" fmla="*/ 4 h 8"/>
                <a:gd name="T64" fmla="*/ 4 w 5"/>
                <a:gd name="T65" fmla="*/ 4 h 8"/>
                <a:gd name="T66" fmla="*/ 4 w 5"/>
                <a:gd name="T67" fmla="*/ 6 h 8"/>
                <a:gd name="T68" fmla="*/ 2 w 5"/>
                <a:gd name="T69" fmla="*/ 7 h 8"/>
                <a:gd name="T70" fmla="*/ 1 w 5"/>
                <a:gd name="T71" fmla="*/ 7 h 8"/>
                <a:gd name="T72" fmla="*/ 1 w 5"/>
                <a:gd name="T73" fmla="*/ 6 h 8"/>
                <a:gd name="T74" fmla="*/ 0 w 5"/>
                <a:gd name="T75" fmla="*/ 6 h 8"/>
                <a:gd name="T76" fmla="*/ 1 w 5"/>
                <a:gd name="T77" fmla="*/ 7 h 8"/>
                <a:gd name="T78" fmla="*/ 2 w 5"/>
                <a:gd name="T79" fmla="*/ 8 h 8"/>
                <a:gd name="T80" fmla="*/ 4 w 5"/>
                <a:gd name="T81" fmla="*/ 7 h 8"/>
                <a:gd name="T82" fmla="*/ 5 w 5"/>
                <a:gd name="T83"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 h="8">
                  <a:moveTo>
                    <a:pt x="4" y="3"/>
                  </a:moveTo>
                  <a:cubicBezTo>
                    <a:pt x="4" y="3"/>
                    <a:pt x="4" y="3"/>
                    <a:pt x="4" y="3"/>
                  </a:cubicBezTo>
                  <a:cubicBezTo>
                    <a:pt x="3" y="4"/>
                    <a:pt x="3" y="4"/>
                    <a:pt x="3" y="4"/>
                  </a:cubicBezTo>
                  <a:cubicBezTo>
                    <a:pt x="3" y="4"/>
                    <a:pt x="3" y="4"/>
                    <a:pt x="3" y="4"/>
                  </a:cubicBezTo>
                  <a:cubicBezTo>
                    <a:pt x="2" y="4"/>
                    <a:pt x="2" y="4"/>
                    <a:pt x="2" y="4"/>
                  </a:cubicBezTo>
                  <a:cubicBezTo>
                    <a:pt x="2" y="4"/>
                    <a:pt x="2" y="4"/>
                    <a:pt x="2" y="4"/>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4" y="2"/>
                    <a:pt x="4" y="2"/>
                    <a:pt x="4" y="2"/>
                  </a:cubicBezTo>
                  <a:cubicBezTo>
                    <a:pt x="4" y="2"/>
                    <a:pt x="4" y="2"/>
                    <a:pt x="4" y="2"/>
                  </a:cubicBezTo>
                  <a:cubicBezTo>
                    <a:pt x="4" y="3"/>
                    <a:pt x="4" y="3"/>
                    <a:pt x="4" y="3"/>
                  </a:cubicBezTo>
                  <a:moveTo>
                    <a:pt x="5" y="4"/>
                  </a:moveTo>
                  <a:cubicBezTo>
                    <a:pt x="5" y="3"/>
                    <a:pt x="5" y="3"/>
                    <a:pt x="5" y="2"/>
                  </a:cubicBezTo>
                  <a:cubicBezTo>
                    <a:pt x="5" y="2"/>
                    <a:pt x="4" y="1"/>
                    <a:pt x="4" y="1"/>
                  </a:cubicBezTo>
                  <a:cubicBezTo>
                    <a:pt x="3" y="0"/>
                    <a:pt x="3" y="0"/>
                    <a:pt x="3" y="0"/>
                  </a:cubicBezTo>
                  <a:cubicBezTo>
                    <a:pt x="2" y="0"/>
                    <a:pt x="2" y="0"/>
                    <a:pt x="2" y="0"/>
                  </a:cubicBezTo>
                  <a:cubicBezTo>
                    <a:pt x="2" y="0"/>
                    <a:pt x="2" y="0"/>
                    <a:pt x="1" y="0"/>
                  </a:cubicBezTo>
                  <a:cubicBezTo>
                    <a:pt x="1" y="1"/>
                    <a:pt x="1" y="1"/>
                    <a:pt x="1" y="1"/>
                  </a:cubicBezTo>
                  <a:cubicBezTo>
                    <a:pt x="0" y="2"/>
                    <a:pt x="0" y="2"/>
                    <a:pt x="0" y="2"/>
                  </a:cubicBezTo>
                  <a:cubicBezTo>
                    <a:pt x="0" y="3"/>
                    <a:pt x="0" y="3"/>
                    <a:pt x="0" y="3"/>
                  </a:cubicBezTo>
                  <a:cubicBezTo>
                    <a:pt x="0" y="3"/>
                    <a:pt x="0" y="3"/>
                    <a:pt x="0" y="4"/>
                  </a:cubicBezTo>
                  <a:cubicBezTo>
                    <a:pt x="1" y="5"/>
                    <a:pt x="1" y="5"/>
                    <a:pt x="1" y="5"/>
                  </a:cubicBezTo>
                  <a:cubicBezTo>
                    <a:pt x="1" y="5"/>
                    <a:pt x="1" y="5"/>
                    <a:pt x="1" y="5"/>
                  </a:cubicBezTo>
                  <a:cubicBezTo>
                    <a:pt x="2" y="5"/>
                    <a:pt x="2" y="5"/>
                    <a:pt x="2" y="5"/>
                  </a:cubicBezTo>
                  <a:cubicBezTo>
                    <a:pt x="3" y="5"/>
                    <a:pt x="3" y="5"/>
                    <a:pt x="3" y="5"/>
                  </a:cubicBezTo>
                  <a:cubicBezTo>
                    <a:pt x="4" y="4"/>
                    <a:pt x="4" y="4"/>
                    <a:pt x="4" y="4"/>
                  </a:cubicBezTo>
                  <a:cubicBezTo>
                    <a:pt x="4" y="4"/>
                    <a:pt x="4" y="4"/>
                    <a:pt x="4" y="4"/>
                  </a:cubicBezTo>
                  <a:cubicBezTo>
                    <a:pt x="4" y="5"/>
                    <a:pt x="4" y="6"/>
                    <a:pt x="4" y="6"/>
                  </a:cubicBezTo>
                  <a:cubicBezTo>
                    <a:pt x="3" y="7"/>
                    <a:pt x="3" y="7"/>
                    <a:pt x="2" y="7"/>
                  </a:cubicBezTo>
                  <a:cubicBezTo>
                    <a:pt x="1" y="7"/>
                    <a:pt x="1" y="7"/>
                    <a:pt x="1" y="7"/>
                  </a:cubicBezTo>
                  <a:cubicBezTo>
                    <a:pt x="1" y="7"/>
                    <a:pt x="1" y="6"/>
                    <a:pt x="1" y="6"/>
                  </a:cubicBezTo>
                  <a:cubicBezTo>
                    <a:pt x="0" y="6"/>
                    <a:pt x="0" y="6"/>
                    <a:pt x="0" y="6"/>
                  </a:cubicBezTo>
                  <a:cubicBezTo>
                    <a:pt x="0" y="7"/>
                    <a:pt x="0" y="7"/>
                    <a:pt x="1" y="7"/>
                  </a:cubicBezTo>
                  <a:cubicBezTo>
                    <a:pt x="1" y="8"/>
                    <a:pt x="2" y="8"/>
                    <a:pt x="2" y="8"/>
                  </a:cubicBezTo>
                  <a:cubicBezTo>
                    <a:pt x="3" y="8"/>
                    <a:pt x="4" y="8"/>
                    <a:pt x="4" y="7"/>
                  </a:cubicBezTo>
                  <a:cubicBezTo>
                    <a:pt x="5" y="6"/>
                    <a:pt x="5" y="5"/>
                    <a:pt x="5"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0" name="Rectangle 21">
              <a:extLst>
                <a:ext uri="{FF2B5EF4-FFF2-40B4-BE49-F238E27FC236}">
                  <a16:creationId xmlns:a16="http://schemas.microsoft.com/office/drawing/2014/main" id="{A7D9F17C-6AB3-4A02-0709-989DA0EE0FB6}"/>
                </a:ext>
              </a:extLst>
            </p:cNvPr>
            <p:cNvSpPr>
              <a:spLocks noChangeArrowheads="1"/>
            </p:cNvSpPr>
            <p:nvPr/>
          </p:nvSpPr>
          <p:spPr bwMode="auto">
            <a:xfrm>
              <a:off x="7128634" y="2487787"/>
              <a:ext cx="3255" cy="32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1" name="Rectangle 22">
              <a:extLst>
                <a:ext uri="{FF2B5EF4-FFF2-40B4-BE49-F238E27FC236}">
                  <a16:creationId xmlns:a16="http://schemas.microsoft.com/office/drawing/2014/main" id="{E09212EC-5A00-63BF-B1C0-BFAF1DE2EE6A}"/>
                </a:ext>
              </a:extLst>
            </p:cNvPr>
            <p:cNvSpPr>
              <a:spLocks noChangeArrowheads="1"/>
            </p:cNvSpPr>
            <p:nvPr/>
          </p:nvSpPr>
          <p:spPr bwMode="auto">
            <a:xfrm>
              <a:off x="7128634" y="2471514"/>
              <a:ext cx="3255" cy="32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2" name="Freeform 23">
              <a:extLst>
                <a:ext uri="{FF2B5EF4-FFF2-40B4-BE49-F238E27FC236}">
                  <a16:creationId xmlns:a16="http://schemas.microsoft.com/office/drawing/2014/main" id="{122D7EE1-92CA-EBA8-38FC-4AE4F19DBDB6}"/>
                </a:ext>
              </a:extLst>
            </p:cNvPr>
            <p:cNvSpPr>
              <a:spLocks/>
            </p:cNvSpPr>
            <p:nvPr/>
          </p:nvSpPr>
          <p:spPr bwMode="auto">
            <a:xfrm>
              <a:off x="7356452" y="2461748"/>
              <a:ext cx="29291" cy="13018"/>
            </a:xfrm>
            <a:custGeom>
              <a:avLst/>
              <a:gdLst>
                <a:gd name="T0" fmla="*/ 0 w 9"/>
                <a:gd name="T1" fmla="*/ 3 h 4"/>
                <a:gd name="T2" fmla="*/ 1 w 9"/>
                <a:gd name="T3" fmla="*/ 4 h 4"/>
                <a:gd name="T4" fmla="*/ 4 w 9"/>
                <a:gd name="T5" fmla="*/ 3 h 4"/>
                <a:gd name="T6" fmla="*/ 8 w 9"/>
                <a:gd name="T7" fmla="*/ 4 h 4"/>
                <a:gd name="T8" fmla="*/ 9 w 9"/>
                <a:gd name="T9" fmla="*/ 3 h 4"/>
                <a:gd name="T10" fmla="*/ 0 w 9"/>
                <a:gd name="T11" fmla="*/ 3 h 4"/>
              </a:gdLst>
              <a:ahLst/>
              <a:cxnLst>
                <a:cxn ang="0">
                  <a:pos x="T0" y="T1"/>
                </a:cxn>
                <a:cxn ang="0">
                  <a:pos x="T2" y="T3"/>
                </a:cxn>
                <a:cxn ang="0">
                  <a:pos x="T4" y="T5"/>
                </a:cxn>
                <a:cxn ang="0">
                  <a:pos x="T6" y="T7"/>
                </a:cxn>
                <a:cxn ang="0">
                  <a:pos x="T8" y="T9"/>
                </a:cxn>
                <a:cxn ang="0">
                  <a:pos x="T10" y="T11"/>
                </a:cxn>
              </a:cxnLst>
              <a:rect l="0" t="0" r="r" b="b"/>
              <a:pathLst>
                <a:path w="9" h="4">
                  <a:moveTo>
                    <a:pt x="0" y="3"/>
                  </a:moveTo>
                  <a:cubicBezTo>
                    <a:pt x="0" y="3"/>
                    <a:pt x="0" y="4"/>
                    <a:pt x="1" y="4"/>
                  </a:cubicBezTo>
                  <a:cubicBezTo>
                    <a:pt x="2" y="3"/>
                    <a:pt x="3" y="3"/>
                    <a:pt x="4" y="3"/>
                  </a:cubicBezTo>
                  <a:cubicBezTo>
                    <a:pt x="6" y="3"/>
                    <a:pt x="7" y="3"/>
                    <a:pt x="8" y="4"/>
                  </a:cubicBezTo>
                  <a:cubicBezTo>
                    <a:pt x="8" y="4"/>
                    <a:pt x="9" y="3"/>
                    <a:pt x="9" y="3"/>
                  </a:cubicBezTo>
                  <a:cubicBezTo>
                    <a:pt x="6" y="0"/>
                    <a:pt x="2" y="0"/>
                    <a:pt x="0"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3" name="Freeform 24">
              <a:extLst>
                <a:ext uri="{FF2B5EF4-FFF2-40B4-BE49-F238E27FC236}">
                  <a16:creationId xmlns:a16="http://schemas.microsoft.com/office/drawing/2014/main" id="{7D2A0F34-E653-59B3-16A2-261848B27AB4}"/>
                </a:ext>
              </a:extLst>
            </p:cNvPr>
            <p:cNvSpPr>
              <a:spLocks noEditPoints="1"/>
            </p:cNvSpPr>
            <p:nvPr/>
          </p:nvSpPr>
          <p:spPr bwMode="auto">
            <a:xfrm>
              <a:off x="7415034" y="2465003"/>
              <a:ext cx="48818" cy="26036"/>
            </a:xfrm>
            <a:custGeom>
              <a:avLst/>
              <a:gdLst>
                <a:gd name="T0" fmla="*/ 11 w 15"/>
                <a:gd name="T1" fmla="*/ 7 h 8"/>
                <a:gd name="T2" fmla="*/ 10 w 15"/>
                <a:gd name="T3" fmla="*/ 7 h 8"/>
                <a:gd name="T4" fmla="*/ 2 w 15"/>
                <a:gd name="T5" fmla="*/ 7 h 8"/>
                <a:gd name="T6" fmla="*/ 1 w 15"/>
                <a:gd name="T7" fmla="*/ 6 h 8"/>
                <a:gd name="T8" fmla="*/ 1 w 15"/>
                <a:gd name="T9" fmla="*/ 2 h 8"/>
                <a:gd name="T10" fmla="*/ 2 w 15"/>
                <a:gd name="T11" fmla="*/ 1 h 8"/>
                <a:gd name="T12" fmla="*/ 10 w 15"/>
                <a:gd name="T13" fmla="*/ 1 h 8"/>
                <a:gd name="T14" fmla="*/ 11 w 15"/>
                <a:gd name="T15" fmla="*/ 2 h 8"/>
                <a:gd name="T16" fmla="*/ 11 w 15"/>
                <a:gd name="T17" fmla="*/ 7 h 8"/>
                <a:gd name="T18" fmla="*/ 15 w 15"/>
                <a:gd name="T19" fmla="*/ 6 h 8"/>
                <a:gd name="T20" fmla="*/ 15 w 15"/>
                <a:gd name="T21" fmla="*/ 2 h 8"/>
                <a:gd name="T22" fmla="*/ 13 w 15"/>
                <a:gd name="T23" fmla="*/ 0 h 8"/>
                <a:gd name="T24" fmla="*/ 2 w 15"/>
                <a:gd name="T25" fmla="*/ 0 h 8"/>
                <a:gd name="T26" fmla="*/ 0 w 15"/>
                <a:gd name="T27" fmla="*/ 2 h 8"/>
                <a:gd name="T28" fmla="*/ 0 w 15"/>
                <a:gd name="T29" fmla="*/ 6 h 8"/>
                <a:gd name="T30" fmla="*/ 2 w 15"/>
                <a:gd name="T31" fmla="*/ 8 h 8"/>
                <a:gd name="T32" fmla="*/ 7 w 15"/>
                <a:gd name="T33" fmla="*/ 8 h 8"/>
                <a:gd name="T34" fmla="*/ 13 w 15"/>
                <a:gd name="T35" fmla="*/ 8 h 8"/>
                <a:gd name="T36" fmla="*/ 15 w 15"/>
                <a:gd name="T3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8">
                  <a:moveTo>
                    <a:pt x="11" y="7"/>
                  </a:moveTo>
                  <a:cubicBezTo>
                    <a:pt x="10" y="7"/>
                    <a:pt x="10" y="7"/>
                    <a:pt x="10" y="7"/>
                  </a:cubicBezTo>
                  <a:cubicBezTo>
                    <a:pt x="8" y="7"/>
                    <a:pt x="5" y="7"/>
                    <a:pt x="2" y="7"/>
                  </a:cubicBezTo>
                  <a:cubicBezTo>
                    <a:pt x="2" y="7"/>
                    <a:pt x="1" y="6"/>
                    <a:pt x="1" y="6"/>
                  </a:cubicBezTo>
                  <a:cubicBezTo>
                    <a:pt x="1" y="5"/>
                    <a:pt x="1" y="3"/>
                    <a:pt x="1" y="2"/>
                  </a:cubicBezTo>
                  <a:cubicBezTo>
                    <a:pt x="1" y="2"/>
                    <a:pt x="2" y="1"/>
                    <a:pt x="2" y="1"/>
                  </a:cubicBezTo>
                  <a:cubicBezTo>
                    <a:pt x="5" y="1"/>
                    <a:pt x="8" y="1"/>
                    <a:pt x="10" y="1"/>
                  </a:cubicBezTo>
                  <a:cubicBezTo>
                    <a:pt x="11" y="2"/>
                    <a:pt x="11" y="2"/>
                    <a:pt x="11" y="2"/>
                  </a:cubicBezTo>
                  <a:lnTo>
                    <a:pt x="11" y="7"/>
                  </a:lnTo>
                  <a:close/>
                  <a:moveTo>
                    <a:pt x="15" y="6"/>
                  </a:moveTo>
                  <a:cubicBezTo>
                    <a:pt x="15" y="5"/>
                    <a:pt x="15" y="3"/>
                    <a:pt x="15" y="2"/>
                  </a:cubicBezTo>
                  <a:cubicBezTo>
                    <a:pt x="15" y="1"/>
                    <a:pt x="14" y="0"/>
                    <a:pt x="13" y="0"/>
                  </a:cubicBezTo>
                  <a:cubicBezTo>
                    <a:pt x="9" y="0"/>
                    <a:pt x="6" y="0"/>
                    <a:pt x="2" y="0"/>
                  </a:cubicBezTo>
                  <a:cubicBezTo>
                    <a:pt x="1" y="0"/>
                    <a:pt x="0" y="1"/>
                    <a:pt x="0" y="2"/>
                  </a:cubicBezTo>
                  <a:cubicBezTo>
                    <a:pt x="0" y="3"/>
                    <a:pt x="0" y="5"/>
                    <a:pt x="0" y="6"/>
                  </a:cubicBezTo>
                  <a:cubicBezTo>
                    <a:pt x="0" y="7"/>
                    <a:pt x="1" y="8"/>
                    <a:pt x="2" y="8"/>
                  </a:cubicBezTo>
                  <a:cubicBezTo>
                    <a:pt x="4" y="8"/>
                    <a:pt x="6" y="8"/>
                    <a:pt x="7" y="8"/>
                  </a:cubicBezTo>
                  <a:cubicBezTo>
                    <a:pt x="9" y="8"/>
                    <a:pt x="11" y="8"/>
                    <a:pt x="13" y="8"/>
                  </a:cubicBezTo>
                  <a:cubicBezTo>
                    <a:pt x="14" y="8"/>
                    <a:pt x="15" y="7"/>
                    <a:pt x="15"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4" name="Oval 25">
              <a:extLst>
                <a:ext uri="{FF2B5EF4-FFF2-40B4-BE49-F238E27FC236}">
                  <a16:creationId xmlns:a16="http://schemas.microsoft.com/office/drawing/2014/main" id="{3CB44780-2078-D6B1-E48E-7C54AD0A1016}"/>
                </a:ext>
              </a:extLst>
            </p:cNvPr>
            <p:cNvSpPr>
              <a:spLocks noChangeArrowheads="1"/>
            </p:cNvSpPr>
            <p:nvPr/>
          </p:nvSpPr>
          <p:spPr bwMode="auto">
            <a:xfrm>
              <a:off x="7366215" y="2484530"/>
              <a:ext cx="9764" cy="650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5" name="Freeform 26">
              <a:extLst>
                <a:ext uri="{FF2B5EF4-FFF2-40B4-BE49-F238E27FC236}">
                  <a16:creationId xmlns:a16="http://schemas.microsoft.com/office/drawing/2014/main" id="{A3DAAA32-76B2-1C98-3781-0D2FC824C55D}"/>
                </a:ext>
              </a:extLst>
            </p:cNvPr>
            <p:cNvSpPr>
              <a:spLocks/>
            </p:cNvSpPr>
            <p:nvPr/>
          </p:nvSpPr>
          <p:spPr bwMode="auto">
            <a:xfrm>
              <a:off x="7359704" y="2471514"/>
              <a:ext cx="19527" cy="9764"/>
            </a:xfrm>
            <a:custGeom>
              <a:avLst/>
              <a:gdLst>
                <a:gd name="T0" fmla="*/ 0 w 6"/>
                <a:gd name="T1" fmla="*/ 2 h 3"/>
                <a:gd name="T2" fmla="*/ 2 w 6"/>
                <a:gd name="T3" fmla="*/ 3 h 3"/>
                <a:gd name="T4" fmla="*/ 3 w 6"/>
                <a:gd name="T5" fmla="*/ 3 h 3"/>
                <a:gd name="T6" fmla="*/ 5 w 6"/>
                <a:gd name="T7" fmla="*/ 3 h 3"/>
                <a:gd name="T8" fmla="*/ 6 w 6"/>
                <a:gd name="T9" fmla="*/ 2 h 3"/>
                <a:gd name="T10" fmla="*/ 0 w 6"/>
                <a:gd name="T11" fmla="*/ 2 h 3"/>
              </a:gdLst>
              <a:ahLst/>
              <a:cxnLst>
                <a:cxn ang="0">
                  <a:pos x="T0" y="T1"/>
                </a:cxn>
                <a:cxn ang="0">
                  <a:pos x="T2" y="T3"/>
                </a:cxn>
                <a:cxn ang="0">
                  <a:pos x="T4" y="T5"/>
                </a:cxn>
                <a:cxn ang="0">
                  <a:pos x="T6" y="T7"/>
                </a:cxn>
                <a:cxn ang="0">
                  <a:pos x="T8" y="T9"/>
                </a:cxn>
                <a:cxn ang="0">
                  <a:pos x="T10" y="T11"/>
                </a:cxn>
              </a:cxnLst>
              <a:rect l="0" t="0" r="r" b="b"/>
              <a:pathLst>
                <a:path w="6" h="3">
                  <a:moveTo>
                    <a:pt x="0" y="2"/>
                  </a:moveTo>
                  <a:cubicBezTo>
                    <a:pt x="1" y="3"/>
                    <a:pt x="1" y="3"/>
                    <a:pt x="2" y="3"/>
                  </a:cubicBezTo>
                  <a:cubicBezTo>
                    <a:pt x="2" y="3"/>
                    <a:pt x="3" y="3"/>
                    <a:pt x="3" y="3"/>
                  </a:cubicBezTo>
                  <a:cubicBezTo>
                    <a:pt x="4" y="3"/>
                    <a:pt x="4" y="3"/>
                    <a:pt x="5" y="3"/>
                  </a:cubicBezTo>
                  <a:cubicBezTo>
                    <a:pt x="5" y="3"/>
                    <a:pt x="6" y="3"/>
                    <a:pt x="6" y="2"/>
                  </a:cubicBezTo>
                  <a:cubicBezTo>
                    <a:pt x="5" y="0"/>
                    <a:pt x="2" y="0"/>
                    <a:pt x="0"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6" name="Freeform 27">
              <a:extLst>
                <a:ext uri="{FF2B5EF4-FFF2-40B4-BE49-F238E27FC236}">
                  <a16:creationId xmlns:a16="http://schemas.microsoft.com/office/drawing/2014/main" id="{95CA3718-7F2B-CDDD-2A9C-717F0507A6B1}"/>
                </a:ext>
              </a:extLst>
            </p:cNvPr>
            <p:cNvSpPr>
              <a:spLocks/>
            </p:cNvSpPr>
            <p:nvPr/>
          </p:nvSpPr>
          <p:spPr bwMode="auto">
            <a:xfrm>
              <a:off x="7291361" y="2481278"/>
              <a:ext cx="9764" cy="9764"/>
            </a:xfrm>
            <a:custGeom>
              <a:avLst/>
              <a:gdLst>
                <a:gd name="T0" fmla="*/ 2 w 3"/>
                <a:gd name="T1" fmla="*/ 0 h 3"/>
                <a:gd name="T2" fmla="*/ 2 w 3"/>
                <a:gd name="T3" fmla="*/ 0 h 3"/>
                <a:gd name="T4" fmla="*/ 0 w 3"/>
                <a:gd name="T5" fmla="*/ 1 h 3"/>
                <a:gd name="T6" fmla="*/ 0 w 3"/>
                <a:gd name="T7" fmla="*/ 2 h 3"/>
                <a:gd name="T8" fmla="*/ 2 w 3"/>
                <a:gd name="T9" fmla="*/ 3 h 3"/>
                <a:gd name="T10" fmla="*/ 2 w 3"/>
                <a:gd name="T11" fmla="*/ 3 h 3"/>
                <a:gd name="T12" fmla="*/ 3 w 3"/>
                <a:gd name="T13" fmla="*/ 2 h 3"/>
                <a:gd name="T14" fmla="*/ 3 w 3"/>
                <a:gd name="T15" fmla="*/ 1 h 3"/>
                <a:gd name="T16" fmla="*/ 2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2" y="0"/>
                  </a:moveTo>
                  <a:cubicBezTo>
                    <a:pt x="2" y="0"/>
                    <a:pt x="2" y="0"/>
                    <a:pt x="2" y="0"/>
                  </a:cubicBezTo>
                  <a:cubicBezTo>
                    <a:pt x="1" y="0"/>
                    <a:pt x="0" y="0"/>
                    <a:pt x="0" y="1"/>
                  </a:cubicBezTo>
                  <a:cubicBezTo>
                    <a:pt x="0" y="2"/>
                    <a:pt x="0" y="2"/>
                    <a:pt x="0" y="2"/>
                  </a:cubicBezTo>
                  <a:cubicBezTo>
                    <a:pt x="0" y="3"/>
                    <a:pt x="1" y="3"/>
                    <a:pt x="2" y="3"/>
                  </a:cubicBezTo>
                  <a:cubicBezTo>
                    <a:pt x="2" y="3"/>
                    <a:pt x="2" y="3"/>
                    <a:pt x="2" y="3"/>
                  </a:cubicBezTo>
                  <a:cubicBezTo>
                    <a:pt x="3" y="3"/>
                    <a:pt x="3" y="3"/>
                    <a:pt x="3" y="2"/>
                  </a:cubicBezTo>
                  <a:cubicBezTo>
                    <a:pt x="3" y="1"/>
                    <a:pt x="3" y="1"/>
                    <a:pt x="3" y="1"/>
                  </a:cubicBezTo>
                  <a:cubicBezTo>
                    <a:pt x="3" y="0"/>
                    <a:pt x="3" y="0"/>
                    <a:pt x="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7" name="Freeform 28">
              <a:extLst>
                <a:ext uri="{FF2B5EF4-FFF2-40B4-BE49-F238E27FC236}">
                  <a16:creationId xmlns:a16="http://schemas.microsoft.com/office/drawing/2014/main" id="{84EE0685-B581-C94D-608A-58D866F3F606}"/>
                </a:ext>
              </a:extLst>
            </p:cNvPr>
            <p:cNvSpPr>
              <a:spLocks/>
            </p:cNvSpPr>
            <p:nvPr/>
          </p:nvSpPr>
          <p:spPr bwMode="auto">
            <a:xfrm>
              <a:off x="7320650" y="2465003"/>
              <a:ext cx="6509" cy="26036"/>
            </a:xfrm>
            <a:custGeom>
              <a:avLst/>
              <a:gdLst>
                <a:gd name="T0" fmla="*/ 1 w 2"/>
                <a:gd name="T1" fmla="*/ 0 h 8"/>
                <a:gd name="T2" fmla="*/ 1 w 2"/>
                <a:gd name="T3" fmla="*/ 0 h 8"/>
                <a:gd name="T4" fmla="*/ 0 w 2"/>
                <a:gd name="T5" fmla="*/ 1 h 8"/>
                <a:gd name="T6" fmla="*/ 0 w 2"/>
                <a:gd name="T7" fmla="*/ 7 h 8"/>
                <a:gd name="T8" fmla="*/ 1 w 2"/>
                <a:gd name="T9" fmla="*/ 8 h 8"/>
                <a:gd name="T10" fmla="*/ 1 w 2"/>
                <a:gd name="T11" fmla="*/ 8 h 8"/>
                <a:gd name="T12" fmla="*/ 2 w 2"/>
                <a:gd name="T13" fmla="*/ 7 h 8"/>
                <a:gd name="T14" fmla="*/ 2 w 2"/>
                <a:gd name="T15" fmla="*/ 1 h 8"/>
                <a:gd name="T16" fmla="*/ 1 w 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8">
                  <a:moveTo>
                    <a:pt x="1" y="0"/>
                  </a:moveTo>
                  <a:cubicBezTo>
                    <a:pt x="1" y="0"/>
                    <a:pt x="1" y="0"/>
                    <a:pt x="1" y="0"/>
                  </a:cubicBezTo>
                  <a:cubicBezTo>
                    <a:pt x="0" y="0"/>
                    <a:pt x="0" y="1"/>
                    <a:pt x="0" y="1"/>
                  </a:cubicBezTo>
                  <a:cubicBezTo>
                    <a:pt x="0" y="7"/>
                    <a:pt x="0" y="7"/>
                    <a:pt x="0" y="7"/>
                  </a:cubicBezTo>
                  <a:cubicBezTo>
                    <a:pt x="0" y="8"/>
                    <a:pt x="0" y="8"/>
                    <a:pt x="1" y="8"/>
                  </a:cubicBezTo>
                  <a:cubicBezTo>
                    <a:pt x="1" y="8"/>
                    <a:pt x="1" y="8"/>
                    <a:pt x="1" y="8"/>
                  </a:cubicBezTo>
                  <a:cubicBezTo>
                    <a:pt x="2" y="8"/>
                    <a:pt x="2" y="8"/>
                    <a:pt x="2" y="7"/>
                  </a:cubicBezTo>
                  <a:cubicBezTo>
                    <a:pt x="2" y="1"/>
                    <a:pt x="2" y="1"/>
                    <a:pt x="2" y="1"/>
                  </a:cubicBezTo>
                  <a:cubicBezTo>
                    <a:pt x="2" y="1"/>
                    <a:pt x="2"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8" name="Freeform 29">
              <a:extLst>
                <a:ext uri="{FF2B5EF4-FFF2-40B4-BE49-F238E27FC236}">
                  <a16:creationId xmlns:a16="http://schemas.microsoft.com/office/drawing/2014/main" id="{16709050-CD05-9428-FD63-F29E6000D530}"/>
                </a:ext>
              </a:extLst>
            </p:cNvPr>
            <p:cNvSpPr>
              <a:spLocks/>
            </p:cNvSpPr>
            <p:nvPr/>
          </p:nvSpPr>
          <p:spPr bwMode="auto">
            <a:xfrm>
              <a:off x="7213250" y="2465003"/>
              <a:ext cx="26036" cy="26036"/>
            </a:xfrm>
            <a:custGeom>
              <a:avLst/>
              <a:gdLst>
                <a:gd name="T0" fmla="*/ 12 w 16"/>
                <a:gd name="T1" fmla="*/ 0 h 16"/>
                <a:gd name="T2" fmla="*/ 8 w 16"/>
                <a:gd name="T3" fmla="*/ 14 h 16"/>
                <a:gd name="T4" fmla="*/ 4 w 16"/>
                <a:gd name="T5" fmla="*/ 0 h 16"/>
                <a:gd name="T6" fmla="*/ 0 w 16"/>
                <a:gd name="T7" fmla="*/ 0 h 16"/>
                <a:gd name="T8" fmla="*/ 0 w 16"/>
                <a:gd name="T9" fmla="*/ 16 h 16"/>
                <a:gd name="T10" fmla="*/ 2 w 16"/>
                <a:gd name="T11" fmla="*/ 16 h 16"/>
                <a:gd name="T12" fmla="*/ 2 w 16"/>
                <a:gd name="T13" fmla="*/ 4 h 16"/>
                <a:gd name="T14" fmla="*/ 2 w 16"/>
                <a:gd name="T15" fmla="*/ 4 h 16"/>
                <a:gd name="T16" fmla="*/ 8 w 16"/>
                <a:gd name="T17" fmla="*/ 16 h 16"/>
                <a:gd name="T18" fmla="*/ 8 w 16"/>
                <a:gd name="T19" fmla="*/ 16 h 16"/>
                <a:gd name="T20" fmla="*/ 14 w 16"/>
                <a:gd name="T21" fmla="*/ 4 h 16"/>
                <a:gd name="T22" fmla="*/ 14 w 16"/>
                <a:gd name="T23" fmla="*/ 4 h 16"/>
                <a:gd name="T24" fmla="*/ 14 w 16"/>
                <a:gd name="T25" fmla="*/ 16 h 16"/>
                <a:gd name="T26" fmla="*/ 16 w 16"/>
                <a:gd name="T27" fmla="*/ 16 h 16"/>
                <a:gd name="T28" fmla="*/ 16 w 16"/>
                <a:gd name="T29" fmla="*/ 0 h 16"/>
                <a:gd name="T30" fmla="*/ 12 w 16"/>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6">
                  <a:moveTo>
                    <a:pt x="12" y="0"/>
                  </a:moveTo>
                  <a:lnTo>
                    <a:pt x="8" y="14"/>
                  </a:lnTo>
                  <a:lnTo>
                    <a:pt x="4" y="0"/>
                  </a:lnTo>
                  <a:lnTo>
                    <a:pt x="0" y="0"/>
                  </a:lnTo>
                  <a:lnTo>
                    <a:pt x="0" y="16"/>
                  </a:lnTo>
                  <a:lnTo>
                    <a:pt x="2" y="16"/>
                  </a:lnTo>
                  <a:lnTo>
                    <a:pt x="2" y="4"/>
                  </a:lnTo>
                  <a:lnTo>
                    <a:pt x="2" y="4"/>
                  </a:lnTo>
                  <a:lnTo>
                    <a:pt x="8" y="16"/>
                  </a:lnTo>
                  <a:lnTo>
                    <a:pt x="8" y="16"/>
                  </a:lnTo>
                  <a:lnTo>
                    <a:pt x="14" y="4"/>
                  </a:lnTo>
                  <a:lnTo>
                    <a:pt x="14" y="4"/>
                  </a:lnTo>
                  <a:lnTo>
                    <a:pt x="14" y="16"/>
                  </a:lnTo>
                  <a:lnTo>
                    <a:pt x="16" y="16"/>
                  </a:lnTo>
                  <a:lnTo>
                    <a:pt x="16" y="0"/>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sp>
          <p:nvSpPr>
            <p:cNvPr id="59" name="Freeform 30">
              <a:extLst>
                <a:ext uri="{FF2B5EF4-FFF2-40B4-BE49-F238E27FC236}">
                  <a16:creationId xmlns:a16="http://schemas.microsoft.com/office/drawing/2014/main" id="{0D56973C-987D-FEB3-4C32-C3DE5DF6D740}"/>
                </a:ext>
              </a:extLst>
            </p:cNvPr>
            <p:cNvSpPr>
              <a:spLocks/>
            </p:cNvSpPr>
            <p:nvPr/>
          </p:nvSpPr>
          <p:spPr bwMode="auto">
            <a:xfrm>
              <a:off x="7307632" y="2471512"/>
              <a:ext cx="6509" cy="19527"/>
            </a:xfrm>
            <a:custGeom>
              <a:avLst/>
              <a:gdLst>
                <a:gd name="T0" fmla="*/ 1 w 2"/>
                <a:gd name="T1" fmla="*/ 0 h 6"/>
                <a:gd name="T2" fmla="*/ 1 w 2"/>
                <a:gd name="T3" fmla="*/ 0 h 6"/>
                <a:gd name="T4" fmla="*/ 0 w 2"/>
                <a:gd name="T5" fmla="*/ 2 h 6"/>
                <a:gd name="T6" fmla="*/ 0 w 2"/>
                <a:gd name="T7" fmla="*/ 5 h 6"/>
                <a:gd name="T8" fmla="*/ 1 w 2"/>
                <a:gd name="T9" fmla="*/ 6 h 6"/>
                <a:gd name="T10" fmla="*/ 1 w 2"/>
                <a:gd name="T11" fmla="*/ 6 h 6"/>
                <a:gd name="T12" fmla="*/ 2 w 2"/>
                <a:gd name="T13" fmla="*/ 5 h 6"/>
                <a:gd name="T14" fmla="*/ 2 w 2"/>
                <a:gd name="T15" fmla="*/ 2 h 6"/>
                <a:gd name="T16" fmla="*/ 1 w 2"/>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1" y="0"/>
                  </a:moveTo>
                  <a:cubicBezTo>
                    <a:pt x="1" y="0"/>
                    <a:pt x="1" y="0"/>
                    <a:pt x="1" y="0"/>
                  </a:cubicBezTo>
                  <a:cubicBezTo>
                    <a:pt x="0" y="0"/>
                    <a:pt x="0" y="1"/>
                    <a:pt x="0" y="2"/>
                  </a:cubicBezTo>
                  <a:cubicBezTo>
                    <a:pt x="0" y="5"/>
                    <a:pt x="0" y="5"/>
                    <a:pt x="0" y="5"/>
                  </a:cubicBezTo>
                  <a:cubicBezTo>
                    <a:pt x="0" y="6"/>
                    <a:pt x="0" y="6"/>
                    <a:pt x="1" y="6"/>
                  </a:cubicBezTo>
                  <a:cubicBezTo>
                    <a:pt x="1" y="6"/>
                    <a:pt x="1" y="6"/>
                    <a:pt x="1" y="6"/>
                  </a:cubicBezTo>
                  <a:cubicBezTo>
                    <a:pt x="2" y="6"/>
                    <a:pt x="2" y="6"/>
                    <a:pt x="2" y="5"/>
                  </a:cubicBezTo>
                  <a:cubicBezTo>
                    <a:pt x="2" y="2"/>
                    <a:pt x="2" y="2"/>
                    <a:pt x="2" y="2"/>
                  </a:cubicBezTo>
                  <a:cubicBezTo>
                    <a:pt x="2" y="1"/>
                    <a:pt x="2" y="0"/>
                    <a:pt x="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pPr algn="ctr"/>
              <a:endParaRPr lang="en-US" sz="800"/>
            </a:p>
          </p:txBody>
        </p:sp>
      </p:grpSp>
      <p:sp>
        <p:nvSpPr>
          <p:cNvPr id="61" name="Bildplatzhalter 37">
            <a:extLst>
              <a:ext uri="{FF2B5EF4-FFF2-40B4-BE49-F238E27FC236}">
                <a16:creationId xmlns:a16="http://schemas.microsoft.com/office/drawing/2014/main" id="{5DB36E10-0B18-98AE-4315-78BDED8894A5}"/>
              </a:ext>
            </a:extLst>
          </p:cNvPr>
          <p:cNvSpPr>
            <a:spLocks noGrp="1"/>
          </p:cNvSpPr>
          <p:nvPr>
            <p:ph type="pic" sz="quarter" idx="22"/>
          </p:nvPr>
        </p:nvSpPr>
        <p:spPr>
          <a:xfrm>
            <a:off x="5087155" y="2431904"/>
            <a:ext cx="2510152" cy="3276014"/>
          </a:xfrm>
          <a:custGeom>
            <a:avLst/>
            <a:gdLst>
              <a:gd name="connsiteX0" fmla="*/ 106268 w 2517211"/>
              <a:gd name="connsiteY0" fmla="*/ 0 h 3285589"/>
              <a:gd name="connsiteX1" fmla="*/ 2410944 w 2517211"/>
              <a:gd name="connsiteY1" fmla="*/ 0 h 3285589"/>
              <a:gd name="connsiteX2" fmla="*/ 2517211 w 2517211"/>
              <a:gd name="connsiteY2" fmla="*/ 105139 h 3285589"/>
              <a:gd name="connsiteX3" fmla="*/ 2517211 w 2517211"/>
              <a:gd name="connsiteY3" fmla="*/ 3180451 h 3285589"/>
              <a:gd name="connsiteX4" fmla="*/ 2410944 w 2517211"/>
              <a:gd name="connsiteY4" fmla="*/ 3285589 h 3285589"/>
              <a:gd name="connsiteX5" fmla="*/ 106268 w 2517211"/>
              <a:gd name="connsiteY5" fmla="*/ 3285589 h 3285589"/>
              <a:gd name="connsiteX6" fmla="*/ 0 w 2517211"/>
              <a:gd name="connsiteY6" fmla="*/ 3180451 h 3285589"/>
              <a:gd name="connsiteX7" fmla="*/ 0 w 2517211"/>
              <a:gd name="connsiteY7" fmla="*/ 105139 h 3285589"/>
              <a:gd name="connsiteX8" fmla="*/ 106268 w 2517211"/>
              <a:gd name="connsiteY8" fmla="*/ 0 h 3285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17211" h="3285589">
                <a:moveTo>
                  <a:pt x="106268" y="0"/>
                </a:moveTo>
                <a:cubicBezTo>
                  <a:pt x="2410944" y="0"/>
                  <a:pt x="2410944" y="0"/>
                  <a:pt x="2410944" y="0"/>
                </a:cubicBezTo>
                <a:cubicBezTo>
                  <a:pt x="2467399" y="0"/>
                  <a:pt x="2517211" y="49284"/>
                  <a:pt x="2517211" y="105139"/>
                </a:cubicBezTo>
                <a:cubicBezTo>
                  <a:pt x="2517211" y="3180451"/>
                  <a:pt x="2517211" y="3180451"/>
                  <a:pt x="2517211" y="3180451"/>
                </a:cubicBezTo>
                <a:cubicBezTo>
                  <a:pt x="2517211" y="3239591"/>
                  <a:pt x="2467399" y="3285589"/>
                  <a:pt x="2410944" y="3285589"/>
                </a:cubicBezTo>
                <a:cubicBezTo>
                  <a:pt x="106268" y="3285589"/>
                  <a:pt x="106268" y="3285589"/>
                  <a:pt x="106268" y="3285589"/>
                </a:cubicBezTo>
                <a:cubicBezTo>
                  <a:pt x="46493" y="3285589"/>
                  <a:pt x="0" y="3239591"/>
                  <a:pt x="0" y="3180451"/>
                </a:cubicBezTo>
                <a:cubicBezTo>
                  <a:pt x="0" y="105139"/>
                  <a:pt x="0" y="105139"/>
                  <a:pt x="0" y="105139"/>
                </a:cubicBezTo>
                <a:cubicBezTo>
                  <a:pt x="0" y="49284"/>
                  <a:pt x="46493" y="0"/>
                  <a:pt x="106268" y="0"/>
                </a:cubicBezTo>
                <a:close/>
              </a:path>
            </a:pathLst>
          </a:custGeom>
        </p:spPr>
        <p:txBody>
          <a:bodyPr anchor="ctr" anchorCtr="1"/>
          <a:lstStyle/>
          <a:p>
            <a:r>
              <a:rPr lang="de-DE"/>
              <a:t>Bild durch Klicken auf Symbol hinzufügen</a:t>
            </a:r>
          </a:p>
        </p:txBody>
      </p:sp>
      <p:sp>
        <p:nvSpPr>
          <p:cNvPr id="62" name="Freeform 11">
            <a:extLst>
              <a:ext uri="{FF2B5EF4-FFF2-40B4-BE49-F238E27FC236}">
                <a16:creationId xmlns:a16="http://schemas.microsoft.com/office/drawing/2014/main" id="{28B13D21-6B76-712D-579C-747AFB9E6709}"/>
              </a:ext>
            </a:extLst>
          </p:cNvPr>
          <p:cNvSpPr>
            <a:spLocks noEditPoints="1"/>
          </p:cNvSpPr>
          <p:nvPr userDrawn="1"/>
        </p:nvSpPr>
        <p:spPr bwMode="auto">
          <a:xfrm>
            <a:off x="5073390" y="2380385"/>
            <a:ext cx="2559698" cy="3353808"/>
          </a:xfrm>
          <a:custGeom>
            <a:avLst/>
            <a:gdLst>
              <a:gd name="T0" fmla="*/ 44 w 787"/>
              <a:gd name="T1" fmla="*/ 1018 h 1031"/>
              <a:gd name="T2" fmla="*/ 12 w 787"/>
              <a:gd name="T3" fmla="*/ 986 h 1031"/>
              <a:gd name="T4" fmla="*/ 12 w 787"/>
              <a:gd name="T5" fmla="*/ 50 h 1031"/>
              <a:gd name="T6" fmla="*/ 44 w 787"/>
              <a:gd name="T7" fmla="*/ 18 h 1031"/>
              <a:gd name="T8" fmla="*/ 738 w 787"/>
              <a:gd name="T9" fmla="*/ 18 h 1031"/>
              <a:gd name="T10" fmla="*/ 770 w 787"/>
              <a:gd name="T11" fmla="*/ 50 h 1031"/>
              <a:gd name="T12" fmla="*/ 770 w 787"/>
              <a:gd name="T13" fmla="*/ 986 h 1031"/>
              <a:gd name="T14" fmla="*/ 738 w 787"/>
              <a:gd name="T15" fmla="*/ 1018 h 1031"/>
              <a:gd name="T16" fmla="*/ 44 w 787"/>
              <a:gd name="T17" fmla="*/ 1018 h 1031"/>
              <a:gd name="T18" fmla="*/ 782 w 787"/>
              <a:gd name="T19" fmla="*/ 986 h 1031"/>
              <a:gd name="T20" fmla="*/ 782 w 787"/>
              <a:gd name="T21" fmla="*/ 162 h 1031"/>
              <a:gd name="T22" fmla="*/ 786 w 787"/>
              <a:gd name="T23" fmla="*/ 162 h 1031"/>
              <a:gd name="T24" fmla="*/ 787 w 787"/>
              <a:gd name="T25" fmla="*/ 161 h 1031"/>
              <a:gd name="T26" fmla="*/ 787 w 787"/>
              <a:gd name="T27" fmla="*/ 125 h 1031"/>
              <a:gd name="T28" fmla="*/ 786 w 787"/>
              <a:gd name="T29" fmla="*/ 123 h 1031"/>
              <a:gd name="T30" fmla="*/ 782 w 787"/>
              <a:gd name="T31" fmla="*/ 123 h 1031"/>
              <a:gd name="T32" fmla="*/ 782 w 787"/>
              <a:gd name="T33" fmla="*/ 112 h 1031"/>
              <a:gd name="T34" fmla="*/ 786 w 787"/>
              <a:gd name="T35" fmla="*/ 112 h 1031"/>
              <a:gd name="T36" fmla="*/ 787 w 787"/>
              <a:gd name="T37" fmla="*/ 111 h 1031"/>
              <a:gd name="T38" fmla="*/ 787 w 787"/>
              <a:gd name="T39" fmla="*/ 74 h 1031"/>
              <a:gd name="T40" fmla="*/ 786 w 787"/>
              <a:gd name="T41" fmla="*/ 73 h 1031"/>
              <a:gd name="T42" fmla="*/ 782 w 787"/>
              <a:gd name="T43" fmla="*/ 73 h 1031"/>
              <a:gd name="T44" fmla="*/ 782 w 787"/>
              <a:gd name="T45" fmla="*/ 50 h 1031"/>
              <a:gd name="T46" fmla="*/ 738 w 787"/>
              <a:gd name="T47" fmla="*/ 6 h 1031"/>
              <a:gd name="T48" fmla="*/ 738 w 787"/>
              <a:gd name="T49" fmla="*/ 1 h 1031"/>
              <a:gd name="T50" fmla="*/ 737 w 787"/>
              <a:gd name="T51" fmla="*/ 0 h 1031"/>
              <a:gd name="T52" fmla="*/ 701 w 787"/>
              <a:gd name="T53" fmla="*/ 0 h 1031"/>
              <a:gd name="T54" fmla="*/ 699 w 787"/>
              <a:gd name="T55" fmla="*/ 1 h 1031"/>
              <a:gd name="T56" fmla="*/ 699 w 787"/>
              <a:gd name="T57" fmla="*/ 6 h 1031"/>
              <a:gd name="T58" fmla="*/ 44 w 787"/>
              <a:gd name="T59" fmla="*/ 6 h 1031"/>
              <a:gd name="T60" fmla="*/ 0 w 787"/>
              <a:gd name="T61" fmla="*/ 50 h 1031"/>
              <a:gd name="T62" fmla="*/ 0 w 787"/>
              <a:gd name="T63" fmla="*/ 986 h 1031"/>
              <a:gd name="T64" fmla="*/ 44 w 787"/>
              <a:gd name="T65" fmla="*/ 1031 h 1031"/>
              <a:gd name="T66" fmla="*/ 738 w 787"/>
              <a:gd name="T67" fmla="*/ 1031 h 1031"/>
              <a:gd name="T68" fmla="*/ 782 w 787"/>
              <a:gd name="T69" fmla="*/ 986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87" h="1031">
                <a:moveTo>
                  <a:pt x="44" y="1018"/>
                </a:moveTo>
                <a:cubicBezTo>
                  <a:pt x="26" y="1018"/>
                  <a:pt x="12" y="1004"/>
                  <a:pt x="12" y="986"/>
                </a:cubicBezTo>
                <a:cubicBezTo>
                  <a:pt x="12" y="50"/>
                  <a:pt x="12" y="50"/>
                  <a:pt x="12" y="50"/>
                </a:cubicBezTo>
                <a:cubicBezTo>
                  <a:pt x="12" y="33"/>
                  <a:pt x="26" y="18"/>
                  <a:pt x="44" y="18"/>
                </a:cubicBezTo>
                <a:cubicBezTo>
                  <a:pt x="738" y="18"/>
                  <a:pt x="738" y="18"/>
                  <a:pt x="738" y="18"/>
                </a:cubicBezTo>
                <a:cubicBezTo>
                  <a:pt x="755" y="18"/>
                  <a:pt x="770" y="33"/>
                  <a:pt x="770" y="50"/>
                </a:cubicBezTo>
                <a:cubicBezTo>
                  <a:pt x="770" y="986"/>
                  <a:pt x="770" y="986"/>
                  <a:pt x="770" y="986"/>
                </a:cubicBezTo>
                <a:cubicBezTo>
                  <a:pt x="770" y="1004"/>
                  <a:pt x="755" y="1018"/>
                  <a:pt x="738" y="1018"/>
                </a:cubicBezTo>
                <a:cubicBezTo>
                  <a:pt x="44" y="1018"/>
                  <a:pt x="44" y="1018"/>
                  <a:pt x="44" y="1018"/>
                </a:cubicBezTo>
                <a:moveTo>
                  <a:pt x="782" y="986"/>
                </a:moveTo>
                <a:cubicBezTo>
                  <a:pt x="782" y="162"/>
                  <a:pt x="782" y="162"/>
                  <a:pt x="782" y="162"/>
                </a:cubicBezTo>
                <a:cubicBezTo>
                  <a:pt x="786" y="162"/>
                  <a:pt x="786" y="162"/>
                  <a:pt x="786" y="162"/>
                </a:cubicBezTo>
                <a:cubicBezTo>
                  <a:pt x="787" y="162"/>
                  <a:pt x="787" y="161"/>
                  <a:pt x="787" y="161"/>
                </a:cubicBezTo>
                <a:cubicBezTo>
                  <a:pt x="787" y="125"/>
                  <a:pt x="787" y="125"/>
                  <a:pt x="787" y="125"/>
                </a:cubicBezTo>
                <a:cubicBezTo>
                  <a:pt x="787" y="124"/>
                  <a:pt x="787" y="123"/>
                  <a:pt x="786" y="123"/>
                </a:cubicBezTo>
                <a:cubicBezTo>
                  <a:pt x="782" y="123"/>
                  <a:pt x="782" y="123"/>
                  <a:pt x="782" y="123"/>
                </a:cubicBezTo>
                <a:cubicBezTo>
                  <a:pt x="782" y="112"/>
                  <a:pt x="782" y="112"/>
                  <a:pt x="782" y="112"/>
                </a:cubicBezTo>
                <a:cubicBezTo>
                  <a:pt x="786" y="112"/>
                  <a:pt x="786" y="112"/>
                  <a:pt x="786" y="112"/>
                </a:cubicBezTo>
                <a:cubicBezTo>
                  <a:pt x="787" y="112"/>
                  <a:pt x="787" y="111"/>
                  <a:pt x="787" y="111"/>
                </a:cubicBezTo>
                <a:cubicBezTo>
                  <a:pt x="787" y="74"/>
                  <a:pt x="787" y="74"/>
                  <a:pt x="787" y="74"/>
                </a:cubicBezTo>
                <a:cubicBezTo>
                  <a:pt x="787" y="74"/>
                  <a:pt x="787" y="73"/>
                  <a:pt x="786" y="73"/>
                </a:cubicBezTo>
                <a:cubicBezTo>
                  <a:pt x="782" y="73"/>
                  <a:pt x="782" y="73"/>
                  <a:pt x="782" y="73"/>
                </a:cubicBezTo>
                <a:cubicBezTo>
                  <a:pt x="782" y="50"/>
                  <a:pt x="782" y="50"/>
                  <a:pt x="782" y="50"/>
                </a:cubicBezTo>
                <a:cubicBezTo>
                  <a:pt x="782" y="26"/>
                  <a:pt x="763" y="6"/>
                  <a:pt x="738" y="6"/>
                </a:cubicBezTo>
                <a:cubicBezTo>
                  <a:pt x="738" y="1"/>
                  <a:pt x="738" y="1"/>
                  <a:pt x="738" y="1"/>
                </a:cubicBezTo>
                <a:cubicBezTo>
                  <a:pt x="738" y="0"/>
                  <a:pt x="738" y="0"/>
                  <a:pt x="737" y="0"/>
                </a:cubicBezTo>
                <a:cubicBezTo>
                  <a:pt x="701" y="0"/>
                  <a:pt x="701" y="0"/>
                  <a:pt x="701" y="0"/>
                </a:cubicBezTo>
                <a:cubicBezTo>
                  <a:pt x="700" y="0"/>
                  <a:pt x="699" y="0"/>
                  <a:pt x="699" y="1"/>
                </a:cubicBezTo>
                <a:cubicBezTo>
                  <a:pt x="699" y="6"/>
                  <a:pt x="699" y="6"/>
                  <a:pt x="699" y="6"/>
                </a:cubicBezTo>
                <a:cubicBezTo>
                  <a:pt x="44" y="6"/>
                  <a:pt x="44" y="6"/>
                  <a:pt x="44" y="6"/>
                </a:cubicBezTo>
                <a:cubicBezTo>
                  <a:pt x="19" y="6"/>
                  <a:pt x="0" y="26"/>
                  <a:pt x="0" y="50"/>
                </a:cubicBezTo>
                <a:cubicBezTo>
                  <a:pt x="0" y="986"/>
                  <a:pt x="0" y="986"/>
                  <a:pt x="0" y="986"/>
                </a:cubicBezTo>
                <a:cubicBezTo>
                  <a:pt x="0" y="1011"/>
                  <a:pt x="19" y="1031"/>
                  <a:pt x="44" y="1031"/>
                </a:cubicBezTo>
                <a:cubicBezTo>
                  <a:pt x="738" y="1031"/>
                  <a:pt x="738" y="1031"/>
                  <a:pt x="738" y="1031"/>
                </a:cubicBezTo>
                <a:cubicBezTo>
                  <a:pt x="762" y="1031"/>
                  <a:pt x="782" y="1011"/>
                  <a:pt x="782" y="986"/>
                </a:cubicBezTo>
              </a:path>
            </a:pathLst>
          </a:custGeom>
          <a:solidFill>
            <a:srgbClr val="2F3941"/>
          </a:solidFill>
          <a:ln>
            <a:noFill/>
          </a:ln>
        </p:spPr>
        <p:txBody>
          <a:bodyPr vert="horz" wrap="square" lIns="114942" tIns="57471" rIns="114942" bIns="57471" numCol="1" anchor="ctr" anchorCtr="1" compatLnSpc="1">
            <a:prstTxWarp prst="textNoShape">
              <a:avLst/>
            </a:prstTxWarp>
          </a:bodyPr>
          <a:lstStyle/>
          <a:p>
            <a:endParaRPr lang="en-US" sz="2263"/>
          </a:p>
        </p:txBody>
      </p:sp>
      <p:grpSp>
        <p:nvGrpSpPr>
          <p:cNvPr id="63" name="Group 27">
            <a:extLst>
              <a:ext uri="{FF2B5EF4-FFF2-40B4-BE49-F238E27FC236}">
                <a16:creationId xmlns:a16="http://schemas.microsoft.com/office/drawing/2014/main" id="{493FED0C-F8A8-9E5C-7B0F-0CF4BACAF300}"/>
              </a:ext>
            </a:extLst>
          </p:cNvPr>
          <p:cNvGrpSpPr/>
          <p:nvPr userDrawn="1"/>
        </p:nvGrpSpPr>
        <p:grpSpPr>
          <a:xfrm>
            <a:off x="7105852" y="2461748"/>
            <a:ext cx="364509" cy="29294"/>
            <a:chOff x="7105852" y="2461748"/>
            <a:chExt cx="364509" cy="29294"/>
          </a:xfrm>
        </p:grpSpPr>
        <p:sp>
          <p:nvSpPr>
            <p:cNvPr id="64" name="Freeform 16">
              <a:extLst>
                <a:ext uri="{FF2B5EF4-FFF2-40B4-BE49-F238E27FC236}">
                  <a16:creationId xmlns:a16="http://schemas.microsoft.com/office/drawing/2014/main" id="{D41CE1ED-C9F2-985C-A028-DDF6F2CA5840}"/>
                </a:ext>
              </a:extLst>
            </p:cNvPr>
            <p:cNvSpPr>
              <a:spLocks/>
            </p:cNvSpPr>
            <p:nvPr/>
          </p:nvSpPr>
          <p:spPr bwMode="auto">
            <a:xfrm>
              <a:off x="7138398" y="2465003"/>
              <a:ext cx="16273" cy="26036"/>
            </a:xfrm>
            <a:custGeom>
              <a:avLst/>
              <a:gdLst>
                <a:gd name="T0" fmla="*/ 3 w 5"/>
                <a:gd name="T1" fmla="*/ 4 h 8"/>
                <a:gd name="T2" fmla="*/ 3 w 5"/>
                <a:gd name="T3" fmla="*/ 4 h 8"/>
                <a:gd name="T4" fmla="*/ 4 w 5"/>
                <a:gd name="T5" fmla="*/ 3 h 8"/>
                <a:gd name="T6" fmla="*/ 4 w 5"/>
                <a:gd name="T7" fmla="*/ 2 h 8"/>
                <a:gd name="T8" fmla="*/ 4 w 5"/>
                <a:gd name="T9" fmla="*/ 1 h 8"/>
                <a:gd name="T10" fmla="*/ 4 w 5"/>
                <a:gd name="T11" fmla="*/ 1 h 8"/>
                <a:gd name="T12" fmla="*/ 3 w 5"/>
                <a:gd name="T13" fmla="*/ 0 h 8"/>
                <a:gd name="T14" fmla="*/ 2 w 5"/>
                <a:gd name="T15" fmla="*/ 0 h 8"/>
                <a:gd name="T16" fmla="*/ 1 w 5"/>
                <a:gd name="T17" fmla="*/ 0 h 8"/>
                <a:gd name="T18" fmla="*/ 0 w 5"/>
                <a:gd name="T19" fmla="*/ 1 h 8"/>
                <a:gd name="T20" fmla="*/ 0 w 5"/>
                <a:gd name="T21" fmla="*/ 2 h 8"/>
                <a:gd name="T22" fmla="*/ 0 w 5"/>
                <a:gd name="T23" fmla="*/ 3 h 8"/>
                <a:gd name="T24" fmla="*/ 1 w 5"/>
                <a:gd name="T25" fmla="*/ 3 h 8"/>
                <a:gd name="T26" fmla="*/ 1 w 5"/>
                <a:gd name="T27" fmla="*/ 2 h 8"/>
                <a:gd name="T28" fmla="*/ 1 w 5"/>
                <a:gd name="T29" fmla="*/ 2 h 8"/>
                <a:gd name="T30" fmla="*/ 1 w 5"/>
                <a:gd name="T31" fmla="*/ 1 h 8"/>
                <a:gd name="T32" fmla="*/ 2 w 5"/>
                <a:gd name="T33" fmla="*/ 1 h 8"/>
                <a:gd name="T34" fmla="*/ 3 w 5"/>
                <a:gd name="T35" fmla="*/ 1 h 8"/>
                <a:gd name="T36" fmla="*/ 3 w 5"/>
                <a:gd name="T37" fmla="*/ 2 h 8"/>
                <a:gd name="T38" fmla="*/ 3 w 5"/>
                <a:gd name="T39" fmla="*/ 3 h 8"/>
                <a:gd name="T40" fmla="*/ 3 w 5"/>
                <a:gd name="T41" fmla="*/ 3 h 8"/>
                <a:gd name="T42" fmla="*/ 2 w 5"/>
                <a:gd name="T43" fmla="*/ 3 h 8"/>
                <a:gd name="T44" fmla="*/ 2 w 5"/>
                <a:gd name="T45" fmla="*/ 4 h 8"/>
                <a:gd name="T46" fmla="*/ 2 w 5"/>
                <a:gd name="T47" fmla="*/ 4 h 8"/>
                <a:gd name="T48" fmla="*/ 2 w 5"/>
                <a:gd name="T49" fmla="*/ 4 h 8"/>
                <a:gd name="T50" fmla="*/ 2 w 5"/>
                <a:gd name="T51" fmla="*/ 4 h 8"/>
                <a:gd name="T52" fmla="*/ 2 w 5"/>
                <a:gd name="T53" fmla="*/ 4 h 8"/>
                <a:gd name="T54" fmla="*/ 3 w 5"/>
                <a:gd name="T55" fmla="*/ 4 h 8"/>
                <a:gd name="T56" fmla="*/ 3 w 5"/>
                <a:gd name="T57" fmla="*/ 5 h 8"/>
                <a:gd name="T58" fmla="*/ 4 w 5"/>
                <a:gd name="T59" fmla="*/ 5 h 8"/>
                <a:gd name="T60" fmla="*/ 4 w 5"/>
                <a:gd name="T61" fmla="*/ 6 h 8"/>
                <a:gd name="T62" fmla="*/ 4 w 5"/>
                <a:gd name="T63" fmla="*/ 6 h 8"/>
                <a:gd name="T64" fmla="*/ 3 w 5"/>
                <a:gd name="T65" fmla="*/ 7 h 8"/>
                <a:gd name="T66" fmla="*/ 3 w 5"/>
                <a:gd name="T67" fmla="*/ 7 h 8"/>
                <a:gd name="T68" fmla="*/ 2 w 5"/>
                <a:gd name="T69" fmla="*/ 7 h 8"/>
                <a:gd name="T70" fmla="*/ 1 w 5"/>
                <a:gd name="T71" fmla="*/ 7 h 8"/>
                <a:gd name="T72" fmla="*/ 0 w 5"/>
                <a:gd name="T73" fmla="*/ 5 h 8"/>
                <a:gd name="T74" fmla="*/ 0 w 5"/>
                <a:gd name="T75" fmla="*/ 5 h 8"/>
                <a:gd name="T76" fmla="*/ 0 w 5"/>
                <a:gd name="T77" fmla="*/ 6 h 8"/>
                <a:gd name="T78" fmla="*/ 0 w 5"/>
                <a:gd name="T79" fmla="*/ 7 h 8"/>
                <a:gd name="T80" fmla="*/ 1 w 5"/>
                <a:gd name="T81" fmla="*/ 8 h 8"/>
                <a:gd name="T82" fmla="*/ 2 w 5"/>
                <a:gd name="T83" fmla="*/ 8 h 8"/>
                <a:gd name="T84" fmla="*/ 3 w 5"/>
                <a:gd name="T85" fmla="*/ 8 h 8"/>
                <a:gd name="T86" fmla="*/ 4 w 5"/>
                <a:gd name="T87" fmla="*/ 7 h 8"/>
                <a:gd name="T88" fmla="*/ 4 w 5"/>
                <a:gd name="T89" fmla="*/ 7 h 8"/>
                <a:gd name="T90" fmla="*/ 5 w 5"/>
                <a:gd name="T91" fmla="*/ 6 h 8"/>
                <a:gd name="T92" fmla="*/ 4 w 5"/>
                <a:gd name="T93" fmla="*/ 4 h 8"/>
                <a:gd name="T94" fmla="*/ 3 w 5"/>
                <a:gd name="T95"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 h="8">
                  <a:moveTo>
                    <a:pt x="3" y="4"/>
                  </a:moveTo>
                  <a:cubicBezTo>
                    <a:pt x="3" y="4"/>
                    <a:pt x="3" y="4"/>
                    <a:pt x="3" y="4"/>
                  </a:cubicBezTo>
                  <a:cubicBezTo>
                    <a:pt x="4" y="3"/>
                    <a:pt x="4" y="3"/>
                    <a:pt x="4" y="3"/>
                  </a:cubicBezTo>
                  <a:cubicBezTo>
                    <a:pt x="4" y="2"/>
                    <a:pt x="4" y="2"/>
                    <a:pt x="4" y="2"/>
                  </a:cubicBezTo>
                  <a:cubicBezTo>
                    <a:pt x="4" y="1"/>
                    <a:pt x="4" y="1"/>
                    <a:pt x="4" y="1"/>
                  </a:cubicBezTo>
                  <a:cubicBezTo>
                    <a:pt x="4" y="1"/>
                    <a:pt x="4" y="1"/>
                    <a:pt x="4" y="1"/>
                  </a:cubicBezTo>
                  <a:cubicBezTo>
                    <a:pt x="3" y="0"/>
                    <a:pt x="3" y="0"/>
                    <a:pt x="3" y="0"/>
                  </a:cubicBezTo>
                  <a:cubicBezTo>
                    <a:pt x="2" y="0"/>
                    <a:pt x="2" y="0"/>
                    <a:pt x="2" y="0"/>
                  </a:cubicBezTo>
                  <a:cubicBezTo>
                    <a:pt x="2" y="0"/>
                    <a:pt x="1" y="0"/>
                    <a:pt x="1" y="0"/>
                  </a:cubicBezTo>
                  <a:cubicBezTo>
                    <a:pt x="0" y="1"/>
                    <a:pt x="0" y="1"/>
                    <a:pt x="0" y="1"/>
                  </a:cubicBezTo>
                  <a:cubicBezTo>
                    <a:pt x="0" y="2"/>
                    <a:pt x="0" y="2"/>
                    <a:pt x="0" y="2"/>
                  </a:cubicBezTo>
                  <a:cubicBezTo>
                    <a:pt x="0" y="2"/>
                    <a:pt x="0" y="2"/>
                    <a:pt x="0" y="3"/>
                  </a:cubicBezTo>
                  <a:cubicBezTo>
                    <a:pt x="1" y="3"/>
                    <a:pt x="1" y="3"/>
                    <a:pt x="1" y="3"/>
                  </a:cubicBezTo>
                  <a:cubicBezTo>
                    <a:pt x="1" y="2"/>
                    <a:pt x="1" y="2"/>
                    <a:pt x="1" y="2"/>
                  </a:cubicBezTo>
                  <a:cubicBezTo>
                    <a:pt x="1" y="2"/>
                    <a:pt x="1" y="2"/>
                    <a:pt x="1" y="2"/>
                  </a:cubicBezTo>
                  <a:cubicBezTo>
                    <a:pt x="1" y="1"/>
                    <a:pt x="1" y="1"/>
                    <a:pt x="1" y="1"/>
                  </a:cubicBezTo>
                  <a:cubicBezTo>
                    <a:pt x="2" y="1"/>
                    <a:pt x="2" y="1"/>
                    <a:pt x="2" y="1"/>
                  </a:cubicBezTo>
                  <a:cubicBezTo>
                    <a:pt x="2" y="1"/>
                    <a:pt x="3" y="1"/>
                    <a:pt x="3" y="1"/>
                  </a:cubicBezTo>
                  <a:cubicBezTo>
                    <a:pt x="3" y="2"/>
                    <a:pt x="3" y="2"/>
                    <a:pt x="3" y="2"/>
                  </a:cubicBezTo>
                  <a:cubicBezTo>
                    <a:pt x="3" y="3"/>
                    <a:pt x="3" y="3"/>
                    <a:pt x="3" y="3"/>
                  </a:cubicBezTo>
                  <a:cubicBezTo>
                    <a:pt x="3" y="3"/>
                    <a:pt x="3" y="3"/>
                    <a:pt x="3" y="3"/>
                  </a:cubicBezTo>
                  <a:cubicBezTo>
                    <a:pt x="2" y="3"/>
                    <a:pt x="2" y="3"/>
                    <a:pt x="2" y="3"/>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5"/>
                    <a:pt x="3" y="5"/>
                    <a:pt x="3" y="5"/>
                  </a:cubicBezTo>
                  <a:cubicBezTo>
                    <a:pt x="4" y="5"/>
                    <a:pt x="4" y="5"/>
                    <a:pt x="4" y="5"/>
                  </a:cubicBezTo>
                  <a:cubicBezTo>
                    <a:pt x="4" y="6"/>
                    <a:pt x="4" y="6"/>
                    <a:pt x="4" y="6"/>
                  </a:cubicBezTo>
                  <a:cubicBezTo>
                    <a:pt x="4" y="6"/>
                    <a:pt x="4" y="6"/>
                    <a:pt x="4" y="6"/>
                  </a:cubicBezTo>
                  <a:cubicBezTo>
                    <a:pt x="3" y="7"/>
                    <a:pt x="3" y="7"/>
                    <a:pt x="3" y="7"/>
                  </a:cubicBezTo>
                  <a:cubicBezTo>
                    <a:pt x="3" y="7"/>
                    <a:pt x="3" y="7"/>
                    <a:pt x="3" y="7"/>
                  </a:cubicBezTo>
                  <a:cubicBezTo>
                    <a:pt x="2" y="7"/>
                    <a:pt x="2" y="7"/>
                    <a:pt x="2" y="7"/>
                  </a:cubicBezTo>
                  <a:cubicBezTo>
                    <a:pt x="2" y="7"/>
                    <a:pt x="1" y="7"/>
                    <a:pt x="1" y="7"/>
                  </a:cubicBezTo>
                  <a:cubicBezTo>
                    <a:pt x="1" y="6"/>
                    <a:pt x="0" y="6"/>
                    <a:pt x="0" y="5"/>
                  </a:cubicBezTo>
                  <a:cubicBezTo>
                    <a:pt x="0" y="5"/>
                    <a:pt x="0" y="5"/>
                    <a:pt x="0" y="5"/>
                  </a:cubicBezTo>
                  <a:cubicBezTo>
                    <a:pt x="0" y="6"/>
                    <a:pt x="0" y="6"/>
                    <a:pt x="0" y="6"/>
                  </a:cubicBezTo>
                  <a:cubicBezTo>
                    <a:pt x="0" y="7"/>
                    <a:pt x="0" y="7"/>
                    <a:pt x="0" y="7"/>
                  </a:cubicBezTo>
                  <a:cubicBezTo>
                    <a:pt x="1" y="8"/>
                    <a:pt x="1" y="8"/>
                    <a:pt x="1" y="8"/>
                  </a:cubicBezTo>
                  <a:cubicBezTo>
                    <a:pt x="1" y="8"/>
                    <a:pt x="2" y="8"/>
                    <a:pt x="2" y="8"/>
                  </a:cubicBezTo>
                  <a:cubicBezTo>
                    <a:pt x="3" y="8"/>
                    <a:pt x="3" y="8"/>
                    <a:pt x="3" y="8"/>
                  </a:cubicBezTo>
                  <a:cubicBezTo>
                    <a:pt x="4" y="7"/>
                    <a:pt x="4" y="7"/>
                    <a:pt x="4" y="7"/>
                  </a:cubicBezTo>
                  <a:cubicBezTo>
                    <a:pt x="4" y="7"/>
                    <a:pt x="4" y="7"/>
                    <a:pt x="4" y="7"/>
                  </a:cubicBezTo>
                  <a:cubicBezTo>
                    <a:pt x="5" y="6"/>
                    <a:pt x="5" y="6"/>
                    <a:pt x="5" y="6"/>
                  </a:cubicBezTo>
                  <a:cubicBezTo>
                    <a:pt x="5" y="5"/>
                    <a:pt x="4" y="5"/>
                    <a:pt x="4" y="4"/>
                  </a:cubicBezTo>
                  <a:cubicBezTo>
                    <a:pt x="4" y="4"/>
                    <a:pt x="4" y="4"/>
                    <a:pt x="3" y="4"/>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5" name="Freeform 17">
              <a:extLst>
                <a:ext uri="{FF2B5EF4-FFF2-40B4-BE49-F238E27FC236}">
                  <a16:creationId xmlns:a16="http://schemas.microsoft.com/office/drawing/2014/main" id="{A9818088-90EB-7AD9-AC53-B10B75F91BC1}"/>
                </a:ext>
              </a:extLst>
            </p:cNvPr>
            <p:cNvSpPr>
              <a:spLocks noEditPoints="1"/>
            </p:cNvSpPr>
            <p:nvPr/>
          </p:nvSpPr>
          <p:spPr bwMode="auto">
            <a:xfrm>
              <a:off x="7187216" y="2465003"/>
              <a:ext cx="22782" cy="26036"/>
            </a:xfrm>
            <a:custGeom>
              <a:avLst/>
              <a:gdLst>
                <a:gd name="T0" fmla="*/ 6 w 14"/>
                <a:gd name="T1" fmla="*/ 2 h 16"/>
                <a:gd name="T2" fmla="*/ 8 w 14"/>
                <a:gd name="T3" fmla="*/ 2 h 16"/>
                <a:gd name="T4" fmla="*/ 10 w 14"/>
                <a:gd name="T5" fmla="*/ 10 h 16"/>
                <a:gd name="T6" fmla="*/ 4 w 14"/>
                <a:gd name="T7" fmla="*/ 10 h 16"/>
                <a:gd name="T8" fmla="*/ 6 w 14"/>
                <a:gd name="T9" fmla="*/ 2 h 16"/>
                <a:gd name="T10" fmla="*/ 6 w 14"/>
                <a:gd name="T11" fmla="*/ 0 h 16"/>
                <a:gd name="T12" fmla="*/ 0 w 14"/>
                <a:gd name="T13" fmla="*/ 16 h 16"/>
                <a:gd name="T14" fmla="*/ 2 w 14"/>
                <a:gd name="T15" fmla="*/ 16 h 16"/>
                <a:gd name="T16" fmla="*/ 4 w 14"/>
                <a:gd name="T17" fmla="*/ 10 h 16"/>
                <a:gd name="T18" fmla="*/ 10 w 14"/>
                <a:gd name="T19" fmla="*/ 10 h 16"/>
                <a:gd name="T20" fmla="*/ 12 w 14"/>
                <a:gd name="T21" fmla="*/ 16 h 16"/>
                <a:gd name="T22" fmla="*/ 14 w 14"/>
                <a:gd name="T23" fmla="*/ 16 h 16"/>
                <a:gd name="T24" fmla="*/ 8 w 14"/>
                <a:gd name="T25" fmla="*/ 0 h 16"/>
                <a:gd name="T26" fmla="*/ 6 w 14"/>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6">
                  <a:moveTo>
                    <a:pt x="6" y="2"/>
                  </a:moveTo>
                  <a:lnTo>
                    <a:pt x="8" y="2"/>
                  </a:lnTo>
                  <a:lnTo>
                    <a:pt x="10" y="10"/>
                  </a:lnTo>
                  <a:lnTo>
                    <a:pt x="4" y="10"/>
                  </a:lnTo>
                  <a:lnTo>
                    <a:pt x="6" y="2"/>
                  </a:lnTo>
                  <a:close/>
                  <a:moveTo>
                    <a:pt x="6" y="0"/>
                  </a:moveTo>
                  <a:lnTo>
                    <a:pt x="0" y="16"/>
                  </a:lnTo>
                  <a:lnTo>
                    <a:pt x="2" y="16"/>
                  </a:lnTo>
                  <a:lnTo>
                    <a:pt x="4" y="10"/>
                  </a:lnTo>
                  <a:lnTo>
                    <a:pt x="10" y="10"/>
                  </a:lnTo>
                  <a:lnTo>
                    <a:pt x="12" y="16"/>
                  </a:lnTo>
                  <a:lnTo>
                    <a:pt x="14" y="16"/>
                  </a:lnTo>
                  <a:lnTo>
                    <a:pt x="8" y="0"/>
                  </a:lnTo>
                  <a:lnTo>
                    <a:pt x="6" y="0"/>
                  </a:lnTo>
                  <a:close/>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6" name="Freeform 18">
              <a:extLst>
                <a:ext uri="{FF2B5EF4-FFF2-40B4-BE49-F238E27FC236}">
                  <a16:creationId xmlns:a16="http://schemas.microsoft.com/office/drawing/2014/main" id="{35240A0D-E512-2930-599E-A966B2989D09}"/>
                </a:ext>
              </a:extLst>
            </p:cNvPr>
            <p:cNvSpPr>
              <a:spLocks/>
            </p:cNvSpPr>
            <p:nvPr/>
          </p:nvSpPr>
          <p:spPr bwMode="auto">
            <a:xfrm>
              <a:off x="7467106" y="2471512"/>
              <a:ext cx="3255" cy="13018"/>
            </a:xfrm>
            <a:custGeom>
              <a:avLst/>
              <a:gdLst>
                <a:gd name="T0" fmla="*/ 0 w 1"/>
                <a:gd name="T1" fmla="*/ 0 h 4"/>
                <a:gd name="T2" fmla="*/ 0 w 1"/>
                <a:gd name="T3" fmla="*/ 4 h 4"/>
                <a:gd name="T4" fmla="*/ 1 w 1"/>
                <a:gd name="T5" fmla="*/ 2 h 4"/>
                <a:gd name="T6" fmla="*/ 0 w 1"/>
                <a:gd name="T7" fmla="*/ 0 h 4"/>
              </a:gdLst>
              <a:ahLst/>
              <a:cxnLst>
                <a:cxn ang="0">
                  <a:pos x="T0" y="T1"/>
                </a:cxn>
                <a:cxn ang="0">
                  <a:pos x="T2" y="T3"/>
                </a:cxn>
                <a:cxn ang="0">
                  <a:pos x="T4" y="T5"/>
                </a:cxn>
                <a:cxn ang="0">
                  <a:pos x="T6" y="T7"/>
                </a:cxn>
              </a:cxnLst>
              <a:rect l="0" t="0" r="r" b="b"/>
              <a:pathLst>
                <a:path w="1" h="4">
                  <a:moveTo>
                    <a:pt x="0" y="0"/>
                  </a:moveTo>
                  <a:cubicBezTo>
                    <a:pt x="0" y="4"/>
                    <a:pt x="0" y="4"/>
                    <a:pt x="0" y="4"/>
                  </a:cubicBezTo>
                  <a:cubicBezTo>
                    <a:pt x="0" y="4"/>
                    <a:pt x="1" y="3"/>
                    <a:pt x="1" y="2"/>
                  </a:cubicBezTo>
                  <a:cubicBezTo>
                    <a:pt x="1" y="1"/>
                    <a:pt x="0" y="0"/>
                    <a:pt x="0"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7" name="Freeform 19">
              <a:extLst>
                <a:ext uri="{FF2B5EF4-FFF2-40B4-BE49-F238E27FC236}">
                  <a16:creationId xmlns:a16="http://schemas.microsoft.com/office/drawing/2014/main" id="{1BFF8965-8617-414E-6A53-C7626A3F292A}"/>
                </a:ext>
              </a:extLst>
            </p:cNvPr>
            <p:cNvSpPr>
              <a:spLocks noEditPoints="1"/>
            </p:cNvSpPr>
            <p:nvPr/>
          </p:nvSpPr>
          <p:spPr bwMode="auto">
            <a:xfrm>
              <a:off x="7157925" y="2465003"/>
              <a:ext cx="16273" cy="26036"/>
            </a:xfrm>
            <a:custGeom>
              <a:avLst/>
              <a:gdLst>
                <a:gd name="T0" fmla="*/ 4 w 5"/>
                <a:gd name="T1" fmla="*/ 4 h 8"/>
                <a:gd name="T2" fmla="*/ 4 w 5"/>
                <a:gd name="T3" fmla="*/ 5 h 8"/>
                <a:gd name="T4" fmla="*/ 4 w 5"/>
                <a:gd name="T5" fmla="*/ 6 h 8"/>
                <a:gd name="T6" fmla="*/ 3 w 5"/>
                <a:gd name="T7" fmla="*/ 7 h 8"/>
                <a:gd name="T8" fmla="*/ 2 w 5"/>
                <a:gd name="T9" fmla="*/ 7 h 8"/>
                <a:gd name="T10" fmla="*/ 2 w 5"/>
                <a:gd name="T11" fmla="*/ 7 h 8"/>
                <a:gd name="T12" fmla="*/ 1 w 5"/>
                <a:gd name="T13" fmla="*/ 6 h 8"/>
                <a:gd name="T14" fmla="*/ 1 w 5"/>
                <a:gd name="T15" fmla="*/ 5 h 8"/>
                <a:gd name="T16" fmla="*/ 1 w 5"/>
                <a:gd name="T17" fmla="*/ 4 h 8"/>
                <a:gd name="T18" fmla="*/ 1 w 5"/>
                <a:gd name="T19" fmla="*/ 3 h 8"/>
                <a:gd name="T20" fmla="*/ 1 w 5"/>
                <a:gd name="T21" fmla="*/ 3 h 8"/>
                <a:gd name="T22" fmla="*/ 1 w 5"/>
                <a:gd name="T23" fmla="*/ 2 h 8"/>
                <a:gd name="T24" fmla="*/ 1 w 5"/>
                <a:gd name="T25" fmla="*/ 2 h 8"/>
                <a:gd name="T26" fmla="*/ 2 w 5"/>
                <a:gd name="T27" fmla="*/ 1 h 8"/>
                <a:gd name="T28" fmla="*/ 2 w 5"/>
                <a:gd name="T29" fmla="*/ 1 h 8"/>
                <a:gd name="T30" fmla="*/ 3 w 5"/>
                <a:gd name="T31" fmla="*/ 1 h 8"/>
                <a:gd name="T32" fmla="*/ 3 w 5"/>
                <a:gd name="T33" fmla="*/ 2 h 8"/>
                <a:gd name="T34" fmla="*/ 4 w 5"/>
                <a:gd name="T35" fmla="*/ 2 h 8"/>
                <a:gd name="T36" fmla="*/ 4 w 5"/>
                <a:gd name="T37" fmla="*/ 3 h 8"/>
                <a:gd name="T38" fmla="*/ 4 w 5"/>
                <a:gd name="T39" fmla="*/ 3 h 8"/>
                <a:gd name="T40" fmla="*/ 4 w 5"/>
                <a:gd name="T41" fmla="*/ 4 h 8"/>
                <a:gd name="T42" fmla="*/ 5 w 5"/>
                <a:gd name="T43" fmla="*/ 4 h 8"/>
                <a:gd name="T44" fmla="*/ 5 w 5"/>
                <a:gd name="T45" fmla="*/ 3 h 8"/>
                <a:gd name="T46" fmla="*/ 5 w 5"/>
                <a:gd name="T47" fmla="*/ 2 h 8"/>
                <a:gd name="T48" fmla="*/ 5 w 5"/>
                <a:gd name="T49" fmla="*/ 2 h 8"/>
                <a:gd name="T50" fmla="*/ 4 w 5"/>
                <a:gd name="T51" fmla="*/ 1 h 8"/>
                <a:gd name="T52" fmla="*/ 3 w 5"/>
                <a:gd name="T53" fmla="*/ 0 h 8"/>
                <a:gd name="T54" fmla="*/ 2 w 5"/>
                <a:gd name="T55" fmla="*/ 0 h 8"/>
                <a:gd name="T56" fmla="*/ 1 w 5"/>
                <a:gd name="T57" fmla="*/ 0 h 8"/>
                <a:gd name="T58" fmla="*/ 1 w 5"/>
                <a:gd name="T59" fmla="*/ 1 h 8"/>
                <a:gd name="T60" fmla="*/ 0 w 5"/>
                <a:gd name="T61" fmla="*/ 2 h 8"/>
                <a:gd name="T62" fmla="*/ 0 w 5"/>
                <a:gd name="T63" fmla="*/ 2 h 8"/>
                <a:gd name="T64" fmla="*/ 0 w 5"/>
                <a:gd name="T65" fmla="*/ 3 h 8"/>
                <a:gd name="T66" fmla="*/ 0 w 5"/>
                <a:gd name="T67" fmla="*/ 4 h 8"/>
                <a:gd name="T68" fmla="*/ 0 w 5"/>
                <a:gd name="T69" fmla="*/ 5 h 8"/>
                <a:gd name="T70" fmla="*/ 0 w 5"/>
                <a:gd name="T71" fmla="*/ 6 h 8"/>
                <a:gd name="T72" fmla="*/ 0 w 5"/>
                <a:gd name="T73" fmla="*/ 7 h 8"/>
                <a:gd name="T74" fmla="*/ 1 w 5"/>
                <a:gd name="T75" fmla="*/ 7 h 8"/>
                <a:gd name="T76" fmla="*/ 1 w 5"/>
                <a:gd name="T77" fmla="*/ 8 h 8"/>
                <a:gd name="T78" fmla="*/ 2 w 5"/>
                <a:gd name="T79" fmla="*/ 8 h 8"/>
                <a:gd name="T80" fmla="*/ 3 w 5"/>
                <a:gd name="T81" fmla="*/ 8 h 8"/>
                <a:gd name="T82" fmla="*/ 4 w 5"/>
                <a:gd name="T83" fmla="*/ 7 h 8"/>
                <a:gd name="T84" fmla="*/ 5 w 5"/>
                <a:gd name="T85" fmla="*/ 7 h 8"/>
                <a:gd name="T86" fmla="*/ 5 w 5"/>
                <a:gd name="T87" fmla="*/ 6 h 8"/>
                <a:gd name="T88" fmla="*/ 5 w 5"/>
                <a:gd name="T89" fmla="*/ 5 h 8"/>
                <a:gd name="T90" fmla="*/ 5 w 5"/>
                <a:gd name="T9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 h="8">
                  <a:moveTo>
                    <a:pt x="4" y="4"/>
                  </a:moveTo>
                  <a:cubicBezTo>
                    <a:pt x="4" y="5"/>
                    <a:pt x="4" y="5"/>
                    <a:pt x="4" y="5"/>
                  </a:cubicBezTo>
                  <a:cubicBezTo>
                    <a:pt x="4" y="6"/>
                    <a:pt x="4" y="6"/>
                    <a:pt x="4" y="6"/>
                  </a:cubicBezTo>
                  <a:cubicBezTo>
                    <a:pt x="3" y="7"/>
                    <a:pt x="3" y="7"/>
                    <a:pt x="3" y="7"/>
                  </a:cubicBezTo>
                  <a:cubicBezTo>
                    <a:pt x="3" y="7"/>
                    <a:pt x="3" y="7"/>
                    <a:pt x="2" y="7"/>
                  </a:cubicBezTo>
                  <a:cubicBezTo>
                    <a:pt x="2" y="7"/>
                    <a:pt x="2" y="7"/>
                    <a:pt x="2" y="7"/>
                  </a:cubicBezTo>
                  <a:cubicBezTo>
                    <a:pt x="1" y="6"/>
                    <a:pt x="1" y="6"/>
                    <a:pt x="1" y="6"/>
                  </a:cubicBezTo>
                  <a:cubicBezTo>
                    <a:pt x="1" y="5"/>
                    <a:pt x="1" y="5"/>
                    <a:pt x="1" y="5"/>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3" y="2"/>
                    <a:pt x="3" y="2"/>
                    <a:pt x="3" y="2"/>
                  </a:cubicBezTo>
                  <a:cubicBezTo>
                    <a:pt x="4" y="2"/>
                    <a:pt x="4" y="2"/>
                    <a:pt x="4" y="2"/>
                  </a:cubicBezTo>
                  <a:cubicBezTo>
                    <a:pt x="4" y="3"/>
                    <a:pt x="4" y="3"/>
                    <a:pt x="4" y="3"/>
                  </a:cubicBezTo>
                  <a:cubicBezTo>
                    <a:pt x="4" y="3"/>
                    <a:pt x="4" y="3"/>
                    <a:pt x="4" y="3"/>
                  </a:cubicBezTo>
                  <a:cubicBezTo>
                    <a:pt x="4" y="4"/>
                    <a:pt x="4" y="4"/>
                    <a:pt x="4" y="4"/>
                  </a:cubicBezTo>
                  <a:moveTo>
                    <a:pt x="5" y="4"/>
                  </a:moveTo>
                  <a:cubicBezTo>
                    <a:pt x="5" y="3"/>
                    <a:pt x="5" y="3"/>
                    <a:pt x="5" y="3"/>
                  </a:cubicBezTo>
                  <a:cubicBezTo>
                    <a:pt x="5" y="2"/>
                    <a:pt x="5" y="2"/>
                    <a:pt x="5" y="2"/>
                  </a:cubicBezTo>
                  <a:cubicBezTo>
                    <a:pt x="5" y="2"/>
                    <a:pt x="5" y="2"/>
                    <a:pt x="5" y="2"/>
                  </a:cubicBezTo>
                  <a:cubicBezTo>
                    <a:pt x="4" y="1"/>
                    <a:pt x="4" y="1"/>
                    <a:pt x="4" y="1"/>
                  </a:cubicBezTo>
                  <a:cubicBezTo>
                    <a:pt x="3" y="0"/>
                    <a:pt x="3" y="0"/>
                    <a:pt x="3" y="0"/>
                  </a:cubicBezTo>
                  <a:cubicBezTo>
                    <a:pt x="3" y="0"/>
                    <a:pt x="3" y="0"/>
                    <a:pt x="2" y="0"/>
                  </a:cubicBezTo>
                  <a:cubicBezTo>
                    <a:pt x="2" y="0"/>
                    <a:pt x="2" y="0"/>
                    <a:pt x="1" y="0"/>
                  </a:cubicBezTo>
                  <a:cubicBezTo>
                    <a:pt x="1" y="1"/>
                    <a:pt x="1" y="1"/>
                    <a:pt x="1" y="1"/>
                  </a:cubicBezTo>
                  <a:cubicBezTo>
                    <a:pt x="0" y="2"/>
                    <a:pt x="0" y="2"/>
                    <a:pt x="0" y="2"/>
                  </a:cubicBezTo>
                  <a:cubicBezTo>
                    <a:pt x="0" y="2"/>
                    <a:pt x="0" y="2"/>
                    <a:pt x="0" y="2"/>
                  </a:cubicBezTo>
                  <a:cubicBezTo>
                    <a:pt x="0" y="3"/>
                    <a:pt x="0" y="3"/>
                    <a:pt x="0" y="3"/>
                  </a:cubicBezTo>
                  <a:cubicBezTo>
                    <a:pt x="0" y="4"/>
                    <a:pt x="0" y="4"/>
                    <a:pt x="0" y="4"/>
                  </a:cubicBezTo>
                  <a:cubicBezTo>
                    <a:pt x="0" y="5"/>
                    <a:pt x="0" y="5"/>
                    <a:pt x="0" y="5"/>
                  </a:cubicBezTo>
                  <a:cubicBezTo>
                    <a:pt x="0" y="6"/>
                    <a:pt x="0" y="6"/>
                    <a:pt x="0" y="6"/>
                  </a:cubicBezTo>
                  <a:cubicBezTo>
                    <a:pt x="0" y="7"/>
                    <a:pt x="0" y="7"/>
                    <a:pt x="0" y="7"/>
                  </a:cubicBezTo>
                  <a:cubicBezTo>
                    <a:pt x="1" y="7"/>
                    <a:pt x="1" y="7"/>
                    <a:pt x="1" y="7"/>
                  </a:cubicBezTo>
                  <a:cubicBezTo>
                    <a:pt x="1" y="8"/>
                    <a:pt x="1" y="8"/>
                    <a:pt x="1" y="8"/>
                  </a:cubicBezTo>
                  <a:cubicBezTo>
                    <a:pt x="2" y="8"/>
                    <a:pt x="2" y="8"/>
                    <a:pt x="2" y="8"/>
                  </a:cubicBezTo>
                  <a:cubicBezTo>
                    <a:pt x="3" y="8"/>
                    <a:pt x="3" y="8"/>
                    <a:pt x="3" y="8"/>
                  </a:cubicBezTo>
                  <a:cubicBezTo>
                    <a:pt x="4" y="7"/>
                    <a:pt x="4" y="7"/>
                    <a:pt x="4" y="7"/>
                  </a:cubicBezTo>
                  <a:cubicBezTo>
                    <a:pt x="5" y="7"/>
                    <a:pt x="5" y="7"/>
                    <a:pt x="5" y="7"/>
                  </a:cubicBezTo>
                  <a:cubicBezTo>
                    <a:pt x="5" y="6"/>
                    <a:pt x="5" y="6"/>
                    <a:pt x="5" y="6"/>
                  </a:cubicBezTo>
                  <a:cubicBezTo>
                    <a:pt x="5" y="5"/>
                    <a:pt x="5" y="5"/>
                    <a:pt x="5" y="5"/>
                  </a:cubicBezTo>
                  <a:cubicBezTo>
                    <a:pt x="5" y="4"/>
                    <a:pt x="5" y="4"/>
                    <a:pt x="5" y="4"/>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8" name="Freeform 20">
              <a:extLst>
                <a:ext uri="{FF2B5EF4-FFF2-40B4-BE49-F238E27FC236}">
                  <a16:creationId xmlns:a16="http://schemas.microsoft.com/office/drawing/2014/main" id="{A5446287-0F7F-4D02-A10D-F6278D42D898}"/>
                </a:ext>
              </a:extLst>
            </p:cNvPr>
            <p:cNvSpPr>
              <a:spLocks noEditPoints="1"/>
            </p:cNvSpPr>
            <p:nvPr/>
          </p:nvSpPr>
          <p:spPr bwMode="auto">
            <a:xfrm>
              <a:off x="7105852" y="2465003"/>
              <a:ext cx="16273" cy="26036"/>
            </a:xfrm>
            <a:custGeom>
              <a:avLst/>
              <a:gdLst>
                <a:gd name="T0" fmla="*/ 4 w 5"/>
                <a:gd name="T1" fmla="*/ 3 h 8"/>
                <a:gd name="T2" fmla="*/ 4 w 5"/>
                <a:gd name="T3" fmla="*/ 3 h 8"/>
                <a:gd name="T4" fmla="*/ 3 w 5"/>
                <a:gd name="T5" fmla="*/ 4 h 8"/>
                <a:gd name="T6" fmla="*/ 3 w 5"/>
                <a:gd name="T7" fmla="*/ 4 h 8"/>
                <a:gd name="T8" fmla="*/ 2 w 5"/>
                <a:gd name="T9" fmla="*/ 4 h 8"/>
                <a:gd name="T10" fmla="*/ 2 w 5"/>
                <a:gd name="T11" fmla="*/ 4 h 8"/>
                <a:gd name="T12" fmla="*/ 1 w 5"/>
                <a:gd name="T13" fmla="*/ 4 h 8"/>
                <a:gd name="T14" fmla="*/ 1 w 5"/>
                <a:gd name="T15" fmla="*/ 3 h 8"/>
                <a:gd name="T16" fmla="*/ 1 w 5"/>
                <a:gd name="T17" fmla="*/ 3 h 8"/>
                <a:gd name="T18" fmla="*/ 1 w 5"/>
                <a:gd name="T19" fmla="*/ 2 h 8"/>
                <a:gd name="T20" fmla="*/ 1 w 5"/>
                <a:gd name="T21" fmla="*/ 2 h 8"/>
                <a:gd name="T22" fmla="*/ 2 w 5"/>
                <a:gd name="T23" fmla="*/ 1 h 8"/>
                <a:gd name="T24" fmla="*/ 2 w 5"/>
                <a:gd name="T25" fmla="*/ 1 h 8"/>
                <a:gd name="T26" fmla="*/ 3 w 5"/>
                <a:gd name="T27" fmla="*/ 1 h 8"/>
                <a:gd name="T28" fmla="*/ 4 w 5"/>
                <a:gd name="T29" fmla="*/ 2 h 8"/>
                <a:gd name="T30" fmla="*/ 4 w 5"/>
                <a:gd name="T31" fmla="*/ 2 h 8"/>
                <a:gd name="T32" fmla="*/ 4 w 5"/>
                <a:gd name="T33" fmla="*/ 3 h 8"/>
                <a:gd name="T34" fmla="*/ 5 w 5"/>
                <a:gd name="T35" fmla="*/ 4 h 8"/>
                <a:gd name="T36" fmla="*/ 5 w 5"/>
                <a:gd name="T37" fmla="*/ 2 h 8"/>
                <a:gd name="T38" fmla="*/ 4 w 5"/>
                <a:gd name="T39" fmla="*/ 1 h 8"/>
                <a:gd name="T40" fmla="*/ 3 w 5"/>
                <a:gd name="T41" fmla="*/ 0 h 8"/>
                <a:gd name="T42" fmla="*/ 2 w 5"/>
                <a:gd name="T43" fmla="*/ 0 h 8"/>
                <a:gd name="T44" fmla="*/ 1 w 5"/>
                <a:gd name="T45" fmla="*/ 0 h 8"/>
                <a:gd name="T46" fmla="*/ 1 w 5"/>
                <a:gd name="T47" fmla="*/ 1 h 8"/>
                <a:gd name="T48" fmla="*/ 0 w 5"/>
                <a:gd name="T49" fmla="*/ 2 h 8"/>
                <a:gd name="T50" fmla="*/ 0 w 5"/>
                <a:gd name="T51" fmla="*/ 3 h 8"/>
                <a:gd name="T52" fmla="*/ 0 w 5"/>
                <a:gd name="T53" fmla="*/ 4 h 8"/>
                <a:gd name="T54" fmla="*/ 1 w 5"/>
                <a:gd name="T55" fmla="*/ 5 h 8"/>
                <a:gd name="T56" fmla="*/ 1 w 5"/>
                <a:gd name="T57" fmla="*/ 5 h 8"/>
                <a:gd name="T58" fmla="*/ 2 w 5"/>
                <a:gd name="T59" fmla="*/ 5 h 8"/>
                <a:gd name="T60" fmla="*/ 3 w 5"/>
                <a:gd name="T61" fmla="*/ 5 h 8"/>
                <a:gd name="T62" fmla="*/ 4 w 5"/>
                <a:gd name="T63" fmla="*/ 4 h 8"/>
                <a:gd name="T64" fmla="*/ 4 w 5"/>
                <a:gd name="T65" fmla="*/ 4 h 8"/>
                <a:gd name="T66" fmla="*/ 4 w 5"/>
                <a:gd name="T67" fmla="*/ 6 h 8"/>
                <a:gd name="T68" fmla="*/ 2 w 5"/>
                <a:gd name="T69" fmla="*/ 7 h 8"/>
                <a:gd name="T70" fmla="*/ 1 w 5"/>
                <a:gd name="T71" fmla="*/ 7 h 8"/>
                <a:gd name="T72" fmla="*/ 1 w 5"/>
                <a:gd name="T73" fmla="*/ 6 h 8"/>
                <a:gd name="T74" fmla="*/ 0 w 5"/>
                <a:gd name="T75" fmla="*/ 6 h 8"/>
                <a:gd name="T76" fmla="*/ 1 w 5"/>
                <a:gd name="T77" fmla="*/ 7 h 8"/>
                <a:gd name="T78" fmla="*/ 2 w 5"/>
                <a:gd name="T79" fmla="*/ 8 h 8"/>
                <a:gd name="T80" fmla="*/ 4 w 5"/>
                <a:gd name="T81" fmla="*/ 7 h 8"/>
                <a:gd name="T82" fmla="*/ 5 w 5"/>
                <a:gd name="T83"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 h="8">
                  <a:moveTo>
                    <a:pt x="4" y="3"/>
                  </a:moveTo>
                  <a:cubicBezTo>
                    <a:pt x="4" y="3"/>
                    <a:pt x="4" y="3"/>
                    <a:pt x="4" y="3"/>
                  </a:cubicBezTo>
                  <a:cubicBezTo>
                    <a:pt x="3" y="4"/>
                    <a:pt x="3" y="4"/>
                    <a:pt x="3" y="4"/>
                  </a:cubicBezTo>
                  <a:cubicBezTo>
                    <a:pt x="3" y="4"/>
                    <a:pt x="3" y="4"/>
                    <a:pt x="3" y="4"/>
                  </a:cubicBezTo>
                  <a:cubicBezTo>
                    <a:pt x="2" y="4"/>
                    <a:pt x="2" y="4"/>
                    <a:pt x="2" y="4"/>
                  </a:cubicBezTo>
                  <a:cubicBezTo>
                    <a:pt x="2" y="4"/>
                    <a:pt x="2" y="4"/>
                    <a:pt x="2" y="4"/>
                  </a:cubicBezTo>
                  <a:cubicBezTo>
                    <a:pt x="1" y="4"/>
                    <a:pt x="1" y="4"/>
                    <a:pt x="1" y="4"/>
                  </a:cubicBezTo>
                  <a:cubicBezTo>
                    <a:pt x="1" y="3"/>
                    <a:pt x="1" y="3"/>
                    <a:pt x="1" y="3"/>
                  </a:cubicBezTo>
                  <a:cubicBezTo>
                    <a:pt x="1" y="3"/>
                    <a:pt x="1" y="3"/>
                    <a:pt x="1" y="3"/>
                  </a:cubicBezTo>
                  <a:cubicBezTo>
                    <a:pt x="1" y="2"/>
                    <a:pt x="1" y="2"/>
                    <a:pt x="1" y="2"/>
                  </a:cubicBezTo>
                  <a:cubicBezTo>
                    <a:pt x="1" y="2"/>
                    <a:pt x="1" y="2"/>
                    <a:pt x="1" y="2"/>
                  </a:cubicBezTo>
                  <a:cubicBezTo>
                    <a:pt x="2" y="1"/>
                    <a:pt x="2" y="1"/>
                    <a:pt x="2" y="1"/>
                  </a:cubicBezTo>
                  <a:cubicBezTo>
                    <a:pt x="2" y="1"/>
                    <a:pt x="2" y="1"/>
                    <a:pt x="2" y="1"/>
                  </a:cubicBezTo>
                  <a:cubicBezTo>
                    <a:pt x="3" y="1"/>
                    <a:pt x="3" y="1"/>
                    <a:pt x="3" y="1"/>
                  </a:cubicBezTo>
                  <a:cubicBezTo>
                    <a:pt x="4" y="2"/>
                    <a:pt x="4" y="2"/>
                    <a:pt x="4" y="2"/>
                  </a:cubicBezTo>
                  <a:cubicBezTo>
                    <a:pt x="4" y="2"/>
                    <a:pt x="4" y="2"/>
                    <a:pt x="4" y="2"/>
                  </a:cubicBezTo>
                  <a:cubicBezTo>
                    <a:pt x="4" y="3"/>
                    <a:pt x="4" y="3"/>
                    <a:pt x="4" y="3"/>
                  </a:cubicBezTo>
                  <a:moveTo>
                    <a:pt x="5" y="4"/>
                  </a:moveTo>
                  <a:cubicBezTo>
                    <a:pt x="5" y="3"/>
                    <a:pt x="5" y="3"/>
                    <a:pt x="5" y="2"/>
                  </a:cubicBezTo>
                  <a:cubicBezTo>
                    <a:pt x="5" y="2"/>
                    <a:pt x="4" y="1"/>
                    <a:pt x="4" y="1"/>
                  </a:cubicBezTo>
                  <a:cubicBezTo>
                    <a:pt x="3" y="0"/>
                    <a:pt x="3" y="0"/>
                    <a:pt x="3" y="0"/>
                  </a:cubicBezTo>
                  <a:cubicBezTo>
                    <a:pt x="2" y="0"/>
                    <a:pt x="2" y="0"/>
                    <a:pt x="2" y="0"/>
                  </a:cubicBezTo>
                  <a:cubicBezTo>
                    <a:pt x="2" y="0"/>
                    <a:pt x="2" y="0"/>
                    <a:pt x="1" y="0"/>
                  </a:cubicBezTo>
                  <a:cubicBezTo>
                    <a:pt x="1" y="1"/>
                    <a:pt x="1" y="1"/>
                    <a:pt x="1" y="1"/>
                  </a:cubicBezTo>
                  <a:cubicBezTo>
                    <a:pt x="0" y="2"/>
                    <a:pt x="0" y="2"/>
                    <a:pt x="0" y="2"/>
                  </a:cubicBezTo>
                  <a:cubicBezTo>
                    <a:pt x="0" y="3"/>
                    <a:pt x="0" y="3"/>
                    <a:pt x="0" y="3"/>
                  </a:cubicBezTo>
                  <a:cubicBezTo>
                    <a:pt x="0" y="3"/>
                    <a:pt x="0" y="3"/>
                    <a:pt x="0" y="4"/>
                  </a:cubicBezTo>
                  <a:cubicBezTo>
                    <a:pt x="1" y="5"/>
                    <a:pt x="1" y="5"/>
                    <a:pt x="1" y="5"/>
                  </a:cubicBezTo>
                  <a:cubicBezTo>
                    <a:pt x="1" y="5"/>
                    <a:pt x="1" y="5"/>
                    <a:pt x="1" y="5"/>
                  </a:cubicBezTo>
                  <a:cubicBezTo>
                    <a:pt x="2" y="5"/>
                    <a:pt x="2" y="5"/>
                    <a:pt x="2" y="5"/>
                  </a:cubicBezTo>
                  <a:cubicBezTo>
                    <a:pt x="3" y="5"/>
                    <a:pt x="3" y="5"/>
                    <a:pt x="3" y="5"/>
                  </a:cubicBezTo>
                  <a:cubicBezTo>
                    <a:pt x="4" y="4"/>
                    <a:pt x="4" y="4"/>
                    <a:pt x="4" y="4"/>
                  </a:cubicBezTo>
                  <a:cubicBezTo>
                    <a:pt x="4" y="4"/>
                    <a:pt x="4" y="4"/>
                    <a:pt x="4" y="4"/>
                  </a:cubicBezTo>
                  <a:cubicBezTo>
                    <a:pt x="4" y="5"/>
                    <a:pt x="4" y="6"/>
                    <a:pt x="4" y="6"/>
                  </a:cubicBezTo>
                  <a:cubicBezTo>
                    <a:pt x="3" y="7"/>
                    <a:pt x="3" y="7"/>
                    <a:pt x="2" y="7"/>
                  </a:cubicBezTo>
                  <a:cubicBezTo>
                    <a:pt x="1" y="7"/>
                    <a:pt x="1" y="7"/>
                    <a:pt x="1" y="7"/>
                  </a:cubicBezTo>
                  <a:cubicBezTo>
                    <a:pt x="1" y="7"/>
                    <a:pt x="1" y="6"/>
                    <a:pt x="1" y="6"/>
                  </a:cubicBezTo>
                  <a:cubicBezTo>
                    <a:pt x="0" y="6"/>
                    <a:pt x="0" y="6"/>
                    <a:pt x="0" y="6"/>
                  </a:cubicBezTo>
                  <a:cubicBezTo>
                    <a:pt x="0" y="7"/>
                    <a:pt x="0" y="7"/>
                    <a:pt x="1" y="7"/>
                  </a:cubicBezTo>
                  <a:cubicBezTo>
                    <a:pt x="1" y="8"/>
                    <a:pt x="2" y="8"/>
                    <a:pt x="2" y="8"/>
                  </a:cubicBezTo>
                  <a:cubicBezTo>
                    <a:pt x="3" y="8"/>
                    <a:pt x="4" y="8"/>
                    <a:pt x="4" y="7"/>
                  </a:cubicBezTo>
                  <a:cubicBezTo>
                    <a:pt x="5" y="6"/>
                    <a:pt x="5" y="5"/>
                    <a:pt x="5" y="4"/>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69" name="Rectangle 21">
              <a:extLst>
                <a:ext uri="{FF2B5EF4-FFF2-40B4-BE49-F238E27FC236}">
                  <a16:creationId xmlns:a16="http://schemas.microsoft.com/office/drawing/2014/main" id="{1CF240C1-A111-0B8B-AE78-6A1894F5C4BB}"/>
                </a:ext>
              </a:extLst>
            </p:cNvPr>
            <p:cNvSpPr>
              <a:spLocks noChangeArrowheads="1"/>
            </p:cNvSpPr>
            <p:nvPr/>
          </p:nvSpPr>
          <p:spPr bwMode="auto">
            <a:xfrm>
              <a:off x="7128634" y="2487787"/>
              <a:ext cx="3255" cy="3255"/>
            </a:xfrm>
            <a:prstGeom prst="rect">
              <a:avLst/>
            </a:prstGeom>
            <a:solidFill>
              <a:srgbClr val="48464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0" name="Rectangle 22">
              <a:extLst>
                <a:ext uri="{FF2B5EF4-FFF2-40B4-BE49-F238E27FC236}">
                  <a16:creationId xmlns:a16="http://schemas.microsoft.com/office/drawing/2014/main" id="{CBA3EAA8-5845-FE4E-BB47-4B39B3FF57F0}"/>
                </a:ext>
              </a:extLst>
            </p:cNvPr>
            <p:cNvSpPr>
              <a:spLocks noChangeArrowheads="1"/>
            </p:cNvSpPr>
            <p:nvPr/>
          </p:nvSpPr>
          <p:spPr bwMode="auto">
            <a:xfrm>
              <a:off x="7128634" y="2471514"/>
              <a:ext cx="3255" cy="3255"/>
            </a:xfrm>
            <a:prstGeom prst="rect">
              <a:avLst/>
            </a:prstGeom>
            <a:solidFill>
              <a:srgbClr val="48464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1" name="Freeform 23">
              <a:extLst>
                <a:ext uri="{FF2B5EF4-FFF2-40B4-BE49-F238E27FC236}">
                  <a16:creationId xmlns:a16="http://schemas.microsoft.com/office/drawing/2014/main" id="{BBB7EB3D-F0EC-1787-6EA0-BBF43845E0C0}"/>
                </a:ext>
              </a:extLst>
            </p:cNvPr>
            <p:cNvSpPr>
              <a:spLocks/>
            </p:cNvSpPr>
            <p:nvPr/>
          </p:nvSpPr>
          <p:spPr bwMode="auto">
            <a:xfrm>
              <a:off x="7356452" y="2461748"/>
              <a:ext cx="29291" cy="13018"/>
            </a:xfrm>
            <a:custGeom>
              <a:avLst/>
              <a:gdLst>
                <a:gd name="T0" fmla="*/ 0 w 9"/>
                <a:gd name="T1" fmla="*/ 3 h 4"/>
                <a:gd name="T2" fmla="*/ 1 w 9"/>
                <a:gd name="T3" fmla="*/ 4 h 4"/>
                <a:gd name="T4" fmla="*/ 4 w 9"/>
                <a:gd name="T5" fmla="*/ 3 h 4"/>
                <a:gd name="T6" fmla="*/ 8 w 9"/>
                <a:gd name="T7" fmla="*/ 4 h 4"/>
                <a:gd name="T8" fmla="*/ 9 w 9"/>
                <a:gd name="T9" fmla="*/ 3 h 4"/>
                <a:gd name="T10" fmla="*/ 0 w 9"/>
                <a:gd name="T11" fmla="*/ 3 h 4"/>
              </a:gdLst>
              <a:ahLst/>
              <a:cxnLst>
                <a:cxn ang="0">
                  <a:pos x="T0" y="T1"/>
                </a:cxn>
                <a:cxn ang="0">
                  <a:pos x="T2" y="T3"/>
                </a:cxn>
                <a:cxn ang="0">
                  <a:pos x="T4" y="T5"/>
                </a:cxn>
                <a:cxn ang="0">
                  <a:pos x="T6" y="T7"/>
                </a:cxn>
                <a:cxn ang="0">
                  <a:pos x="T8" y="T9"/>
                </a:cxn>
                <a:cxn ang="0">
                  <a:pos x="T10" y="T11"/>
                </a:cxn>
              </a:cxnLst>
              <a:rect l="0" t="0" r="r" b="b"/>
              <a:pathLst>
                <a:path w="9" h="4">
                  <a:moveTo>
                    <a:pt x="0" y="3"/>
                  </a:moveTo>
                  <a:cubicBezTo>
                    <a:pt x="0" y="3"/>
                    <a:pt x="0" y="4"/>
                    <a:pt x="1" y="4"/>
                  </a:cubicBezTo>
                  <a:cubicBezTo>
                    <a:pt x="2" y="3"/>
                    <a:pt x="3" y="3"/>
                    <a:pt x="4" y="3"/>
                  </a:cubicBezTo>
                  <a:cubicBezTo>
                    <a:pt x="6" y="3"/>
                    <a:pt x="7" y="3"/>
                    <a:pt x="8" y="4"/>
                  </a:cubicBezTo>
                  <a:cubicBezTo>
                    <a:pt x="8" y="4"/>
                    <a:pt x="9" y="3"/>
                    <a:pt x="9" y="3"/>
                  </a:cubicBezTo>
                  <a:cubicBezTo>
                    <a:pt x="6" y="0"/>
                    <a:pt x="2" y="0"/>
                    <a:pt x="0" y="3"/>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2" name="Freeform 24">
              <a:extLst>
                <a:ext uri="{FF2B5EF4-FFF2-40B4-BE49-F238E27FC236}">
                  <a16:creationId xmlns:a16="http://schemas.microsoft.com/office/drawing/2014/main" id="{6C6B97B2-1BE0-9AD4-0122-FA91BB9B28A2}"/>
                </a:ext>
              </a:extLst>
            </p:cNvPr>
            <p:cNvSpPr>
              <a:spLocks noEditPoints="1"/>
            </p:cNvSpPr>
            <p:nvPr/>
          </p:nvSpPr>
          <p:spPr bwMode="auto">
            <a:xfrm>
              <a:off x="7415034" y="2465003"/>
              <a:ext cx="48818" cy="26036"/>
            </a:xfrm>
            <a:custGeom>
              <a:avLst/>
              <a:gdLst>
                <a:gd name="T0" fmla="*/ 11 w 15"/>
                <a:gd name="T1" fmla="*/ 7 h 8"/>
                <a:gd name="T2" fmla="*/ 10 w 15"/>
                <a:gd name="T3" fmla="*/ 7 h 8"/>
                <a:gd name="T4" fmla="*/ 2 w 15"/>
                <a:gd name="T5" fmla="*/ 7 h 8"/>
                <a:gd name="T6" fmla="*/ 1 w 15"/>
                <a:gd name="T7" fmla="*/ 6 h 8"/>
                <a:gd name="T8" fmla="*/ 1 w 15"/>
                <a:gd name="T9" fmla="*/ 2 h 8"/>
                <a:gd name="T10" fmla="*/ 2 w 15"/>
                <a:gd name="T11" fmla="*/ 1 h 8"/>
                <a:gd name="T12" fmla="*/ 10 w 15"/>
                <a:gd name="T13" fmla="*/ 1 h 8"/>
                <a:gd name="T14" fmla="*/ 11 w 15"/>
                <a:gd name="T15" fmla="*/ 2 h 8"/>
                <a:gd name="T16" fmla="*/ 11 w 15"/>
                <a:gd name="T17" fmla="*/ 7 h 8"/>
                <a:gd name="T18" fmla="*/ 15 w 15"/>
                <a:gd name="T19" fmla="*/ 6 h 8"/>
                <a:gd name="T20" fmla="*/ 15 w 15"/>
                <a:gd name="T21" fmla="*/ 2 h 8"/>
                <a:gd name="T22" fmla="*/ 13 w 15"/>
                <a:gd name="T23" fmla="*/ 0 h 8"/>
                <a:gd name="T24" fmla="*/ 2 w 15"/>
                <a:gd name="T25" fmla="*/ 0 h 8"/>
                <a:gd name="T26" fmla="*/ 0 w 15"/>
                <a:gd name="T27" fmla="*/ 2 h 8"/>
                <a:gd name="T28" fmla="*/ 0 w 15"/>
                <a:gd name="T29" fmla="*/ 6 h 8"/>
                <a:gd name="T30" fmla="*/ 2 w 15"/>
                <a:gd name="T31" fmla="*/ 8 h 8"/>
                <a:gd name="T32" fmla="*/ 7 w 15"/>
                <a:gd name="T33" fmla="*/ 8 h 8"/>
                <a:gd name="T34" fmla="*/ 13 w 15"/>
                <a:gd name="T35" fmla="*/ 8 h 8"/>
                <a:gd name="T36" fmla="*/ 15 w 15"/>
                <a:gd name="T37"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 h="8">
                  <a:moveTo>
                    <a:pt x="11" y="7"/>
                  </a:moveTo>
                  <a:cubicBezTo>
                    <a:pt x="10" y="7"/>
                    <a:pt x="10" y="7"/>
                    <a:pt x="10" y="7"/>
                  </a:cubicBezTo>
                  <a:cubicBezTo>
                    <a:pt x="8" y="7"/>
                    <a:pt x="5" y="7"/>
                    <a:pt x="2" y="7"/>
                  </a:cubicBezTo>
                  <a:cubicBezTo>
                    <a:pt x="2" y="7"/>
                    <a:pt x="1" y="6"/>
                    <a:pt x="1" y="6"/>
                  </a:cubicBezTo>
                  <a:cubicBezTo>
                    <a:pt x="1" y="5"/>
                    <a:pt x="1" y="3"/>
                    <a:pt x="1" y="2"/>
                  </a:cubicBezTo>
                  <a:cubicBezTo>
                    <a:pt x="1" y="2"/>
                    <a:pt x="2" y="1"/>
                    <a:pt x="2" y="1"/>
                  </a:cubicBezTo>
                  <a:cubicBezTo>
                    <a:pt x="5" y="1"/>
                    <a:pt x="8" y="1"/>
                    <a:pt x="10" y="1"/>
                  </a:cubicBezTo>
                  <a:cubicBezTo>
                    <a:pt x="11" y="2"/>
                    <a:pt x="11" y="2"/>
                    <a:pt x="11" y="2"/>
                  </a:cubicBezTo>
                  <a:lnTo>
                    <a:pt x="11" y="7"/>
                  </a:lnTo>
                  <a:close/>
                  <a:moveTo>
                    <a:pt x="15" y="6"/>
                  </a:moveTo>
                  <a:cubicBezTo>
                    <a:pt x="15" y="5"/>
                    <a:pt x="15" y="3"/>
                    <a:pt x="15" y="2"/>
                  </a:cubicBezTo>
                  <a:cubicBezTo>
                    <a:pt x="15" y="1"/>
                    <a:pt x="14" y="0"/>
                    <a:pt x="13" y="0"/>
                  </a:cubicBezTo>
                  <a:cubicBezTo>
                    <a:pt x="9" y="0"/>
                    <a:pt x="6" y="0"/>
                    <a:pt x="2" y="0"/>
                  </a:cubicBezTo>
                  <a:cubicBezTo>
                    <a:pt x="1" y="0"/>
                    <a:pt x="0" y="1"/>
                    <a:pt x="0" y="2"/>
                  </a:cubicBezTo>
                  <a:cubicBezTo>
                    <a:pt x="0" y="3"/>
                    <a:pt x="0" y="5"/>
                    <a:pt x="0" y="6"/>
                  </a:cubicBezTo>
                  <a:cubicBezTo>
                    <a:pt x="0" y="7"/>
                    <a:pt x="1" y="8"/>
                    <a:pt x="2" y="8"/>
                  </a:cubicBezTo>
                  <a:cubicBezTo>
                    <a:pt x="4" y="8"/>
                    <a:pt x="6" y="8"/>
                    <a:pt x="7" y="8"/>
                  </a:cubicBezTo>
                  <a:cubicBezTo>
                    <a:pt x="9" y="8"/>
                    <a:pt x="11" y="8"/>
                    <a:pt x="13" y="8"/>
                  </a:cubicBezTo>
                  <a:cubicBezTo>
                    <a:pt x="14" y="8"/>
                    <a:pt x="15" y="7"/>
                    <a:pt x="15" y="6"/>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3" name="Oval 25">
              <a:extLst>
                <a:ext uri="{FF2B5EF4-FFF2-40B4-BE49-F238E27FC236}">
                  <a16:creationId xmlns:a16="http://schemas.microsoft.com/office/drawing/2014/main" id="{226963A1-99FD-75EF-018D-27DD0175A30D}"/>
                </a:ext>
              </a:extLst>
            </p:cNvPr>
            <p:cNvSpPr>
              <a:spLocks noChangeArrowheads="1"/>
            </p:cNvSpPr>
            <p:nvPr/>
          </p:nvSpPr>
          <p:spPr bwMode="auto">
            <a:xfrm>
              <a:off x="7366215" y="2484530"/>
              <a:ext cx="9764" cy="6509"/>
            </a:xfrm>
            <a:prstGeom prst="ellipse">
              <a:avLst/>
            </a:pr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4" name="Freeform 26">
              <a:extLst>
                <a:ext uri="{FF2B5EF4-FFF2-40B4-BE49-F238E27FC236}">
                  <a16:creationId xmlns:a16="http://schemas.microsoft.com/office/drawing/2014/main" id="{549A3272-4896-D269-7D50-87D7D59F8D22}"/>
                </a:ext>
              </a:extLst>
            </p:cNvPr>
            <p:cNvSpPr>
              <a:spLocks/>
            </p:cNvSpPr>
            <p:nvPr/>
          </p:nvSpPr>
          <p:spPr bwMode="auto">
            <a:xfrm>
              <a:off x="7359704" y="2471514"/>
              <a:ext cx="19527" cy="9764"/>
            </a:xfrm>
            <a:custGeom>
              <a:avLst/>
              <a:gdLst>
                <a:gd name="T0" fmla="*/ 0 w 6"/>
                <a:gd name="T1" fmla="*/ 2 h 3"/>
                <a:gd name="T2" fmla="*/ 2 w 6"/>
                <a:gd name="T3" fmla="*/ 3 h 3"/>
                <a:gd name="T4" fmla="*/ 3 w 6"/>
                <a:gd name="T5" fmla="*/ 3 h 3"/>
                <a:gd name="T6" fmla="*/ 5 w 6"/>
                <a:gd name="T7" fmla="*/ 3 h 3"/>
                <a:gd name="T8" fmla="*/ 6 w 6"/>
                <a:gd name="T9" fmla="*/ 2 h 3"/>
                <a:gd name="T10" fmla="*/ 0 w 6"/>
                <a:gd name="T11" fmla="*/ 2 h 3"/>
              </a:gdLst>
              <a:ahLst/>
              <a:cxnLst>
                <a:cxn ang="0">
                  <a:pos x="T0" y="T1"/>
                </a:cxn>
                <a:cxn ang="0">
                  <a:pos x="T2" y="T3"/>
                </a:cxn>
                <a:cxn ang="0">
                  <a:pos x="T4" y="T5"/>
                </a:cxn>
                <a:cxn ang="0">
                  <a:pos x="T6" y="T7"/>
                </a:cxn>
                <a:cxn ang="0">
                  <a:pos x="T8" y="T9"/>
                </a:cxn>
                <a:cxn ang="0">
                  <a:pos x="T10" y="T11"/>
                </a:cxn>
              </a:cxnLst>
              <a:rect l="0" t="0" r="r" b="b"/>
              <a:pathLst>
                <a:path w="6" h="3">
                  <a:moveTo>
                    <a:pt x="0" y="2"/>
                  </a:moveTo>
                  <a:cubicBezTo>
                    <a:pt x="1" y="3"/>
                    <a:pt x="1" y="3"/>
                    <a:pt x="2" y="3"/>
                  </a:cubicBezTo>
                  <a:cubicBezTo>
                    <a:pt x="2" y="3"/>
                    <a:pt x="3" y="3"/>
                    <a:pt x="3" y="3"/>
                  </a:cubicBezTo>
                  <a:cubicBezTo>
                    <a:pt x="4" y="3"/>
                    <a:pt x="4" y="3"/>
                    <a:pt x="5" y="3"/>
                  </a:cubicBezTo>
                  <a:cubicBezTo>
                    <a:pt x="5" y="3"/>
                    <a:pt x="6" y="3"/>
                    <a:pt x="6" y="2"/>
                  </a:cubicBezTo>
                  <a:cubicBezTo>
                    <a:pt x="5" y="0"/>
                    <a:pt x="2" y="0"/>
                    <a:pt x="0" y="2"/>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5" name="Freeform 27">
              <a:extLst>
                <a:ext uri="{FF2B5EF4-FFF2-40B4-BE49-F238E27FC236}">
                  <a16:creationId xmlns:a16="http://schemas.microsoft.com/office/drawing/2014/main" id="{D6E9BA95-A2E2-0C58-F2A2-1E95CC624C58}"/>
                </a:ext>
              </a:extLst>
            </p:cNvPr>
            <p:cNvSpPr>
              <a:spLocks/>
            </p:cNvSpPr>
            <p:nvPr/>
          </p:nvSpPr>
          <p:spPr bwMode="auto">
            <a:xfrm>
              <a:off x="7291361" y="2481278"/>
              <a:ext cx="9764" cy="9764"/>
            </a:xfrm>
            <a:custGeom>
              <a:avLst/>
              <a:gdLst>
                <a:gd name="T0" fmla="*/ 2 w 3"/>
                <a:gd name="T1" fmla="*/ 0 h 3"/>
                <a:gd name="T2" fmla="*/ 2 w 3"/>
                <a:gd name="T3" fmla="*/ 0 h 3"/>
                <a:gd name="T4" fmla="*/ 0 w 3"/>
                <a:gd name="T5" fmla="*/ 1 h 3"/>
                <a:gd name="T6" fmla="*/ 0 w 3"/>
                <a:gd name="T7" fmla="*/ 2 h 3"/>
                <a:gd name="T8" fmla="*/ 2 w 3"/>
                <a:gd name="T9" fmla="*/ 3 h 3"/>
                <a:gd name="T10" fmla="*/ 2 w 3"/>
                <a:gd name="T11" fmla="*/ 3 h 3"/>
                <a:gd name="T12" fmla="*/ 3 w 3"/>
                <a:gd name="T13" fmla="*/ 2 h 3"/>
                <a:gd name="T14" fmla="*/ 3 w 3"/>
                <a:gd name="T15" fmla="*/ 1 h 3"/>
                <a:gd name="T16" fmla="*/ 2 w 3"/>
                <a:gd name="T17"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3">
                  <a:moveTo>
                    <a:pt x="2" y="0"/>
                  </a:moveTo>
                  <a:cubicBezTo>
                    <a:pt x="2" y="0"/>
                    <a:pt x="2" y="0"/>
                    <a:pt x="2" y="0"/>
                  </a:cubicBezTo>
                  <a:cubicBezTo>
                    <a:pt x="1" y="0"/>
                    <a:pt x="0" y="0"/>
                    <a:pt x="0" y="1"/>
                  </a:cubicBezTo>
                  <a:cubicBezTo>
                    <a:pt x="0" y="2"/>
                    <a:pt x="0" y="2"/>
                    <a:pt x="0" y="2"/>
                  </a:cubicBezTo>
                  <a:cubicBezTo>
                    <a:pt x="0" y="3"/>
                    <a:pt x="1" y="3"/>
                    <a:pt x="2" y="3"/>
                  </a:cubicBezTo>
                  <a:cubicBezTo>
                    <a:pt x="2" y="3"/>
                    <a:pt x="2" y="3"/>
                    <a:pt x="2" y="3"/>
                  </a:cubicBezTo>
                  <a:cubicBezTo>
                    <a:pt x="3" y="3"/>
                    <a:pt x="3" y="3"/>
                    <a:pt x="3" y="2"/>
                  </a:cubicBezTo>
                  <a:cubicBezTo>
                    <a:pt x="3" y="1"/>
                    <a:pt x="3" y="1"/>
                    <a:pt x="3" y="1"/>
                  </a:cubicBezTo>
                  <a:cubicBezTo>
                    <a:pt x="3" y="0"/>
                    <a:pt x="3" y="0"/>
                    <a:pt x="2"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6" name="Freeform 28">
              <a:extLst>
                <a:ext uri="{FF2B5EF4-FFF2-40B4-BE49-F238E27FC236}">
                  <a16:creationId xmlns:a16="http://schemas.microsoft.com/office/drawing/2014/main" id="{AAD79E57-6F2C-7EBA-A91E-10B14BC37528}"/>
                </a:ext>
              </a:extLst>
            </p:cNvPr>
            <p:cNvSpPr>
              <a:spLocks/>
            </p:cNvSpPr>
            <p:nvPr/>
          </p:nvSpPr>
          <p:spPr bwMode="auto">
            <a:xfrm>
              <a:off x="7320650" y="2465003"/>
              <a:ext cx="6509" cy="26036"/>
            </a:xfrm>
            <a:custGeom>
              <a:avLst/>
              <a:gdLst>
                <a:gd name="T0" fmla="*/ 1 w 2"/>
                <a:gd name="T1" fmla="*/ 0 h 8"/>
                <a:gd name="T2" fmla="*/ 1 w 2"/>
                <a:gd name="T3" fmla="*/ 0 h 8"/>
                <a:gd name="T4" fmla="*/ 0 w 2"/>
                <a:gd name="T5" fmla="*/ 1 h 8"/>
                <a:gd name="T6" fmla="*/ 0 w 2"/>
                <a:gd name="T7" fmla="*/ 7 h 8"/>
                <a:gd name="T8" fmla="*/ 1 w 2"/>
                <a:gd name="T9" fmla="*/ 8 h 8"/>
                <a:gd name="T10" fmla="*/ 1 w 2"/>
                <a:gd name="T11" fmla="*/ 8 h 8"/>
                <a:gd name="T12" fmla="*/ 2 w 2"/>
                <a:gd name="T13" fmla="*/ 7 h 8"/>
                <a:gd name="T14" fmla="*/ 2 w 2"/>
                <a:gd name="T15" fmla="*/ 1 h 8"/>
                <a:gd name="T16" fmla="*/ 1 w 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8">
                  <a:moveTo>
                    <a:pt x="1" y="0"/>
                  </a:moveTo>
                  <a:cubicBezTo>
                    <a:pt x="1" y="0"/>
                    <a:pt x="1" y="0"/>
                    <a:pt x="1" y="0"/>
                  </a:cubicBezTo>
                  <a:cubicBezTo>
                    <a:pt x="0" y="0"/>
                    <a:pt x="0" y="1"/>
                    <a:pt x="0" y="1"/>
                  </a:cubicBezTo>
                  <a:cubicBezTo>
                    <a:pt x="0" y="7"/>
                    <a:pt x="0" y="7"/>
                    <a:pt x="0" y="7"/>
                  </a:cubicBezTo>
                  <a:cubicBezTo>
                    <a:pt x="0" y="8"/>
                    <a:pt x="0" y="8"/>
                    <a:pt x="1" y="8"/>
                  </a:cubicBezTo>
                  <a:cubicBezTo>
                    <a:pt x="1" y="8"/>
                    <a:pt x="1" y="8"/>
                    <a:pt x="1" y="8"/>
                  </a:cubicBezTo>
                  <a:cubicBezTo>
                    <a:pt x="2" y="8"/>
                    <a:pt x="2" y="8"/>
                    <a:pt x="2" y="7"/>
                  </a:cubicBezTo>
                  <a:cubicBezTo>
                    <a:pt x="2" y="1"/>
                    <a:pt x="2" y="1"/>
                    <a:pt x="2" y="1"/>
                  </a:cubicBezTo>
                  <a:cubicBezTo>
                    <a:pt x="2" y="1"/>
                    <a:pt x="2" y="0"/>
                    <a:pt x="1"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7" name="Freeform 29">
              <a:extLst>
                <a:ext uri="{FF2B5EF4-FFF2-40B4-BE49-F238E27FC236}">
                  <a16:creationId xmlns:a16="http://schemas.microsoft.com/office/drawing/2014/main" id="{050F41F3-2898-7D65-085C-EC0B63EEE8F4}"/>
                </a:ext>
              </a:extLst>
            </p:cNvPr>
            <p:cNvSpPr>
              <a:spLocks/>
            </p:cNvSpPr>
            <p:nvPr/>
          </p:nvSpPr>
          <p:spPr bwMode="auto">
            <a:xfrm>
              <a:off x="7213250" y="2465003"/>
              <a:ext cx="26036" cy="26036"/>
            </a:xfrm>
            <a:custGeom>
              <a:avLst/>
              <a:gdLst>
                <a:gd name="T0" fmla="*/ 12 w 16"/>
                <a:gd name="T1" fmla="*/ 0 h 16"/>
                <a:gd name="T2" fmla="*/ 8 w 16"/>
                <a:gd name="T3" fmla="*/ 14 h 16"/>
                <a:gd name="T4" fmla="*/ 4 w 16"/>
                <a:gd name="T5" fmla="*/ 0 h 16"/>
                <a:gd name="T6" fmla="*/ 0 w 16"/>
                <a:gd name="T7" fmla="*/ 0 h 16"/>
                <a:gd name="T8" fmla="*/ 0 w 16"/>
                <a:gd name="T9" fmla="*/ 16 h 16"/>
                <a:gd name="T10" fmla="*/ 2 w 16"/>
                <a:gd name="T11" fmla="*/ 16 h 16"/>
                <a:gd name="T12" fmla="*/ 2 w 16"/>
                <a:gd name="T13" fmla="*/ 4 h 16"/>
                <a:gd name="T14" fmla="*/ 2 w 16"/>
                <a:gd name="T15" fmla="*/ 4 h 16"/>
                <a:gd name="T16" fmla="*/ 8 w 16"/>
                <a:gd name="T17" fmla="*/ 16 h 16"/>
                <a:gd name="T18" fmla="*/ 8 w 16"/>
                <a:gd name="T19" fmla="*/ 16 h 16"/>
                <a:gd name="T20" fmla="*/ 14 w 16"/>
                <a:gd name="T21" fmla="*/ 4 h 16"/>
                <a:gd name="T22" fmla="*/ 14 w 16"/>
                <a:gd name="T23" fmla="*/ 4 h 16"/>
                <a:gd name="T24" fmla="*/ 14 w 16"/>
                <a:gd name="T25" fmla="*/ 16 h 16"/>
                <a:gd name="T26" fmla="*/ 16 w 16"/>
                <a:gd name="T27" fmla="*/ 16 h 16"/>
                <a:gd name="T28" fmla="*/ 16 w 16"/>
                <a:gd name="T29" fmla="*/ 0 h 16"/>
                <a:gd name="T30" fmla="*/ 12 w 16"/>
                <a:gd name="T31"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16">
                  <a:moveTo>
                    <a:pt x="12" y="0"/>
                  </a:moveTo>
                  <a:lnTo>
                    <a:pt x="8" y="14"/>
                  </a:lnTo>
                  <a:lnTo>
                    <a:pt x="4" y="0"/>
                  </a:lnTo>
                  <a:lnTo>
                    <a:pt x="0" y="0"/>
                  </a:lnTo>
                  <a:lnTo>
                    <a:pt x="0" y="16"/>
                  </a:lnTo>
                  <a:lnTo>
                    <a:pt x="2" y="16"/>
                  </a:lnTo>
                  <a:lnTo>
                    <a:pt x="2" y="4"/>
                  </a:lnTo>
                  <a:lnTo>
                    <a:pt x="2" y="4"/>
                  </a:lnTo>
                  <a:lnTo>
                    <a:pt x="8" y="16"/>
                  </a:lnTo>
                  <a:lnTo>
                    <a:pt x="8" y="16"/>
                  </a:lnTo>
                  <a:lnTo>
                    <a:pt x="14" y="4"/>
                  </a:lnTo>
                  <a:lnTo>
                    <a:pt x="14" y="4"/>
                  </a:lnTo>
                  <a:lnTo>
                    <a:pt x="14" y="16"/>
                  </a:lnTo>
                  <a:lnTo>
                    <a:pt x="16" y="16"/>
                  </a:lnTo>
                  <a:lnTo>
                    <a:pt x="16" y="0"/>
                  </a:lnTo>
                  <a:lnTo>
                    <a:pt x="12" y="0"/>
                  </a:lnTo>
                  <a:close/>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78" name="Freeform 30">
              <a:extLst>
                <a:ext uri="{FF2B5EF4-FFF2-40B4-BE49-F238E27FC236}">
                  <a16:creationId xmlns:a16="http://schemas.microsoft.com/office/drawing/2014/main" id="{A22E6347-E5E9-6C12-36AE-27F9ED849F71}"/>
                </a:ext>
              </a:extLst>
            </p:cNvPr>
            <p:cNvSpPr>
              <a:spLocks/>
            </p:cNvSpPr>
            <p:nvPr/>
          </p:nvSpPr>
          <p:spPr bwMode="auto">
            <a:xfrm>
              <a:off x="7307632" y="2471512"/>
              <a:ext cx="6509" cy="19527"/>
            </a:xfrm>
            <a:custGeom>
              <a:avLst/>
              <a:gdLst>
                <a:gd name="T0" fmla="*/ 1 w 2"/>
                <a:gd name="T1" fmla="*/ 0 h 6"/>
                <a:gd name="T2" fmla="*/ 1 w 2"/>
                <a:gd name="T3" fmla="*/ 0 h 6"/>
                <a:gd name="T4" fmla="*/ 0 w 2"/>
                <a:gd name="T5" fmla="*/ 2 h 6"/>
                <a:gd name="T6" fmla="*/ 0 w 2"/>
                <a:gd name="T7" fmla="*/ 5 h 6"/>
                <a:gd name="T8" fmla="*/ 1 w 2"/>
                <a:gd name="T9" fmla="*/ 6 h 6"/>
                <a:gd name="T10" fmla="*/ 1 w 2"/>
                <a:gd name="T11" fmla="*/ 6 h 6"/>
                <a:gd name="T12" fmla="*/ 2 w 2"/>
                <a:gd name="T13" fmla="*/ 5 h 6"/>
                <a:gd name="T14" fmla="*/ 2 w 2"/>
                <a:gd name="T15" fmla="*/ 2 h 6"/>
                <a:gd name="T16" fmla="*/ 1 w 2"/>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1" y="0"/>
                  </a:moveTo>
                  <a:cubicBezTo>
                    <a:pt x="1" y="0"/>
                    <a:pt x="1" y="0"/>
                    <a:pt x="1" y="0"/>
                  </a:cubicBezTo>
                  <a:cubicBezTo>
                    <a:pt x="0" y="0"/>
                    <a:pt x="0" y="1"/>
                    <a:pt x="0" y="2"/>
                  </a:cubicBezTo>
                  <a:cubicBezTo>
                    <a:pt x="0" y="5"/>
                    <a:pt x="0" y="5"/>
                    <a:pt x="0" y="5"/>
                  </a:cubicBezTo>
                  <a:cubicBezTo>
                    <a:pt x="0" y="6"/>
                    <a:pt x="0" y="6"/>
                    <a:pt x="1" y="6"/>
                  </a:cubicBezTo>
                  <a:cubicBezTo>
                    <a:pt x="1" y="6"/>
                    <a:pt x="1" y="6"/>
                    <a:pt x="1" y="6"/>
                  </a:cubicBezTo>
                  <a:cubicBezTo>
                    <a:pt x="2" y="6"/>
                    <a:pt x="2" y="6"/>
                    <a:pt x="2" y="5"/>
                  </a:cubicBezTo>
                  <a:cubicBezTo>
                    <a:pt x="2" y="2"/>
                    <a:pt x="2" y="2"/>
                    <a:pt x="2" y="2"/>
                  </a:cubicBezTo>
                  <a:cubicBezTo>
                    <a:pt x="2" y="1"/>
                    <a:pt x="2" y="0"/>
                    <a:pt x="1" y="0"/>
                  </a:cubicBezTo>
                </a:path>
              </a:pathLst>
            </a:custGeom>
            <a:solidFill>
              <a:srgbClr val="4846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grpSp>
      <p:sp>
        <p:nvSpPr>
          <p:cNvPr id="79" name="Bildplatzhalter 52">
            <a:extLst>
              <a:ext uri="{FF2B5EF4-FFF2-40B4-BE49-F238E27FC236}">
                <a16:creationId xmlns:a16="http://schemas.microsoft.com/office/drawing/2014/main" id="{F69CE8FA-7BF7-33BD-6AEB-2002256BC9D3}"/>
              </a:ext>
            </a:extLst>
          </p:cNvPr>
          <p:cNvSpPr>
            <a:spLocks noGrp="1"/>
          </p:cNvSpPr>
          <p:nvPr>
            <p:ph type="pic" sz="quarter" idx="11"/>
          </p:nvPr>
        </p:nvSpPr>
        <p:spPr>
          <a:xfrm>
            <a:off x="6855496" y="3605196"/>
            <a:ext cx="1140677" cy="2451240"/>
          </a:xfrm>
          <a:custGeom>
            <a:avLst/>
            <a:gdLst>
              <a:gd name="connsiteX0" fmla="*/ 140084 w 1140677"/>
              <a:gd name="connsiteY0" fmla="*/ 0 h 2451240"/>
              <a:gd name="connsiteX1" fmla="*/ 276831 w 1140677"/>
              <a:gd name="connsiteY1" fmla="*/ 0 h 2451240"/>
              <a:gd name="connsiteX2" fmla="*/ 276831 w 1140677"/>
              <a:gd name="connsiteY2" fmla="*/ 26287 h 2451240"/>
              <a:gd name="connsiteX3" fmla="*/ 330197 w 1140677"/>
              <a:gd name="connsiteY3" fmla="*/ 82146 h 2451240"/>
              <a:gd name="connsiteX4" fmla="*/ 810482 w 1140677"/>
              <a:gd name="connsiteY4" fmla="*/ 82146 h 2451240"/>
              <a:gd name="connsiteX5" fmla="*/ 863846 w 1140677"/>
              <a:gd name="connsiteY5" fmla="*/ 26287 h 2451240"/>
              <a:gd name="connsiteX6" fmla="*/ 863846 w 1140677"/>
              <a:gd name="connsiteY6" fmla="*/ 0 h 2451240"/>
              <a:gd name="connsiteX7" fmla="*/ 1000594 w 1140677"/>
              <a:gd name="connsiteY7" fmla="*/ 0 h 2451240"/>
              <a:gd name="connsiteX8" fmla="*/ 1140677 w 1140677"/>
              <a:gd name="connsiteY8" fmla="*/ 138006 h 2451240"/>
              <a:gd name="connsiteX9" fmla="*/ 1140677 w 1140677"/>
              <a:gd name="connsiteY9" fmla="*/ 2313235 h 2451240"/>
              <a:gd name="connsiteX10" fmla="*/ 1000594 w 1140677"/>
              <a:gd name="connsiteY10" fmla="*/ 2451240 h 2451240"/>
              <a:gd name="connsiteX11" fmla="*/ 140084 w 1140677"/>
              <a:gd name="connsiteY11" fmla="*/ 2451240 h 2451240"/>
              <a:gd name="connsiteX12" fmla="*/ 0 w 1140677"/>
              <a:gd name="connsiteY12" fmla="*/ 2313235 h 2451240"/>
              <a:gd name="connsiteX13" fmla="*/ 0 w 1140677"/>
              <a:gd name="connsiteY13" fmla="*/ 138006 h 2451240"/>
              <a:gd name="connsiteX14" fmla="*/ 140084 w 1140677"/>
              <a:gd name="connsiteY14" fmla="*/ 0 h 24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0677" h="2451240">
                <a:moveTo>
                  <a:pt x="140084" y="0"/>
                </a:moveTo>
                <a:cubicBezTo>
                  <a:pt x="276831" y="0"/>
                  <a:pt x="276831" y="0"/>
                  <a:pt x="276831" y="0"/>
                </a:cubicBezTo>
                <a:cubicBezTo>
                  <a:pt x="276831" y="26287"/>
                  <a:pt x="276831" y="26287"/>
                  <a:pt x="276831" y="26287"/>
                </a:cubicBezTo>
                <a:cubicBezTo>
                  <a:pt x="276831" y="46002"/>
                  <a:pt x="293508" y="82146"/>
                  <a:pt x="330197" y="82146"/>
                </a:cubicBezTo>
                <a:cubicBezTo>
                  <a:pt x="810482" y="82146"/>
                  <a:pt x="810482" y="82146"/>
                  <a:pt x="810482" y="82146"/>
                </a:cubicBezTo>
                <a:cubicBezTo>
                  <a:pt x="847170" y="82146"/>
                  <a:pt x="863846" y="46002"/>
                  <a:pt x="863846" y="26287"/>
                </a:cubicBezTo>
                <a:cubicBezTo>
                  <a:pt x="863846" y="0"/>
                  <a:pt x="863846" y="0"/>
                  <a:pt x="863846" y="0"/>
                </a:cubicBezTo>
                <a:cubicBezTo>
                  <a:pt x="1000594" y="0"/>
                  <a:pt x="1000594" y="0"/>
                  <a:pt x="1000594" y="0"/>
                </a:cubicBezTo>
                <a:cubicBezTo>
                  <a:pt x="1077306" y="0"/>
                  <a:pt x="1140677" y="62432"/>
                  <a:pt x="1140677" y="138006"/>
                </a:cubicBezTo>
                <a:cubicBezTo>
                  <a:pt x="1140677" y="2313235"/>
                  <a:pt x="1140677" y="2313235"/>
                  <a:pt x="1140677" y="2313235"/>
                </a:cubicBezTo>
                <a:cubicBezTo>
                  <a:pt x="1140677" y="2388810"/>
                  <a:pt x="1077306" y="2451240"/>
                  <a:pt x="1000594" y="2451240"/>
                </a:cubicBezTo>
                <a:cubicBezTo>
                  <a:pt x="140084" y="2451240"/>
                  <a:pt x="140084" y="2451240"/>
                  <a:pt x="140084" y="2451240"/>
                </a:cubicBezTo>
                <a:cubicBezTo>
                  <a:pt x="63371" y="2451240"/>
                  <a:pt x="0" y="2388810"/>
                  <a:pt x="0" y="2313235"/>
                </a:cubicBezTo>
                <a:cubicBezTo>
                  <a:pt x="0" y="138006"/>
                  <a:pt x="0" y="138006"/>
                  <a:pt x="0" y="138006"/>
                </a:cubicBezTo>
                <a:cubicBezTo>
                  <a:pt x="0" y="62432"/>
                  <a:pt x="63371" y="0"/>
                  <a:pt x="140084"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80" name="Bildplatzhalter 7">
            <a:extLst>
              <a:ext uri="{FF2B5EF4-FFF2-40B4-BE49-F238E27FC236}">
                <a16:creationId xmlns:a16="http://schemas.microsoft.com/office/drawing/2014/main" id="{88AB9D3B-052E-CE20-E779-AA962A562610}"/>
              </a:ext>
            </a:extLst>
          </p:cNvPr>
          <p:cNvSpPr>
            <a:spLocks noGrp="1"/>
          </p:cNvSpPr>
          <p:nvPr>
            <p:ph type="pic" sz="quarter" idx="23"/>
          </p:nvPr>
        </p:nvSpPr>
        <p:spPr>
          <a:xfrm>
            <a:off x="6855496" y="3605196"/>
            <a:ext cx="1140677" cy="2451240"/>
          </a:xfrm>
          <a:custGeom>
            <a:avLst/>
            <a:gdLst>
              <a:gd name="connsiteX0" fmla="*/ 140084 w 1140677"/>
              <a:gd name="connsiteY0" fmla="*/ 0 h 2451240"/>
              <a:gd name="connsiteX1" fmla="*/ 276831 w 1140677"/>
              <a:gd name="connsiteY1" fmla="*/ 0 h 2451240"/>
              <a:gd name="connsiteX2" fmla="*/ 276831 w 1140677"/>
              <a:gd name="connsiteY2" fmla="*/ 26287 h 2451240"/>
              <a:gd name="connsiteX3" fmla="*/ 330197 w 1140677"/>
              <a:gd name="connsiteY3" fmla="*/ 82146 h 2451240"/>
              <a:gd name="connsiteX4" fmla="*/ 810482 w 1140677"/>
              <a:gd name="connsiteY4" fmla="*/ 82146 h 2451240"/>
              <a:gd name="connsiteX5" fmla="*/ 863846 w 1140677"/>
              <a:gd name="connsiteY5" fmla="*/ 26287 h 2451240"/>
              <a:gd name="connsiteX6" fmla="*/ 863846 w 1140677"/>
              <a:gd name="connsiteY6" fmla="*/ 0 h 2451240"/>
              <a:gd name="connsiteX7" fmla="*/ 1000594 w 1140677"/>
              <a:gd name="connsiteY7" fmla="*/ 0 h 2451240"/>
              <a:gd name="connsiteX8" fmla="*/ 1140677 w 1140677"/>
              <a:gd name="connsiteY8" fmla="*/ 138006 h 2451240"/>
              <a:gd name="connsiteX9" fmla="*/ 1140677 w 1140677"/>
              <a:gd name="connsiteY9" fmla="*/ 2313235 h 2451240"/>
              <a:gd name="connsiteX10" fmla="*/ 1000594 w 1140677"/>
              <a:gd name="connsiteY10" fmla="*/ 2451240 h 2451240"/>
              <a:gd name="connsiteX11" fmla="*/ 140084 w 1140677"/>
              <a:gd name="connsiteY11" fmla="*/ 2451240 h 2451240"/>
              <a:gd name="connsiteX12" fmla="*/ 0 w 1140677"/>
              <a:gd name="connsiteY12" fmla="*/ 2313235 h 2451240"/>
              <a:gd name="connsiteX13" fmla="*/ 0 w 1140677"/>
              <a:gd name="connsiteY13" fmla="*/ 138006 h 2451240"/>
              <a:gd name="connsiteX14" fmla="*/ 140084 w 1140677"/>
              <a:gd name="connsiteY14" fmla="*/ 0 h 245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0677" h="2451240">
                <a:moveTo>
                  <a:pt x="140084" y="0"/>
                </a:moveTo>
                <a:cubicBezTo>
                  <a:pt x="276831" y="0"/>
                  <a:pt x="276831" y="0"/>
                  <a:pt x="276831" y="0"/>
                </a:cubicBezTo>
                <a:cubicBezTo>
                  <a:pt x="276831" y="26287"/>
                  <a:pt x="276831" y="26287"/>
                  <a:pt x="276831" y="26287"/>
                </a:cubicBezTo>
                <a:cubicBezTo>
                  <a:pt x="276831" y="46002"/>
                  <a:pt x="293508" y="82146"/>
                  <a:pt x="330197" y="82146"/>
                </a:cubicBezTo>
                <a:cubicBezTo>
                  <a:pt x="810482" y="82146"/>
                  <a:pt x="810482" y="82146"/>
                  <a:pt x="810482" y="82146"/>
                </a:cubicBezTo>
                <a:cubicBezTo>
                  <a:pt x="847170" y="82146"/>
                  <a:pt x="863846" y="46002"/>
                  <a:pt x="863846" y="26287"/>
                </a:cubicBezTo>
                <a:cubicBezTo>
                  <a:pt x="863846" y="0"/>
                  <a:pt x="863846" y="0"/>
                  <a:pt x="863846" y="0"/>
                </a:cubicBezTo>
                <a:cubicBezTo>
                  <a:pt x="1000594" y="0"/>
                  <a:pt x="1000594" y="0"/>
                  <a:pt x="1000594" y="0"/>
                </a:cubicBezTo>
                <a:cubicBezTo>
                  <a:pt x="1077306" y="0"/>
                  <a:pt x="1140677" y="62432"/>
                  <a:pt x="1140677" y="138006"/>
                </a:cubicBezTo>
                <a:cubicBezTo>
                  <a:pt x="1140677" y="2313235"/>
                  <a:pt x="1140677" y="2313235"/>
                  <a:pt x="1140677" y="2313235"/>
                </a:cubicBezTo>
                <a:cubicBezTo>
                  <a:pt x="1140677" y="2388810"/>
                  <a:pt x="1077306" y="2451240"/>
                  <a:pt x="1000594" y="2451240"/>
                </a:cubicBezTo>
                <a:cubicBezTo>
                  <a:pt x="140084" y="2451240"/>
                  <a:pt x="140084" y="2451240"/>
                  <a:pt x="140084" y="2451240"/>
                </a:cubicBezTo>
                <a:cubicBezTo>
                  <a:pt x="63371" y="2451240"/>
                  <a:pt x="0" y="2388810"/>
                  <a:pt x="0" y="2313235"/>
                </a:cubicBezTo>
                <a:cubicBezTo>
                  <a:pt x="0" y="138006"/>
                  <a:pt x="0" y="138006"/>
                  <a:pt x="0" y="138006"/>
                </a:cubicBezTo>
                <a:cubicBezTo>
                  <a:pt x="0" y="62432"/>
                  <a:pt x="63371" y="0"/>
                  <a:pt x="140084" y="0"/>
                </a:cubicBezTo>
                <a:close/>
              </a:path>
            </a:pathLst>
          </a:custGeom>
        </p:spPr>
        <p:txBody>
          <a:bodyPr anchor="ctr" anchorCtr="1"/>
          <a:lstStyle/>
          <a:p>
            <a:r>
              <a:rPr lang="de-DE"/>
              <a:t>Bild durch Klicken auf Symbol hinzufügen</a:t>
            </a:r>
          </a:p>
        </p:txBody>
      </p:sp>
      <p:grpSp>
        <p:nvGrpSpPr>
          <p:cNvPr id="81" name="Group 81">
            <a:extLst>
              <a:ext uri="{FF2B5EF4-FFF2-40B4-BE49-F238E27FC236}">
                <a16:creationId xmlns:a16="http://schemas.microsoft.com/office/drawing/2014/main" id="{B3563498-181F-F3FC-D65E-A0F4D93C7DBB}"/>
              </a:ext>
            </a:extLst>
          </p:cNvPr>
          <p:cNvGrpSpPr/>
          <p:nvPr userDrawn="1"/>
        </p:nvGrpSpPr>
        <p:grpSpPr>
          <a:xfrm>
            <a:off x="6825309" y="3575061"/>
            <a:ext cx="1201825" cy="2516269"/>
            <a:chOff x="6837149" y="3580375"/>
            <a:chExt cx="1178145" cy="2491355"/>
          </a:xfrm>
          <a:solidFill>
            <a:srgbClr val="2F3941"/>
          </a:solidFill>
        </p:grpSpPr>
        <p:sp>
          <p:nvSpPr>
            <p:cNvPr id="82" name="Freeform 13">
              <a:extLst>
                <a:ext uri="{FF2B5EF4-FFF2-40B4-BE49-F238E27FC236}">
                  <a16:creationId xmlns:a16="http://schemas.microsoft.com/office/drawing/2014/main" id="{9F50834F-6411-7F5B-05C8-43A1FC80AD90}"/>
                </a:ext>
              </a:extLst>
            </p:cNvPr>
            <p:cNvSpPr>
              <a:spLocks noEditPoints="1"/>
            </p:cNvSpPr>
            <p:nvPr/>
          </p:nvSpPr>
          <p:spPr bwMode="auto">
            <a:xfrm>
              <a:off x="6837149" y="3580375"/>
              <a:ext cx="1178145" cy="2491355"/>
            </a:xfrm>
            <a:custGeom>
              <a:avLst/>
              <a:gdLst>
                <a:gd name="T0" fmla="*/ 352 w 362"/>
                <a:gd name="T1" fmla="*/ 714 h 766"/>
                <a:gd name="T2" fmla="*/ 310 w 362"/>
                <a:gd name="T3" fmla="*/ 756 h 766"/>
                <a:gd name="T4" fmla="*/ 52 w 362"/>
                <a:gd name="T5" fmla="*/ 756 h 766"/>
                <a:gd name="T6" fmla="*/ 10 w 362"/>
                <a:gd name="T7" fmla="*/ 714 h 766"/>
                <a:gd name="T8" fmla="*/ 10 w 362"/>
                <a:gd name="T9" fmla="*/ 52 h 766"/>
                <a:gd name="T10" fmla="*/ 52 w 362"/>
                <a:gd name="T11" fmla="*/ 10 h 766"/>
                <a:gd name="T12" fmla="*/ 93 w 362"/>
                <a:gd name="T13" fmla="*/ 10 h 766"/>
                <a:gd name="T14" fmla="*/ 93 w 362"/>
                <a:gd name="T15" fmla="*/ 18 h 766"/>
                <a:gd name="T16" fmla="*/ 109 w 362"/>
                <a:gd name="T17" fmla="*/ 35 h 766"/>
                <a:gd name="T18" fmla="*/ 253 w 362"/>
                <a:gd name="T19" fmla="*/ 35 h 766"/>
                <a:gd name="T20" fmla="*/ 269 w 362"/>
                <a:gd name="T21" fmla="*/ 18 h 766"/>
                <a:gd name="T22" fmla="*/ 269 w 362"/>
                <a:gd name="T23" fmla="*/ 10 h 766"/>
                <a:gd name="T24" fmla="*/ 310 w 362"/>
                <a:gd name="T25" fmla="*/ 10 h 766"/>
                <a:gd name="T26" fmla="*/ 352 w 362"/>
                <a:gd name="T27" fmla="*/ 52 h 766"/>
                <a:gd name="T28" fmla="*/ 352 w 362"/>
                <a:gd name="T29" fmla="*/ 714 h 766"/>
                <a:gd name="T30" fmla="*/ 309 w 362"/>
                <a:gd name="T31" fmla="*/ 0 h 766"/>
                <a:gd name="T32" fmla="*/ 53 w 362"/>
                <a:gd name="T33" fmla="*/ 0 h 766"/>
                <a:gd name="T34" fmla="*/ 0 w 362"/>
                <a:gd name="T35" fmla="*/ 54 h 766"/>
                <a:gd name="T36" fmla="*/ 0 w 362"/>
                <a:gd name="T37" fmla="*/ 712 h 766"/>
                <a:gd name="T38" fmla="*/ 53 w 362"/>
                <a:gd name="T39" fmla="*/ 766 h 766"/>
                <a:gd name="T40" fmla="*/ 309 w 362"/>
                <a:gd name="T41" fmla="*/ 766 h 766"/>
                <a:gd name="T42" fmla="*/ 362 w 362"/>
                <a:gd name="T43" fmla="*/ 712 h 766"/>
                <a:gd name="T44" fmla="*/ 362 w 362"/>
                <a:gd name="T45" fmla="*/ 54 h 766"/>
                <a:gd name="T46" fmla="*/ 309 w 362"/>
                <a:gd name="T47" fmla="*/ 0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2" h="766">
                  <a:moveTo>
                    <a:pt x="352" y="714"/>
                  </a:moveTo>
                  <a:cubicBezTo>
                    <a:pt x="352" y="737"/>
                    <a:pt x="333" y="756"/>
                    <a:pt x="310" y="756"/>
                  </a:cubicBezTo>
                  <a:cubicBezTo>
                    <a:pt x="52" y="756"/>
                    <a:pt x="52" y="756"/>
                    <a:pt x="52" y="756"/>
                  </a:cubicBezTo>
                  <a:cubicBezTo>
                    <a:pt x="29" y="756"/>
                    <a:pt x="10" y="737"/>
                    <a:pt x="10" y="714"/>
                  </a:cubicBezTo>
                  <a:cubicBezTo>
                    <a:pt x="10" y="52"/>
                    <a:pt x="10" y="52"/>
                    <a:pt x="10" y="52"/>
                  </a:cubicBezTo>
                  <a:cubicBezTo>
                    <a:pt x="10" y="29"/>
                    <a:pt x="29" y="10"/>
                    <a:pt x="52" y="10"/>
                  </a:cubicBezTo>
                  <a:cubicBezTo>
                    <a:pt x="93" y="10"/>
                    <a:pt x="93" y="10"/>
                    <a:pt x="93" y="10"/>
                  </a:cubicBezTo>
                  <a:cubicBezTo>
                    <a:pt x="93" y="18"/>
                    <a:pt x="93" y="18"/>
                    <a:pt x="93" y="18"/>
                  </a:cubicBezTo>
                  <a:cubicBezTo>
                    <a:pt x="93" y="24"/>
                    <a:pt x="98" y="35"/>
                    <a:pt x="109" y="35"/>
                  </a:cubicBezTo>
                  <a:cubicBezTo>
                    <a:pt x="253" y="35"/>
                    <a:pt x="253" y="35"/>
                    <a:pt x="253" y="35"/>
                  </a:cubicBezTo>
                  <a:cubicBezTo>
                    <a:pt x="264" y="35"/>
                    <a:pt x="269" y="24"/>
                    <a:pt x="269" y="18"/>
                  </a:cubicBezTo>
                  <a:cubicBezTo>
                    <a:pt x="269" y="10"/>
                    <a:pt x="269" y="10"/>
                    <a:pt x="269" y="10"/>
                  </a:cubicBezTo>
                  <a:cubicBezTo>
                    <a:pt x="310" y="10"/>
                    <a:pt x="310" y="10"/>
                    <a:pt x="310" y="10"/>
                  </a:cubicBezTo>
                  <a:cubicBezTo>
                    <a:pt x="333" y="10"/>
                    <a:pt x="352" y="29"/>
                    <a:pt x="352" y="52"/>
                  </a:cubicBezTo>
                  <a:cubicBezTo>
                    <a:pt x="352" y="714"/>
                    <a:pt x="352" y="714"/>
                    <a:pt x="352" y="714"/>
                  </a:cubicBezTo>
                  <a:moveTo>
                    <a:pt x="309" y="0"/>
                  </a:moveTo>
                  <a:cubicBezTo>
                    <a:pt x="53" y="0"/>
                    <a:pt x="53" y="0"/>
                    <a:pt x="53" y="0"/>
                  </a:cubicBezTo>
                  <a:cubicBezTo>
                    <a:pt x="22" y="0"/>
                    <a:pt x="0" y="22"/>
                    <a:pt x="0" y="54"/>
                  </a:cubicBezTo>
                  <a:cubicBezTo>
                    <a:pt x="0" y="712"/>
                    <a:pt x="0" y="712"/>
                    <a:pt x="0" y="712"/>
                  </a:cubicBezTo>
                  <a:cubicBezTo>
                    <a:pt x="0" y="744"/>
                    <a:pt x="22" y="766"/>
                    <a:pt x="53" y="766"/>
                  </a:cubicBezTo>
                  <a:cubicBezTo>
                    <a:pt x="309" y="766"/>
                    <a:pt x="309" y="766"/>
                    <a:pt x="309" y="766"/>
                  </a:cubicBezTo>
                  <a:cubicBezTo>
                    <a:pt x="340" y="766"/>
                    <a:pt x="362" y="744"/>
                    <a:pt x="362" y="712"/>
                  </a:cubicBezTo>
                  <a:cubicBezTo>
                    <a:pt x="362" y="54"/>
                    <a:pt x="362" y="54"/>
                    <a:pt x="362" y="54"/>
                  </a:cubicBezTo>
                  <a:cubicBezTo>
                    <a:pt x="362" y="22"/>
                    <a:pt x="340" y="0"/>
                    <a:pt x="309" y="0"/>
                  </a:cubicBezTo>
                </a:path>
              </a:pathLst>
            </a:custGeom>
            <a:grpFill/>
            <a:ln>
              <a:noFill/>
            </a:ln>
          </p:spPr>
          <p:txBody>
            <a:bodyPr vert="horz" wrap="square" lIns="114942" tIns="57471" rIns="114942" bIns="57471" numCol="1" anchor="ctr" anchorCtr="1" compatLnSpc="1">
              <a:prstTxWarp prst="textNoShape">
                <a:avLst/>
              </a:prstTxWarp>
            </a:bodyPr>
            <a:lstStyle/>
            <a:p>
              <a:endParaRPr lang="en-US" sz="2263"/>
            </a:p>
          </p:txBody>
        </p:sp>
        <p:grpSp>
          <p:nvGrpSpPr>
            <p:cNvPr id="83" name="Group 33">
              <a:extLst>
                <a:ext uri="{FF2B5EF4-FFF2-40B4-BE49-F238E27FC236}">
                  <a16:creationId xmlns:a16="http://schemas.microsoft.com/office/drawing/2014/main" id="{E35ECECA-F720-A13F-9AA5-0AE7A1550422}"/>
                </a:ext>
              </a:extLst>
            </p:cNvPr>
            <p:cNvGrpSpPr/>
            <p:nvPr/>
          </p:nvGrpSpPr>
          <p:grpSpPr>
            <a:xfrm>
              <a:off x="7216110" y="3583933"/>
              <a:ext cx="397676" cy="75655"/>
              <a:chOff x="7218491" y="3591078"/>
              <a:chExt cx="397676" cy="75655"/>
            </a:xfrm>
            <a:grpFill/>
          </p:grpSpPr>
          <p:sp>
            <p:nvSpPr>
              <p:cNvPr id="84" name="Freeform 15">
                <a:extLst>
                  <a:ext uri="{FF2B5EF4-FFF2-40B4-BE49-F238E27FC236}">
                    <a16:creationId xmlns:a16="http://schemas.microsoft.com/office/drawing/2014/main" id="{A483C931-D188-B03C-8E57-608F48A986E8}"/>
                  </a:ext>
                </a:extLst>
              </p:cNvPr>
              <p:cNvSpPr>
                <a:spLocks noEditPoints="1"/>
              </p:cNvSpPr>
              <p:nvPr/>
            </p:nvSpPr>
            <p:spPr bwMode="auto">
              <a:xfrm>
                <a:off x="7249049" y="3591078"/>
                <a:ext cx="279891" cy="29291"/>
              </a:xfrm>
              <a:custGeom>
                <a:avLst/>
                <a:gdLst>
                  <a:gd name="T0" fmla="*/ 84 w 86"/>
                  <a:gd name="T1" fmla="*/ 2 h 9"/>
                  <a:gd name="T2" fmla="*/ 22 w 86"/>
                  <a:gd name="T3" fmla="*/ 2 h 9"/>
                  <a:gd name="T4" fmla="*/ 19 w 86"/>
                  <a:gd name="T5" fmla="*/ 4 h 9"/>
                  <a:gd name="T6" fmla="*/ 19 w 86"/>
                  <a:gd name="T7" fmla="*/ 5 h 9"/>
                  <a:gd name="T8" fmla="*/ 22 w 86"/>
                  <a:gd name="T9" fmla="*/ 7 h 9"/>
                  <a:gd name="T10" fmla="*/ 84 w 86"/>
                  <a:gd name="T11" fmla="*/ 7 h 9"/>
                  <a:gd name="T12" fmla="*/ 86 w 86"/>
                  <a:gd name="T13" fmla="*/ 5 h 9"/>
                  <a:gd name="T14" fmla="*/ 86 w 86"/>
                  <a:gd name="T15" fmla="*/ 4 h 9"/>
                  <a:gd name="T16" fmla="*/ 84 w 86"/>
                  <a:gd name="T17" fmla="*/ 2 h 9"/>
                  <a:gd name="T18" fmla="*/ 5 w 86"/>
                  <a:gd name="T19" fmla="*/ 0 h 9"/>
                  <a:gd name="T20" fmla="*/ 0 w 86"/>
                  <a:gd name="T21" fmla="*/ 4 h 9"/>
                  <a:gd name="T22" fmla="*/ 5 w 86"/>
                  <a:gd name="T23" fmla="*/ 9 h 9"/>
                  <a:gd name="T24" fmla="*/ 9 w 86"/>
                  <a:gd name="T25" fmla="*/ 4 h 9"/>
                  <a:gd name="T26" fmla="*/ 5 w 86"/>
                  <a:gd name="T2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9">
                    <a:moveTo>
                      <a:pt x="84" y="2"/>
                    </a:moveTo>
                    <a:cubicBezTo>
                      <a:pt x="22" y="2"/>
                      <a:pt x="22" y="2"/>
                      <a:pt x="22" y="2"/>
                    </a:cubicBezTo>
                    <a:cubicBezTo>
                      <a:pt x="21" y="2"/>
                      <a:pt x="19" y="3"/>
                      <a:pt x="19" y="4"/>
                    </a:cubicBezTo>
                    <a:cubicBezTo>
                      <a:pt x="19" y="5"/>
                      <a:pt x="19" y="5"/>
                      <a:pt x="19" y="5"/>
                    </a:cubicBezTo>
                    <a:cubicBezTo>
                      <a:pt x="19" y="6"/>
                      <a:pt x="21" y="7"/>
                      <a:pt x="22" y="7"/>
                    </a:cubicBezTo>
                    <a:cubicBezTo>
                      <a:pt x="84" y="7"/>
                      <a:pt x="84" y="7"/>
                      <a:pt x="84" y="7"/>
                    </a:cubicBezTo>
                    <a:cubicBezTo>
                      <a:pt x="85" y="7"/>
                      <a:pt x="86" y="6"/>
                      <a:pt x="86" y="5"/>
                    </a:cubicBezTo>
                    <a:cubicBezTo>
                      <a:pt x="86" y="4"/>
                      <a:pt x="86" y="4"/>
                      <a:pt x="86" y="4"/>
                    </a:cubicBezTo>
                    <a:cubicBezTo>
                      <a:pt x="86" y="3"/>
                      <a:pt x="85" y="2"/>
                      <a:pt x="84" y="2"/>
                    </a:cubicBezTo>
                    <a:moveTo>
                      <a:pt x="5" y="0"/>
                    </a:moveTo>
                    <a:cubicBezTo>
                      <a:pt x="2" y="0"/>
                      <a:pt x="0" y="2"/>
                      <a:pt x="0" y="4"/>
                    </a:cubicBezTo>
                    <a:cubicBezTo>
                      <a:pt x="0" y="7"/>
                      <a:pt x="2" y="9"/>
                      <a:pt x="5" y="9"/>
                    </a:cubicBezTo>
                    <a:cubicBezTo>
                      <a:pt x="7" y="9"/>
                      <a:pt x="9" y="7"/>
                      <a:pt x="9" y="4"/>
                    </a:cubicBezTo>
                    <a:cubicBezTo>
                      <a:pt x="9" y="2"/>
                      <a:pt x="7" y="0"/>
                      <a:pt x="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942" tIns="57471" rIns="114942" bIns="57471" numCol="1" anchor="ctr" anchorCtr="1" compatLnSpc="1">
                <a:prstTxWarp prst="textNoShape">
                  <a:avLst/>
                </a:prstTxWarp>
              </a:bodyPr>
              <a:lstStyle/>
              <a:p>
                <a:endParaRPr lang="en-US" sz="2263"/>
              </a:p>
            </p:txBody>
          </p:sp>
          <p:sp>
            <p:nvSpPr>
              <p:cNvPr id="85" name="Freeform 12">
                <a:extLst>
                  <a:ext uri="{FF2B5EF4-FFF2-40B4-BE49-F238E27FC236}">
                    <a16:creationId xmlns:a16="http://schemas.microsoft.com/office/drawing/2014/main" id="{9C622A77-5978-CDA7-5D7D-0EE6653E8DA6}"/>
                  </a:ext>
                </a:extLst>
              </p:cNvPr>
              <p:cNvSpPr>
                <a:spLocks noEditPoints="1"/>
              </p:cNvSpPr>
              <p:nvPr/>
            </p:nvSpPr>
            <p:spPr bwMode="auto">
              <a:xfrm>
                <a:off x="7218491" y="3625647"/>
                <a:ext cx="397676" cy="41086"/>
              </a:xfrm>
              <a:custGeom>
                <a:avLst/>
                <a:gdLst>
                  <a:gd name="T0" fmla="*/ 143 w 147"/>
                  <a:gd name="T1" fmla="*/ 3 h 16"/>
                  <a:gd name="T2" fmla="*/ 38 w 147"/>
                  <a:gd name="T3" fmla="*/ 3 h 16"/>
                  <a:gd name="T4" fmla="*/ 33 w 147"/>
                  <a:gd name="T5" fmla="*/ 8 h 16"/>
                  <a:gd name="T6" fmla="*/ 33 w 147"/>
                  <a:gd name="T7" fmla="*/ 8 h 16"/>
                  <a:gd name="T8" fmla="*/ 38 w 147"/>
                  <a:gd name="T9" fmla="*/ 13 h 16"/>
                  <a:gd name="T10" fmla="*/ 143 w 147"/>
                  <a:gd name="T11" fmla="*/ 13 h 16"/>
                  <a:gd name="T12" fmla="*/ 147 w 147"/>
                  <a:gd name="T13" fmla="*/ 8 h 16"/>
                  <a:gd name="T14" fmla="*/ 147 w 147"/>
                  <a:gd name="T15" fmla="*/ 8 h 16"/>
                  <a:gd name="T16" fmla="*/ 143 w 147"/>
                  <a:gd name="T17" fmla="*/ 3 h 16"/>
                  <a:gd name="T18" fmla="*/ 8 w 147"/>
                  <a:gd name="T19" fmla="*/ 0 h 16"/>
                  <a:gd name="T20" fmla="*/ 0 w 147"/>
                  <a:gd name="T21" fmla="*/ 8 h 16"/>
                  <a:gd name="T22" fmla="*/ 8 w 147"/>
                  <a:gd name="T23" fmla="*/ 16 h 16"/>
                  <a:gd name="T24" fmla="*/ 16 w 147"/>
                  <a:gd name="T25" fmla="*/ 8 h 16"/>
                  <a:gd name="T26" fmla="*/ 8 w 147"/>
                  <a:gd name="T2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7" h="16">
                    <a:moveTo>
                      <a:pt x="143" y="3"/>
                    </a:moveTo>
                    <a:cubicBezTo>
                      <a:pt x="38" y="3"/>
                      <a:pt x="38" y="3"/>
                      <a:pt x="38" y="3"/>
                    </a:cubicBezTo>
                    <a:cubicBezTo>
                      <a:pt x="35" y="3"/>
                      <a:pt x="33" y="5"/>
                      <a:pt x="33" y="8"/>
                    </a:cubicBezTo>
                    <a:cubicBezTo>
                      <a:pt x="33" y="8"/>
                      <a:pt x="33" y="8"/>
                      <a:pt x="33" y="8"/>
                    </a:cubicBezTo>
                    <a:cubicBezTo>
                      <a:pt x="33" y="11"/>
                      <a:pt x="35" y="13"/>
                      <a:pt x="38" y="13"/>
                    </a:cubicBezTo>
                    <a:cubicBezTo>
                      <a:pt x="143" y="13"/>
                      <a:pt x="143" y="13"/>
                      <a:pt x="143" y="13"/>
                    </a:cubicBezTo>
                    <a:cubicBezTo>
                      <a:pt x="145" y="13"/>
                      <a:pt x="147" y="11"/>
                      <a:pt x="147" y="8"/>
                    </a:cubicBezTo>
                    <a:cubicBezTo>
                      <a:pt x="147" y="8"/>
                      <a:pt x="147" y="8"/>
                      <a:pt x="147" y="8"/>
                    </a:cubicBezTo>
                    <a:cubicBezTo>
                      <a:pt x="147" y="5"/>
                      <a:pt x="145" y="3"/>
                      <a:pt x="143" y="3"/>
                    </a:cubicBezTo>
                    <a:moveTo>
                      <a:pt x="8" y="0"/>
                    </a:moveTo>
                    <a:cubicBezTo>
                      <a:pt x="3" y="0"/>
                      <a:pt x="0" y="4"/>
                      <a:pt x="0" y="8"/>
                    </a:cubicBezTo>
                    <a:cubicBezTo>
                      <a:pt x="0" y="12"/>
                      <a:pt x="3" y="16"/>
                      <a:pt x="8" y="16"/>
                    </a:cubicBezTo>
                    <a:cubicBezTo>
                      <a:pt x="12" y="16"/>
                      <a:pt x="16" y="12"/>
                      <a:pt x="16" y="8"/>
                    </a:cubicBezTo>
                    <a:cubicBezTo>
                      <a:pt x="16" y="4"/>
                      <a:pt x="12" y="0"/>
                      <a:pt x="8" y="0"/>
                    </a:cubicBezTo>
                  </a:path>
                </a:pathLst>
              </a:custGeom>
              <a:solidFill>
                <a:schemeClr val="tx2"/>
              </a:solidFill>
              <a:ln>
                <a:noFill/>
              </a:ln>
            </p:spPr>
            <p:txBody>
              <a:bodyPr vert="horz" wrap="square" lIns="114942" tIns="57471" rIns="114942" bIns="57471" numCol="1" anchor="ctr" anchorCtr="1" compatLnSpc="1">
                <a:prstTxWarp prst="textNoShape">
                  <a:avLst/>
                </a:prstTxWarp>
              </a:bodyPr>
              <a:lstStyle/>
              <a:p>
                <a:endParaRPr lang="en-US" sz="2263"/>
              </a:p>
            </p:txBody>
          </p:sp>
        </p:grpSp>
      </p:grpSp>
    </p:spTree>
    <p:extLst>
      <p:ext uri="{BB962C8B-B14F-4D97-AF65-F5344CB8AC3E}">
        <p14:creationId xmlns:p14="http://schemas.microsoft.com/office/powerpoint/2010/main" val="1039402410"/>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ark Mode/Gray Laptop">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2BC4B996-22FD-F47B-2286-9FC5EE9427B9}"/>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4" name="Grafik 3">
            <a:extLst>
              <a:ext uri="{FF2B5EF4-FFF2-40B4-BE49-F238E27FC236}">
                <a16:creationId xmlns:a16="http://schemas.microsoft.com/office/drawing/2014/main" id="{B78B49EC-1E7E-CBA5-20E5-32DACA007E30}"/>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FE1E281D-AA97-31A9-EA27-7D3C3ADF18BC}"/>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7CD1CAE8-93ED-6018-E6CC-FE9B13E722E3}"/>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18" name="Textplatzhalter 17">
            <a:extLst>
              <a:ext uri="{FF2B5EF4-FFF2-40B4-BE49-F238E27FC236}">
                <a16:creationId xmlns:a16="http://schemas.microsoft.com/office/drawing/2014/main" id="{D233101D-EDF1-46BD-61D3-A5BC5E9B84CF}"/>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9" name="Titel 18">
            <a:extLst>
              <a:ext uri="{FF2B5EF4-FFF2-40B4-BE49-F238E27FC236}">
                <a16:creationId xmlns:a16="http://schemas.microsoft.com/office/drawing/2014/main" id="{68F06D59-8F2D-23F2-B25F-4198E6AE5A19}"/>
              </a:ext>
            </a:extLst>
          </p:cNvPr>
          <p:cNvSpPr>
            <a:spLocks noGrp="1"/>
          </p:cNvSpPr>
          <p:nvPr>
            <p:ph type="title"/>
          </p:nvPr>
        </p:nvSpPr>
        <p:spPr/>
        <p:txBody>
          <a:bodyPr>
            <a:noAutofit/>
          </a:bodyPr>
          <a:lstStyle/>
          <a:p>
            <a:r>
              <a:rPr lang="de-DE"/>
              <a:t>Mastertitelformat bearbeiten</a:t>
            </a:r>
          </a:p>
        </p:txBody>
      </p:sp>
      <p:sp>
        <p:nvSpPr>
          <p:cNvPr id="26" name="Picture Placeholder 13">
            <a:extLst>
              <a:ext uri="{FF2B5EF4-FFF2-40B4-BE49-F238E27FC236}">
                <a16:creationId xmlns:a16="http://schemas.microsoft.com/office/drawing/2014/main" id="{4989684B-90A8-E8C0-AC45-8BF307526107}"/>
              </a:ext>
            </a:extLst>
          </p:cNvPr>
          <p:cNvSpPr>
            <a:spLocks noGrp="1"/>
          </p:cNvSpPr>
          <p:nvPr>
            <p:ph type="pic" sz="quarter" idx="15"/>
          </p:nvPr>
        </p:nvSpPr>
        <p:spPr>
          <a:xfrm>
            <a:off x="5493116" y="2206611"/>
            <a:ext cx="5395136" cy="3532403"/>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27" name="Bildplatzhalter 6">
            <a:extLst>
              <a:ext uri="{FF2B5EF4-FFF2-40B4-BE49-F238E27FC236}">
                <a16:creationId xmlns:a16="http://schemas.microsoft.com/office/drawing/2014/main" id="{EDEB85E5-C57C-3503-3A55-EAFFCBB98872}"/>
              </a:ext>
            </a:extLst>
          </p:cNvPr>
          <p:cNvSpPr>
            <a:spLocks noGrp="1"/>
          </p:cNvSpPr>
          <p:nvPr>
            <p:ph type="pic" sz="quarter" idx="21"/>
          </p:nvPr>
        </p:nvSpPr>
        <p:spPr>
          <a:xfrm>
            <a:off x="5493116" y="2206611"/>
            <a:ext cx="5395136" cy="3532403"/>
          </a:xfrm>
          <a:custGeom>
            <a:avLst/>
            <a:gdLst>
              <a:gd name="connsiteX0" fmla="*/ 130223 w 5121354"/>
              <a:gd name="connsiteY0" fmla="*/ 0 h 3353148"/>
              <a:gd name="connsiteX1" fmla="*/ 4991131 w 5121354"/>
              <a:gd name="connsiteY1" fmla="*/ 0 h 3353148"/>
              <a:gd name="connsiteX2" fmla="*/ 5121354 w 5121354"/>
              <a:gd name="connsiteY2" fmla="*/ 130253 h 3353148"/>
              <a:gd name="connsiteX3" fmla="*/ 5121354 w 5121354"/>
              <a:gd name="connsiteY3" fmla="*/ 3353148 h 3353148"/>
              <a:gd name="connsiteX4" fmla="*/ 0 w 5121354"/>
              <a:gd name="connsiteY4" fmla="*/ 3353148 h 3353148"/>
              <a:gd name="connsiteX5" fmla="*/ 0 w 5121354"/>
              <a:gd name="connsiteY5" fmla="*/ 130253 h 3353148"/>
              <a:gd name="connsiteX6" fmla="*/ 130223 w 5121354"/>
              <a:gd name="connsiteY6" fmla="*/ 0 h 335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21354" h="3353148">
                <a:moveTo>
                  <a:pt x="130223" y="0"/>
                </a:moveTo>
                <a:cubicBezTo>
                  <a:pt x="130223" y="0"/>
                  <a:pt x="130223" y="0"/>
                  <a:pt x="4991131" y="0"/>
                </a:cubicBezTo>
                <a:cubicBezTo>
                  <a:pt x="5062581" y="0"/>
                  <a:pt x="5121354" y="58788"/>
                  <a:pt x="5121354" y="130253"/>
                </a:cubicBezTo>
                <a:lnTo>
                  <a:pt x="5121354" y="3353148"/>
                </a:lnTo>
                <a:cubicBezTo>
                  <a:pt x="5121354" y="3353148"/>
                  <a:pt x="5121354" y="3353148"/>
                  <a:pt x="0" y="3353148"/>
                </a:cubicBezTo>
                <a:cubicBezTo>
                  <a:pt x="0" y="3353148"/>
                  <a:pt x="0" y="3353148"/>
                  <a:pt x="0" y="130253"/>
                </a:cubicBezTo>
                <a:cubicBezTo>
                  <a:pt x="0" y="58788"/>
                  <a:pt x="58775" y="0"/>
                  <a:pt x="130223" y="0"/>
                </a:cubicBezTo>
                <a:close/>
              </a:path>
            </a:pathLst>
          </a:custGeom>
        </p:spPr>
        <p:txBody>
          <a:bodyPr anchor="ctr" anchorCtr="1"/>
          <a:lstStyle/>
          <a:p>
            <a:r>
              <a:rPr lang="de-DE"/>
              <a:t>Bild durch Klicken auf Symbol hinzufügen</a:t>
            </a:r>
          </a:p>
        </p:txBody>
      </p:sp>
      <p:grpSp>
        <p:nvGrpSpPr>
          <p:cNvPr id="28" name="Gruppieren 27">
            <a:extLst>
              <a:ext uri="{FF2B5EF4-FFF2-40B4-BE49-F238E27FC236}">
                <a16:creationId xmlns:a16="http://schemas.microsoft.com/office/drawing/2014/main" id="{EFC18D3D-D5D6-3B00-32BC-17B8BDCC1C39}"/>
              </a:ext>
            </a:extLst>
          </p:cNvPr>
          <p:cNvGrpSpPr/>
          <p:nvPr userDrawn="1"/>
        </p:nvGrpSpPr>
        <p:grpSpPr>
          <a:xfrm>
            <a:off x="4880346" y="2148891"/>
            <a:ext cx="6620676" cy="3830916"/>
            <a:chOff x="4880346" y="2148891"/>
            <a:chExt cx="6620676" cy="3830916"/>
          </a:xfrm>
        </p:grpSpPr>
        <p:pic>
          <p:nvPicPr>
            <p:cNvPr id="29" name="Grafik 28">
              <a:extLst>
                <a:ext uri="{FF2B5EF4-FFF2-40B4-BE49-F238E27FC236}">
                  <a16:creationId xmlns:a16="http://schemas.microsoft.com/office/drawing/2014/main" id="{BA29ADD8-7162-EDF1-B29D-DBE9B90C72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80346" y="5891363"/>
              <a:ext cx="6620676" cy="88444"/>
            </a:xfrm>
            <a:prstGeom prst="rect">
              <a:avLst/>
            </a:prstGeom>
          </p:spPr>
        </p:pic>
        <p:sp>
          <p:nvSpPr>
            <p:cNvPr id="30" name="Freeform 6">
              <a:extLst>
                <a:ext uri="{FF2B5EF4-FFF2-40B4-BE49-F238E27FC236}">
                  <a16:creationId xmlns:a16="http://schemas.microsoft.com/office/drawing/2014/main" id="{18827ABE-274C-1549-4DDF-41E73019971F}"/>
                </a:ext>
              </a:extLst>
            </p:cNvPr>
            <p:cNvSpPr>
              <a:spLocks/>
            </p:cNvSpPr>
            <p:nvPr/>
          </p:nvSpPr>
          <p:spPr bwMode="auto">
            <a:xfrm>
              <a:off x="5458672" y="2148891"/>
              <a:ext cx="5464024" cy="3711732"/>
            </a:xfrm>
            <a:custGeom>
              <a:avLst/>
              <a:gdLst>
                <a:gd name="T0" fmla="*/ 4375 w 4538"/>
                <a:gd name="T1" fmla="*/ 0 h 3082"/>
                <a:gd name="T2" fmla="*/ 163 w 4538"/>
                <a:gd name="T3" fmla="*/ 0 h 3082"/>
                <a:gd name="T4" fmla="*/ 0 w 4538"/>
                <a:gd name="T5" fmla="*/ 163 h 3082"/>
                <a:gd name="T6" fmla="*/ 0 w 4538"/>
                <a:gd name="T7" fmla="*/ 3042 h 3082"/>
                <a:gd name="T8" fmla="*/ 41 w 4538"/>
                <a:gd name="T9" fmla="*/ 3082 h 3082"/>
                <a:gd name="T10" fmla="*/ 48 w 4538"/>
                <a:gd name="T11" fmla="*/ 3082 h 3082"/>
                <a:gd name="T12" fmla="*/ 48 w 4538"/>
                <a:gd name="T13" fmla="*/ 160 h 3082"/>
                <a:gd name="T14" fmla="*/ 160 w 4538"/>
                <a:gd name="T15" fmla="*/ 47 h 3082"/>
                <a:gd name="T16" fmla="*/ 4379 w 4538"/>
                <a:gd name="T17" fmla="*/ 47 h 3082"/>
                <a:gd name="T18" fmla="*/ 4491 w 4538"/>
                <a:gd name="T19" fmla="*/ 160 h 3082"/>
                <a:gd name="T20" fmla="*/ 4491 w 4538"/>
                <a:gd name="T21" fmla="*/ 3082 h 3082"/>
                <a:gd name="T22" fmla="*/ 4498 w 4538"/>
                <a:gd name="T23" fmla="*/ 3082 h 3082"/>
                <a:gd name="T24" fmla="*/ 4538 w 4538"/>
                <a:gd name="T25" fmla="*/ 3042 h 3082"/>
                <a:gd name="T26" fmla="*/ 4538 w 4538"/>
                <a:gd name="T27" fmla="*/ 163 h 3082"/>
                <a:gd name="T28" fmla="*/ 4375 w 4538"/>
                <a:gd name="T29" fmla="*/ 0 h 3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38" h="3082">
                  <a:moveTo>
                    <a:pt x="4375" y="0"/>
                  </a:moveTo>
                  <a:cubicBezTo>
                    <a:pt x="163" y="0"/>
                    <a:pt x="163" y="0"/>
                    <a:pt x="163" y="0"/>
                  </a:cubicBezTo>
                  <a:cubicBezTo>
                    <a:pt x="74" y="0"/>
                    <a:pt x="0" y="73"/>
                    <a:pt x="0" y="163"/>
                  </a:cubicBezTo>
                  <a:cubicBezTo>
                    <a:pt x="0" y="3042"/>
                    <a:pt x="0" y="3042"/>
                    <a:pt x="0" y="3042"/>
                  </a:cubicBezTo>
                  <a:cubicBezTo>
                    <a:pt x="0" y="3064"/>
                    <a:pt x="19" y="3082"/>
                    <a:pt x="41" y="3082"/>
                  </a:cubicBezTo>
                  <a:cubicBezTo>
                    <a:pt x="48" y="3082"/>
                    <a:pt x="48" y="3082"/>
                    <a:pt x="48" y="3082"/>
                  </a:cubicBezTo>
                  <a:cubicBezTo>
                    <a:pt x="48" y="160"/>
                    <a:pt x="48" y="160"/>
                    <a:pt x="48" y="160"/>
                  </a:cubicBezTo>
                  <a:cubicBezTo>
                    <a:pt x="48" y="98"/>
                    <a:pt x="98" y="47"/>
                    <a:pt x="160" y="47"/>
                  </a:cubicBezTo>
                  <a:cubicBezTo>
                    <a:pt x="4379" y="47"/>
                    <a:pt x="4379" y="47"/>
                    <a:pt x="4379" y="47"/>
                  </a:cubicBezTo>
                  <a:cubicBezTo>
                    <a:pt x="4441" y="47"/>
                    <a:pt x="4491" y="98"/>
                    <a:pt x="4491" y="160"/>
                  </a:cubicBezTo>
                  <a:cubicBezTo>
                    <a:pt x="4491" y="3082"/>
                    <a:pt x="4491" y="3082"/>
                    <a:pt x="4491" y="3082"/>
                  </a:cubicBezTo>
                  <a:cubicBezTo>
                    <a:pt x="4498" y="3082"/>
                    <a:pt x="4498" y="3082"/>
                    <a:pt x="4498" y="3082"/>
                  </a:cubicBezTo>
                  <a:cubicBezTo>
                    <a:pt x="4520" y="3082"/>
                    <a:pt x="4538" y="3064"/>
                    <a:pt x="4538" y="3042"/>
                  </a:cubicBezTo>
                  <a:cubicBezTo>
                    <a:pt x="4538" y="163"/>
                    <a:pt x="4538" y="163"/>
                    <a:pt x="4538" y="163"/>
                  </a:cubicBezTo>
                  <a:cubicBezTo>
                    <a:pt x="4538" y="73"/>
                    <a:pt x="4465" y="0"/>
                    <a:pt x="4375" y="0"/>
                  </a:cubicBezTo>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31" name="Freeform 7">
              <a:extLst>
                <a:ext uri="{FF2B5EF4-FFF2-40B4-BE49-F238E27FC236}">
                  <a16:creationId xmlns:a16="http://schemas.microsoft.com/office/drawing/2014/main" id="{C4DA727D-A815-FFBA-5DAB-453996C2F662}"/>
                </a:ext>
              </a:extLst>
            </p:cNvPr>
            <p:cNvSpPr>
              <a:spLocks/>
            </p:cNvSpPr>
            <p:nvPr/>
          </p:nvSpPr>
          <p:spPr bwMode="auto">
            <a:xfrm>
              <a:off x="5487566" y="2178228"/>
              <a:ext cx="5406237" cy="3682394"/>
            </a:xfrm>
            <a:custGeom>
              <a:avLst/>
              <a:gdLst>
                <a:gd name="T0" fmla="*/ 4491 w 4491"/>
                <a:gd name="T1" fmla="*/ 3042 h 3058"/>
                <a:gd name="T2" fmla="*/ 4491 w 4491"/>
                <a:gd name="T3" fmla="*/ 138 h 3058"/>
                <a:gd name="T4" fmla="*/ 4352 w 4491"/>
                <a:gd name="T5" fmla="*/ 0 h 3058"/>
                <a:gd name="T6" fmla="*/ 139 w 4491"/>
                <a:gd name="T7" fmla="*/ 0 h 3058"/>
                <a:gd name="T8" fmla="*/ 0 w 4491"/>
                <a:gd name="T9" fmla="*/ 138 h 3058"/>
                <a:gd name="T10" fmla="*/ 0 w 4491"/>
                <a:gd name="T11" fmla="*/ 3042 h 3058"/>
                <a:gd name="T12" fmla="*/ 15 w 4491"/>
                <a:gd name="T13" fmla="*/ 3058 h 3058"/>
                <a:gd name="T14" fmla="*/ 17 w 4491"/>
                <a:gd name="T15" fmla="*/ 3058 h 3058"/>
                <a:gd name="T16" fmla="*/ 24 w 4491"/>
                <a:gd name="T17" fmla="*/ 3058 h 3058"/>
                <a:gd name="T18" fmla="*/ 24 w 4491"/>
                <a:gd name="T19" fmla="*/ 136 h 3058"/>
                <a:gd name="T20" fmla="*/ 136 w 4491"/>
                <a:gd name="T21" fmla="*/ 23 h 3058"/>
                <a:gd name="T22" fmla="*/ 4355 w 4491"/>
                <a:gd name="T23" fmla="*/ 23 h 3058"/>
                <a:gd name="T24" fmla="*/ 4467 w 4491"/>
                <a:gd name="T25" fmla="*/ 136 h 3058"/>
                <a:gd name="T26" fmla="*/ 4467 w 4491"/>
                <a:gd name="T27" fmla="*/ 3058 h 3058"/>
                <a:gd name="T28" fmla="*/ 4474 w 4491"/>
                <a:gd name="T29" fmla="*/ 3058 h 3058"/>
                <a:gd name="T30" fmla="*/ 4476 w 4491"/>
                <a:gd name="T31" fmla="*/ 3058 h 3058"/>
                <a:gd name="T32" fmla="*/ 4491 w 4491"/>
                <a:gd name="T33" fmla="*/ 3042 h 3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91" h="3058">
                  <a:moveTo>
                    <a:pt x="4491" y="3042"/>
                  </a:moveTo>
                  <a:cubicBezTo>
                    <a:pt x="4491" y="138"/>
                    <a:pt x="4491" y="138"/>
                    <a:pt x="4491" y="138"/>
                  </a:cubicBezTo>
                  <a:cubicBezTo>
                    <a:pt x="4491" y="62"/>
                    <a:pt x="4429" y="0"/>
                    <a:pt x="4352" y="0"/>
                  </a:cubicBezTo>
                  <a:cubicBezTo>
                    <a:pt x="139" y="0"/>
                    <a:pt x="139" y="0"/>
                    <a:pt x="139" y="0"/>
                  </a:cubicBezTo>
                  <a:cubicBezTo>
                    <a:pt x="62" y="0"/>
                    <a:pt x="0" y="62"/>
                    <a:pt x="0" y="138"/>
                  </a:cubicBezTo>
                  <a:cubicBezTo>
                    <a:pt x="0" y="3042"/>
                    <a:pt x="0" y="3042"/>
                    <a:pt x="0" y="3042"/>
                  </a:cubicBezTo>
                  <a:cubicBezTo>
                    <a:pt x="0" y="3051"/>
                    <a:pt x="7" y="3058"/>
                    <a:pt x="15" y="3058"/>
                  </a:cubicBezTo>
                  <a:cubicBezTo>
                    <a:pt x="16" y="3058"/>
                    <a:pt x="17" y="3058"/>
                    <a:pt x="17" y="3058"/>
                  </a:cubicBezTo>
                  <a:cubicBezTo>
                    <a:pt x="24" y="3058"/>
                    <a:pt x="24" y="3058"/>
                    <a:pt x="24" y="3058"/>
                  </a:cubicBezTo>
                  <a:cubicBezTo>
                    <a:pt x="24" y="136"/>
                    <a:pt x="24" y="136"/>
                    <a:pt x="24" y="136"/>
                  </a:cubicBezTo>
                  <a:cubicBezTo>
                    <a:pt x="24" y="74"/>
                    <a:pt x="74" y="23"/>
                    <a:pt x="136" y="23"/>
                  </a:cubicBezTo>
                  <a:cubicBezTo>
                    <a:pt x="4355" y="23"/>
                    <a:pt x="4355" y="23"/>
                    <a:pt x="4355" y="23"/>
                  </a:cubicBezTo>
                  <a:cubicBezTo>
                    <a:pt x="4417" y="23"/>
                    <a:pt x="4467" y="74"/>
                    <a:pt x="4467" y="136"/>
                  </a:cubicBezTo>
                  <a:cubicBezTo>
                    <a:pt x="4467" y="3058"/>
                    <a:pt x="4467" y="3058"/>
                    <a:pt x="4467" y="3058"/>
                  </a:cubicBezTo>
                  <a:cubicBezTo>
                    <a:pt x="4474" y="3058"/>
                    <a:pt x="4474" y="3058"/>
                    <a:pt x="4474" y="3058"/>
                  </a:cubicBezTo>
                  <a:cubicBezTo>
                    <a:pt x="4474" y="3058"/>
                    <a:pt x="4475" y="3058"/>
                    <a:pt x="4476" y="3058"/>
                  </a:cubicBezTo>
                  <a:cubicBezTo>
                    <a:pt x="4484" y="3058"/>
                    <a:pt x="4491" y="3051"/>
                    <a:pt x="4491" y="3042"/>
                  </a:cubicBezTo>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32" name="Freeform 10">
              <a:extLst>
                <a:ext uri="{FF2B5EF4-FFF2-40B4-BE49-F238E27FC236}">
                  <a16:creationId xmlns:a16="http://schemas.microsoft.com/office/drawing/2014/main" id="{3043F41F-3E76-82F7-977F-FA7B9D214DD8}"/>
                </a:ext>
              </a:extLst>
            </p:cNvPr>
            <p:cNvSpPr>
              <a:spLocks/>
            </p:cNvSpPr>
            <p:nvPr/>
          </p:nvSpPr>
          <p:spPr bwMode="auto">
            <a:xfrm>
              <a:off x="5458672" y="5700783"/>
              <a:ext cx="5464024" cy="152026"/>
            </a:xfrm>
            <a:custGeom>
              <a:avLst/>
              <a:gdLst>
                <a:gd name="T0" fmla="*/ 0 w 4538"/>
                <a:gd name="T1" fmla="*/ 0 h 126"/>
                <a:gd name="T2" fmla="*/ 0 w 4538"/>
                <a:gd name="T3" fmla="*/ 86 h 126"/>
                <a:gd name="T4" fmla="*/ 41 w 4538"/>
                <a:gd name="T5" fmla="*/ 126 h 126"/>
                <a:gd name="T6" fmla="*/ 4498 w 4538"/>
                <a:gd name="T7" fmla="*/ 126 h 126"/>
                <a:gd name="T8" fmla="*/ 4538 w 4538"/>
                <a:gd name="T9" fmla="*/ 86 h 126"/>
                <a:gd name="T10" fmla="*/ 4538 w 4538"/>
                <a:gd name="T11" fmla="*/ 0 h 126"/>
                <a:gd name="T12" fmla="*/ 0 w 4538"/>
                <a:gd name="T13" fmla="*/ 0 h 126"/>
              </a:gdLst>
              <a:ahLst/>
              <a:cxnLst>
                <a:cxn ang="0">
                  <a:pos x="T0" y="T1"/>
                </a:cxn>
                <a:cxn ang="0">
                  <a:pos x="T2" y="T3"/>
                </a:cxn>
                <a:cxn ang="0">
                  <a:pos x="T4" y="T5"/>
                </a:cxn>
                <a:cxn ang="0">
                  <a:pos x="T6" y="T7"/>
                </a:cxn>
                <a:cxn ang="0">
                  <a:pos x="T8" y="T9"/>
                </a:cxn>
                <a:cxn ang="0">
                  <a:pos x="T10" y="T11"/>
                </a:cxn>
                <a:cxn ang="0">
                  <a:pos x="T12" y="T13"/>
                </a:cxn>
              </a:cxnLst>
              <a:rect l="0" t="0" r="r" b="b"/>
              <a:pathLst>
                <a:path w="4538" h="126">
                  <a:moveTo>
                    <a:pt x="0" y="0"/>
                  </a:moveTo>
                  <a:cubicBezTo>
                    <a:pt x="0" y="86"/>
                    <a:pt x="0" y="86"/>
                    <a:pt x="0" y="86"/>
                  </a:cubicBezTo>
                  <a:cubicBezTo>
                    <a:pt x="0" y="108"/>
                    <a:pt x="19" y="126"/>
                    <a:pt x="41" y="126"/>
                  </a:cubicBezTo>
                  <a:cubicBezTo>
                    <a:pt x="4498" y="126"/>
                    <a:pt x="4498" y="126"/>
                    <a:pt x="4498" y="126"/>
                  </a:cubicBezTo>
                  <a:cubicBezTo>
                    <a:pt x="4520" y="126"/>
                    <a:pt x="4538" y="108"/>
                    <a:pt x="4538" y="86"/>
                  </a:cubicBezTo>
                  <a:cubicBezTo>
                    <a:pt x="4538" y="0"/>
                    <a:pt x="4538" y="0"/>
                    <a:pt x="4538" y="0"/>
                  </a:cubicBezTo>
                  <a:lnTo>
                    <a:pt x="0" y="0"/>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cxnSp>
          <p:nvCxnSpPr>
            <p:cNvPr id="33" name="Gerader Verbinder 32">
              <a:extLst>
                <a:ext uri="{FF2B5EF4-FFF2-40B4-BE49-F238E27FC236}">
                  <a16:creationId xmlns:a16="http://schemas.microsoft.com/office/drawing/2014/main" id="{C1B41E92-EE93-87DF-3D21-2040D82508C5}"/>
                </a:ext>
              </a:extLst>
            </p:cNvPr>
            <p:cNvCxnSpPr>
              <a:cxnSpLocks/>
            </p:cNvCxnSpPr>
            <p:nvPr/>
          </p:nvCxnSpPr>
          <p:spPr>
            <a:xfrm>
              <a:off x="4880346" y="5869704"/>
              <a:ext cx="6620676" cy="0"/>
            </a:xfrm>
            <a:prstGeom prst="line">
              <a:avLst/>
            </a:prstGeom>
            <a:ln w="50800" cap="rnd">
              <a:gradFill flip="none" rotWithShape="1">
                <a:gsLst>
                  <a:gs pos="0">
                    <a:schemeClr val="tx1">
                      <a:lumMod val="50000"/>
                    </a:schemeClr>
                  </a:gs>
                  <a:gs pos="46000">
                    <a:schemeClr val="tx1">
                      <a:lumMod val="75000"/>
                    </a:schemeClr>
                  </a:gs>
                  <a:gs pos="100000">
                    <a:schemeClr val="tx1">
                      <a:lumMod val="50000"/>
                    </a:schemeClr>
                  </a:gs>
                </a:gsLst>
                <a:path path="circle">
                  <a:fillToRect l="50000" t="130000" r="50000" b="-30000"/>
                </a:path>
                <a:tileRect/>
              </a:gra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98384218"/>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ark Mode/Gray Table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2BC4B996-22FD-F47B-2286-9FC5EE9427B9}"/>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4" name="Grafik 3">
            <a:extLst>
              <a:ext uri="{FF2B5EF4-FFF2-40B4-BE49-F238E27FC236}">
                <a16:creationId xmlns:a16="http://schemas.microsoft.com/office/drawing/2014/main" id="{26C3AEED-268C-A10F-FBBD-D515CE143E54}"/>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6" name="Foliennummernplatzhalter 5">
            <a:extLst>
              <a:ext uri="{FF2B5EF4-FFF2-40B4-BE49-F238E27FC236}">
                <a16:creationId xmlns:a16="http://schemas.microsoft.com/office/drawing/2014/main" id="{51DD5176-8492-5BCB-53FE-585205A05F6A}"/>
              </a:ext>
            </a:extLst>
          </p:cNvPr>
          <p:cNvSpPr>
            <a:spLocks noGrp="1"/>
          </p:cNvSpPr>
          <p:nvPr>
            <p:ph type="sldNum" sz="quarter" idx="16"/>
          </p:nvPr>
        </p:nvSpPr>
        <p:spPr/>
        <p:txBody>
          <a:bodyPr/>
          <a:lstStyle/>
          <a:p>
            <a:fld id="{7D3ABF3B-F89B-4CD7-B75C-63A8A662AF01}" type="slidenum">
              <a:rPr lang="en-US" smtClean="0"/>
              <a:pPr/>
              <a:t>‹#›</a:t>
            </a:fld>
            <a:endParaRPr lang="en-US"/>
          </a:p>
        </p:txBody>
      </p:sp>
      <p:sp>
        <p:nvSpPr>
          <p:cNvPr id="17" name="Fußzeilenplatzhalter 16">
            <a:extLst>
              <a:ext uri="{FF2B5EF4-FFF2-40B4-BE49-F238E27FC236}">
                <a16:creationId xmlns:a16="http://schemas.microsoft.com/office/drawing/2014/main" id="{3E286BF0-7EB5-CA4C-B9E6-2AD5F27A3627}"/>
              </a:ext>
            </a:extLst>
          </p:cNvPr>
          <p:cNvSpPr>
            <a:spLocks noGrp="1"/>
          </p:cNvSpPr>
          <p:nvPr>
            <p:ph type="ftr" sz="quarter" idx="17"/>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7029A39E-DEF5-B200-35E5-1F463FF89F41}"/>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F575D7DA-2EEF-EC33-2BAB-5E1CEDB06E0C}"/>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Picture Placeholder 3">
            <a:extLst>
              <a:ext uri="{FF2B5EF4-FFF2-40B4-BE49-F238E27FC236}">
                <a16:creationId xmlns:a16="http://schemas.microsoft.com/office/drawing/2014/main" id="{4E747307-99C2-2D37-782D-3B19E61F8875}"/>
              </a:ext>
            </a:extLst>
          </p:cNvPr>
          <p:cNvSpPr>
            <a:spLocks noGrp="1"/>
          </p:cNvSpPr>
          <p:nvPr>
            <p:ph type="pic" sz="quarter" idx="15"/>
          </p:nvPr>
        </p:nvSpPr>
        <p:spPr>
          <a:xfrm>
            <a:off x="6235296" y="2096497"/>
            <a:ext cx="5252195" cy="3981784"/>
          </a:xfrm>
          <a:custGeom>
            <a:avLst/>
            <a:gdLst>
              <a:gd name="connsiteX0" fmla="*/ 145098 w 4621113"/>
              <a:gd name="connsiteY0" fmla="*/ 0 h 3503349"/>
              <a:gd name="connsiteX1" fmla="*/ 4476016 w 4621113"/>
              <a:gd name="connsiteY1" fmla="*/ 0 h 3503349"/>
              <a:gd name="connsiteX2" fmla="*/ 4621113 w 4621113"/>
              <a:gd name="connsiteY2" fmla="*/ 146140 h 3503349"/>
              <a:gd name="connsiteX3" fmla="*/ 4621113 w 4621113"/>
              <a:gd name="connsiteY3" fmla="*/ 3358210 h 3503349"/>
              <a:gd name="connsiteX4" fmla="*/ 4476016 w 4621113"/>
              <a:gd name="connsiteY4" fmla="*/ 3503349 h 3503349"/>
              <a:gd name="connsiteX5" fmla="*/ 145098 w 4621113"/>
              <a:gd name="connsiteY5" fmla="*/ 3503349 h 3503349"/>
              <a:gd name="connsiteX6" fmla="*/ 0 w 4621113"/>
              <a:gd name="connsiteY6" fmla="*/ 3358210 h 3503349"/>
              <a:gd name="connsiteX7" fmla="*/ 0 w 4621113"/>
              <a:gd name="connsiteY7" fmla="*/ 146140 h 3503349"/>
              <a:gd name="connsiteX8" fmla="*/ 145098 w 4621113"/>
              <a:gd name="connsiteY8" fmla="*/ 0 h 350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1113" h="3503349">
                <a:moveTo>
                  <a:pt x="145098" y="0"/>
                </a:moveTo>
                <a:cubicBezTo>
                  <a:pt x="4476016" y="0"/>
                  <a:pt x="4476016" y="0"/>
                  <a:pt x="4476016" y="0"/>
                </a:cubicBezTo>
                <a:cubicBezTo>
                  <a:pt x="4556070" y="0"/>
                  <a:pt x="4621113" y="65063"/>
                  <a:pt x="4621113" y="146140"/>
                </a:cubicBezTo>
                <a:lnTo>
                  <a:pt x="4621113" y="3358210"/>
                </a:lnTo>
                <a:cubicBezTo>
                  <a:pt x="4621113" y="3438288"/>
                  <a:pt x="4556070" y="3503349"/>
                  <a:pt x="4476016" y="3503349"/>
                </a:cubicBezTo>
                <a:cubicBezTo>
                  <a:pt x="145098" y="3503349"/>
                  <a:pt x="145098" y="3503349"/>
                  <a:pt x="145098" y="3503349"/>
                </a:cubicBezTo>
                <a:cubicBezTo>
                  <a:pt x="65044" y="3503349"/>
                  <a:pt x="0" y="3438288"/>
                  <a:pt x="0" y="3358210"/>
                </a:cubicBezTo>
                <a:cubicBezTo>
                  <a:pt x="0" y="146140"/>
                  <a:pt x="0" y="146140"/>
                  <a:pt x="0" y="146140"/>
                </a:cubicBezTo>
                <a:cubicBezTo>
                  <a:pt x="0" y="65063"/>
                  <a:pt x="65044" y="0"/>
                  <a:pt x="145098" y="0"/>
                </a:cubicBezTo>
                <a:close/>
              </a:path>
            </a:pathLst>
          </a:custGeom>
          <a:pattFill prst="pct5">
            <a:fgClr>
              <a:schemeClr val="tx1"/>
            </a:fgClr>
            <a:bgClr>
              <a:schemeClr val="bg1"/>
            </a:bgClr>
          </a:pattFill>
        </p:spPr>
        <p:txBody>
          <a:bodyPr anchor="ctr" anchorCtr="1"/>
          <a:lstStyle>
            <a:lvl1pPr marL="0" indent="0" algn="ctr">
              <a:buNone/>
              <a:defRPr sz="800">
                <a:solidFill>
                  <a:schemeClr val="tx1"/>
                </a:solidFill>
              </a:defRPr>
            </a:lvl1pPr>
          </a:lstStyle>
          <a:p>
            <a:r>
              <a:rPr lang="de-DE"/>
              <a:t>Bild durch Klicken auf Symbol hinzufügen</a:t>
            </a:r>
          </a:p>
        </p:txBody>
      </p:sp>
      <p:sp>
        <p:nvSpPr>
          <p:cNvPr id="3" name="Bildplatzhalter 9">
            <a:extLst>
              <a:ext uri="{FF2B5EF4-FFF2-40B4-BE49-F238E27FC236}">
                <a16:creationId xmlns:a16="http://schemas.microsoft.com/office/drawing/2014/main" id="{1BD9634F-1574-8853-5827-89A8433E6749}"/>
              </a:ext>
            </a:extLst>
          </p:cNvPr>
          <p:cNvSpPr>
            <a:spLocks noGrp="1"/>
          </p:cNvSpPr>
          <p:nvPr>
            <p:ph type="pic" sz="quarter" idx="20"/>
          </p:nvPr>
        </p:nvSpPr>
        <p:spPr>
          <a:xfrm>
            <a:off x="6235296" y="2096497"/>
            <a:ext cx="5252195" cy="3981784"/>
          </a:xfrm>
          <a:custGeom>
            <a:avLst/>
            <a:gdLst>
              <a:gd name="connsiteX0" fmla="*/ 145098 w 4621113"/>
              <a:gd name="connsiteY0" fmla="*/ 0 h 3503349"/>
              <a:gd name="connsiteX1" fmla="*/ 4476016 w 4621113"/>
              <a:gd name="connsiteY1" fmla="*/ 0 h 3503349"/>
              <a:gd name="connsiteX2" fmla="*/ 4621113 w 4621113"/>
              <a:gd name="connsiteY2" fmla="*/ 146140 h 3503349"/>
              <a:gd name="connsiteX3" fmla="*/ 4621113 w 4621113"/>
              <a:gd name="connsiteY3" fmla="*/ 3358210 h 3503349"/>
              <a:gd name="connsiteX4" fmla="*/ 4476016 w 4621113"/>
              <a:gd name="connsiteY4" fmla="*/ 3503349 h 3503349"/>
              <a:gd name="connsiteX5" fmla="*/ 145098 w 4621113"/>
              <a:gd name="connsiteY5" fmla="*/ 3503349 h 3503349"/>
              <a:gd name="connsiteX6" fmla="*/ 0 w 4621113"/>
              <a:gd name="connsiteY6" fmla="*/ 3358210 h 3503349"/>
              <a:gd name="connsiteX7" fmla="*/ 0 w 4621113"/>
              <a:gd name="connsiteY7" fmla="*/ 146140 h 3503349"/>
              <a:gd name="connsiteX8" fmla="*/ 145098 w 4621113"/>
              <a:gd name="connsiteY8" fmla="*/ 0 h 350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1113" h="3503349">
                <a:moveTo>
                  <a:pt x="145098" y="0"/>
                </a:moveTo>
                <a:cubicBezTo>
                  <a:pt x="4476016" y="0"/>
                  <a:pt x="4476016" y="0"/>
                  <a:pt x="4476016" y="0"/>
                </a:cubicBezTo>
                <a:cubicBezTo>
                  <a:pt x="4556070" y="0"/>
                  <a:pt x="4621113" y="65063"/>
                  <a:pt x="4621113" y="146140"/>
                </a:cubicBezTo>
                <a:lnTo>
                  <a:pt x="4621113" y="3358210"/>
                </a:lnTo>
                <a:cubicBezTo>
                  <a:pt x="4621113" y="3438288"/>
                  <a:pt x="4556070" y="3503349"/>
                  <a:pt x="4476016" y="3503349"/>
                </a:cubicBezTo>
                <a:cubicBezTo>
                  <a:pt x="145098" y="3503349"/>
                  <a:pt x="145098" y="3503349"/>
                  <a:pt x="145098" y="3503349"/>
                </a:cubicBezTo>
                <a:cubicBezTo>
                  <a:pt x="65044" y="3503349"/>
                  <a:pt x="0" y="3438288"/>
                  <a:pt x="0" y="3358210"/>
                </a:cubicBezTo>
                <a:cubicBezTo>
                  <a:pt x="0" y="146140"/>
                  <a:pt x="0" y="146140"/>
                  <a:pt x="0" y="146140"/>
                </a:cubicBezTo>
                <a:cubicBezTo>
                  <a:pt x="0" y="65063"/>
                  <a:pt x="65044" y="0"/>
                  <a:pt x="145098" y="0"/>
                </a:cubicBezTo>
                <a:close/>
              </a:path>
            </a:pathLst>
          </a:custGeom>
        </p:spPr>
        <p:txBody>
          <a:bodyPr anchor="ctr" anchorCtr="1"/>
          <a:lstStyle/>
          <a:p>
            <a:r>
              <a:rPr lang="de-DE"/>
              <a:t>Bild durch Klicken auf Symbol hinzufügen</a:t>
            </a:r>
          </a:p>
        </p:txBody>
      </p:sp>
      <p:sp>
        <p:nvSpPr>
          <p:cNvPr id="20" name="Freeform 5">
            <a:extLst>
              <a:ext uri="{FF2B5EF4-FFF2-40B4-BE49-F238E27FC236}">
                <a16:creationId xmlns:a16="http://schemas.microsoft.com/office/drawing/2014/main" id="{A07B509F-A8E7-7D8A-AE4B-70C753531979}"/>
              </a:ext>
            </a:extLst>
          </p:cNvPr>
          <p:cNvSpPr>
            <a:spLocks noEditPoints="1"/>
          </p:cNvSpPr>
          <p:nvPr userDrawn="1"/>
        </p:nvSpPr>
        <p:spPr bwMode="auto">
          <a:xfrm>
            <a:off x="6162385" y="2019796"/>
            <a:ext cx="5376995" cy="4111035"/>
          </a:xfrm>
          <a:custGeom>
            <a:avLst/>
            <a:gdLst>
              <a:gd name="T0" fmla="*/ 576 w 4763"/>
              <a:gd name="T1" fmla="*/ 0 h 3641"/>
              <a:gd name="T2" fmla="*/ 511 w 4763"/>
              <a:gd name="T3" fmla="*/ 0 h 3641"/>
              <a:gd name="T4" fmla="*/ 27 w 4763"/>
              <a:gd name="T5" fmla="*/ 227 h 3641"/>
              <a:gd name="T6" fmla="*/ 27 w 4763"/>
              <a:gd name="T7" fmla="*/ 406 h 3641"/>
              <a:gd name="T8" fmla="*/ 4763 w 4763"/>
              <a:gd name="T9" fmla="*/ 228 h 3641"/>
              <a:gd name="T10" fmla="*/ 86 w 4763"/>
              <a:gd name="T11" fmla="*/ 3437 h 3641"/>
              <a:gd name="T12" fmla="*/ 4704 w 4763"/>
              <a:gd name="T13" fmla="*/ 3437 h 3641"/>
              <a:gd name="T14" fmla="*/ 4163 w 4763"/>
              <a:gd name="T15" fmla="*/ 138 h 3641"/>
              <a:gd name="T16" fmla="*/ 4145 w 4763"/>
              <a:gd name="T17" fmla="*/ 136 h 3641"/>
              <a:gd name="T18" fmla="*/ 4148 w 4763"/>
              <a:gd name="T19" fmla="*/ 139 h 3641"/>
              <a:gd name="T20" fmla="*/ 4159 w 4763"/>
              <a:gd name="T21" fmla="*/ 144 h 3641"/>
              <a:gd name="T22" fmla="*/ 4151 w 4763"/>
              <a:gd name="T23" fmla="*/ 147 h 3641"/>
              <a:gd name="T24" fmla="*/ 4160 w 4763"/>
              <a:gd name="T25" fmla="*/ 155 h 3641"/>
              <a:gd name="T26" fmla="*/ 4153 w 4763"/>
              <a:gd name="T27" fmla="*/ 164 h 3641"/>
              <a:gd name="T28" fmla="*/ 4145 w 4763"/>
              <a:gd name="T29" fmla="*/ 165 h 3641"/>
              <a:gd name="T30" fmla="*/ 4164 w 4763"/>
              <a:gd name="T31" fmla="*/ 162 h 3641"/>
              <a:gd name="T32" fmla="*/ 4213 w 4763"/>
              <a:gd name="T33" fmla="*/ 167 h 3641"/>
              <a:gd name="T34" fmla="*/ 4246 w 4763"/>
              <a:gd name="T35" fmla="*/ 167 h 3641"/>
              <a:gd name="T36" fmla="*/ 4229 w 4763"/>
              <a:gd name="T37" fmla="*/ 137 h 3641"/>
              <a:gd name="T38" fmla="*/ 4615 w 4763"/>
              <a:gd name="T39" fmla="*/ 151 h 3641"/>
              <a:gd name="T40" fmla="*/ 4187 w 4763"/>
              <a:gd name="T41" fmla="*/ 133 h 3641"/>
              <a:gd name="T42" fmla="*/ 4172 w 4763"/>
              <a:gd name="T43" fmla="*/ 142 h 3641"/>
              <a:gd name="T44" fmla="*/ 4173 w 4763"/>
              <a:gd name="T45" fmla="*/ 162 h 3641"/>
              <a:gd name="T46" fmla="*/ 4191 w 4763"/>
              <a:gd name="T47" fmla="*/ 165 h 3641"/>
              <a:gd name="T48" fmla="*/ 4194 w 4763"/>
              <a:gd name="T49" fmla="*/ 146 h 3641"/>
              <a:gd name="T50" fmla="*/ 4183 w 4763"/>
              <a:gd name="T51" fmla="*/ 164 h 3641"/>
              <a:gd name="T52" fmla="*/ 4176 w 4763"/>
              <a:gd name="T53" fmla="*/ 147 h 3641"/>
              <a:gd name="T54" fmla="*/ 4183 w 4763"/>
              <a:gd name="T55" fmla="*/ 136 h 3641"/>
              <a:gd name="T56" fmla="*/ 4190 w 4763"/>
              <a:gd name="T57" fmla="*/ 147 h 3641"/>
              <a:gd name="T58" fmla="*/ 4109 w 4763"/>
              <a:gd name="T59" fmla="*/ 133 h 3641"/>
              <a:gd name="T60" fmla="*/ 4098 w 4763"/>
              <a:gd name="T61" fmla="*/ 149 h 3641"/>
              <a:gd name="T62" fmla="*/ 4116 w 4763"/>
              <a:gd name="T63" fmla="*/ 151 h 3641"/>
              <a:gd name="T64" fmla="*/ 4102 w 4763"/>
              <a:gd name="T65" fmla="*/ 159 h 3641"/>
              <a:gd name="T66" fmla="*/ 4121 w 4763"/>
              <a:gd name="T67" fmla="*/ 149 h 3641"/>
              <a:gd name="T68" fmla="*/ 4112 w 4763"/>
              <a:gd name="T69" fmla="*/ 151 h 3641"/>
              <a:gd name="T70" fmla="*/ 4102 w 4763"/>
              <a:gd name="T71" fmla="*/ 145 h 3641"/>
              <a:gd name="T72" fmla="*/ 4112 w 4763"/>
              <a:gd name="T73" fmla="*/ 137 h 3641"/>
              <a:gd name="T74" fmla="*/ 4129 w 4763"/>
              <a:gd name="T75" fmla="*/ 167 h 3641"/>
              <a:gd name="T76" fmla="*/ 4129 w 4763"/>
              <a:gd name="T77" fmla="*/ 147 h 3641"/>
              <a:gd name="T78" fmla="*/ 4452 w 4763"/>
              <a:gd name="T79" fmla="*/ 141 h 3641"/>
              <a:gd name="T80" fmla="*/ 4452 w 4763"/>
              <a:gd name="T81" fmla="*/ 141 h 3641"/>
              <a:gd name="T82" fmla="*/ 4545 w 4763"/>
              <a:gd name="T83" fmla="*/ 169 h 3641"/>
              <a:gd name="T84" fmla="*/ 4597 w 4763"/>
              <a:gd name="T85" fmla="*/ 131 h 3641"/>
              <a:gd name="T86" fmla="*/ 4540 w 4763"/>
              <a:gd name="T87" fmla="*/ 140 h 3641"/>
              <a:gd name="T88" fmla="*/ 4602 w 4763"/>
              <a:gd name="T89" fmla="*/ 160 h 3641"/>
              <a:gd name="T90" fmla="*/ 4473 w 4763"/>
              <a:gd name="T91" fmla="*/ 157 h 3641"/>
              <a:gd name="T92" fmla="*/ 4487 w 4763"/>
              <a:gd name="T93" fmla="*/ 151 h 3641"/>
              <a:gd name="T94" fmla="*/ 4548 w 4763"/>
              <a:gd name="T95" fmla="*/ 162 h 3641"/>
              <a:gd name="T96" fmla="*/ 4547 w 4763"/>
              <a:gd name="T97" fmla="*/ 138 h 3641"/>
              <a:gd name="T98" fmla="*/ 4369 w 4763"/>
              <a:gd name="T99" fmla="*/ 170 h 3641"/>
              <a:gd name="T100" fmla="*/ 4408 w 4763"/>
              <a:gd name="T101" fmla="*/ 132 h 3641"/>
              <a:gd name="T102" fmla="*/ 4408 w 4763"/>
              <a:gd name="T103" fmla="*/ 170 h 3641"/>
              <a:gd name="T104" fmla="*/ 4257 w 4763"/>
              <a:gd name="T105" fmla="*/ 132 h 3641"/>
              <a:gd name="T106" fmla="*/ 4256 w 4763"/>
              <a:gd name="T107" fmla="*/ 138 h 3641"/>
              <a:gd name="T108" fmla="*/ 4281 w 4763"/>
              <a:gd name="T109" fmla="*/ 167 h 3641"/>
              <a:gd name="T110" fmla="*/ 4389 w 4763"/>
              <a:gd name="T111" fmla="*/ 143 h 3641"/>
              <a:gd name="T112" fmla="*/ 4389 w 4763"/>
              <a:gd name="T113" fmla="*/ 170 h 3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63" h="3641">
                <a:moveTo>
                  <a:pt x="4559" y="24"/>
                </a:moveTo>
                <a:cubicBezTo>
                  <a:pt x="750" y="24"/>
                  <a:pt x="750" y="24"/>
                  <a:pt x="750" y="24"/>
                </a:cubicBezTo>
                <a:cubicBezTo>
                  <a:pt x="750" y="6"/>
                  <a:pt x="750" y="6"/>
                  <a:pt x="750" y="6"/>
                </a:cubicBezTo>
                <a:cubicBezTo>
                  <a:pt x="750" y="2"/>
                  <a:pt x="747" y="0"/>
                  <a:pt x="744" y="0"/>
                </a:cubicBezTo>
                <a:cubicBezTo>
                  <a:pt x="576" y="0"/>
                  <a:pt x="576" y="0"/>
                  <a:pt x="576" y="0"/>
                </a:cubicBezTo>
                <a:cubicBezTo>
                  <a:pt x="573" y="0"/>
                  <a:pt x="570" y="2"/>
                  <a:pt x="570" y="6"/>
                </a:cubicBezTo>
                <a:cubicBezTo>
                  <a:pt x="570" y="24"/>
                  <a:pt x="570" y="24"/>
                  <a:pt x="570" y="24"/>
                </a:cubicBezTo>
                <a:cubicBezTo>
                  <a:pt x="517" y="24"/>
                  <a:pt x="517" y="24"/>
                  <a:pt x="517" y="24"/>
                </a:cubicBezTo>
                <a:cubicBezTo>
                  <a:pt x="517" y="6"/>
                  <a:pt x="517" y="6"/>
                  <a:pt x="517" y="6"/>
                </a:cubicBezTo>
                <a:cubicBezTo>
                  <a:pt x="517" y="2"/>
                  <a:pt x="515" y="0"/>
                  <a:pt x="511" y="0"/>
                </a:cubicBezTo>
                <a:cubicBezTo>
                  <a:pt x="344" y="0"/>
                  <a:pt x="344" y="0"/>
                  <a:pt x="344" y="0"/>
                </a:cubicBezTo>
                <a:cubicBezTo>
                  <a:pt x="341" y="0"/>
                  <a:pt x="338" y="2"/>
                  <a:pt x="338" y="6"/>
                </a:cubicBezTo>
                <a:cubicBezTo>
                  <a:pt x="338" y="24"/>
                  <a:pt x="338" y="24"/>
                  <a:pt x="338" y="24"/>
                </a:cubicBezTo>
                <a:cubicBezTo>
                  <a:pt x="231" y="24"/>
                  <a:pt x="231" y="24"/>
                  <a:pt x="231" y="24"/>
                </a:cubicBezTo>
                <a:cubicBezTo>
                  <a:pt x="119" y="24"/>
                  <a:pt x="27" y="115"/>
                  <a:pt x="27" y="227"/>
                </a:cubicBezTo>
                <a:cubicBezTo>
                  <a:pt x="6" y="227"/>
                  <a:pt x="6" y="227"/>
                  <a:pt x="6" y="227"/>
                </a:cubicBezTo>
                <a:cubicBezTo>
                  <a:pt x="3" y="227"/>
                  <a:pt x="0" y="230"/>
                  <a:pt x="0" y="233"/>
                </a:cubicBezTo>
                <a:cubicBezTo>
                  <a:pt x="0" y="400"/>
                  <a:pt x="0" y="400"/>
                  <a:pt x="0" y="400"/>
                </a:cubicBezTo>
                <a:cubicBezTo>
                  <a:pt x="0" y="404"/>
                  <a:pt x="3" y="406"/>
                  <a:pt x="6" y="406"/>
                </a:cubicBezTo>
                <a:cubicBezTo>
                  <a:pt x="27" y="406"/>
                  <a:pt x="27" y="406"/>
                  <a:pt x="27" y="406"/>
                </a:cubicBezTo>
                <a:cubicBezTo>
                  <a:pt x="27" y="3437"/>
                  <a:pt x="27" y="3437"/>
                  <a:pt x="27" y="3437"/>
                </a:cubicBezTo>
                <a:cubicBezTo>
                  <a:pt x="27" y="3549"/>
                  <a:pt x="119" y="3641"/>
                  <a:pt x="231" y="3641"/>
                </a:cubicBezTo>
                <a:cubicBezTo>
                  <a:pt x="4559" y="3641"/>
                  <a:pt x="4559" y="3641"/>
                  <a:pt x="4559" y="3641"/>
                </a:cubicBezTo>
                <a:cubicBezTo>
                  <a:pt x="4671" y="3641"/>
                  <a:pt x="4763" y="3549"/>
                  <a:pt x="4763" y="3437"/>
                </a:cubicBezTo>
                <a:cubicBezTo>
                  <a:pt x="4763" y="228"/>
                  <a:pt x="4763" y="228"/>
                  <a:pt x="4763" y="228"/>
                </a:cubicBezTo>
                <a:cubicBezTo>
                  <a:pt x="4763" y="115"/>
                  <a:pt x="4671" y="24"/>
                  <a:pt x="4559" y="24"/>
                </a:cubicBezTo>
                <a:moveTo>
                  <a:pt x="4704" y="3437"/>
                </a:moveTo>
                <a:cubicBezTo>
                  <a:pt x="4704" y="3517"/>
                  <a:pt x="4639" y="3582"/>
                  <a:pt x="4559" y="3582"/>
                </a:cubicBezTo>
                <a:cubicBezTo>
                  <a:pt x="231" y="3582"/>
                  <a:pt x="231" y="3582"/>
                  <a:pt x="231" y="3582"/>
                </a:cubicBezTo>
                <a:cubicBezTo>
                  <a:pt x="151" y="3582"/>
                  <a:pt x="86" y="3517"/>
                  <a:pt x="86" y="3437"/>
                </a:cubicBezTo>
                <a:cubicBezTo>
                  <a:pt x="86" y="228"/>
                  <a:pt x="86" y="228"/>
                  <a:pt x="86" y="228"/>
                </a:cubicBezTo>
                <a:cubicBezTo>
                  <a:pt x="86" y="147"/>
                  <a:pt x="151" y="82"/>
                  <a:pt x="231" y="82"/>
                </a:cubicBezTo>
                <a:cubicBezTo>
                  <a:pt x="4559" y="82"/>
                  <a:pt x="4559" y="82"/>
                  <a:pt x="4559" y="82"/>
                </a:cubicBezTo>
                <a:cubicBezTo>
                  <a:pt x="4639" y="82"/>
                  <a:pt x="4704" y="147"/>
                  <a:pt x="4704" y="228"/>
                </a:cubicBezTo>
                <a:lnTo>
                  <a:pt x="4704" y="3437"/>
                </a:lnTo>
                <a:close/>
                <a:moveTo>
                  <a:pt x="4159" y="149"/>
                </a:moveTo>
                <a:cubicBezTo>
                  <a:pt x="4159" y="149"/>
                  <a:pt x="4159" y="149"/>
                  <a:pt x="4159" y="149"/>
                </a:cubicBezTo>
                <a:cubicBezTo>
                  <a:pt x="4160" y="148"/>
                  <a:pt x="4161" y="147"/>
                  <a:pt x="4162" y="146"/>
                </a:cubicBezTo>
                <a:cubicBezTo>
                  <a:pt x="4163" y="145"/>
                  <a:pt x="4164" y="144"/>
                  <a:pt x="4164" y="142"/>
                </a:cubicBezTo>
                <a:cubicBezTo>
                  <a:pt x="4164" y="140"/>
                  <a:pt x="4163" y="139"/>
                  <a:pt x="4163" y="138"/>
                </a:cubicBezTo>
                <a:cubicBezTo>
                  <a:pt x="4162" y="137"/>
                  <a:pt x="4162" y="136"/>
                  <a:pt x="4161" y="135"/>
                </a:cubicBezTo>
                <a:cubicBezTo>
                  <a:pt x="4160" y="134"/>
                  <a:pt x="4159" y="134"/>
                  <a:pt x="4157" y="133"/>
                </a:cubicBezTo>
                <a:cubicBezTo>
                  <a:pt x="4156" y="133"/>
                  <a:pt x="4155" y="133"/>
                  <a:pt x="4153" y="133"/>
                </a:cubicBezTo>
                <a:cubicBezTo>
                  <a:pt x="4151" y="133"/>
                  <a:pt x="4150" y="133"/>
                  <a:pt x="4149" y="134"/>
                </a:cubicBezTo>
                <a:cubicBezTo>
                  <a:pt x="4147" y="134"/>
                  <a:pt x="4146" y="135"/>
                  <a:pt x="4145" y="136"/>
                </a:cubicBezTo>
                <a:cubicBezTo>
                  <a:pt x="4144" y="137"/>
                  <a:pt x="4144" y="138"/>
                  <a:pt x="4143" y="139"/>
                </a:cubicBezTo>
                <a:cubicBezTo>
                  <a:pt x="4143" y="141"/>
                  <a:pt x="4143" y="142"/>
                  <a:pt x="4142" y="144"/>
                </a:cubicBezTo>
                <a:cubicBezTo>
                  <a:pt x="4147" y="144"/>
                  <a:pt x="4147" y="144"/>
                  <a:pt x="4147" y="144"/>
                </a:cubicBezTo>
                <a:cubicBezTo>
                  <a:pt x="4147" y="143"/>
                  <a:pt x="4147" y="142"/>
                  <a:pt x="4147" y="141"/>
                </a:cubicBezTo>
                <a:cubicBezTo>
                  <a:pt x="4147" y="140"/>
                  <a:pt x="4148" y="139"/>
                  <a:pt x="4148" y="139"/>
                </a:cubicBezTo>
                <a:cubicBezTo>
                  <a:pt x="4149" y="138"/>
                  <a:pt x="4149" y="137"/>
                  <a:pt x="4150" y="137"/>
                </a:cubicBezTo>
                <a:cubicBezTo>
                  <a:pt x="4151" y="137"/>
                  <a:pt x="4152" y="136"/>
                  <a:pt x="4153" y="136"/>
                </a:cubicBezTo>
                <a:cubicBezTo>
                  <a:pt x="4155" y="136"/>
                  <a:pt x="4156" y="137"/>
                  <a:pt x="4158" y="138"/>
                </a:cubicBezTo>
                <a:cubicBezTo>
                  <a:pt x="4159" y="139"/>
                  <a:pt x="4159" y="140"/>
                  <a:pt x="4159" y="142"/>
                </a:cubicBezTo>
                <a:cubicBezTo>
                  <a:pt x="4159" y="143"/>
                  <a:pt x="4159" y="144"/>
                  <a:pt x="4159" y="144"/>
                </a:cubicBezTo>
                <a:cubicBezTo>
                  <a:pt x="4158" y="145"/>
                  <a:pt x="4158" y="146"/>
                  <a:pt x="4157" y="146"/>
                </a:cubicBezTo>
                <a:cubicBezTo>
                  <a:pt x="4157" y="147"/>
                  <a:pt x="4156" y="147"/>
                  <a:pt x="4155" y="147"/>
                </a:cubicBezTo>
                <a:cubicBezTo>
                  <a:pt x="4154" y="147"/>
                  <a:pt x="4154" y="148"/>
                  <a:pt x="4153" y="148"/>
                </a:cubicBezTo>
                <a:cubicBezTo>
                  <a:pt x="4151" y="148"/>
                  <a:pt x="4151" y="148"/>
                  <a:pt x="4151" y="148"/>
                </a:cubicBezTo>
                <a:cubicBezTo>
                  <a:pt x="4151" y="148"/>
                  <a:pt x="4151" y="148"/>
                  <a:pt x="4151" y="147"/>
                </a:cubicBezTo>
                <a:cubicBezTo>
                  <a:pt x="4151" y="151"/>
                  <a:pt x="4151" y="151"/>
                  <a:pt x="4151" y="151"/>
                </a:cubicBezTo>
                <a:cubicBezTo>
                  <a:pt x="4152" y="151"/>
                  <a:pt x="4152" y="151"/>
                  <a:pt x="4153" y="151"/>
                </a:cubicBezTo>
                <a:cubicBezTo>
                  <a:pt x="4154" y="151"/>
                  <a:pt x="4155" y="151"/>
                  <a:pt x="4156" y="151"/>
                </a:cubicBezTo>
                <a:cubicBezTo>
                  <a:pt x="4157" y="152"/>
                  <a:pt x="4158" y="152"/>
                  <a:pt x="4159" y="153"/>
                </a:cubicBezTo>
                <a:cubicBezTo>
                  <a:pt x="4159" y="153"/>
                  <a:pt x="4160" y="154"/>
                  <a:pt x="4160" y="155"/>
                </a:cubicBezTo>
                <a:cubicBezTo>
                  <a:pt x="4161" y="155"/>
                  <a:pt x="4161" y="156"/>
                  <a:pt x="4161" y="157"/>
                </a:cubicBezTo>
                <a:cubicBezTo>
                  <a:pt x="4161" y="158"/>
                  <a:pt x="4161" y="159"/>
                  <a:pt x="4160" y="160"/>
                </a:cubicBezTo>
                <a:cubicBezTo>
                  <a:pt x="4160" y="161"/>
                  <a:pt x="4159" y="162"/>
                  <a:pt x="4158" y="162"/>
                </a:cubicBezTo>
                <a:cubicBezTo>
                  <a:pt x="4158" y="163"/>
                  <a:pt x="4157" y="163"/>
                  <a:pt x="4156" y="164"/>
                </a:cubicBezTo>
                <a:cubicBezTo>
                  <a:pt x="4155" y="164"/>
                  <a:pt x="4154" y="164"/>
                  <a:pt x="4153" y="164"/>
                </a:cubicBezTo>
                <a:cubicBezTo>
                  <a:pt x="4151" y="164"/>
                  <a:pt x="4149" y="163"/>
                  <a:pt x="4148" y="162"/>
                </a:cubicBezTo>
                <a:cubicBezTo>
                  <a:pt x="4147" y="161"/>
                  <a:pt x="4146" y="159"/>
                  <a:pt x="4146" y="157"/>
                </a:cubicBezTo>
                <a:cubicBezTo>
                  <a:pt x="4142" y="157"/>
                  <a:pt x="4142" y="157"/>
                  <a:pt x="4142" y="157"/>
                </a:cubicBezTo>
                <a:cubicBezTo>
                  <a:pt x="4142" y="158"/>
                  <a:pt x="4142" y="160"/>
                  <a:pt x="4143" y="161"/>
                </a:cubicBezTo>
                <a:cubicBezTo>
                  <a:pt x="4143" y="163"/>
                  <a:pt x="4144" y="164"/>
                  <a:pt x="4145" y="165"/>
                </a:cubicBezTo>
                <a:cubicBezTo>
                  <a:pt x="4146" y="166"/>
                  <a:pt x="4147" y="166"/>
                  <a:pt x="4148" y="167"/>
                </a:cubicBezTo>
                <a:cubicBezTo>
                  <a:pt x="4150" y="167"/>
                  <a:pt x="4151" y="168"/>
                  <a:pt x="4153" y="168"/>
                </a:cubicBezTo>
                <a:cubicBezTo>
                  <a:pt x="4155" y="168"/>
                  <a:pt x="4156" y="167"/>
                  <a:pt x="4158" y="167"/>
                </a:cubicBezTo>
                <a:cubicBezTo>
                  <a:pt x="4159" y="167"/>
                  <a:pt x="4161" y="166"/>
                  <a:pt x="4162" y="165"/>
                </a:cubicBezTo>
                <a:cubicBezTo>
                  <a:pt x="4163" y="164"/>
                  <a:pt x="4164" y="163"/>
                  <a:pt x="4164" y="162"/>
                </a:cubicBezTo>
                <a:cubicBezTo>
                  <a:pt x="4165" y="160"/>
                  <a:pt x="4165" y="159"/>
                  <a:pt x="4165" y="157"/>
                </a:cubicBezTo>
                <a:cubicBezTo>
                  <a:pt x="4165" y="155"/>
                  <a:pt x="4165" y="153"/>
                  <a:pt x="4164" y="152"/>
                </a:cubicBezTo>
                <a:cubicBezTo>
                  <a:pt x="4163" y="150"/>
                  <a:pt x="4161" y="149"/>
                  <a:pt x="4159" y="149"/>
                </a:cubicBezTo>
                <a:moveTo>
                  <a:pt x="4227" y="132"/>
                </a:moveTo>
                <a:cubicBezTo>
                  <a:pt x="4213" y="167"/>
                  <a:pt x="4213" y="167"/>
                  <a:pt x="4213" y="167"/>
                </a:cubicBezTo>
                <a:cubicBezTo>
                  <a:pt x="4218" y="167"/>
                  <a:pt x="4218" y="167"/>
                  <a:pt x="4218" y="167"/>
                </a:cubicBezTo>
                <a:cubicBezTo>
                  <a:pt x="4222" y="157"/>
                  <a:pt x="4222" y="157"/>
                  <a:pt x="4222" y="157"/>
                </a:cubicBezTo>
                <a:cubicBezTo>
                  <a:pt x="4237" y="157"/>
                  <a:pt x="4237" y="157"/>
                  <a:pt x="4237" y="157"/>
                </a:cubicBezTo>
                <a:cubicBezTo>
                  <a:pt x="4241" y="167"/>
                  <a:pt x="4241" y="167"/>
                  <a:pt x="4241" y="167"/>
                </a:cubicBezTo>
                <a:cubicBezTo>
                  <a:pt x="4246" y="167"/>
                  <a:pt x="4246" y="167"/>
                  <a:pt x="4246" y="167"/>
                </a:cubicBezTo>
                <a:cubicBezTo>
                  <a:pt x="4232" y="132"/>
                  <a:pt x="4232" y="132"/>
                  <a:pt x="4232" y="132"/>
                </a:cubicBezTo>
                <a:lnTo>
                  <a:pt x="4227" y="132"/>
                </a:lnTo>
                <a:close/>
                <a:moveTo>
                  <a:pt x="4223" y="153"/>
                </a:moveTo>
                <a:cubicBezTo>
                  <a:pt x="4229" y="137"/>
                  <a:pt x="4229" y="137"/>
                  <a:pt x="4229" y="137"/>
                </a:cubicBezTo>
                <a:cubicBezTo>
                  <a:pt x="4229" y="137"/>
                  <a:pt x="4229" y="137"/>
                  <a:pt x="4229" y="137"/>
                </a:cubicBezTo>
                <a:cubicBezTo>
                  <a:pt x="4235" y="153"/>
                  <a:pt x="4235" y="153"/>
                  <a:pt x="4235" y="153"/>
                </a:cubicBezTo>
                <a:lnTo>
                  <a:pt x="4223" y="153"/>
                </a:lnTo>
                <a:close/>
                <a:moveTo>
                  <a:pt x="4609" y="143"/>
                </a:moveTo>
                <a:cubicBezTo>
                  <a:pt x="4609" y="157"/>
                  <a:pt x="4609" y="157"/>
                  <a:pt x="4609" y="157"/>
                </a:cubicBezTo>
                <a:cubicBezTo>
                  <a:pt x="4612" y="157"/>
                  <a:pt x="4615" y="154"/>
                  <a:pt x="4615" y="151"/>
                </a:cubicBezTo>
                <a:cubicBezTo>
                  <a:pt x="4615" y="146"/>
                  <a:pt x="4612" y="143"/>
                  <a:pt x="4609" y="143"/>
                </a:cubicBezTo>
                <a:moveTo>
                  <a:pt x="4194" y="142"/>
                </a:moveTo>
                <a:cubicBezTo>
                  <a:pt x="4193" y="141"/>
                  <a:pt x="4193" y="140"/>
                  <a:pt x="4193" y="139"/>
                </a:cubicBezTo>
                <a:cubicBezTo>
                  <a:pt x="4192" y="137"/>
                  <a:pt x="4191" y="136"/>
                  <a:pt x="4191" y="136"/>
                </a:cubicBezTo>
                <a:cubicBezTo>
                  <a:pt x="4190" y="135"/>
                  <a:pt x="4189" y="134"/>
                  <a:pt x="4187" y="133"/>
                </a:cubicBezTo>
                <a:cubicBezTo>
                  <a:pt x="4186" y="133"/>
                  <a:pt x="4185" y="133"/>
                  <a:pt x="4183" y="133"/>
                </a:cubicBezTo>
                <a:cubicBezTo>
                  <a:pt x="4181" y="133"/>
                  <a:pt x="4179" y="133"/>
                  <a:pt x="4178" y="133"/>
                </a:cubicBezTo>
                <a:cubicBezTo>
                  <a:pt x="4177" y="134"/>
                  <a:pt x="4176" y="135"/>
                  <a:pt x="4175" y="136"/>
                </a:cubicBezTo>
                <a:cubicBezTo>
                  <a:pt x="4174" y="136"/>
                  <a:pt x="4174" y="137"/>
                  <a:pt x="4173" y="139"/>
                </a:cubicBezTo>
                <a:cubicBezTo>
                  <a:pt x="4173" y="140"/>
                  <a:pt x="4172" y="141"/>
                  <a:pt x="4172" y="142"/>
                </a:cubicBezTo>
                <a:cubicBezTo>
                  <a:pt x="4172" y="144"/>
                  <a:pt x="4171" y="145"/>
                  <a:pt x="4171" y="146"/>
                </a:cubicBezTo>
                <a:cubicBezTo>
                  <a:pt x="4171" y="148"/>
                  <a:pt x="4171" y="149"/>
                  <a:pt x="4171" y="150"/>
                </a:cubicBezTo>
                <a:cubicBezTo>
                  <a:pt x="4171" y="152"/>
                  <a:pt x="4171" y="153"/>
                  <a:pt x="4171" y="154"/>
                </a:cubicBezTo>
                <a:cubicBezTo>
                  <a:pt x="4171" y="156"/>
                  <a:pt x="4172" y="157"/>
                  <a:pt x="4172" y="158"/>
                </a:cubicBezTo>
                <a:cubicBezTo>
                  <a:pt x="4172" y="159"/>
                  <a:pt x="4173" y="161"/>
                  <a:pt x="4173" y="162"/>
                </a:cubicBezTo>
                <a:cubicBezTo>
                  <a:pt x="4174" y="163"/>
                  <a:pt x="4174" y="164"/>
                  <a:pt x="4175" y="165"/>
                </a:cubicBezTo>
                <a:cubicBezTo>
                  <a:pt x="4176" y="166"/>
                  <a:pt x="4177" y="166"/>
                  <a:pt x="4178" y="167"/>
                </a:cubicBezTo>
                <a:cubicBezTo>
                  <a:pt x="4179" y="167"/>
                  <a:pt x="4181" y="168"/>
                  <a:pt x="4183" y="168"/>
                </a:cubicBezTo>
                <a:cubicBezTo>
                  <a:pt x="4185" y="168"/>
                  <a:pt x="4186" y="167"/>
                  <a:pt x="4187" y="167"/>
                </a:cubicBezTo>
                <a:cubicBezTo>
                  <a:pt x="4189" y="166"/>
                  <a:pt x="4190" y="166"/>
                  <a:pt x="4191" y="165"/>
                </a:cubicBezTo>
                <a:cubicBezTo>
                  <a:pt x="4191" y="164"/>
                  <a:pt x="4192" y="163"/>
                  <a:pt x="4193" y="162"/>
                </a:cubicBezTo>
                <a:cubicBezTo>
                  <a:pt x="4193" y="161"/>
                  <a:pt x="4193" y="159"/>
                  <a:pt x="4194" y="158"/>
                </a:cubicBezTo>
                <a:cubicBezTo>
                  <a:pt x="4194" y="157"/>
                  <a:pt x="4194" y="156"/>
                  <a:pt x="4194" y="154"/>
                </a:cubicBezTo>
                <a:cubicBezTo>
                  <a:pt x="4194" y="153"/>
                  <a:pt x="4194" y="152"/>
                  <a:pt x="4194" y="150"/>
                </a:cubicBezTo>
                <a:cubicBezTo>
                  <a:pt x="4194" y="149"/>
                  <a:pt x="4194" y="148"/>
                  <a:pt x="4194" y="146"/>
                </a:cubicBezTo>
                <a:cubicBezTo>
                  <a:pt x="4194" y="145"/>
                  <a:pt x="4194" y="144"/>
                  <a:pt x="4194" y="142"/>
                </a:cubicBezTo>
                <a:moveTo>
                  <a:pt x="4190" y="155"/>
                </a:moveTo>
                <a:cubicBezTo>
                  <a:pt x="4190" y="156"/>
                  <a:pt x="4189" y="158"/>
                  <a:pt x="4189" y="159"/>
                </a:cubicBezTo>
                <a:cubicBezTo>
                  <a:pt x="4189" y="160"/>
                  <a:pt x="4188" y="162"/>
                  <a:pt x="4187" y="163"/>
                </a:cubicBezTo>
                <a:cubicBezTo>
                  <a:pt x="4186" y="164"/>
                  <a:pt x="4185" y="164"/>
                  <a:pt x="4183" y="164"/>
                </a:cubicBezTo>
                <a:cubicBezTo>
                  <a:pt x="4181" y="164"/>
                  <a:pt x="4180" y="164"/>
                  <a:pt x="4179" y="163"/>
                </a:cubicBezTo>
                <a:cubicBezTo>
                  <a:pt x="4178" y="162"/>
                  <a:pt x="4177" y="160"/>
                  <a:pt x="4177" y="159"/>
                </a:cubicBezTo>
                <a:cubicBezTo>
                  <a:pt x="4176" y="158"/>
                  <a:pt x="4176" y="156"/>
                  <a:pt x="4176" y="155"/>
                </a:cubicBezTo>
                <a:cubicBezTo>
                  <a:pt x="4176" y="153"/>
                  <a:pt x="4176" y="151"/>
                  <a:pt x="4176" y="150"/>
                </a:cubicBezTo>
                <a:cubicBezTo>
                  <a:pt x="4176" y="149"/>
                  <a:pt x="4176" y="148"/>
                  <a:pt x="4176" y="147"/>
                </a:cubicBezTo>
                <a:cubicBezTo>
                  <a:pt x="4176" y="146"/>
                  <a:pt x="4176" y="145"/>
                  <a:pt x="4176" y="144"/>
                </a:cubicBezTo>
                <a:cubicBezTo>
                  <a:pt x="4176" y="143"/>
                  <a:pt x="4176" y="142"/>
                  <a:pt x="4177" y="141"/>
                </a:cubicBezTo>
                <a:cubicBezTo>
                  <a:pt x="4177" y="140"/>
                  <a:pt x="4177" y="140"/>
                  <a:pt x="4178" y="139"/>
                </a:cubicBezTo>
                <a:cubicBezTo>
                  <a:pt x="4178" y="138"/>
                  <a:pt x="4179" y="137"/>
                  <a:pt x="4180" y="137"/>
                </a:cubicBezTo>
                <a:cubicBezTo>
                  <a:pt x="4181" y="137"/>
                  <a:pt x="4182" y="136"/>
                  <a:pt x="4183" y="136"/>
                </a:cubicBezTo>
                <a:cubicBezTo>
                  <a:pt x="4184" y="136"/>
                  <a:pt x="4185" y="137"/>
                  <a:pt x="4186" y="137"/>
                </a:cubicBezTo>
                <a:cubicBezTo>
                  <a:pt x="4187" y="137"/>
                  <a:pt x="4187" y="138"/>
                  <a:pt x="4188" y="139"/>
                </a:cubicBezTo>
                <a:cubicBezTo>
                  <a:pt x="4188" y="140"/>
                  <a:pt x="4189" y="140"/>
                  <a:pt x="4189" y="141"/>
                </a:cubicBezTo>
                <a:cubicBezTo>
                  <a:pt x="4189" y="142"/>
                  <a:pt x="4189" y="143"/>
                  <a:pt x="4190" y="144"/>
                </a:cubicBezTo>
                <a:cubicBezTo>
                  <a:pt x="4190" y="145"/>
                  <a:pt x="4190" y="146"/>
                  <a:pt x="4190" y="147"/>
                </a:cubicBezTo>
                <a:cubicBezTo>
                  <a:pt x="4190" y="148"/>
                  <a:pt x="4190" y="149"/>
                  <a:pt x="4190" y="150"/>
                </a:cubicBezTo>
                <a:cubicBezTo>
                  <a:pt x="4190" y="151"/>
                  <a:pt x="4190" y="153"/>
                  <a:pt x="4190" y="155"/>
                </a:cubicBezTo>
                <a:moveTo>
                  <a:pt x="4117" y="136"/>
                </a:moveTo>
                <a:cubicBezTo>
                  <a:pt x="4116" y="135"/>
                  <a:pt x="4115" y="134"/>
                  <a:pt x="4113" y="133"/>
                </a:cubicBezTo>
                <a:cubicBezTo>
                  <a:pt x="4112" y="133"/>
                  <a:pt x="4110" y="133"/>
                  <a:pt x="4109" y="133"/>
                </a:cubicBezTo>
                <a:cubicBezTo>
                  <a:pt x="4107" y="133"/>
                  <a:pt x="4106" y="133"/>
                  <a:pt x="4104" y="134"/>
                </a:cubicBezTo>
                <a:cubicBezTo>
                  <a:pt x="4103" y="134"/>
                  <a:pt x="4102" y="135"/>
                  <a:pt x="4101" y="136"/>
                </a:cubicBezTo>
                <a:cubicBezTo>
                  <a:pt x="4100" y="137"/>
                  <a:pt x="4099" y="138"/>
                  <a:pt x="4098" y="139"/>
                </a:cubicBezTo>
                <a:cubicBezTo>
                  <a:pt x="4098" y="141"/>
                  <a:pt x="4097" y="142"/>
                  <a:pt x="4097" y="144"/>
                </a:cubicBezTo>
                <a:cubicBezTo>
                  <a:pt x="4097" y="146"/>
                  <a:pt x="4098" y="147"/>
                  <a:pt x="4098" y="149"/>
                </a:cubicBezTo>
                <a:cubicBezTo>
                  <a:pt x="4099" y="150"/>
                  <a:pt x="4099" y="151"/>
                  <a:pt x="4100" y="152"/>
                </a:cubicBezTo>
                <a:cubicBezTo>
                  <a:pt x="4101" y="153"/>
                  <a:pt x="4102" y="154"/>
                  <a:pt x="4104" y="155"/>
                </a:cubicBezTo>
                <a:cubicBezTo>
                  <a:pt x="4105" y="155"/>
                  <a:pt x="4107" y="155"/>
                  <a:pt x="4108" y="155"/>
                </a:cubicBezTo>
                <a:cubicBezTo>
                  <a:pt x="4110" y="155"/>
                  <a:pt x="4112" y="155"/>
                  <a:pt x="4113" y="154"/>
                </a:cubicBezTo>
                <a:cubicBezTo>
                  <a:pt x="4114" y="153"/>
                  <a:pt x="4116" y="152"/>
                  <a:pt x="4116" y="151"/>
                </a:cubicBezTo>
                <a:cubicBezTo>
                  <a:pt x="4116" y="151"/>
                  <a:pt x="4116" y="151"/>
                  <a:pt x="4116" y="151"/>
                </a:cubicBezTo>
                <a:cubicBezTo>
                  <a:pt x="4116" y="155"/>
                  <a:pt x="4116" y="159"/>
                  <a:pt x="4114" y="161"/>
                </a:cubicBezTo>
                <a:cubicBezTo>
                  <a:pt x="4113" y="163"/>
                  <a:pt x="4111" y="164"/>
                  <a:pt x="4109" y="164"/>
                </a:cubicBezTo>
                <a:cubicBezTo>
                  <a:pt x="4107" y="164"/>
                  <a:pt x="4106" y="164"/>
                  <a:pt x="4104" y="163"/>
                </a:cubicBezTo>
                <a:cubicBezTo>
                  <a:pt x="4103" y="162"/>
                  <a:pt x="4103" y="161"/>
                  <a:pt x="4102" y="159"/>
                </a:cubicBezTo>
                <a:cubicBezTo>
                  <a:pt x="4098" y="159"/>
                  <a:pt x="4098" y="159"/>
                  <a:pt x="4098" y="159"/>
                </a:cubicBezTo>
                <a:cubicBezTo>
                  <a:pt x="4098" y="162"/>
                  <a:pt x="4100" y="164"/>
                  <a:pt x="4101" y="166"/>
                </a:cubicBezTo>
                <a:cubicBezTo>
                  <a:pt x="4103" y="167"/>
                  <a:pt x="4106" y="168"/>
                  <a:pt x="4109" y="168"/>
                </a:cubicBezTo>
                <a:cubicBezTo>
                  <a:pt x="4113" y="168"/>
                  <a:pt x="4116" y="166"/>
                  <a:pt x="4118" y="163"/>
                </a:cubicBezTo>
                <a:cubicBezTo>
                  <a:pt x="4120" y="160"/>
                  <a:pt x="4121" y="155"/>
                  <a:pt x="4121" y="149"/>
                </a:cubicBezTo>
                <a:cubicBezTo>
                  <a:pt x="4121" y="146"/>
                  <a:pt x="4120" y="143"/>
                  <a:pt x="4120" y="141"/>
                </a:cubicBezTo>
                <a:cubicBezTo>
                  <a:pt x="4119" y="139"/>
                  <a:pt x="4118" y="137"/>
                  <a:pt x="4117" y="136"/>
                </a:cubicBezTo>
                <a:moveTo>
                  <a:pt x="4115" y="147"/>
                </a:moveTo>
                <a:cubicBezTo>
                  <a:pt x="4115" y="148"/>
                  <a:pt x="4114" y="149"/>
                  <a:pt x="4114" y="150"/>
                </a:cubicBezTo>
                <a:cubicBezTo>
                  <a:pt x="4113" y="150"/>
                  <a:pt x="4112" y="151"/>
                  <a:pt x="4112" y="151"/>
                </a:cubicBezTo>
                <a:cubicBezTo>
                  <a:pt x="4111" y="152"/>
                  <a:pt x="4110" y="152"/>
                  <a:pt x="4109" y="152"/>
                </a:cubicBezTo>
                <a:cubicBezTo>
                  <a:pt x="4108" y="152"/>
                  <a:pt x="4107" y="152"/>
                  <a:pt x="4106" y="151"/>
                </a:cubicBezTo>
                <a:cubicBezTo>
                  <a:pt x="4105" y="151"/>
                  <a:pt x="4104" y="150"/>
                  <a:pt x="4104" y="150"/>
                </a:cubicBezTo>
                <a:cubicBezTo>
                  <a:pt x="4103" y="149"/>
                  <a:pt x="4103" y="148"/>
                  <a:pt x="4102" y="147"/>
                </a:cubicBezTo>
                <a:cubicBezTo>
                  <a:pt x="4102" y="146"/>
                  <a:pt x="4102" y="145"/>
                  <a:pt x="4102" y="145"/>
                </a:cubicBezTo>
                <a:cubicBezTo>
                  <a:pt x="4102" y="143"/>
                  <a:pt x="4102" y="142"/>
                  <a:pt x="4102" y="141"/>
                </a:cubicBezTo>
                <a:cubicBezTo>
                  <a:pt x="4102" y="140"/>
                  <a:pt x="4103" y="140"/>
                  <a:pt x="4103" y="139"/>
                </a:cubicBezTo>
                <a:cubicBezTo>
                  <a:pt x="4104" y="138"/>
                  <a:pt x="4105" y="137"/>
                  <a:pt x="4105" y="137"/>
                </a:cubicBezTo>
                <a:cubicBezTo>
                  <a:pt x="4106" y="137"/>
                  <a:pt x="4107" y="136"/>
                  <a:pt x="4109" y="136"/>
                </a:cubicBezTo>
                <a:cubicBezTo>
                  <a:pt x="4110" y="136"/>
                  <a:pt x="4111" y="137"/>
                  <a:pt x="4112" y="137"/>
                </a:cubicBezTo>
                <a:cubicBezTo>
                  <a:pt x="4113" y="137"/>
                  <a:pt x="4113" y="138"/>
                  <a:pt x="4114" y="139"/>
                </a:cubicBezTo>
                <a:cubicBezTo>
                  <a:pt x="4115" y="139"/>
                  <a:pt x="4115" y="140"/>
                  <a:pt x="4115" y="141"/>
                </a:cubicBezTo>
                <a:cubicBezTo>
                  <a:pt x="4116" y="142"/>
                  <a:pt x="4116" y="143"/>
                  <a:pt x="4116" y="144"/>
                </a:cubicBezTo>
                <a:cubicBezTo>
                  <a:pt x="4116" y="145"/>
                  <a:pt x="4116" y="146"/>
                  <a:pt x="4115" y="147"/>
                </a:cubicBezTo>
                <a:moveTo>
                  <a:pt x="4129" y="167"/>
                </a:moveTo>
                <a:cubicBezTo>
                  <a:pt x="4134" y="167"/>
                  <a:pt x="4134" y="167"/>
                  <a:pt x="4134" y="167"/>
                </a:cubicBezTo>
                <a:cubicBezTo>
                  <a:pt x="4134" y="162"/>
                  <a:pt x="4134" y="162"/>
                  <a:pt x="4134" y="162"/>
                </a:cubicBezTo>
                <a:cubicBezTo>
                  <a:pt x="4129" y="162"/>
                  <a:pt x="4129" y="162"/>
                  <a:pt x="4129" y="162"/>
                </a:cubicBezTo>
                <a:lnTo>
                  <a:pt x="4129" y="167"/>
                </a:lnTo>
                <a:close/>
                <a:moveTo>
                  <a:pt x="4129" y="147"/>
                </a:moveTo>
                <a:cubicBezTo>
                  <a:pt x="4134" y="147"/>
                  <a:pt x="4134" y="147"/>
                  <a:pt x="4134" y="147"/>
                </a:cubicBezTo>
                <a:cubicBezTo>
                  <a:pt x="4134" y="142"/>
                  <a:pt x="4134" y="142"/>
                  <a:pt x="4134" y="142"/>
                </a:cubicBezTo>
                <a:cubicBezTo>
                  <a:pt x="4129" y="142"/>
                  <a:pt x="4129" y="142"/>
                  <a:pt x="4129" y="142"/>
                </a:cubicBezTo>
                <a:lnTo>
                  <a:pt x="4129" y="147"/>
                </a:lnTo>
                <a:close/>
                <a:moveTo>
                  <a:pt x="4452" y="141"/>
                </a:moveTo>
                <a:cubicBezTo>
                  <a:pt x="4454" y="143"/>
                  <a:pt x="4455" y="145"/>
                  <a:pt x="4457" y="147"/>
                </a:cubicBezTo>
                <a:cubicBezTo>
                  <a:pt x="4462" y="142"/>
                  <a:pt x="4467" y="139"/>
                  <a:pt x="4473" y="139"/>
                </a:cubicBezTo>
                <a:cubicBezTo>
                  <a:pt x="4480" y="139"/>
                  <a:pt x="4485" y="142"/>
                  <a:pt x="4489" y="147"/>
                </a:cubicBezTo>
                <a:cubicBezTo>
                  <a:pt x="4491" y="145"/>
                  <a:pt x="4493" y="143"/>
                  <a:pt x="4495" y="141"/>
                </a:cubicBezTo>
                <a:cubicBezTo>
                  <a:pt x="4483" y="127"/>
                  <a:pt x="4462" y="129"/>
                  <a:pt x="4452" y="141"/>
                </a:cubicBezTo>
                <a:moveTo>
                  <a:pt x="4597" y="131"/>
                </a:moveTo>
                <a:cubicBezTo>
                  <a:pt x="4545" y="131"/>
                  <a:pt x="4545" y="131"/>
                  <a:pt x="4545" y="131"/>
                </a:cubicBezTo>
                <a:cubicBezTo>
                  <a:pt x="4540" y="131"/>
                  <a:pt x="4537" y="134"/>
                  <a:pt x="4537" y="140"/>
                </a:cubicBezTo>
                <a:cubicBezTo>
                  <a:pt x="4536" y="147"/>
                  <a:pt x="4536" y="153"/>
                  <a:pt x="4537" y="160"/>
                </a:cubicBezTo>
                <a:cubicBezTo>
                  <a:pt x="4537" y="166"/>
                  <a:pt x="4540" y="169"/>
                  <a:pt x="4545" y="169"/>
                </a:cubicBezTo>
                <a:cubicBezTo>
                  <a:pt x="4554" y="169"/>
                  <a:pt x="4562" y="169"/>
                  <a:pt x="4571" y="169"/>
                </a:cubicBezTo>
                <a:cubicBezTo>
                  <a:pt x="4580" y="169"/>
                  <a:pt x="4588" y="169"/>
                  <a:pt x="4597" y="169"/>
                </a:cubicBezTo>
                <a:cubicBezTo>
                  <a:pt x="4602" y="169"/>
                  <a:pt x="4605" y="166"/>
                  <a:pt x="4605" y="160"/>
                </a:cubicBezTo>
                <a:cubicBezTo>
                  <a:pt x="4606" y="153"/>
                  <a:pt x="4605" y="147"/>
                  <a:pt x="4605" y="140"/>
                </a:cubicBezTo>
                <a:cubicBezTo>
                  <a:pt x="4605" y="134"/>
                  <a:pt x="4602" y="131"/>
                  <a:pt x="4597" y="131"/>
                </a:cubicBezTo>
                <a:moveTo>
                  <a:pt x="4602" y="160"/>
                </a:moveTo>
                <a:cubicBezTo>
                  <a:pt x="4602" y="164"/>
                  <a:pt x="4601" y="166"/>
                  <a:pt x="4597" y="166"/>
                </a:cubicBezTo>
                <a:cubicBezTo>
                  <a:pt x="4545" y="166"/>
                  <a:pt x="4545" y="166"/>
                  <a:pt x="4545" y="166"/>
                </a:cubicBezTo>
                <a:cubicBezTo>
                  <a:pt x="4541" y="166"/>
                  <a:pt x="4540" y="164"/>
                  <a:pt x="4540" y="160"/>
                </a:cubicBezTo>
                <a:cubicBezTo>
                  <a:pt x="4540" y="153"/>
                  <a:pt x="4540" y="147"/>
                  <a:pt x="4540" y="140"/>
                </a:cubicBezTo>
                <a:cubicBezTo>
                  <a:pt x="4540" y="136"/>
                  <a:pt x="4541" y="134"/>
                  <a:pt x="4545" y="134"/>
                </a:cubicBezTo>
                <a:cubicBezTo>
                  <a:pt x="4554" y="134"/>
                  <a:pt x="4562" y="134"/>
                  <a:pt x="4571" y="134"/>
                </a:cubicBezTo>
                <a:cubicBezTo>
                  <a:pt x="4580" y="134"/>
                  <a:pt x="4588" y="134"/>
                  <a:pt x="4597" y="134"/>
                </a:cubicBezTo>
                <a:cubicBezTo>
                  <a:pt x="4601" y="134"/>
                  <a:pt x="4602" y="136"/>
                  <a:pt x="4602" y="140"/>
                </a:cubicBezTo>
                <a:cubicBezTo>
                  <a:pt x="4602" y="147"/>
                  <a:pt x="4602" y="153"/>
                  <a:pt x="4602" y="160"/>
                </a:cubicBezTo>
                <a:moveTo>
                  <a:pt x="4473" y="157"/>
                </a:moveTo>
                <a:cubicBezTo>
                  <a:pt x="4470" y="157"/>
                  <a:pt x="4467" y="159"/>
                  <a:pt x="4467" y="163"/>
                </a:cubicBezTo>
                <a:cubicBezTo>
                  <a:pt x="4467" y="166"/>
                  <a:pt x="4470" y="169"/>
                  <a:pt x="4473" y="169"/>
                </a:cubicBezTo>
                <a:cubicBezTo>
                  <a:pt x="4477" y="169"/>
                  <a:pt x="4479" y="166"/>
                  <a:pt x="4479" y="163"/>
                </a:cubicBezTo>
                <a:cubicBezTo>
                  <a:pt x="4479" y="159"/>
                  <a:pt x="4477" y="157"/>
                  <a:pt x="4473" y="157"/>
                </a:cubicBezTo>
                <a:moveTo>
                  <a:pt x="4460" y="151"/>
                </a:moveTo>
                <a:cubicBezTo>
                  <a:pt x="4462" y="152"/>
                  <a:pt x="4464" y="154"/>
                  <a:pt x="4466" y="156"/>
                </a:cubicBezTo>
                <a:cubicBezTo>
                  <a:pt x="4468" y="154"/>
                  <a:pt x="4470" y="153"/>
                  <a:pt x="4473" y="153"/>
                </a:cubicBezTo>
                <a:cubicBezTo>
                  <a:pt x="4476" y="153"/>
                  <a:pt x="4479" y="154"/>
                  <a:pt x="4481" y="156"/>
                </a:cubicBezTo>
                <a:cubicBezTo>
                  <a:pt x="4483" y="154"/>
                  <a:pt x="4485" y="152"/>
                  <a:pt x="4487" y="151"/>
                </a:cubicBezTo>
                <a:cubicBezTo>
                  <a:pt x="4480" y="142"/>
                  <a:pt x="4467" y="142"/>
                  <a:pt x="4460" y="151"/>
                </a:cubicBezTo>
                <a:moveTo>
                  <a:pt x="4547" y="138"/>
                </a:moveTo>
                <a:cubicBezTo>
                  <a:pt x="4545" y="138"/>
                  <a:pt x="4543" y="139"/>
                  <a:pt x="4543" y="142"/>
                </a:cubicBezTo>
                <a:cubicBezTo>
                  <a:pt x="4543" y="147"/>
                  <a:pt x="4543" y="152"/>
                  <a:pt x="4543" y="158"/>
                </a:cubicBezTo>
                <a:cubicBezTo>
                  <a:pt x="4543" y="161"/>
                  <a:pt x="4544" y="162"/>
                  <a:pt x="4548" y="162"/>
                </a:cubicBezTo>
                <a:cubicBezTo>
                  <a:pt x="4560" y="162"/>
                  <a:pt x="4572" y="162"/>
                  <a:pt x="4584" y="162"/>
                </a:cubicBezTo>
                <a:cubicBezTo>
                  <a:pt x="4585" y="162"/>
                  <a:pt x="4585" y="162"/>
                  <a:pt x="4586" y="162"/>
                </a:cubicBezTo>
                <a:cubicBezTo>
                  <a:pt x="4586" y="138"/>
                  <a:pt x="4586" y="138"/>
                  <a:pt x="4586" y="138"/>
                </a:cubicBezTo>
                <a:cubicBezTo>
                  <a:pt x="4586" y="138"/>
                  <a:pt x="4585" y="138"/>
                  <a:pt x="4585" y="138"/>
                </a:cubicBezTo>
                <a:cubicBezTo>
                  <a:pt x="4572" y="138"/>
                  <a:pt x="4560" y="138"/>
                  <a:pt x="4547" y="138"/>
                </a:cubicBezTo>
                <a:moveTo>
                  <a:pt x="4369" y="153"/>
                </a:moveTo>
                <a:cubicBezTo>
                  <a:pt x="4369" y="153"/>
                  <a:pt x="4369" y="153"/>
                  <a:pt x="4369" y="153"/>
                </a:cubicBezTo>
                <a:cubicBezTo>
                  <a:pt x="4366" y="153"/>
                  <a:pt x="4363" y="156"/>
                  <a:pt x="4363" y="159"/>
                </a:cubicBezTo>
                <a:cubicBezTo>
                  <a:pt x="4363" y="164"/>
                  <a:pt x="4363" y="164"/>
                  <a:pt x="4363" y="164"/>
                </a:cubicBezTo>
                <a:cubicBezTo>
                  <a:pt x="4363" y="167"/>
                  <a:pt x="4366" y="170"/>
                  <a:pt x="4369" y="170"/>
                </a:cubicBezTo>
                <a:cubicBezTo>
                  <a:pt x="4369" y="170"/>
                  <a:pt x="4369" y="170"/>
                  <a:pt x="4369" y="170"/>
                </a:cubicBezTo>
                <a:cubicBezTo>
                  <a:pt x="4373" y="170"/>
                  <a:pt x="4375" y="167"/>
                  <a:pt x="4375" y="164"/>
                </a:cubicBezTo>
                <a:cubicBezTo>
                  <a:pt x="4375" y="159"/>
                  <a:pt x="4375" y="159"/>
                  <a:pt x="4375" y="159"/>
                </a:cubicBezTo>
                <a:cubicBezTo>
                  <a:pt x="4375" y="156"/>
                  <a:pt x="4373" y="153"/>
                  <a:pt x="4369" y="153"/>
                </a:cubicBezTo>
                <a:moveTo>
                  <a:pt x="4408" y="132"/>
                </a:moveTo>
                <a:cubicBezTo>
                  <a:pt x="4407" y="132"/>
                  <a:pt x="4407" y="132"/>
                  <a:pt x="4407" y="132"/>
                </a:cubicBezTo>
                <a:cubicBezTo>
                  <a:pt x="4404" y="132"/>
                  <a:pt x="4402" y="135"/>
                  <a:pt x="4402" y="138"/>
                </a:cubicBezTo>
                <a:cubicBezTo>
                  <a:pt x="4402" y="164"/>
                  <a:pt x="4402" y="164"/>
                  <a:pt x="4402" y="164"/>
                </a:cubicBezTo>
                <a:cubicBezTo>
                  <a:pt x="4402" y="167"/>
                  <a:pt x="4404" y="170"/>
                  <a:pt x="4407" y="170"/>
                </a:cubicBezTo>
                <a:cubicBezTo>
                  <a:pt x="4408" y="170"/>
                  <a:pt x="4408" y="170"/>
                  <a:pt x="4408" y="170"/>
                </a:cubicBezTo>
                <a:cubicBezTo>
                  <a:pt x="4411" y="170"/>
                  <a:pt x="4414" y="167"/>
                  <a:pt x="4414" y="164"/>
                </a:cubicBezTo>
                <a:cubicBezTo>
                  <a:pt x="4414" y="138"/>
                  <a:pt x="4414" y="138"/>
                  <a:pt x="4414" y="138"/>
                </a:cubicBezTo>
                <a:cubicBezTo>
                  <a:pt x="4414" y="135"/>
                  <a:pt x="4411" y="132"/>
                  <a:pt x="4408" y="132"/>
                </a:cubicBezTo>
                <a:moveTo>
                  <a:pt x="4268" y="162"/>
                </a:moveTo>
                <a:cubicBezTo>
                  <a:pt x="4257" y="132"/>
                  <a:pt x="4257" y="132"/>
                  <a:pt x="4257" y="132"/>
                </a:cubicBezTo>
                <a:cubicBezTo>
                  <a:pt x="4251" y="132"/>
                  <a:pt x="4251" y="132"/>
                  <a:pt x="4251" y="132"/>
                </a:cubicBezTo>
                <a:cubicBezTo>
                  <a:pt x="4251" y="167"/>
                  <a:pt x="4251" y="167"/>
                  <a:pt x="4251" y="167"/>
                </a:cubicBezTo>
                <a:cubicBezTo>
                  <a:pt x="4255" y="167"/>
                  <a:pt x="4255" y="167"/>
                  <a:pt x="4255" y="167"/>
                </a:cubicBezTo>
                <a:cubicBezTo>
                  <a:pt x="4255" y="138"/>
                  <a:pt x="4255" y="138"/>
                  <a:pt x="4255" y="138"/>
                </a:cubicBezTo>
                <a:cubicBezTo>
                  <a:pt x="4256" y="138"/>
                  <a:pt x="4256" y="138"/>
                  <a:pt x="4256" y="138"/>
                </a:cubicBezTo>
                <a:cubicBezTo>
                  <a:pt x="4266" y="167"/>
                  <a:pt x="4266" y="167"/>
                  <a:pt x="4266" y="167"/>
                </a:cubicBezTo>
                <a:cubicBezTo>
                  <a:pt x="4270" y="167"/>
                  <a:pt x="4270" y="167"/>
                  <a:pt x="4270" y="167"/>
                </a:cubicBezTo>
                <a:cubicBezTo>
                  <a:pt x="4281" y="138"/>
                  <a:pt x="4281" y="138"/>
                  <a:pt x="4281" y="138"/>
                </a:cubicBezTo>
                <a:cubicBezTo>
                  <a:pt x="4281" y="138"/>
                  <a:pt x="4281" y="138"/>
                  <a:pt x="4281" y="138"/>
                </a:cubicBezTo>
                <a:cubicBezTo>
                  <a:pt x="4281" y="167"/>
                  <a:pt x="4281" y="167"/>
                  <a:pt x="4281" y="167"/>
                </a:cubicBezTo>
                <a:cubicBezTo>
                  <a:pt x="4286" y="167"/>
                  <a:pt x="4286" y="167"/>
                  <a:pt x="4286" y="167"/>
                </a:cubicBezTo>
                <a:cubicBezTo>
                  <a:pt x="4286" y="132"/>
                  <a:pt x="4286" y="132"/>
                  <a:pt x="4286" y="132"/>
                </a:cubicBezTo>
                <a:cubicBezTo>
                  <a:pt x="4279" y="132"/>
                  <a:pt x="4279" y="132"/>
                  <a:pt x="4279" y="132"/>
                </a:cubicBezTo>
                <a:lnTo>
                  <a:pt x="4268" y="162"/>
                </a:lnTo>
                <a:close/>
                <a:moveTo>
                  <a:pt x="4389" y="143"/>
                </a:moveTo>
                <a:cubicBezTo>
                  <a:pt x="4388" y="143"/>
                  <a:pt x="4388" y="143"/>
                  <a:pt x="4388" y="143"/>
                </a:cubicBezTo>
                <a:cubicBezTo>
                  <a:pt x="4385" y="143"/>
                  <a:pt x="4382" y="145"/>
                  <a:pt x="4382" y="149"/>
                </a:cubicBezTo>
                <a:cubicBezTo>
                  <a:pt x="4382" y="164"/>
                  <a:pt x="4382" y="164"/>
                  <a:pt x="4382" y="164"/>
                </a:cubicBezTo>
                <a:cubicBezTo>
                  <a:pt x="4382" y="167"/>
                  <a:pt x="4385" y="170"/>
                  <a:pt x="4388" y="170"/>
                </a:cubicBezTo>
                <a:cubicBezTo>
                  <a:pt x="4389" y="170"/>
                  <a:pt x="4389" y="170"/>
                  <a:pt x="4389" y="170"/>
                </a:cubicBezTo>
                <a:cubicBezTo>
                  <a:pt x="4392" y="170"/>
                  <a:pt x="4395" y="167"/>
                  <a:pt x="4395" y="164"/>
                </a:cubicBezTo>
                <a:cubicBezTo>
                  <a:pt x="4395" y="149"/>
                  <a:pt x="4395" y="149"/>
                  <a:pt x="4395" y="149"/>
                </a:cubicBezTo>
                <a:cubicBezTo>
                  <a:pt x="4395" y="145"/>
                  <a:pt x="4392" y="143"/>
                  <a:pt x="4389" y="143"/>
                </a:cubicBezTo>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Tree>
    <p:extLst>
      <p:ext uri="{BB962C8B-B14F-4D97-AF65-F5344CB8AC3E}">
        <p14:creationId xmlns:p14="http://schemas.microsoft.com/office/powerpoint/2010/main" val="182805594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ark Mode/Gray Phone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8" name="Inhaltsplatzhalter 2">
            <a:extLst>
              <a:ext uri="{FF2B5EF4-FFF2-40B4-BE49-F238E27FC236}">
                <a16:creationId xmlns:a16="http://schemas.microsoft.com/office/drawing/2014/main" id="{7F783002-8F8A-FBB7-9005-A3E9DA77F3E6}"/>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5" name="Grafik 4">
            <a:extLst>
              <a:ext uri="{FF2B5EF4-FFF2-40B4-BE49-F238E27FC236}">
                <a16:creationId xmlns:a16="http://schemas.microsoft.com/office/drawing/2014/main" id="{3E3472D1-4B64-879E-FC55-008D4C09C50F}"/>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3" name="Foliennummernplatzhalter 22">
            <a:extLst>
              <a:ext uri="{FF2B5EF4-FFF2-40B4-BE49-F238E27FC236}">
                <a16:creationId xmlns:a16="http://schemas.microsoft.com/office/drawing/2014/main" id="{E2319061-5E8A-C1BC-FF0A-0BE781135637}"/>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6" name="Fußzeilenplatzhalter 5">
            <a:extLst>
              <a:ext uri="{FF2B5EF4-FFF2-40B4-BE49-F238E27FC236}">
                <a16:creationId xmlns:a16="http://schemas.microsoft.com/office/drawing/2014/main" id="{B85B7C98-996D-42AA-ADBA-070B74562D6A}"/>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
        <p:nvSpPr>
          <p:cNvPr id="7" name="Titel 6">
            <a:extLst>
              <a:ext uri="{FF2B5EF4-FFF2-40B4-BE49-F238E27FC236}">
                <a16:creationId xmlns:a16="http://schemas.microsoft.com/office/drawing/2014/main" id="{016CC601-9393-25C4-6674-7B88BF8DC6E0}"/>
              </a:ext>
            </a:extLst>
          </p:cNvPr>
          <p:cNvSpPr>
            <a:spLocks noGrp="1"/>
          </p:cNvSpPr>
          <p:nvPr>
            <p:ph type="title"/>
          </p:nvPr>
        </p:nvSpPr>
        <p:spPr/>
        <p:txBody>
          <a:bodyPr>
            <a:noAutofit/>
          </a:bodyPr>
          <a:lstStyle/>
          <a:p>
            <a:r>
              <a:rPr lang="de-DE"/>
              <a:t>Mastertitelformat bearbeiten</a:t>
            </a:r>
          </a:p>
        </p:txBody>
      </p:sp>
      <p:sp>
        <p:nvSpPr>
          <p:cNvPr id="8" name="Textplatzhalter 17">
            <a:extLst>
              <a:ext uri="{FF2B5EF4-FFF2-40B4-BE49-F238E27FC236}">
                <a16:creationId xmlns:a16="http://schemas.microsoft.com/office/drawing/2014/main" id="{B30282F7-085A-DDAD-EA25-162290BDA0DA}"/>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Bildplatzhalter 29">
            <a:extLst>
              <a:ext uri="{FF2B5EF4-FFF2-40B4-BE49-F238E27FC236}">
                <a16:creationId xmlns:a16="http://schemas.microsoft.com/office/drawing/2014/main" id="{CE434D42-85E1-CF87-DC85-C8B0B0F85CAC}"/>
              </a:ext>
            </a:extLst>
          </p:cNvPr>
          <p:cNvSpPr>
            <a:spLocks noGrp="1"/>
          </p:cNvSpPr>
          <p:nvPr>
            <p:ph type="pic" sz="quarter" idx="11"/>
          </p:nvPr>
        </p:nvSpPr>
        <p:spPr>
          <a:xfrm>
            <a:off x="7498614"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a:pattFill prst="pct5">
            <a:fgClr>
              <a:schemeClr val="tx1"/>
            </a:fgClr>
            <a:bgClr>
              <a:schemeClr val="bg1"/>
            </a:bgClr>
          </a:pattFill>
        </p:spPr>
        <p:txBody>
          <a:bodyPr anchor="ctr" anchorCtr="1"/>
          <a:lstStyle>
            <a:lvl1pPr marL="0" indent="0" algn="ctr">
              <a:buNone/>
              <a:defRPr sz="800"/>
            </a:lvl1pPr>
          </a:lstStyle>
          <a:p>
            <a:r>
              <a:rPr lang="de-DE"/>
              <a:t>Bild durch Klicken auf Symbol hinzufügen</a:t>
            </a:r>
          </a:p>
        </p:txBody>
      </p:sp>
      <p:sp>
        <p:nvSpPr>
          <p:cNvPr id="3" name="Bildplatzhalter 3">
            <a:extLst>
              <a:ext uri="{FF2B5EF4-FFF2-40B4-BE49-F238E27FC236}">
                <a16:creationId xmlns:a16="http://schemas.microsoft.com/office/drawing/2014/main" id="{84604FE2-4189-30D6-0D79-17EB6B413B2C}"/>
              </a:ext>
            </a:extLst>
          </p:cNvPr>
          <p:cNvSpPr>
            <a:spLocks noGrp="1"/>
          </p:cNvSpPr>
          <p:nvPr>
            <p:ph type="pic" sz="quarter" idx="21"/>
          </p:nvPr>
        </p:nvSpPr>
        <p:spPr>
          <a:xfrm>
            <a:off x="7498614"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p:spPr>
        <p:txBody>
          <a:bodyPr anchor="ctr" anchorCtr="1"/>
          <a:lstStyle/>
          <a:p>
            <a:r>
              <a:rPr lang="de-DE"/>
              <a:t>Bild durch Klicken auf Symbol hinzufügen</a:t>
            </a:r>
          </a:p>
        </p:txBody>
      </p:sp>
      <p:grpSp>
        <p:nvGrpSpPr>
          <p:cNvPr id="19" name="Gruppieren 18">
            <a:extLst>
              <a:ext uri="{FF2B5EF4-FFF2-40B4-BE49-F238E27FC236}">
                <a16:creationId xmlns:a16="http://schemas.microsoft.com/office/drawing/2014/main" id="{2DF918D9-D50E-459C-4F77-7983CE359BBE}"/>
              </a:ext>
            </a:extLst>
          </p:cNvPr>
          <p:cNvGrpSpPr/>
          <p:nvPr userDrawn="1"/>
        </p:nvGrpSpPr>
        <p:grpSpPr>
          <a:xfrm>
            <a:off x="7452799" y="1458000"/>
            <a:ext cx="2311134" cy="4894165"/>
            <a:chOff x="7452799" y="1458000"/>
            <a:chExt cx="2311134" cy="4894165"/>
          </a:xfrm>
        </p:grpSpPr>
        <p:sp>
          <p:nvSpPr>
            <p:cNvPr id="20" name="Freeform 5">
              <a:extLst>
                <a:ext uri="{FF2B5EF4-FFF2-40B4-BE49-F238E27FC236}">
                  <a16:creationId xmlns:a16="http://schemas.microsoft.com/office/drawing/2014/main" id="{E470C3A8-6EB3-D134-B1FD-43B5A1C49335}"/>
                </a:ext>
              </a:extLst>
            </p:cNvPr>
            <p:cNvSpPr>
              <a:spLocks noEditPoints="1"/>
            </p:cNvSpPr>
            <p:nvPr/>
          </p:nvSpPr>
          <p:spPr bwMode="auto">
            <a:xfrm>
              <a:off x="7452799" y="1458000"/>
              <a:ext cx="2311134" cy="4894165"/>
            </a:xfrm>
            <a:custGeom>
              <a:avLst/>
              <a:gdLst>
                <a:gd name="T0" fmla="*/ 1381 w 1617"/>
                <a:gd name="T1" fmla="*/ 0 h 3426"/>
                <a:gd name="T2" fmla="*/ 237 w 1617"/>
                <a:gd name="T3" fmla="*/ 0 h 3426"/>
                <a:gd name="T4" fmla="*/ 0 w 1617"/>
                <a:gd name="T5" fmla="*/ 239 h 3426"/>
                <a:gd name="T6" fmla="*/ 0 w 1617"/>
                <a:gd name="T7" fmla="*/ 3187 h 3426"/>
                <a:gd name="T8" fmla="*/ 237 w 1617"/>
                <a:gd name="T9" fmla="*/ 3426 h 3426"/>
                <a:gd name="T10" fmla="*/ 1381 w 1617"/>
                <a:gd name="T11" fmla="*/ 3426 h 3426"/>
                <a:gd name="T12" fmla="*/ 1617 w 1617"/>
                <a:gd name="T13" fmla="*/ 3187 h 3426"/>
                <a:gd name="T14" fmla="*/ 1617 w 1617"/>
                <a:gd name="T15" fmla="*/ 239 h 3426"/>
                <a:gd name="T16" fmla="*/ 1381 w 1617"/>
                <a:gd name="T17" fmla="*/ 0 h 3426"/>
                <a:gd name="T18" fmla="*/ 1575 w 1617"/>
                <a:gd name="T19" fmla="*/ 3193 h 3426"/>
                <a:gd name="T20" fmla="*/ 1385 w 1617"/>
                <a:gd name="T21" fmla="*/ 3383 h 3426"/>
                <a:gd name="T22" fmla="*/ 233 w 1617"/>
                <a:gd name="T23" fmla="*/ 3383 h 3426"/>
                <a:gd name="T24" fmla="*/ 43 w 1617"/>
                <a:gd name="T25" fmla="*/ 3193 h 3426"/>
                <a:gd name="T26" fmla="*/ 43 w 1617"/>
                <a:gd name="T27" fmla="*/ 233 h 3426"/>
                <a:gd name="T28" fmla="*/ 233 w 1617"/>
                <a:gd name="T29" fmla="*/ 43 h 3426"/>
                <a:gd name="T30" fmla="*/ 417 w 1617"/>
                <a:gd name="T31" fmla="*/ 43 h 3426"/>
                <a:gd name="T32" fmla="*/ 417 w 1617"/>
                <a:gd name="T33" fmla="*/ 77 h 3426"/>
                <a:gd name="T34" fmla="*/ 487 w 1617"/>
                <a:gd name="T35" fmla="*/ 153 h 3426"/>
                <a:gd name="T36" fmla="*/ 1130 w 1617"/>
                <a:gd name="T37" fmla="*/ 153 h 3426"/>
                <a:gd name="T38" fmla="*/ 1201 w 1617"/>
                <a:gd name="T39" fmla="*/ 77 h 3426"/>
                <a:gd name="T40" fmla="*/ 1201 w 1617"/>
                <a:gd name="T41" fmla="*/ 43 h 3426"/>
                <a:gd name="T42" fmla="*/ 1385 w 1617"/>
                <a:gd name="T43" fmla="*/ 43 h 3426"/>
                <a:gd name="T44" fmla="*/ 1575 w 1617"/>
                <a:gd name="T45" fmla="*/ 233 h 3426"/>
                <a:gd name="T46" fmla="*/ 1575 w 1617"/>
                <a:gd name="T47" fmla="*/ 3193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7" h="3426">
                  <a:moveTo>
                    <a:pt x="1381" y="0"/>
                  </a:moveTo>
                  <a:cubicBezTo>
                    <a:pt x="237" y="0"/>
                    <a:pt x="237" y="0"/>
                    <a:pt x="237" y="0"/>
                  </a:cubicBezTo>
                  <a:cubicBezTo>
                    <a:pt x="98" y="0"/>
                    <a:pt x="0" y="99"/>
                    <a:pt x="0" y="239"/>
                  </a:cubicBezTo>
                  <a:cubicBezTo>
                    <a:pt x="0" y="3187"/>
                    <a:pt x="0" y="3187"/>
                    <a:pt x="0" y="3187"/>
                  </a:cubicBezTo>
                  <a:cubicBezTo>
                    <a:pt x="0" y="3328"/>
                    <a:pt x="98" y="3426"/>
                    <a:pt x="237" y="3426"/>
                  </a:cubicBezTo>
                  <a:cubicBezTo>
                    <a:pt x="1381" y="3426"/>
                    <a:pt x="1381" y="3426"/>
                    <a:pt x="1381" y="3426"/>
                  </a:cubicBezTo>
                  <a:cubicBezTo>
                    <a:pt x="1520" y="3426"/>
                    <a:pt x="1617" y="3328"/>
                    <a:pt x="1617" y="3187"/>
                  </a:cubicBezTo>
                  <a:cubicBezTo>
                    <a:pt x="1617" y="239"/>
                    <a:pt x="1617" y="239"/>
                    <a:pt x="1617" y="239"/>
                  </a:cubicBezTo>
                  <a:cubicBezTo>
                    <a:pt x="1617" y="99"/>
                    <a:pt x="1520" y="0"/>
                    <a:pt x="1381" y="0"/>
                  </a:cubicBezTo>
                  <a:moveTo>
                    <a:pt x="1575" y="3193"/>
                  </a:moveTo>
                  <a:cubicBezTo>
                    <a:pt x="1575" y="3298"/>
                    <a:pt x="1490" y="3383"/>
                    <a:pt x="1385" y="3383"/>
                  </a:cubicBezTo>
                  <a:cubicBezTo>
                    <a:pt x="233" y="3383"/>
                    <a:pt x="233" y="3383"/>
                    <a:pt x="233" y="3383"/>
                  </a:cubicBezTo>
                  <a:cubicBezTo>
                    <a:pt x="128" y="3383"/>
                    <a:pt x="43" y="3298"/>
                    <a:pt x="43" y="3193"/>
                  </a:cubicBezTo>
                  <a:cubicBezTo>
                    <a:pt x="43" y="233"/>
                    <a:pt x="43" y="233"/>
                    <a:pt x="43" y="233"/>
                  </a:cubicBezTo>
                  <a:cubicBezTo>
                    <a:pt x="43" y="128"/>
                    <a:pt x="128" y="43"/>
                    <a:pt x="233" y="43"/>
                  </a:cubicBezTo>
                  <a:cubicBezTo>
                    <a:pt x="417" y="43"/>
                    <a:pt x="417" y="43"/>
                    <a:pt x="417" y="43"/>
                  </a:cubicBezTo>
                  <a:cubicBezTo>
                    <a:pt x="417" y="77"/>
                    <a:pt x="417" y="77"/>
                    <a:pt x="417" y="77"/>
                  </a:cubicBezTo>
                  <a:cubicBezTo>
                    <a:pt x="417" y="108"/>
                    <a:pt x="436" y="153"/>
                    <a:pt x="487" y="153"/>
                  </a:cubicBezTo>
                  <a:cubicBezTo>
                    <a:pt x="1130" y="153"/>
                    <a:pt x="1130" y="153"/>
                    <a:pt x="1130" y="153"/>
                  </a:cubicBezTo>
                  <a:cubicBezTo>
                    <a:pt x="1181" y="153"/>
                    <a:pt x="1201" y="108"/>
                    <a:pt x="1201" y="77"/>
                  </a:cubicBezTo>
                  <a:cubicBezTo>
                    <a:pt x="1201" y="43"/>
                    <a:pt x="1201" y="43"/>
                    <a:pt x="1201" y="43"/>
                  </a:cubicBezTo>
                  <a:cubicBezTo>
                    <a:pt x="1385" y="43"/>
                    <a:pt x="1385" y="43"/>
                    <a:pt x="1385" y="43"/>
                  </a:cubicBezTo>
                  <a:cubicBezTo>
                    <a:pt x="1490" y="43"/>
                    <a:pt x="1575" y="128"/>
                    <a:pt x="1575" y="233"/>
                  </a:cubicBezTo>
                  <a:lnTo>
                    <a:pt x="1575" y="3193"/>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22" name="Freeform 6">
              <a:extLst>
                <a:ext uri="{FF2B5EF4-FFF2-40B4-BE49-F238E27FC236}">
                  <a16:creationId xmlns:a16="http://schemas.microsoft.com/office/drawing/2014/main" id="{22B54588-6547-F5D2-9F94-723FE062BEC3}"/>
                </a:ext>
              </a:extLst>
            </p:cNvPr>
            <p:cNvSpPr>
              <a:spLocks noEditPoints="1"/>
            </p:cNvSpPr>
            <p:nvPr/>
          </p:nvSpPr>
          <p:spPr bwMode="auto">
            <a:xfrm>
              <a:off x="8331937" y="1530506"/>
              <a:ext cx="552859" cy="60044"/>
            </a:xfrm>
            <a:custGeom>
              <a:avLst/>
              <a:gdLst>
                <a:gd name="T0" fmla="*/ 22 w 387"/>
                <a:gd name="T1" fmla="*/ 0 h 42"/>
                <a:gd name="T2" fmla="*/ 0 w 387"/>
                <a:gd name="T3" fmla="*/ 21 h 42"/>
                <a:gd name="T4" fmla="*/ 22 w 387"/>
                <a:gd name="T5" fmla="*/ 42 h 42"/>
                <a:gd name="T6" fmla="*/ 43 w 387"/>
                <a:gd name="T7" fmla="*/ 21 h 42"/>
                <a:gd name="T8" fmla="*/ 22 w 387"/>
                <a:gd name="T9" fmla="*/ 0 h 42"/>
                <a:gd name="T10" fmla="*/ 376 w 387"/>
                <a:gd name="T11" fmla="*/ 9 h 42"/>
                <a:gd name="T12" fmla="*/ 99 w 387"/>
                <a:gd name="T13" fmla="*/ 9 h 42"/>
                <a:gd name="T14" fmla="*/ 88 w 387"/>
                <a:gd name="T15" fmla="*/ 21 h 42"/>
                <a:gd name="T16" fmla="*/ 88 w 387"/>
                <a:gd name="T17" fmla="*/ 22 h 42"/>
                <a:gd name="T18" fmla="*/ 99 w 387"/>
                <a:gd name="T19" fmla="*/ 33 h 42"/>
                <a:gd name="T20" fmla="*/ 376 w 387"/>
                <a:gd name="T21" fmla="*/ 33 h 42"/>
                <a:gd name="T22" fmla="*/ 387 w 387"/>
                <a:gd name="T23" fmla="*/ 22 h 42"/>
                <a:gd name="T24" fmla="*/ 387 w 387"/>
                <a:gd name="T25" fmla="*/ 21 h 42"/>
                <a:gd name="T26" fmla="*/ 376 w 387"/>
                <a:gd name="T2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42">
                  <a:moveTo>
                    <a:pt x="22" y="0"/>
                  </a:moveTo>
                  <a:cubicBezTo>
                    <a:pt x="10" y="0"/>
                    <a:pt x="0" y="9"/>
                    <a:pt x="0" y="21"/>
                  </a:cubicBezTo>
                  <a:cubicBezTo>
                    <a:pt x="0" y="33"/>
                    <a:pt x="10" y="42"/>
                    <a:pt x="22" y="42"/>
                  </a:cubicBezTo>
                  <a:cubicBezTo>
                    <a:pt x="33" y="42"/>
                    <a:pt x="43" y="33"/>
                    <a:pt x="43" y="21"/>
                  </a:cubicBezTo>
                  <a:cubicBezTo>
                    <a:pt x="43" y="9"/>
                    <a:pt x="33" y="0"/>
                    <a:pt x="22" y="0"/>
                  </a:cubicBezTo>
                  <a:moveTo>
                    <a:pt x="376" y="9"/>
                  </a:moveTo>
                  <a:cubicBezTo>
                    <a:pt x="99" y="9"/>
                    <a:pt x="99" y="9"/>
                    <a:pt x="99" y="9"/>
                  </a:cubicBezTo>
                  <a:cubicBezTo>
                    <a:pt x="93" y="9"/>
                    <a:pt x="88" y="14"/>
                    <a:pt x="88" y="21"/>
                  </a:cubicBezTo>
                  <a:cubicBezTo>
                    <a:pt x="88" y="22"/>
                    <a:pt x="88" y="22"/>
                    <a:pt x="88" y="22"/>
                  </a:cubicBezTo>
                  <a:cubicBezTo>
                    <a:pt x="88" y="28"/>
                    <a:pt x="93" y="33"/>
                    <a:pt x="99" y="33"/>
                  </a:cubicBezTo>
                  <a:cubicBezTo>
                    <a:pt x="376" y="33"/>
                    <a:pt x="376" y="33"/>
                    <a:pt x="376" y="33"/>
                  </a:cubicBezTo>
                  <a:cubicBezTo>
                    <a:pt x="382" y="33"/>
                    <a:pt x="387" y="28"/>
                    <a:pt x="387" y="22"/>
                  </a:cubicBezTo>
                  <a:cubicBezTo>
                    <a:pt x="387" y="21"/>
                    <a:pt x="387" y="21"/>
                    <a:pt x="387" y="21"/>
                  </a:cubicBezTo>
                  <a:cubicBezTo>
                    <a:pt x="387" y="14"/>
                    <a:pt x="382" y="9"/>
                    <a:pt x="376" y="9"/>
                  </a:cubicBezTo>
                </a:path>
              </a:pathLst>
            </a:custGeom>
            <a:solidFill>
              <a:schemeClr val="tx2"/>
            </a:solidFill>
            <a:ln>
              <a:noFill/>
            </a:ln>
          </p:spPr>
          <p:txBody>
            <a:bodyPr vert="horz" wrap="square" lIns="91440" tIns="45720" rIns="91440" bIns="45720" numCol="1" anchor="ctr" anchorCtr="1" compatLnSpc="1">
              <a:prstTxWarp prst="textNoShape">
                <a:avLst/>
              </a:prstTxWarp>
            </a:bodyPr>
            <a:lstStyle/>
            <a:p>
              <a:endParaRPr lang="en-US"/>
            </a:p>
          </p:txBody>
        </p:sp>
      </p:grpSp>
    </p:spTree>
    <p:extLst>
      <p:ext uri="{BB962C8B-B14F-4D97-AF65-F5344CB8AC3E}">
        <p14:creationId xmlns:p14="http://schemas.microsoft.com/office/powerpoint/2010/main" val="422826813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ark Mode/Gray Phone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18" name="Inhaltsplatzhalter 2">
            <a:extLst>
              <a:ext uri="{FF2B5EF4-FFF2-40B4-BE49-F238E27FC236}">
                <a16:creationId xmlns:a16="http://schemas.microsoft.com/office/drawing/2014/main" id="{7F783002-8F8A-FBB7-9005-A3E9DA77F3E6}"/>
              </a:ext>
            </a:extLst>
          </p:cNvPr>
          <p:cNvSpPr>
            <a:spLocks noGrp="1"/>
          </p:cNvSpPr>
          <p:nvPr>
            <p:ph sz="quarter" idx="14"/>
          </p:nvPr>
        </p:nvSpPr>
        <p:spPr>
          <a:xfrm>
            <a:off x="658813" y="1808163"/>
            <a:ext cx="4003622" cy="4537075"/>
          </a:xfrm>
          <a:prstGeom prst="rect">
            <a:avLst/>
          </a:prstGeom>
        </p:spPr>
        <p:txBody>
          <a:bodyPr lIns="0" tIns="0" rIns="0" bIns="0"/>
          <a:lstStyle>
            <a:lvl1pPr marL="171450" indent="-171450">
              <a:buFont typeface="Symbol" panose="05050102010706020507" pitchFamily="18" charset="2"/>
              <a:buChar char="-"/>
              <a:defRPr>
                <a:solidFill>
                  <a:schemeClr val="bg1"/>
                </a:solidFill>
              </a:defRPr>
            </a:lvl1pPr>
            <a:lvl2pPr marL="628650" indent="-171450">
              <a:buFont typeface="Symbol" panose="05050102010706020507" pitchFamily="18" charset="2"/>
              <a:buChar char="-"/>
              <a:defRPr>
                <a:solidFill>
                  <a:schemeClr val="bg1"/>
                </a:solidFill>
              </a:defRPr>
            </a:lvl2pPr>
            <a:lvl3pPr marL="1085850" indent="-171450">
              <a:buFont typeface="Symbol" panose="05050102010706020507" pitchFamily="18" charset="2"/>
              <a:buChar char="-"/>
              <a:defRPr>
                <a:solidFill>
                  <a:schemeClr val="bg1"/>
                </a:solidFill>
              </a:defRPr>
            </a:lvl3pPr>
            <a:lvl4pPr marL="1543050" indent="-171450">
              <a:buFont typeface="Symbol" panose="05050102010706020507" pitchFamily="18" charset="2"/>
              <a:buChar char="-"/>
              <a:defRPr>
                <a:solidFill>
                  <a:schemeClr val="bg1"/>
                </a:solidFill>
              </a:defRPr>
            </a:lvl4pPr>
            <a:lvl5pPr marL="2000250" indent="-171450">
              <a:buFont typeface="Symbol" panose="05050102010706020507" pitchFamily="18" charset="2"/>
              <a:buChar cha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5" name="Grafik 4">
            <a:extLst>
              <a:ext uri="{FF2B5EF4-FFF2-40B4-BE49-F238E27FC236}">
                <a16:creationId xmlns:a16="http://schemas.microsoft.com/office/drawing/2014/main" id="{3E3472D1-4B64-879E-FC55-008D4C09C50F}"/>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l="6660" t="1" r="-1" b="-1"/>
          <a:stretch/>
        </p:blipFill>
        <p:spPr>
          <a:xfrm>
            <a:off x="-1" y="1533438"/>
            <a:ext cx="658814" cy="137683"/>
          </a:xfrm>
          <a:prstGeom prst="rect">
            <a:avLst/>
          </a:prstGeom>
        </p:spPr>
      </p:pic>
      <p:sp>
        <p:nvSpPr>
          <p:cNvPr id="23" name="Foliennummernplatzhalter 22">
            <a:extLst>
              <a:ext uri="{FF2B5EF4-FFF2-40B4-BE49-F238E27FC236}">
                <a16:creationId xmlns:a16="http://schemas.microsoft.com/office/drawing/2014/main" id="{E2319061-5E8A-C1BC-FF0A-0BE781135637}"/>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4" name="Fußzeilenplatzhalter 3">
            <a:extLst>
              <a:ext uri="{FF2B5EF4-FFF2-40B4-BE49-F238E27FC236}">
                <a16:creationId xmlns:a16="http://schemas.microsoft.com/office/drawing/2014/main" id="{EAFABE2B-6943-41E0-4A57-CC1A8CC35CB4}"/>
              </a:ext>
            </a:extLst>
          </p:cNvPr>
          <p:cNvSpPr>
            <a:spLocks noGrp="1"/>
          </p:cNvSpPr>
          <p:nvPr>
            <p:ph type="ftr" sz="quarter" idx="19"/>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65AAFD30-D8B1-0E99-35A8-78543FBD1140}"/>
              </a:ext>
            </a:extLst>
          </p:cNvPr>
          <p:cNvSpPr>
            <a:spLocks noGrp="1"/>
          </p:cNvSpPr>
          <p:nvPr>
            <p:ph type="title"/>
          </p:nvPr>
        </p:nvSpPr>
        <p:spPr/>
        <p:txBody>
          <a:bodyPr>
            <a:noAutofit/>
          </a:bodyPr>
          <a:lstStyle/>
          <a:p>
            <a:r>
              <a:rPr lang="de-DE"/>
              <a:t>Mastertitelformat bearbeiten</a:t>
            </a:r>
          </a:p>
        </p:txBody>
      </p:sp>
      <p:sp>
        <p:nvSpPr>
          <p:cNvPr id="7" name="Textplatzhalter 17">
            <a:extLst>
              <a:ext uri="{FF2B5EF4-FFF2-40B4-BE49-F238E27FC236}">
                <a16:creationId xmlns:a16="http://schemas.microsoft.com/office/drawing/2014/main" id="{5F93C807-CE44-DEF3-7C4D-DCAE4A2ACA25}"/>
              </a:ext>
            </a:extLst>
          </p:cNvPr>
          <p:cNvSpPr>
            <a:spLocks noGrp="1"/>
          </p:cNvSpPr>
          <p:nvPr>
            <p:ph type="body" sz="quarter" idx="20"/>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 name="Bildplatzhalter 29">
            <a:extLst>
              <a:ext uri="{FF2B5EF4-FFF2-40B4-BE49-F238E27FC236}">
                <a16:creationId xmlns:a16="http://schemas.microsoft.com/office/drawing/2014/main" id="{DD9B4367-FB0A-BAA0-828C-7678AEDB2B6B}"/>
              </a:ext>
            </a:extLst>
          </p:cNvPr>
          <p:cNvSpPr>
            <a:spLocks noGrp="1"/>
          </p:cNvSpPr>
          <p:nvPr>
            <p:ph type="pic" sz="quarter" idx="11"/>
          </p:nvPr>
        </p:nvSpPr>
        <p:spPr>
          <a:xfrm>
            <a:off x="6096000"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a:pattFill prst="pct5">
            <a:fgClr>
              <a:schemeClr val="tx1"/>
            </a:fgClr>
            <a:bgClr>
              <a:schemeClr val="bg1"/>
            </a:bgClr>
          </a:pattFill>
        </p:spPr>
        <p:txBody>
          <a:bodyPr anchor="ctr" anchorCtr="1"/>
          <a:lstStyle>
            <a:lvl1pPr marL="0" indent="0" algn="ctr">
              <a:buNone/>
              <a:defRPr sz="800">
                <a:solidFill>
                  <a:schemeClr val="tx1"/>
                </a:solidFill>
              </a:defRPr>
            </a:lvl1pPr>
          </a:lstStyle>
          <a:p>
            <a:r>
              <a:rPr lang="de-DE"/>
              <a:t>Bild durch Klicken auf Symbol hinzufügen</a:t>
            </a:r>
          </a:p>
        </p:txBody>
      </p:sp>
      <p:sp>
        <p:nvSpPr>
          <p:cNvPr id="3" name="Bildplatzhalter 29">
            <a:extLst>
              <a:ext uri="{FF2B5EF4-FFF2-40B4-BE49-F238E27FC236}">
                <a16:creationId xmlns:a16="http://schemas.microsoft.com/office/drawing/2014/main" id="{CC98BB81-55E9-BBD5-A779-A388104B4255}"/>
              </a:ext>
            </a:extLst>
          </p:cNvPr>
          <p:cNvSpPr>
            <a:spLocks noGrp="1"/>
          </p:cNvSpPr>
          <p:nvPr>
            <p:ph type="pic" sz="quarter" idx="18"/>
          </p:nvPr>
        </p:nvSpPr>
        <p:spPr>
          <a:xfrm>
            <a:off x="8731181"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a:pattFill prst="pct5">
            <a:fgClr>
              <a:schemeClr val="tx1"/>
            </a:fgClr>
            <a:bgClr>
              <a:schemeClr val="bg1"/>
            </a:bgClr>
          </a:pattFill>
        </p:spPr>
        <p:txBody>
          <a:bodyPr anchor="ctr" anchorCtr="1"/>
          <a:lstStyle>
            <a:lvl1pPr marL="0" indent="0" algn="ctr">
              <a:buNone/>
              <a:defRPr sz="800">
                <a:solidFill>
                  <a:schemeClr val="tx1"/>
                </a:solidFill>
              </a:defRPr>
            </a:lvl1pPr>
          </a:lstStyle>
          <a:p>
            <a:r>
              <a:rPr lang="de-DE"/>
              <a:t>Bild durch Klicken auf Symbol hinzufügen</a:t>
            </a:r>
          </a:p>
        </p:txBody>
      </p:sp>
      <p:sp>
        <p:nvSpPr>
          <p:cNvPr id="8" name="Bildplatzhalter 8">
            <a:extLst>
              <a:ext uri="{FF2B5EF4-FFF2-40B4-BE49-F238E27FC236}">
                <a16:creationId xmlns:a16="http://schemas.microsoft.com/office/drawing/2014/main" id="{3E13BA3D-6F40-3093-F79B-A48CDEC84034}"/>
              </a:ext>
            </a:extLst>
          </p:cNvPr>
          <p:cNvSpPr>
            <a:spLocks noGrp="1"/>
          </p:cNvSpPr>
          <p:nvPr>
            <p:ph type="pic" sz="quarter" idx="21"/>
          </p:nvPr>
        </p:nvSpPr>
        <p:spPr>
          <a:xfrm>
            <a:off x="6096000"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p:spPr>
        <p:txBody>
          <a:bodyPr anchor="ctr" anchorCtr="1"/>
          <a:lstStyle/>
          <a:p>
            <a:r>
              <a:rPr lang="de-DE"/>
              <a:t>Bild durch Klicken auf Symbol hinzufügen</a:t>
            </a:r>
          </a:p>
        </p:txBody>
      </p:sp>
      <p:sp>
        <p:nvSpPr>
          <p:cNvPr id="22" name="Bildplatzhalter 16">
            <a:extLst>
              <a:ext uri="{FF2B5EF4-FFF2-40B4-BE49-F238E27FC236}">
                <a16:creationId xmlns:a16="http://schemas.microsoft.com/office/drawing/2014/main" id="{5226F4E2-973D-F5A2-D5E1-9531D69AC006}"/>
              </a:ext>
            </a:extLst>
          </p:cNvPr>
          <p:cNvSpPr>
            <a:spLocks noGrp="1"/>
          </p:cNvSpPr>
          <p:nvPr>
            <p:ph type="pic" sz="quarter" idx="22"/>
          </p:nvPr>
        </p:nvSpPr>
        <p:spPr>
          <a:xfrm>
            <a:off x="8731181" y="1505102"/>
            <a:ext cx="2214000" cy="4821659"/>
          </a:xfrm>
          <a:custGeom>
            <a:avLst/>
            <a:gdLst>
              <a:gd name="connsiteX0" fmla="*/ 266012 w 2214000"/>
              <a:gd name="connsiteY0" fmla="*/ 0 h 4821659"/>
              <a:gd name="connsiteX1" fmla="*/ 1947988 w 2214000"/>
              <a:gd name="connsiteY1" fmla="*/ 0 h 4821659"/>
              <a:gd name="connsiteX2" fmla="*/ 2214000 w 2214000"/>
              <a:gd name="connsiteY2" fmla="*/ 266012 h 4821659"/>
              <a:gd name="connsiteX3" fmla="*/ 2214000 w 2214000"/>
              <a:gd name="connsiteY3" fmla="*/ 4555647 h 4821659"/>
              <a:gd name="connsiteX4" fmla="*/ 1947988 w 2214000"/>
              <a:gd name="connsiteY4" fmla="*/ 4821659 h 4821659"/>
              <a:gd name="connsiteX5" fmla="*/ 266012 w 2214000"/>
              <a:gd name="connsiteY5" fmla="*/ 4821659 h 4821659"/>
              <a:gd name="connsiteX6" fmla="*/ 0 w 2214000"/>
              <a:gd name="connsiteY6" fmla="*/ 4555647 h 4821659"/>
              <a:gd name="connsiteX7" fmla="*/ 0 w 2214000"/>
              <a:gd name="connsiteY7" fmla="*/ 266012 h 4821659"/>
              <a:gd name="connsiteX8" fmla="*/ 266012 w 2214000"/>
              <a:gd name="connsiteY8" fmla="*/ 0 h 482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000" h="4821659">
                <a:moveTo>
                  <a:pt x="266012" y="0"/>
                </a:moveTo>
                <a:lnTo>
                  <a:pt x="1947988" y="0"/>
                </a:lnTo>
                <a:cubicBezTo>
                  <a:pt x="2094902" y="0"/>
                  <a:pt x="2214000" y="119098"/>
                  <a:pt x="2214000" y="266012"/>
                </a:cubicBezTo>
                <a:lnTo>
                  <a:pt x="2214000" y="4555647"/>
                </a:lnTo>
                <a:cubicBezTo>
                  <a:pt x="2214000" y="4702561"/>
                  <a:pt x="2094902" y="4821659"/>
                  <a:pt x="1947988" y="4821659"/>
                </a:cubicBezTo>
                <a:lnTo>
                  <a:pt x="266012" y="4821659"/>
                </a:lnTo>
                <a:cubicBezTo>
                  <a:pt x="119098" y="4821659"/>
                  <a:pt x="0" y="4702561"/>
                  <a:pt x="0" y="4555647"/>
                </a:cubicBezTo>
                <a:lnTo>
                  <a:pt x="0" y="266012"/>
                </a:lnTo>
                <a:cubicBezTo>
                  <a:pt x="0" y="119098"/>
                  <a:pt x="119098" y="0"/>
                  <a:pt x="266012" y="0"/>
                </a:cubicBezTo>
                <a:close/>
              </a:path>
            </a:pathLst>
          </a:custGeom>
        </p:spPr>
        <p:txBody>
          <a:bodyPr anchor="ctr" anchorCtr="1"/>
          <a:lstStyle/>
          <a:p>
            <a:r>
              <a:rPr lang="de-DE"/>
              <a:t>Bild durch Klicken auf Symbol hinzufügen</a:t>
            </a:r>
          </a:p>
        </p:txBody>
      </p:sp>
      <p:grpSp>
        <p:nvGrpSpPr>
          <p:cNvPr id="24" name="Gruppieren 23">
            <a:extLst>
              <a:ext uri="{FF2B5EF4-FFF2-40B4-BE49-F238E27FC236}">
                <a16:creationId xmlns:a16="http://schemas.microsoft.com/office/drawing/2014/main" id="{6604D837-D903-F6B7-524A-1B0C687AD266}"/>
              </a:ext>
            </a:extLst>
          </p:cNvPr>
          <p:cNvGrpSpPr/>
          <p:nvPr userDrawn="1"/>
        </p:nvGrpSpPr>
        <p:grpSpPr>
          <a:xfrm>
            <a:off x="6048375" y="1458000"/>
            <a:ext cx="2311134" cy="4894165"/>
            <a:chOff x="6048375" y="1458000"/>
            <a:chExt cx="2311134" cy="4894165"/>
          </a:xfrm>
        </p:grpSpPr>
        <p:sp>
          <p:nvSpPr>
            <p:cNvPr id="25" name="Freeform 5">
              <a:extLst>
                <a:ext uri="{FF2B5EF4-FFF2-40B4-BE49-F238E27FC236}">
                  <a16:creationId xmlns:a16="http://schemas.microsoft.com/office/drawing/2014/main" id="{ABBD5530-F5AC-496B-A71B-57ED22DD7271}"/>
                </a:ext>
              </a:extLst>
            </p:cNvPr>
            <p:cNvSpPr>
              <a:spLocks noEditPoints="1"/>
            </p:cNvSpPr>
            <p:nvPr/>
          </p:nvSpPr>
          <p:spPr bwMode="auto">
            <a:xfrm>
              <a:off x="6048375" y="1458000"/>
              <a:ext cx="2311134" cy="4894165"/>
            </a:xfrm>
            <a:custGeom>
              <a:avLst/>
              <a:gdLst>
                <a:gd name="T0" fmla="*/ 1381 w 1617"/>
                <a:gd name="T1" fmla="*/ 0 h 3426"/>
                <a:gd name="T2" fmla="*/ 237 w 1617"/>
                <a:gd name="T3" fmla="*/ 0 h 3426"/>
                <a:gd name="T4" fmla="*/ 0 w 1617"/>
                <a:gd name="T5" fmla="*/ 239 h 3426"/>
                <a:gd name="T6" fmla="*/ 0 w 1617"/>
                <a:gd name="T7" fmla="*/ 3187 h 3426"/>
                <a:gd name="T8" fmla="*/ 237 w 1617"/>
                <a:gd name="T9" fmla="*/ 3426 h 3426"/>
                <a:gd name="T10" fmla="*/ 1381 w 1617"/>
                <a:gd name="T11" fmla="*/ 3426 h 3426"/>
                <a:gd name="T12" fmla="*/ 1617 w 1617"/>
                <a:gd name="T13" fmla="*/ 3187 h 3426"/>
                <a:gd name="T14" fmla="*/ 1617 w 1617"/>
                <a:gd name="T15" fmla="*/ 239 h 3426"/>
                <a:gd name="T16" fmla="*/ 1381 w 1617"/>
                <a:gd name="T17" fmla="*/ 0 h 3426"/>
                <a:gd name="T18" fmla="*/ 1575 w 1617"/>
                <a:gd name="T19" fmla="*/ 3193 h 3426"/>
                <a:gd name="T20" fmla="*/ 1385 w 1617"/>
                <a:gd name="T21" fmla="*/ 3383 h 3426"/>
                <a:gd name="T22" fmla="*/ 233 w 1617"/>
                <a:gd name="T23" fmla="*/ 3383 h 3426"/>
                <a:gd name="T24" fmla="*/ 43 w 1617"/>
                <a:gd name="T25" fmla="*/ 3193 h 3426"/>
                <a:gd name="T26" fmla="*/ 43 w 1617"/>
                <a:gd name="T27" fmla="*/ 233 h 3426"/>
                <a:gd name="T28" fmla="*/ 233 w 1617"/>
                <a:gd name="T29" fmla="*/ 43 h 3426"/>
                <a:gd name="T30" fmla="*/ 417 w 1617"/>
                <a:gd name="T31" fmla="*/ 43 h 3426"/>
                <a:gd name="T32" fmla="*/ 417 w 1617"/>
                <a:gd name="T33" fmla="*/ 77 h 3426"/>
                <a:gd name="T34" fmla="*/ 487 w 1617"/>
                <a:gd name="T35" fmla="*/ 153 h 3426"/>
                <a:gd name="T36" fmla="*/ 1130 w 1617"/>
                <a:gd name="T37" fmla="*/ 153 h 3426"/>
                <a:gd name="T38" fmla="*/ 1201 w 1617"/>
                <a:gd name="T39" fmla="*/ 77 h 3426"/>
                <a:gd name="T40" fmla="*/ 1201 w 1617"/>
                <a:gd name="T41" fmla="*/ 43 h 3426"/>
                <a:gd name="T42" fmla="*/ 1385 w 1617"/>
                <a:gd name="T43" fmla="*/ 43 h 3426"/>
                <a:gd name="T44" fmla="*/ 1575 w 1617"/>
                <a:gd name="T45" fmla="*/ 233 h 3426"/>
                <a:gd name="T46" fmla="*/ 1575 w 1617"/>
                <a:gd name="T47" fmla="*/ 3193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7" h="3426">
                  <a:moveTo>
                    <a:pt x="1381" y="0"/>
                  </a:moveTo>
                  <a:cubicBezTo>
                    <a:pt x="237" y="0"/>
                    <a:pt x="237" y="0"/>
                    <a:pt x="237" y="0"/>
                  </a:cubicBezTo>
                  <a:cubicBezTo>
                    <a:pt x="98" y="0"/>
                    <a:pt x="0" y="99"/>
                    <a:pt x="0" y="239"/>
                  </a:cubicBezTo>
                  <a:cubicBezTo>
                    <a:pt x="0" y="3187"/>
                    <a:pt x="0" y="3187"/>
                    <a:pt x="0" y="3187"/>
                  </a:cubicBezTo>
                  <a:cubicBezTo>
                    <a:pt x="0" y="3328"/>
                    <a:pt x="98" y="3426"/>
                    <a:pt x="237" y="3426"/>
                  </a:cubicBezTo>
                  <a:cubicBezTo>
                    <a:pt x="1381" y="3426"/>
                    <a:pt x="1381" y="3426"/>
                    <a:pt x="1381" y="3426"/>
                  </a:cubicBezTo>
                  <a:cubicBezTo>
                    <a:pt x="1520" y="3426"/>
                    <a:pt x="1617" y="3328"/>
                    <a:pt x="1617" y="3187"/>
                  </a:cubicBezTo>
                  <a:cubicBezTo>
                    <a:pt x="1617" y="239"/>
                    <a:pt x="1617" y="239"/>
                    <a:pt x="1617" y="239"/>
                  </a:cubicBezTo>
                  <a:cubicBezTo>
                    <a:pt x="1617" y="99"/>
                    <a:pt x="1520" y="0"/>
                    <a:pt x="1381" y="0"/>
                  </a:cubicBezTo>
                  <a:moveTo>
                    <a:pt x="1575" y="3193"/>
                  </a:moveTo>
                  <a:cubicBezTo>
                    <a:pt x="1575" y="3298"/>
                    <a:pt x="1490" y="3383"/>
                    <a:pt x="1385" y="3383"/>
                  </a:cubicBezTo>
                  <a:cubicBezTo>
                    <a:pt x="233" y="3383"/>
                    <a:pt x="233" y="3383"/>
                    <a:pt x="233" y="3383"/>
                  </a:cubicBezTo>
                  <a:cubicBezTo>
                    <a:pt x="128" y="3383"/>
                    <a:pt x="43" y="3298"/>
                    <a:pt x="43" y="3193"/>
                  </a:cubicBezTo>
                  <a:cubicBezTo>
                    <a:pt x="43" y="233"/>
                    <a:pt x="43" y="233"/>
                    <a:pt x="43" y="233"/>
                  </a:cubicBezTo>
                  <a:cubicBezTo>
                    <a:pt x="43" y="128"/>
                    <a:pt x="128" y="43"/>
                    <a:pt x="233" y="43"/>
                  </a:cubicBezTo>
                  <a:cubicBezTo>
                    <a:pt x="417" y="43"/>
                    <a:pt x="417" y="43"/>
                    <a:pt x="417" y="43"/>
                  </a:cubicBezTo>
                  <a:cubicBezTo>
                    <a:pt x="417" y="77"/>
                    <a:pt x="417" y="77"/>
                    <a:pt x="417" y="77"/>
                  </a:cubicBezTo>
                  <a:cubicBezTo>
                    <a:pt x="417" y="108"/>
                    <a:pt x="436" y="153"/>
                    <a:pt x="487" y="153"/>
                  </a:cubicBezTo>
                  <a:cubicBezTo>
                    <a:pt x="1130" y="153"/>
                    <a:pt x="1130" y="153"/>
                    <a:pt x="1130" y="153"/>
                  </a:cubicBezTo>
                  <a:cubicBezTo>
                    <a:pt x="1181" y="153"/>
                    <a:pt x="1201" y="108"/>
                    <a:pt x="1201" y="77"/>
                  </a:cubicBezTo>
                  <a:cubicBezTo>
                    <a:pt x="1201" y="43"/>
                    <a:pt x="1201" y="43"/>
                    <a:pt x="1201" y="43"/>
                  </a:cubicBezTo>
                  <a:cubicBezTo>
                    <a:pt x="1385" y="43"/>
                    <a:pt x="1385" y="43"/>
                    <a:pt x="1385" y="43"/>
                  </a:cubicBezTo>
                  <a:cubicBezTo>
                    <a:pt x="1490" y="43"/>
                    <a:pt x="1575" y="128"/>
                    <a:pt x="1575" y="233"/>
                  </a:cubicBezTo>
                  <a:lnTo>
                    <a:pt x="1575" y="3193"/>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26" name="Freeform 6">
              <a:extLst>
                <a:ext uri="{FF2B5EF4-FFF2-40B4-BE49-F238E27FC236}">
                  <a16:creationId xmlns:a16="http://schemas.microsoft.com/office/drawing/2014/main" id="{AE06E1EE-DC8D-4CC5-156D-E51227448C6E}"/>
                </a:ext>
              </a:extLst>
            </p:cNvPr>
            <p:cNvSpPr>
              <a:spLocks noEditPoints="1"/>
            </p:cNvSpPr>
            <p:nvPr/>
          </p:nvSpPr>
          <p:spPr bwMode="auto">
            <a:xfrm>
              <a:off x="6927513" y="1530506"/>
              <a:ext cx="552859" cy="60044"/>
            </a:xfrm>
            <a:custGeom>
              <a:avLst/>
              <a:gdLst>
                <a:gd name="T0" fmla="*/ 22 w 387"/>
                <a:gd name="T1" fmla="*/ 0 h 42"/>
                <a:gd name="T2" fmla="*/ 0 w 387"/>
                <a:gd name="T3" fmla="*/ 21 h 42"/>
                <a:gd name="T4" fmla="*/ 22 w 387"/>
                <a:gd name="T5" fmla="*/ 42 h 42"/>
                <a:gd name="T6" fmla="*/ 43 w 387"/>
                <a:gd name="T7" fmla="*/ 21 h 42"/>
                <a:gd name="T8" fmla="*/ 22 w 387"/>
                <a:gd name="T9" fmla="*/ 0 h 42"/>
                <a:gd name="T10" fmla="*/ 376 w 387"/>
                <a:gd name="T11" fmla="*/ 9 h 42"/>
                <a:gd name="T12" fmla="*/ 99 w 387"/>
                <a:gd name="T13" fmla="*/ 9 h 42"/>
                <a:gd name="T14" fmla="*/ 88 w 387"/>
                <a:gd name="T15" fmla="*/ 21 h 42"/>
                <a:gd name="T16" fmla="*/ 88 w 387"/>
                <a:gd name="T17" fmla="*/ 22 h 42"/>
                <a:gd name="T18" fmla="*/ 99 w 387"/>
                <a:gd name="T19" fmla="*/ 33 h 42"/>
                <a:gd name="T20" fmla="*/ 376 w 387"/>
                <a:gd name="T21" fmla="*/ 33 h 42"/>
                <a:gd name="T22" fmla="*/ 387 w 387"/>
                <a:gd name="T23" fmla="*/ 22 h 42"/>
                <a:gd name="T24" fmla="*/ 387 w 387"/>
                <a:gd name="T25" fmla="*/ 21 h 42"/>
                <a:gd name="T26" fmla="*/ 376 w 387"/>
                <a:gd name="T2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42">
                  <a:moveTo>
                    <a:pt x="22" y="0"/>
                  </a:moveTo>
                  <a:cubicBezTo>
                    <a:pt x="10" y="0"/>
                    <a:pt x="0" y="9"/>
                    <a:pt x="0" y="21"/>
                  </a:cubicBezTo>
                  <a:cubicBezTo>
                    <a:pt x="0" y="33"/>
                    <a:pt x="10" y="42"/>
                    <a:pt x="22" y="42"/>
                  </a:cubicBezTo>
                  <a:cubicBezTo>
                    <a:pt x="33" y="42"/>
                    <a:pt x="43" y="33"/>
                    <a:pt x="43" y="21"/>
                  </a:cubicBezTo>
                  <a:cubicBezTo>
                    <a:pt x="43" y="9"/>
                    <a:pt x="33" y="0"/>
                    <a:pt x="22" y="0"/>
                  </a:cubicBezTo>
                  <a:moveTo>
                    <a:pt x="376" y="9"/>
                  </a:moveTo>
                  <a:cubicBezTo>
                    <a:pt x="99" y="9"/>
                    <a:pt x="99" y="9"/>
                    <a:pt x="99" y="9"/>
                  </a:cubicBezTo>
                  <a:cubicBezTo>
                    <a:pt x="93" y="9"/>
                    <a:pt x="88" y="14"/>
                    <a:pt x="88" y="21"/>
                  </a:cubicBezTo>
                  <a:cubicBezTo>
                    <a:pt x="88" y="22"/>
                    <a:pt x="88" y="22"/>
                    <a:pt x="88" y="22"/>
                  </a:cubicBezTo>
                  <a:cubicBezTo>
                    <a:pt x="88" y="28"/>
                    <a:pt x="93" y="33"/>
                    <a:pt x="99" y="33"/>
                  </a:cubicBezTo>
                  <a:cubicBezTo>
                    <a:pt x="376" y="33"/>
                    <a:pt x="376" y="33"/>
                    <a:pt x="376" y="33"/>
                  </a:cubicBezTo>
                  <a:cubicBezTo>
                    <a:pt x="382" y="33"/>
                    <a:pt x="387" y="28"/>
                    <a:pt x="387" y="22"/>
                  </a:cubicBezTo>
                  <a:cubicBezTo>
                    <a:pt x="387" y="21"/>
                    <a:pt x="387" y="21"/>
                    <a:pt x="387" y="21"/>
                  </a:cubicBezTo>
                  <a:cubicBezTo>
                    <a:pt x="387" y="14"/>
                    <a:pt x="382" y="9"/>
                    <a:pt x="376" y="9"/>
                  </a:cubicBezTo>
                </a:path>
              </a:pathLst>
            </a:custGeom>
            <a:solidFill>
              <a:schemeClr val="tx2"/>
            </a:solidFill>
            <a:ln>
              <a:noFill/>
            </a:ln>
          </p:spPr>
          <p:txBody>
            <a:bodyPr vert="horz" wrap="square" lIns="91440" tIns="45720" rIns="91440" bIns="45720" numCol="1" anchor="ctr" anchorCtr="1" compatLnSpc="1">
              <a:prstTxWarp prst="textNoShape">
                <a:avLst/>
              </a:prstTxWarp>
            </a:bodyPr>
            <a:lstStyle/>
            <a:p>
              <a:endParaRPr lang="en-US"/>
            </a:p>
          </p:txBody>
        </p:sp>
      </p:grpSp>
      <p:grpSp>
        <p:nvGrpSpPr>
          <p:cNvPr id="27" name="Gruppieren 26">
            <a:extLst>
              <a:ext uri="{FF2B5EF4-FFF2-40B4-BE49-F238E27FC236}">
                <a16:creationId xmlns:a16="http://schemas.microsoft.com/office/drawing/2014/main" id="{1C4CC21E-BB24-CFA4-88A0-7679258A3462}"/>
              </a:ext>
            </a:extLst>
          </p:cNvPr>
          <p:cNvGrpSpPr/>
          <p:nvPr userDrawn="1"/>
        </p:nvGrpSpPr>
        <p:grpSpPr>
          <a:xfrm>
            <a:off x="8682614" y="1455063"/>
            <a:ext cx="2311134" cy="4894165"/>
            <a:chOff x="6048375" y="1458000"/>
            <a:chExt cx="2311134" cy="4894165"/>
          </a:xfrm>
        </p:grpSpPr>
        <p:sp>
          <p:nvSpPr>
            <p:cNvPr id="28" name="Freeform 5">
              <a:extLst>
                <a:ext uri="{FF2B5EF4-FFF2-40B4-BE49-F238E27FC236}">
                  <a16:creationId xmlns:a16="http://schemas.microsoft.com/office/drawing/2014/main" id="{F20E712D-4042-3C65-5ACE-887BAF8492D7}"/>
                </a:ext>
              </a:extLst>
            </p:cNvPr>
            <p:cNvSpPr>
              <a:spLocks noEditPoints="1"/>
            </p:cNvSpPr>
            <p:nvPr/>
          </p:nvSpPr>
          <p:spPr bwMode="auto">
            <a:xfrm>
              <a:off x="6048375" y="1458000"/>
              <a:ext cx="2311134" cy="4894165"/>
            </a:xfrm>
            <a:custGeom>
              <a:avLst/>
              <a:gdLst>
                <a:gd name="T0" fmla="*/ 1381 w 1617"/>
                <a:gd name="T1" fmla="*/ 0 h 3426"/>
                <a:gd name="T2" fmla="*/ 237 w 1617"/>
                <a:gd name="T3" fmla="*/ 0 h 3426"/>
                <a:gd name="T4" fmla="*/ 0 w 1617"/>
                <a:gd name="T5" fmla="*/ 239 h 3426"/>
                <a:gd name="T6" fmla="*/ 0 w 1617"/>
                <a:gd name="T7" fmla="*/ 3187 h 3426"/>
                <a:gd name="T8" fmla="*/ 237 w 1617"/>
                <a:gd name="T9" fmla="*/ 3426 h 3426"/>
                <a:gd name="T10" fmla="*/ 1381 w 1617"/>
                <a:gd name="T11" fmla="*/ 3426 h 3426"/>
                <a:gd name="T12" fmla="*/ 1617 w 1617"/>
                <a:gd name="T13" fmla="*/ 3187 h 3426"/>
                <a:gd name="T14" fmla="*/ 1617 w 1617"/>
                <a:gd name="T15" fmla="*/ 239 h 3426"/>
                <a:gd name="T16" fmla="*/ 1381 w 1617"/>
                <a:gd name="T17" fmla="*/ 0 h 3426"/>
                <a:gd name="T18" fmla="*/ 1575 w 1617"/>
                <a:gd name="T19" fmla="*/ 3193 h 3426"/>
                <a:gd name="T20" fmla="*/ 1385 w 1617"/>
                <a:gd name="T21" fmla="*/ 3383 h 3426"/>
                <a:gd name="T22" fmla="*/ 233 w 1617"/>
                <a:gd name="T23" fmla="*/ 3383 h 3426"/>
                <a:gd name="T24" fmla="*/ 43 w 1617"/>
                <a:gd name="T25" fmla="*/ 3193 h 3426"/>
                <a:gd name="T26" fmla="*/ 43 w 1617"/>
                <a:gd name="T27" fmla="*/ 233 h 3426"/>
                <a:gd name="T28" fmla="*/ 233 w 1617"/>
                <a:gd name="T29" fmla="*/ 43 h 3426"/>
                <a:gd name="T30" fmla="*/ 417 w 1617"/>
                <a:gd name="T31" fmla="*/ 43 h 3426"/>
                <a:gd name="T32" fmla="*/ 417 w 1617"/>
                <a:gd name="T33" fmla="*/ 77 h 3426"/>
                <a:gd name="T34" fmla="*/ 487 w 1617"/>
                <a:gd name="T35" fmla="*/ 153 h 3426"/>
                <a:gd name="T36" fmla="*/ 1130 w 1617"/>
                <a:gd name="T37" fmla="*/ 153 h 3426"/>
                <a:gd name="T38" fmla="*/ 1201 w 1617"/>
                <a:gd name="T39" fmla="*/ 77 h 3426"/>
                <a:gd name="T40" fmla="*/ 1201 w 1617"/>
                <a:gd name="T41" fmla="*/ 43 h 3426"/>
                <a:gd name="T42" fmla="*/ 1385 w 1617"/>
                <a:gd name="T43" fmla="*/ 43 h 3426"/>
                <a:gd name="T44" fmla="*/ 1575 w 1617"/>
                <a:gd name="T45" fmla="*/ 233 h 3426"/>
                <a:gd name="T46" fmla="*/ 1575 w 1617"/>
                <a:gd name="T47" fmla="*/ 3193 h 3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17" h="3426">
                  <a:moveTo>
                    <a:pt x="1381" y="0"/>
                  </a:moveTo>
                  <a:cubicBezTo>
                    <a:pt x="237" y="0"/>
                    <a:pt x="237" y="0"/>
                    <a:pt x="237" y="0"/>
                  </a:cubicBezTo>
                  <a:cubicBezTo>
                    <a:pt x="98" y="0"/>
                    <a:pt x="0" y="99"/>
                    <a:pt x="0" y="239"/>
                  </a:cubicBezTo>
                  <a:cubicBezTo>
                    <a:pt x="0" y="3187"/>
                    <a:pt x="0" y="3187"/>
                    <a:pt x="0" y="3187"/>
                  </a:cubicBezTo>
                  <a:cubicBezTo>
                    <a:pt x="0" y="3328"/>
                    <a:pt x="98" y="3426"/>
                    <a:pt x="237" y="3426"/>
                  </a:cubicBezTo>
                  <a:cubicBezTo>
                    <a:pt x="1381" y="3426"/>
                    <a:pt x="1381" y="3426"/>
                    <a:pt x="1381" y="3426"/>
                  </a:cubicBezTo>
                  <a:cubicBezTo>
                    <a:pt x="1520" y="3426"/>
                    <a:pt x="1617" y="3328"/>
                    <a:pt x="1617" y="3187"/>
                  </a:cubicBezTo>
                  <a:cubicBezTo>
                    <a:pt x="1617" y="239"/>
                    <a:pt x="1617" y="239"/>
                    <a:pt x="1617" y="239"/>
                  </a:cubicBezTo>
                  <a:cubicBezTo>
                    <a:pt x="1617" y="99"/>
                    <a:pt x="1520" y="0"/>
                    <a:pt x="1381" y="0"/>
                  </a:cubicBezTo>
                  <a:moveTo>
                    <a:pt x="1575" y="3193"/>
                  </a:moveTo>
                  <a:cubicBezTo>
                    <a:pt x="1575" y="3298"/>
                    <a:pt x="1490" y="3383"/>
                    <a:pt x="1385" y="3383"/>
                  </a:cubicBezTo>
                  <a:cubicBezTo>
                    <a:pt x="233" y="3383"/>
                    <a:pt x="233" y="3383"/>
                    <a:pt x="233" y="3383"/>
                  </a:cubicBezTo>
                  <a:cubicBezTo>
                    <a:pt x="128" y="3383"/>
                    <a:pt x="43" y="3298"/>
                    <a:pt x="43" y="3193"/>
                  </a:cubicBezTo>
                  <a:cubicBezTo>
                    <a:pt x="43" y="233"/>
                    <a:pt x="43" y="233"/>
                    <a:pt x="43" y="233"/>
                  </a:cubicBezTo>
                  <a:cubicBezTo>
                    <a:pt x="43" y="128"/>
                    <a:pt x="128" y="43"/>
                    <a:pt x="233" y="43"/>
                  </a:cubicBezTo>
                  <a:cubicBezTo>
                    <a:pt x="417" y="43"/>
                    <a:pt x="417" y="43"/>
                    <a:pt x="417" y="43"/>
                  </a:cubicBezTo>
                  <a:cubicBezTo>
                    <a:pt x="417" y="77"/>
                    <a:pt x="417" y="77"/>
                    <a:pt x="417" y="77"/>
                  </a:cubicBezTo>
                  <a:cubicBezTo>
                    <a:pt x="417" y="108"/>
                    <a:pt x="436" y="153"/>
                    <a:pt x="487" y="153"/>
                  </a:cubicBezTo>
                  <a:cubicBezTo>
                    <a:pt x="1130" y="153"/>
                    <a:pt x="1130" y="153"/>
                    <a:pt x="1130" y="153"/>
                  </a:cubicBezTo>
                  <a:cubicBezTo>
                    <a:pt x="1181" y="153"/>
                    <a:pt x="1201" y="108"/>
                    <a:pt x="1201" y="77"/>
                  </a:cubicBezTo>
                  <a:cubicBezTo>
                    <a:pt x="1201" y="43"/>
                    <a:pt x="1201" y="43"/>
                    <a:pt x="1201" y="43"/>
                  </a:cubicBezTo>
                  <a:cubicBezTo>
                    <a:pt x="1385" y="43"/>
                    <a:pt x="1385" y="43"/>
                    <a:pt x="1385" y="43"/>
                  </a:cubicBezTo>
                  <a:cubicBezTo>
                    <a:pt x="1490" y="43"/>
                    <a:pt x="1575" y="128"/>
                    <a:pt x="1575" y="233"/>
                  </a:cubicBezTo>
                  <a:lnTo>
                    <a:pt x="1575" y="3193"/>
                  </a:lnTo>
                  <a:close/>
                </a:path>
              </a:pathLst>
            </a:custGeom>
            <a:solidFill>
              <a:srgbClr val="2F3941"/>
            </a:solidFill>
            <a:ln>
              <a:noFill/>
            </a:ln>
          </p:spPr>
          <p:txBody>
            <a:bodyPr vert="horz" wrap="square" lIns="91440" tIns="45720" rIns="91440" bIns="45720" numCol="1" anchor="ctr" anchorCtr="1" compatLnSpc="1">
              <a:prstTxWarp prst="textNoShape">
                <a:avLst/>
              </a:prstTxWarp>
            </a:bodyPr>
            <a:lstStyle/>
            <a:p>
              <a:endParaRPr lang="en-US"/>
            </a:p>
          </p:txBody>
        </p:sp>
        <p:sp>
          <p:nvSpPr>
            <p:cNvPr id="29" name="Freeform 6">
              <a:extLst>
                <a:ext uri="{FF2B5EF4-FFF2-40B4-BE49-F238E27FC236}">
                  <a16:creationId xmlns:a16="http://schemas.microsoft.com/office/drawing/2014/main" id="{7206A955-25DA-0969-8784-CBEE99C5251D}"/>
                </a:ext>
              </a:extLst>
            </p:cNvPr>
            <p:cNvSpPr>
              <a:spLocks noEditPoints="1"/>
            </p:cNvSpPr>
            <p:nvPr/>
          </p:nvSpPr>
          <p:spPr bwMode="auto">
            <a:xfrm>
              <a:off x="6927513" y="1530506"/>
              <a:ext cx="552859" cy="60044"/>
            </a:xfrm>
            <a:custGeom>
              <a:avLst/>
              <a:gdLst>
                <a:gd name="T0" fmla="*/ 22 w 387"/>
                <a:gd name="T1" fmla="*/ 0 h 42"/>
                <a:gd name="T2" fmla="*/ 0 w 387"/>
                <a:gd name="T3" fmla="*/ 21 h 42"/>
                <a:gd name="T4" fmla="*/ 22 w 387"/>
                <a:gd name="T5" fmla="*/ 42 h 42"/>
                <a:gd name="T6" fmla="*/ 43 w 387"/>
                <a:gd name="T7" fmla="*/ 21 h 42"/>
                <a:gd name="T8" fmla="*/ 22 w 387"/>
                <a:gd name="T9" fmla="*/ 0 h 42"/>
                <a:gd name="T10" fmla="*/ 376 w 387"/>
                <a:gd name="T11" fmla="*/ 9 h 42"/>
                <a:gd name="T12" fmla="*/ 99 w 387"/>
                <a:gd name="T13" fmla="*/ 9 h 42"/>
                <a:gd name="T14" fmla="*/ 88 w 387"/>
                <a:gd name="T15" fmla="*/ 21 h 42"/>
                <a:gd name="T16" fmla="*/ 88 w 387"/>
                <a:gd name="T17" fmla="*/ 22 h 42"/>
                <a:gd name="T18" fmla="*/ 99 w 387"/>
                <a:gd name="T19" fmla="*/ 33 h 42"/>
                <a:gd name="T20" fmla="*/ 376 w 387"/>
                <a:gd name="T21" fmla="*/ 33 h 42"/>
                <a:gd name="T22" fmla="*/ 387 w 387"/>
                <a:gd name="T23" fmla="*/ 22 h 42"/>
                <a:gd name="T24" fmla="*/ 387 w 387"/>
                <a:gd name="T25" fmla="*/ 21 h 42"/>
                <a:gd name="T26" fmla="*/ 376 w 387"/>
                <a:gd name="T27" fmla="*/ 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42">
                  <a:moveTo>
                    <a:pt x="22" y="0"/>
                  </a:moveTo>
                  <a:cubicBezTo>
                    <a:pt x="10" y="0"/>
                    <a:pt x="0" y="9"/>
                    <a:pt x="0" y="21"/>
                  </a:cubicBezTo>
                  <a:cubicBezTo>
                    <a:pt x="0" y="33"/>
                    <a:pt x="10" y="42"/>
                    <a:pt x="22" y="42"/>
                  </a:cubicBezTo>
                  <a:cubicBezTo>
                    <a:pt x="33" y="42"/>
                    <a:pt x="43" y="33"/>
                    <a:pt x="43" y="21"/>
                  </a:cubicBezTo>
                  <a:cubicBezTo>
                    <a:pt x="43" y="9"/>
                    <a:pt x="33" y="0"/>
                    <a:pt x="22" y="0"/>
                  </a:cubicBezTo>
                  <a:moveTo>
                    <a:pt x="376" y="9"/>
                  </a:moveTo>
                  <a:cubicBezTo>
                    <a:pt x="99" y="9"/>
                    <a:pt x="99" y="9"/>
                    <a:pt x="99" y="9"/>
                  </a:cubicBezTo>
                  <a:cubicBezTo>
                    <a:pt x="93" y="9"/>
                    <a:pt x="88" y="14"/>
                    <a:pt x="88" y="21"/>
                  </a:cubicBezTo>
                  <a:cubicBezTo>
                    <a:pt x="88" y="22"/>
                    <a:pt x="88" y="22"/>
                    <a:pt x="88" y="22"/>
                  </a:cubicBezTo>
                  <a:cubicBezTo>
                    <a:pt x="88" y="28"/>
                    <a:pt x="93" y="33"/>
                    <a:pt x="99" y="33"/>
                  </a:cubicBezTo>
                  <a:cubicBezTo>
                    <a:pt x="376" y="33"/>
                    <a:pt x="376" y="33"/>
                    <a:pt x="376" y="33"/>
                  </a:cubicBezTo>
                  <a:cubicBezTo>
                    <a:pt x="382" y="33"/>
                    <a:pt x="387" y="28"/>
                    <a:pt x="387" y="22"/>
                  </a:cubicBezTo>
                  <a:cubicBezTo>
                    <a:pt x="387" y="21"/>
                    <a:pt x="387" y="21"/>
                    <a:pt x="387" y="21"/>
                  </a:cubicBezTo>
                  <a:cubicBezTo>
                    <a:pt x="387" y="14"/>
                    <a:pt x="382" y="9"/>
                    <a:pt x="376" y="9"/>
                  </a:cubicBezTo>
                </a:path>
              </a:pathLst>
            </a:custGeom>
            <a:solidFill>
              <a:schemeClr val="tx2"/>
            </a:solidFill>
            <a:ln>
              <a:noFill/>
            </a:ln>
          </p:spPr>
          <p:txBody>
            <a:bodyPr vert="horz" wrap="square" lIns="91440" tIns="45720" rIns="91440" bIns="45720" numCol="1" anchor="ctr" anchorCtr="1" compatLnSpc="1">
              <a:prstTxWarp prst="textNoShape">
                <a:avLst/>
              </a:prstTxWarp>
            </a:bodyPr>
            <a:lstStyle/>
            <a:p>
              <a:endParaRPr lang="en-US"/>
            </a:p>
          </p:txBody>
        </p:sp>
      </p:grpSp>
    </p:spTree>
    <p:extLst>
      <p:ext uri="{BB962C8B-B14F-4D97-AF65-F5344CB8AC3E}">
        <p14:creationId xmlns:p14="http://schemas.microsoft.com/office/powerpoint/2010/main" val="1016931320"/>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ark Mode/Gray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extplatzhalter 17">
            <a:extLst>
              <a:ext uri="{FF2B5EF4-FFF2-40B4-BE49-F238E27FC236}">
                <a16:creationId xmlns:a16="http://schemas.microsoft.com/office/drawing/2014/main" id="{D2C738C5-CE17-8F75-ADAC-39B90FA84DCD}"/>
              </a:ext>
            </a:extLst>
          </p:cNvPr>
          <p:cNvSpPr>
            <a:spLocks noGrp="1"/>
          </p:cNvSpPr>
          <p:nvPr>
            <p:ph type="body" sz="quarter" idx="13" hasCustomPrompt="1"/>
          </p:nvPr>
        </p:nvSpPr>
        <p:spPr>
          <a:xfrm>
            <a:off x="7264121" y="1295861"/>
            <a:ext cx="2110924"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25" name="Textplatzhalter 24">
            <a:extLst>
              <a:ext uri="{FF2B5EF4-FFF2-40B4-BE49-F238E27FC236}">
                <a16:creationId xmlns:a16="http://schemas.microsoft.com/office/drawing/2014/main" id="{781407F7-B6AC-4E72-B6AC-77BC56A3AEBE}"/>
              </a:ext>
            </a:extLst>
          </p:cNvPr>
          <p:cNvSpPr>
            <a:spLocks noGrp="1"/>
          </p:cNvSpPr>
          <p:nvPr>
            <p:ph type="body" sz="quarter" idx="14" hasCustomPrompt="1"/>
          </p:nvPr>
        </p:nvSpPr>
        <p:spPr>
          <a:xfrm>
            <a:off x="9493435" y="1808163"/>
            <a:ext cx="2039475" cy="446318"/>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6" name="Textplatzhalter 17">
            <a:extLst>
              <a:ext uri="{FF2B5EF4-FFF2-40B4-BE49-F238E27FC236}">
                <a16:creationId xmlns:a16="http://schemas.microsoft.com/office/drawing/2014/main" id="{A091C3CC-3F3F-23FE-602C-3411500BF0DD}"/>
              </a:ext>
            </a:extLst>
          </p:cNvPr>
          <p:cNvSpPr>
            <a:spLocks noGrp="1"/>
          </p:cNvSpPr>
          <p:nvPr>
            <p:ph type="body" sz="quarter" idx="15" hasCustomPrompt="1"/>
          </p:nvPr>
        </p:nvSpPr>
        <p:spPr>
          <a:xfrm>
            <a:off x="6187190" y="2617150"/>
            <a:ext cx="1422872"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29" name="Textplatzhalter 24">
            <a:extLst>
              <a:ext uri="{FF2B5EF4-FFF2-40B4-BE49-F238E27FC236}">
                <a16:creationId xmlns:a16="http://schemas.microsoft.com/office/drawing/2014/main" id="{E1B4253D-A3DF-0CF2-D8A6-BD53847BB44D}"/>
              </a:ext>
            </a:extLst>
          </p:cNvPr>
          <p:cNvSpPr>
            <a:spLocks noGrp="1"/>
          </p:cNvSpPr>
          <p:nvPr>
            <p:ph type="body" sz="quarter" idx="16" hasCustomPrompt="1"/>
          </p:nvPr>
        </p:nvSpPr>
        <p:spPr>
          <a:xfrm>
            <a:off x="7716839" y="3079886"/>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30" name="Textplatzhalter 17">
            <a:extLst>
              <a:ext uri="{FF2B5EF4-FFF2-40B4-BE49-F238E27FC236}">
                <a16:creationId xmlns:a16="http://schemas.microsoft.com/office/drawing/2014/main" id="{96B47188-9DE9-83A5-4351-EF7BE32A85C7}"/>
              </a:ext>
            </a:extLst>
          </p:cNvPr>
          <p:cNvSpPr>
            <a:spLocks noGrp="1"/>
          </p:cNvSpPr>
          <p:nvPr>
            <p:ph type="body" sz="quarter" idx="17" hasCustomPrompt="1"/>
          </p:nvPr>
        </p:nvSpPr>
        <p:spPr>
          <a:xfrm>
            <a:off x="7108364" y="3942865"/>
            <a:ext cx="2651320"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31" name="Textplatzhalter 24">
            <a:extLst>
              <a:ext uri="{FF2B5EF4-FFF2-40B4-BE49-F238E27FC236}">
                <a16:creationId xmlns:a16="http://schemas.microsoft.com/office/drawing/2014/main" id="{52FB245C-0815-D83A-0EAA-EA17BEF16B17}"/>
              </a:ext>
            </a:extLst>
          </p:cNvPr>
          <p:cNvSpPr>
            <a:spLocks noGrp="1"/>
          </p:cNvSpPr>
          <p:nvPr>
            <p:ph type="body" sz="quarter" idx="18" hasCustomPrompt="1"/>
          </p:nvPr>
        </p:nvSpPr>
        <p:spPr>
          <a:xfrm>
            <a:off x="9866461" y="4405601"/>
            <a:ext cx="1656998"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32" name="Textplatzhalter 17">
            <a:extLst>
              <a:ext uri="{FF2B5EF4-FFF2-40B4-BE49-F238E27FC236}">
                <a16:creationId xmlns:a16="http://schemas.microsoft.com/office/drawing/2014/main" id="{007CD200-62FF-17FA-0BA7-16E6A6F1EB25}"/>
              </a:ext>
            </a:extLst>
          </p:cNvPr>
          <p:cNvSpPr>
            <a:spLocks noGrp="1"/>
          </p:cNvSpPr>
          <p:nvPr>
            <p:ph type="body" sz="quarter" idx="19" hasCustomPrompt="1"/>
          </p:nvPr>
        </p:nvSpPr>
        <p:spPr>
          <a:xfrm>
            <a:off x="6216323" y="5268287"/>
            <a:ext cx="2110924" cy="1069664"/>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&gt;00</a:t>
            </a:r>
          </a:p>
        </p:txBody>
      </p:sp>
      <p:sp>
        <p:nvSpPr>
          <p:cNvPr id="33" name="Textplatzhalter 24">
            <a:extLst>
              <a:ext uri="{FF2B5EF4-FFF2-40B4-BE49-F238E27FC236}">
                <a16:creationId xmlns:a16="http://schemas.microsoft.com/office/drawing/2014/main" id="{CC6694AC-DF0F-CE8B-5A82-C6C614FF4433}"/>
              </a:ext>
            </a:extLst>
          </p:cNvPr>
          <p:cNvSpPr>
            <a:spLocks noGrp="1"/>
          </p:cNvSpPr>
          <p:nvPr>
            <p:ph type="body" sz="quarter" idx="20" hasCustomPrompt="1"/>
          </p:nvPr>
        </p:nvSpPr>
        <p:spPr>
          <a:xfrm>
            <a:off x="8434024" y="5731023"/>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pic>
        <p:nvPicPr>
          <p:cNvPr id="6" name="Grafik 5">
            <a:extLst>
              <a:ext uri="{FF2B5EF4-FFF2-40B4-BE49-F238E27FC236}">
                <a16:creationId xmlns:a16="http://schemas.microsoft.com/office/drawing/2014/main" id="{533906E0-6D46-195B-33C1-D09180C9E89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7" name="Foliennummernplatzhalter 6">
            <a:extLst>
              <a:ext uri="{FF2B5EF4-FFF2-40B4-BE49-F238E27FC236}">
                <a16:creationId xmlns:a16="http://schemas.microsoft.com/office/drawing/2014/main" id="{78E9054D-2B23-A000-5E11-8D12948E29A1}"/>
              </a:ext>
            </a:extLst>
          </p:cNvPr>
          <p:cNvSpPr>
            <a:spLocks noGrp="1"/>
          </p:cNvSpPr>
          <p:nvPr>
            <p:ph type="sldNum" sz="quarter" idx="21"/>
          </p:nvPr>
        </p:nvSpPr>
        <p:spPr/>
        <p:txBody>
          <a:bodyPr/>
          <a:lstStyle/>
          <a:p>
            <a:fld id="{7D3ABF3B-F89B-4CD7-B75C-63A8A662AF01}" type="slidenum">
              <a:rPr lang="en-US" smtClean="0"/>
              <a:pPr/>
              <a:t>‹#›</a:t>
            </a:fld>
            <a:endParaRPr lang="en-US"/>
          </a:p>
        </p:txBody>
      </p:sp>
      <p:sp>
        <p:nvSpPr>
          <p:cNvPr id="2" name="Inhaltsplatzhalter 2">
            <a:extLst>
              <a:ext uri="{FF2B5EF4-FFF2-40B4-BE49-F238E27FC236}">
                <a16:creationId xmlns:a16="http://schemas.microsoft.com/office/drawing/2014/main" id="{5F0F97F8-B6AF-0A50-6FE0-FEC64B2BB121}"/>
              </a:ext>
            </a:extLst>
          </p:cNvPr>
          <p:cNvSpPr>
            <a:spLocks noGrp="1"/>
          </p:cNvSpPr>
          <p:nvPr>
            <p:ph sz="quarter" idx="22"/>
          </p:nvPr>
        </p:nvSpPr>
        <p:spPr>
          <a:xfrm>
            <a:off x="658812" y="1807200"/>
            <a:ext cx="5346000"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5" name="Fußzeilenplatzhalter 14">
            <a:extLst>
              <a:ext uri="{FF2B5EF4-FFF2-40B4-BE49-F238E27FC236}">
                <a16:creationId xmlns:a16="http://schemas.microsoft.com/office/drawing/2014/main" id="{FCEA20B0-21B2-D36B-5E43-43A9246AE6A4}"/>
              </a:ext>
            </a:extLst>
          </p:cNvPr>
          <p:cNvSpPr>
            <a:spLocks noGrp="1"/>
          </p:cNvSpPr>
          <p:nvPr>
            <p:ph type="ftr" sz="quarter" idx="23"/>
          </p:nvPr>
        </p:nvSpPr>
        <p:spPr/>
        <p:txBody>
          <a:bodyPr/>
          <a:lstStyle/>
          <a:p>
            <a:r>
              <a:rPr lang="en-US"/>
              <a:t>EDAG Electrics/Electronics     Author: Shubham/Israr/Omkar       Version:1.0          Scope: EDAG Group     internal</a:t>
            </a:r>
            <a:endParaRPr lang="de-DE"/>
          </a:p>
        </p:txBody>
      </p:sp>
      <p:sp>
        <p:nvSpPr>
          <p:cNvPr id="16" name="Titel 15">
            <a:extLst>
              <a:ext uri="{FF2B5EF4-FFF2-40B4-BE49-F238E27FC236}">
                <a16:creationId xmlns:a16="http://schemas.microsoft.com/office/drawing/2014/main" id="{1BDD9D7E-C4A9-0B76-5A01-A25FD8BDB1B0}"/>
              </a:ext>
            </a:extLst>
          </p:cNvPr>
          <p:cNvSpPr>
            <a:spLocks noGrp="1"/>
          </p:cNvSpPr>
          <p:nvPr>
            <p:ph type="title"/>
          </p:nvPr>
        </p:nvSpPr>
        <p:spPr/>
        <p:txBody>
          <a:bodyPr/>
          <a:lstStyle/>
          <a:p>
            <a:r>
              <a:rPr lang="de-DE"/>
              <a:t>Mastertitelformat bearbeiten</a:t>
            </a:r>
          </a:p>
        </p:txBody>
      </p:sp>
      <p:sp>
        <p:nvSpPr>
          <p:cNvPr id="17" name="Textplatzhalter 17">
            <a:extLst>
              <a:ext uri="{FF2B5EF4-FFF2-40B4-BE49-F238E27FC236}">
                <a16:creationId xmlns:a16="http://schemas.microsoft.com/office/drawing/2014/main" id="{D52585E2-29D8-9C9F-5360-87974B4BE911}"/>
              </a:ext>
            </a:extLst>
          </p:cNvPr>
          <p:cNvSpPr>
            <a:spLocks noGrp="1"/>
          </p:cNvSpPr>
          <p:nvPr>
            <p:ph type="body" sz="quarter" idx="24"/>
          </p:nvPr>
        </p:nvSpPr>
        <p:spPr>
          <a:xfrm>
            <a:off x="658800" y="824400"/>
            <a:ext cx="6840000" cy="252000"/>
          </a:xfrm>
          <a:prstGeom prst="rect">
            <a:avLst/>
          </a:prstGeom>
        </p:spPr>
        <p:txBody>
          <a:bodyPr lIns="0" tIns="0" rIns="0" bIns="0"/>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657136204"/>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Mode/Gray Number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78E9054D-2B23-A000-5E11-8D12948E29A1}"/>
              </a:ext>
            </a:extLst>
          </p:cNvPr>
          <p:cNvSpPr>
            <a:spLocks noGrp="1"/>
          </p:cNvSpPr>
          <p:nvPr>
            <p:ph type="sldNum" sz="quarter" idx="21"/>
          </p:nvPr>
        </p:nvSpPr>
        <p:spPr/>
        <p:txBody>
          <a:bodyPr/>
          <a:lstStyle/>
          <a:p>
            <a:fld id="{7D3ABF3B-F89B-4CD7-B75C-63A8A662AF01}" type="slidenum">
              <a:rPr lang="en-US" smtClean="0"/>
              <a:pPr/>
              <a:t>‹#›</a:t>
            </a:fld>
            <a:endParaRPr lang="en-US"/>
          </a:p>
        </p:txBody>
      </p:sp>
      <p:sp>
        <p:nvSpPr>
          <p:cNvPr id="15" name="Textplatzhalter 17">
            <a:extLst>
              <a:ext uri="{FF2B5EF4-FFF2-40B4-BE49-F238E27FC236}">
                <a16:creationId xmlns:a16="http://schemas.microsoft.com/office/drawing/2014/main" id="{464BD83E-8778-CC97-4712-99AFB58E501E}"/>
              </a:ext>
            </a:extLst>
          </p:cNvPr>
          <p:cNvSpPr>
            <a:spLocks noGrp="1"/>
          </p:cNvSpPr>
          <p:nvPr>
            <p:ph type="body" sz="quarter" idx="13" hasCustomPrompt="1"/>
          </p:nvPr>
        </p:nvSpPr>
        <p:spPr>
          <a:xfrm>
            <a:off x="7264121" y="1295861"/>
            <a:ext cx="2110924"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16" name="Textplatzhalter 24">
            <a:extLst>
              <a:ext uri="{FF2B5EF4-FFF2-40B4-BE49-F238E27FC236}">
                <a16:creationId xmlns:a16="http://schemas.microsoft.com/office/drawing/2014/main" id="{FBCB321B-95A1-BEB1-0D24-83F6BEE520D6}"/>
              </a:ext>
            </a:extLst>
          </p:cNvPr>
          <p:cNvSpPr>
            <a:spLocks noGrp="1"/>
          </p:cNvSpPr>
          <p:nvPr>
            <p:ph type="body" sz="quarter" idx="14" hasCustomPrompt="1"/>
          </p:nvPr>
        </p:nvSpPr>
        <p:spPr>
          <a:xfrm>
            <a:off x="9493435" y="1808163"/>
            <a:ext cx="2039475" cy="446318"/>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17" name="Textplatzhalter 17">
            <a:extLst>
              <a:ext uri="{FF2B5EF4-FFF2-40B4-BE49-F238E27FC236}">
                <a16:creationId xmlns:a16="http://schemas.microsoft.com/office/drawing/2014/main" id="{0ED7772D-CD08-A72F-BA2F-2DBE2B6D554C}"/>
              </a:ext>
            </a:extLst>
          </p:cNvPr>
          <p:cNvSpPr>
            <a:spLocks noGrp="1"/>
          </p:cNvSpPr>
          <p:nvPr>
            <p:ph type="body" sz="quarter" idx="15" hasCustomPrompt="1"/>
          </p:nvPr>
        </p:nvSpPr>
        <p:spPr>
          <a:xfrm>
            <a:off x="5134007" y="3083836"/>
            <a:ext cx="1422872"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a:t>
            </a:r>
          </a:p>
        </p:txBody>
      </p:sp>
      <p:sp>
        <p:nvSpPr>
          <p:cNvPr id="19" name="Textplatzhalter 24">
            <a:extLst>
              <a:ext uri="{FF2B5EF4-FFF2-40B4-BE49-F238E27FC236}">
                <a16:creationId xmlns:a16="http://schemas.microsoft.com/office/drawing/2014/main" id="{8A4C226E-A367-B142-EA1F-8C4338098FB1}"/>
              </a:ext>
            </a:extLst>
          </p:cNvPr>
          <p:cNvSpPr>
            <a:spLocks noGrp="1"/>
          </p:cNvSpPr>
          <p:nvPr>
            <p:ph type="body" sz="quarter" idx="16" hasCustomPrompt="1"/>
          </p:nvPr>
        </p:nvSpPr>
        <p:spPr>
          <a:xfrm>
            <a:off x="6663656" y="3546572"/>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0" name="Textplatzhalter 17">
            <a:extLst>
              <a:ext uri="{FF2B5EF4-FFF2-40B4-BE49-F238E27FC236}">
                <a16:creationId xmlns:a16="http://schemas.microsoft.com/office/drawing/2014/main" id="{8AF69B83-0099-07DC-2AF2-62DA1EF8864A}"/>
              </a:ext>
            </a:extLst>
          </p:cNvPr>
          <p:cNvSpPr>
            <a:spLocks noGrp="1"/>
          </p:cNvSpPr>
          <p:nvPr>
            <p:ph type="body" sz="quarter" idx="17" hasCustomPrompt="1"/>
          </p:nvPr>
        </p:nvSpPr>
        <p:spPr>
          <a:xfrm>
            <a:off x="7108364" y="4594080"/>
            <a:ext cx="2651320"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21" name="Textplatzhalter 24">
            <a:extLst>
              <a:ext uri="{FF2B5EF4-FFF2-40B4-BE49-F238E27FC236}">
                <a16:creationId xmlns:a16="http://schemas.microsoft.com/office/drawing/2014/main" id="{24212708-A85E-62D4-39B6-FC62619C21DF}"/>
              </a:ext>
            </a:extLst>
          </p:cNvPr>
          <p:cNvSpPr>
            <a:spLocks noGrp="1"/>
          </p:cNvSpPr>
          <p:nvPr>
            <p:ph type="body" sz="quarter" idx="18" hasCustomPrompt="1"/>
          </p:nvPr>
        </p:nvSpPr>
        <p:spPr>
          <a:xfrm>
            <a:off x="9866461" y="5056816"/>
            <a:ext cx="1656998"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2" name="Textplatzhalter 17">
            <a:extLst>
              <a:ext uri="{FF2B5EF4-FFF2-40B4-BE49-F238E27FC236}">
                <a16:creationId xmlns:a16="http://schemas.microsoft.com/office/drawing/2014/main" id="{91901F5D-7B87-BE07-0D0B-9793ED04A80C}"/>
              </a:ext>
            </a:extLst>
          </p:cNvPr>
          <p:cNvSpPr>
            <a:spLocks noGrp="1"/>
          </p:cNvSpPr>
          <p:nvPr>
            <p:ph type="body" sz="quarter" idx="19" hasCustomPrompt="1"/>
          </p:nvPr>
        </p:nvSpPr>
        <p:spPr>
          <a:xfrm>
            <a:off x="2411478" y="5268287"/>
            <a:ext cx="2110924" cy="1069664"/>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&gt;00</a:t>
            </a:r>
          </a:p>
        </p:txBody>
      </p:sp>
      <p:sp>
        <p:nvSpPr>
          <p:cNvPr id="23" name="Textplatzhalter 24">
            <a:extLst>
              <a:ext uri="{FF2B5EF4-FFF2-40B4-BE49-F238E27FC236}">
                <a16:creationId xmlns:a16="http://schemas.microsoft.com/office/drawing/2014/main" id="{01264C22-8F84-ACBF-EFF8-2FBCA5FE86E8}"/>
              </a:ext>
            </a:extLst>
          </p:cNvPr>
          <p:cNvSpPr>
            <a:spLocks noGrp="1"/>
          </p:cNvSpPr>
          <p:nvPr>
            <p:ph type="body" sz="quarter" idx="20" hasCustomPrompt="1"/>
          </p:nvPr>
        </p:nvSpPr>
        <p:spPr>
          <a:xfrm>
            <a:off x="4629179" y="5731023"/>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4" name="Textplatzhalter 17">
            <a:extLst>
              <a:ext uri="{FF2B5EF4-FFF2-40B4-BE49-F238E27FC236}">
                <a16:creationId xmlns:a16="http://schemas.microsoft.com/office/drawing/2014/main" id="{F252CA67-FFA3-A81F-D76A-858E367B66C7}"/>
              </a:ext>
            </a:extLst>
          </p:cNvPr>
          <p:cNvSpPr>
            <a:spLocks noGrp="1"/>
          </p:cNvSpPr>
          <p:nvPr>
            <p:ph type="body" sz="quarter" idx="22" hasCustomPrompt="1"/>
          </p:nvPr>
        </p:nvSpPr>
        <p:spPr>
          <a:xfrm>
            <a:off x="1758542" y="1638679"/>
            <a:ext cx="2110924"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34" name="Textplatzhalter 24">
            <a:extLst>
              <a:ext uri="{FF2B5EF4-FFF2-40B4-BE49-F238E27FC236}">
                <a16:creationId xmlns:a16="http://schemas.microsoft.com/office/drawing/2014/main" id="{90349DD5-DB65-C386-0CB6-8DFE86A1E0A4}"/>
              </a:ext>
            </a:extLst>
          </p:cNvPr>
          <p:cNvSpPr>
            <a:spLocks noGrp="1"/>
          </p:cNvSpPr>
          <p:nvPr>
            <p:ph type="body" sz="quarter" idx="23" hasCustomPrompt="1"/>
          </p:nvPr>
        </p:nvSpPr>
        <p:spPr>
          <a:xfrm>
            <a:off x="3987856" y="2150981"/>
            <a:ext cx="2039475" cy="446318"/>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35" name="Textplatzhalter 17">
            <a:extLst>
              <a:ext uri="{FF2B5EF4-FFF2-40B4-BE49-F238E27FC236}">
                <a16:creationId xmlns:a16="http://schemas.microsoft.com/office/drawing/2014/main" id="{B5E01315-A857-14B2-E06B-ED59F947E987}"/>
              </a:ext>
            </a:extLst>
          </p:cNvPr>
          <p:cNvSpPr>
            <a:spLocks noGrp="1"/>
          </p:cNvSpPr>
          <p:nvPr>
            <p:ph type="body" sz="quarter" idx="24" hasCustomPrompt="1"/>
          </p:nvPr>
        </p:nvSpPr>
        <p:spPr>
          <a:xfrm>
            <a:off x="681611" y="3511934"/>
            <a:ext cx="1422872" cy="1244652"/>
          </a:xfrm>
          <a:prstGeom prst="rect">
            <a:avLst/>
          </a:prstGeom>
        </p:spPr>
        <p:txBody>
          <a:bodyPr lIns="0" tIns="0" rIns="0" bIns="0"/>
          <a:lstStyle>
            <a:lvl1pPr marL="0" indent="0" algn="r">
              <a:buFontTx/>
              <a:buNone/>
              <a:defRPr sz="9600" b="1">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00</a:t>
            </a:r>
          </a:p>
        </p:txBody>
      </p:sp>
      <p:sp>
        <p:nvSpPr>
          <p:cNvPr id="36" name="Textplatzhalter 24">
            <a:extLst>
              <a:ext uri="{FF2B5EF4-FFF2-40B4-BE49-F238E27FC236}">
                <a16:creationId xmlns:a16="http://schemas.microsoft.com/office/drawing/2014/main" id="{125F58F5-82E2-C17F-6D38-86D242329C30}"/>
              </a:ext>
            </a:extLst>
          </p:cNvPr>
          <p:cNvSpPr>
            <a:spLocks noGrp="1"/>
          </p:cNvSpPr>
          <p:nvPr>
            <p:ph type="body" sz="quarter" idx="25" hasCustomPrompt="1"/>
          </p:nvPr>
        </p:nvSpPr>
        <p:spPr>
          <a:xfrm>
            <a:off x="2211260" y="3974670"/>
            <a:ext cx="2479185" cy="375340"/>
          </a:xfrm>
          <a:prstGeom prst="rect">
            <a:avLst/>
          </a:prstGeom>
        </p:spPr>
        <p:txBody>
          <a:bodyPr lIns="0" tIns="0" rIns="0" bIns="0"/>
          <a:lstStyle>
            <a:lvl1pPr marL="0" indent="0">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r>
              <a:rPr lang="de-DE"/>
              <a:t>(Beschreibungstext)</a:t>
            </a:r>
          </a:p>
        </p:txBody>
      </p:sp>
      <p:sp>
        <p:nvSpPr>
          <p:cNvPr id="2" name="Fußzeilenplatzhalter 1">
            <a:extLst>
              <a:ext uri="{FF2B5EF4-FFF2-40B4-BE49-F238E27FC236}">
                <a16:creationId xmlns:a16="http://schemas.microsoft.com/office/drawing/2014/main" id="{D44DCDCE-03BC-B2FC-0050-051E2CF2A909}"/>
              </a:ext>
            </a:extLst>
          </p:cNvPr>
          <p:cNvSpPr>
            <a:spLocks noGrp="1"/>
          </p:cNvSpPr>
          <p:nvPr>
            <p:ph type="ftr" sz="quarter" idx="26"/>
          </p:nvPr>
        </p:nvSpPr>
        <p:spPr/>
        <p:txBody>
          <a:bodyPr/>
          <a:lstStyle/>
          <a:p>
            <a:r>
              <a:rPr lang="en-US"/>
              <a:t>EDAG Electrics/Electronics     Author: Shubham/Israr/Omkar       Version:1.0          Scope: EDAG Group     internal</a:t>
            </a:r>
            <a:endParaRPr lang="de-DE"/>
          </a:p>
        </p:txBody>
      </p:sp>
      <p:sp>
        <p:nvSpPr>
          <p:cNvPr id="6" name="Titel 5">
            <a:extLst>
              <a:ext uri="{FF2B5EF4-FFF2-40B4-BE49-F238E27FC236}">
                <a16:creationId xmlns:a16="http://schemas.microsoft.com/office/drawing/2014/main" id="{E436147B-532D-42CF-E249-BF9382B43215}"/>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FE5329AE-E1AB-5B6B-7B92-493CC6B69F0C}"/>
              </a:ext>
            </a:extLst>
          </p:cNvPr>
          <p:cNvSpPr>
            <a:spLocks noGrp="1"/>
          </p:cNvSpPr>
          <p:nvPr>
            <p:ph type="body" sz="quarter" idx="27"/>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64547494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 Mode/Gray Number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uppieren 5">
            <a:extLst>
              <a:ext uri="{FF2B5EF4-FFF2-40B4-BE49-F238E27FC236}">
                <a16:creationId xmlns:a16="http://schemas.microsoft.com/office/drawing/2014/main" id="{A7BA29A0-0475-CB59-42A6-F43F0CE81F2A}"/>
              </a:ext>
            </a:extLst>
          </p:cNvPr>
          <p:cNvGrpSpPr/>
          <p:nvPr userDrawn="1"/>
        </p:nvGrpSpPr>
        <p:grpSpPr>
          <a:xfrm>
            <a:off x="4239231" y="4062465"/>
            <a:ext cx="3713538" cy="1296000"/>
            <a:chOff x="4245504" y="4062465"/>
            <a:chExt cx="3713538" cy="1296000"/>
          </a:xfrm>
        </p:grpSpPr>
        <p:cxnSp>
          <p:nvCxnSpPr>
            <p:cNvPr id="7" name="Gerader Verbinder 6">
              <a:extLst>
                <a:ext uri="{FF2B5EF4-FFF2-40B4-BE49-F238E27FC236}">
                  <a16:creationId xmlns:a16="http://schemas.microsoft.com/office/drawing/2014/main" id="{FBD1D0BB-D5D1-451E-362D-0850AB2250B4}"/>
                </a:ext>
              </a:extLst>
            </p:cNvPr>
            <p:cNvCxnSpPr>
              <a:cxnSpLocks/>
            </p:cNvCxnSpPr>
            <p:nvPr userDrawn="1"/>
          </p:nvCxnSpPr>
          <p:spPr bwMode="gray">
            <a:xfrm>
              <a:off x="4245504"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F3ED77D0-18D5-6B3B-87CB-672BC1E5AB30}"/>
                </a:ext>
              </a:extLst>
            </p:cNvPr>
            <p:cNvCxnSpPr>
              <a:cxnSpLocks/>
            </p:cNvCxnSpPr>
            <p:nvPr userDrawn="1"/>
          </p:nvCxnSpPr>
          <p:spPr bwMode="gray">
            <a:xfrm>
              <a:off x="7959042"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platzhalter 17">
            <a:extLst>
              <a:ext uri="{FF2B5EF4-FFF2-40B4-BE49-F238E27FC236}">
                <a16:creationId xmlns:a16="http://schemas.microsoft.com/office/drawing/2014/main" id="{E7B6069A-40C8-94D1-CEED-4528869F1449}"/>
              </a:ext>
            </a:extLst>
          </p:cNvPr>
          <p:cNvSpPr>
            <a:spLocks noGrp="1"/>
          </p:cNvSpPr>
          <p:nvPr>
            <p:ph type="body" sz="quarter" idx="13" hasCustomPrompt="1"/>
          </p:nvPr>
        </p:nvSpPr>
        <p:spPr>
          <a:xfrm>
            <a:off x="1677538" y="4132505"/>
            <a:ext cx="1685657" cy="598625"/>
          </a:xfrm>
          <a:prstGeom prst="rect">
            <a:avLst/>
          </a:prstGeom>
        </p:spPr>
        <p:txBody>
          <a:bodyPr lIns="0" tIns="0" rIns="0" bIns="0"/>
          <a:lstStyle>
            <a:lvl1pPr marL="0" indent="0" algn="ctr">
              <a:buFontTx/>
              <a:buNone/>
              <a:defRPr sz="5000" b="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300</a:t>
            </a:r>
          </a:p>
        </p:txBody>
      </p:sp>
      <p:sp>
        <p:nvSpPr>
          <p:cNvPr id="24" name="Textplatzhalter 24">
            <a:extLst>
              <a:ext uri="{FF2B5EF4-FFF2-40B4-BE49-F238E27FC236}">
                <a16:creationId xmlns:a16="http://schemas.microsoft.com/office/drawing/2014/main" id="{AEA58E8D-4488-9CB9-F626-5C7FA38C9EBF}"/>
              </a:ext>
            </a:extLst>
          </p:cNvPr>
          <p:cNvSpPr>
            <a:spLocks noGrp="1"/>
          </p:cNvSpPr>
          <p:nvPr>
            <p:ph type="body" sz="quarter" idx="14" hasCustomPrompt="1"/>
          </p:nvPr>
        </p:nvSpPr>
        <p:spPr>
          <a:xfrm>
            <a:off x="1677540" y="4898172"/>
            <a:ext cx="1685652" cy="269883"/>
          </a:xfrm>
          <a:prstGeom prst="rect">
            <a:avLst/>
          </a:prstGeom>
        </p:spPr>
        <p:txBody>
          <a:bodyPr lIns="0" tIns="0" rIns="0" bIns="0"/>
          <a:lstStyle>
            <a:lvl1pPr marL="0" indent="0" algn="ctr">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endParaRPr lang="de-DE"/>
          </a:p>
        </p:txBody>
      </p:sp>
      <p:sp>
        <p:nvSpPr>
          <p:cNvPr id="25" name="Textplatzhalter 24">
            <a:extLst>
              <a:ext uri="{FF2B5EF4-FFF2-40B4-BE49-F238E27FC236}">
                <a16:creationId xmlns:a16="http://schemas.microsoft.com/office/drawing/2014/main" id="{81F0644D-B565-F04C-F55D-0061E019FFB1}"/>
              </a:ext>
            </a:extLst>
          </p:cNvPr>
          <p:cNvSpPr>
            <a:spLocks noGrp="1"/>
          </p:cNvSpPr>
          <p:nvPr>
            <p:ph type="body" sz="quarter" idx="17" hasCustomPrompt="1"/>
          </p:nvPr>
        </p:nvSpPr>
        <p:spPr>
          <a:xfrm>
            <a:off x="1677538" y="5212659"/>
            <a:ext cx="1685656" cy="651050"/>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6" name="Textplatzhalter 17">
            <a:extLst>
              <a:ext uri="{FF2B5EF4-FFF2-40B4-BE49-F238E27FC236}">
                <a16:creationId xmlns:a16="http://schemas.microsoft.com/office/drawing/2014/main" id="{CA83C053-EC74-8221-0420-66FC3ABE8C89}"/>
              </a:ext>
            </a:extLst>
          </p:cNvPr>
          <p:cNvSpPr>
            <a:spLocks noGrp="1"/>
          </p:cNvSpPr>
          <p:nvPr>
            <p:ph type="body" sz="quarter" idx="18" hasCustomPrompt="1"/>
          </p:nvPr>
        </p:nvSpPr>
        <p:spPr>
          <a:xfrm>
            <a:off x="5253172" y="4132505"/>
            <a:ext cx="1685657" cy="598625"/>
          </a:xfrm>
          <a:prstGeom prst="rect">
            <a:avLst/>
          </a:prstGeom>
        </p:spPr>
        <p:txBody>
          <a:bodyPr lIns="0" tIns="0" rIns="0" bIns="0"/>
          <a:lstStyle>
            <a:lvl1pPr marL="0" indent="0" algn="ctr">
              <a:buFontTx/>
              <a:buNone/>
              <a:defRPr sz="5000" b="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29" name="Textplatzhalter 24">
            <a:extLst>
              <a:ext uri="{FF2B5EF4-FFF2-40B4-BE49-F238E27FC236}">
                <a16:creationId xmlns:a16="http://schemas.microsoft.com/office/drawing/2014/main" id="{0E2E8157-2D1A-CC25-EF26-EE00ED45533E}"/>
              </a:ext>
            </a:extLst>
          </p:cNvPr>
          <p:cNvSpPr>
            <a:spLocks noGrp="1"/>
          </p:cNvSpPr>
          <p:nvPr>
            <p:ph type="body" sz="quarter" idx="19" hasCustomPrompt="1"/>
          </p:nvPr>
        </p:nvSpPr>
        <p:spPr>
          <a:xfrm>
            <a:off x="5253174" y="4898172"/>
            <a:ext cx="1685652" cy="269883"/>
          </a:xfrm>
          <a:prstGeom prst="rect">
            <a:avLst/>
          </a:prstGeom>
        </p:spPr>
        <p:txBody>
          <a:bodyPr lIns="0" tIns="0" rIns="0" bIns="0"/>
          <a:lstStyle>
            <a:lvl1pPr marL="0" indent="0" algn="ctr">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endParaRPr lang="de-DE"/>
          </a:p>
        </p:txBody>
      </p:sp>
      <p:sp>
        <p:nvSpPr>
          <p:cNvPr id="30" name="Textplatzhalter 24">
            <a:extLst>
              <a:ext uri="{FF2B5EF4-FFF2-40B4-BE49-F238E27FC236}">
                <a16:creationId xmlns:a16="http://schemas.microsoft.com/office/drawing/2014/main" id="{493D4D73-AAB1-516F-EFB3-C35E3D4944E2}"/>
              </a:ext>
            </a:extLst>
          </p:cNvPr>
          <p:cNvSpPr>
            <a:spLocks noGrp="1"/>
          </p:cNvSpPr>
          <p:nvPr>
            <p:ph type="body" sz="quarter" idx="20" hasCustomPrompt="1"/>
          </p:nvPr>
        </p:nvSpPr>
        <p:spPr>
          <a:xfrm>
            <a:off x="5253172" y="5212659"/>
            <a:ext cx="1685656" cy="651050"/>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1" name="Textplatzhalter 17">
            <a:extLst>
              <a:ext uri="{FF2B5EF4-FFF2-40B4-BE49-F238E27FC236}">
                <a16:creationId xmlns:a16="http://schemas.microsoft.com/office/drawing/2014/main" id="{A5CC053B-77E9-3D89-5EA6-578756D7BA69}"/>
              </a:ext>
            </a:extLst>
          </p:cNvPr>
          <p:cNvSpPr>
            <a:spLocks noGrp="1"/>
          </p:cNvSpPr>
          <p:nvPr>
            <p:ph type="body" sz="quarter" idx="21" hasCustomPrompt="1"/>
          </p:nvPr>
        </p:nvSpPr>
        <p:spPr>
          <a:xfrm>
            <a:off x="8966710" y="4132505"/>
            <a:ext cx="1685657" cy="598625"/>
          </a:xfrm>
          <a:prstGeom prst="rect">
            <a:avLst/>
          </a:prstGeom>
        </p:spPr>
        <p:txBody>
          <a:bodyPr lIns="0" tIns="0" rIns="0" bIns="0"/>
          <a:lstStyle>
            <a:lvl1pPr marL="0" indent="0" algn="ctr">
              <a:buFontTx/>
              <a:buNone/>
              <a:defRPr sz="5000" b="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32" name="Textplatzhalter 24">
            <a:extLst>
              <a:ext uri="{FF2B5EF4-FFF2-40B4-BE49-F238E27FC236}">
                <a16:creationId xmlns:a16="http://schemas.microsoft.com/office/drawing/2014/main" id="{ACE9A6AB-AB41-F08B-0FCF-609545138CE3}"/>
              </a:ext>
            </a:extLst>
          </p:cNvPr>
          <p:cNvSpPr>
            <a:spLocks noGrp="1"/>
          </p:cNvSpPr>
          <p:nvPr>
            <p:ph type="body" sz="quarter" idx="22" hasCustomPrompt="1"/>
          </p:nvPr>
        </p:nvSpPr>
        <p:spPr>
          <a:xfrm>
            <a:off x="8966712" y="4898172"/>
            <a:ext cx="1685652" cy="269883"/>
          </a:xfrm>
          <a:prstGeom prst="rect">
            <a:avLst/>
          </a:prstGeom>
        </p:spPr>
        <p:txBody>
          <a:bodyPr lIns="0" tIns="0" rIns="0" bIns="0"/>
          <a:lstStyle>
            <a:lvl1pPr marL="0" indent="0" algn="ctr">
              <a:buFontTx/>
              <a:buNone/>
              <a:defRPr b="1">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a:t>Projektbeispiele</a:t>
            </a:r>
            <a:br>
              <a:rPr lang="de-DE"/>
            </a:br>
            <a:endParaRPr lang="de-DE"/>
          </a:p>
        </p:txBody>
      </p:sp>
      <p:sp>
        <p:nvSpPr>
          <p:cNvPr id="33" name="Textplatzhalter 24">
            <a:extLst>
              <a:ext uri="{FF2B5EF4-FFF2-40B4-BE49-F238E27FC236}">
                <a16:creationId xmlns:a16="http://schemas.microsoft.com/office/drawing/2014/main" id="{610A1C2C-95D4-5095-F370-2EFD0D93BB35}"/>
              </a:ext>
            </a:extLst>
          </p:cNvPr>
          <p:cNvSpPr>
            <a:spLocks noGrp="1"/>
          </p:cNvSpPr>
          <p:nvPr>
            <p:ph type="body" sz="quarter" idx="23" hasCustomPrompt="1"/>
          </p:nvPr>
        </p:nvSpPr>
        <p:spPr>
          <a:xfrm>
            <a:off x="8966710" y="5212659"/>
            <a:ext cx="1685656" cy="651050"/>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4" name="Textplatzhalter 33">
            <a:extLst>
              <a:ext uri="{FF2B5EF4-FFF2-40B4-BE49-F238E27FC236}">
                <a16:creationId xmlns:a16="http://schemas.microsoft.com/office/drawing/2014/main" id="{48D5DE7D-B7B0-B4AE-DACB-4ABEF6F8D79A}"/>
              </a:ext>
            </a:extLst>
          </p:cNvPr>
          <p:cNvSpPr>
            <a:spLocks noGrp="1"/>
          </p:cNvSpPr>
          <p:nvPr>
            <p:ph type="body" sz="quarter" idx="30" hasCustomPrompt="1"/>
          </p:nvPr>
        </p:nvSpPr>
        <p:spPr>
          <a:xfrm>
            <a:off x="658811" y="1808163"/>
            <a:ext cx="3580419" cy="706460"/>
          </a:xfrm>
          <a:prstGeom prst="rect">
            <a:avLst/>
          </a:prstGeom>
        </p:spPr>
        <p:txBody>
          <a:bodyPr lIns="0" tIns="0" rIns="0" bIns="0"/>
          <a:lstStyle>
            <a:lvl1pPr marL="0" indent="0" algn="l">
              <a:buFontTx/>
              <a:buNone/>
              <a:defRPr>
                <a:solidFill>
                  <a:schemeClr val="bg1"/>
                </a:solidFill>
                <a:latin typeface="+mn-lt"/>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en-GB" sz="1200" b="0">
                <a:effectLst/>
                <a:latin typeface="+mj-lt"/>
                <a:ea typeface="Open Sans" pitchFamily="2" charset="0"/>
                <a:cs typeface="Sora" pitchFamily="2" charset="0"/>
              </a:rPr>
              <a:t>The placeholder text, beginning with the line Lorem ipsum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looks like </a:t>
            </a:r>
            <a:r>
              <a:rPr lang="en-GB" sz="1200" b="0" err="1">
                <a:effectLst/>
                <a:latin typeface="+mj-lt"/>
                <a:ea typeface="Open Sans" pitchFamily="2" charset="0"/>
                <a:cs typeface="Sora" pitchFamily="2" charset="0"/>
              </a:rPr>
              <a:t>dolor</a:t>
            </a:r>
            <a:r>
              <a:rPr lang="en-GB" sz="1200" b="0">
                <a:effectLst/>
                <a:latin typeface="+mj-lt"/>
                <a:ea typeface="Open Sans" pitchFamily="2" charset="0"/>
                <a:cs typeface="Sora" pitchFamily="2" charset="0"/>
              </a:rPr>
              <a:t> sit Latin because</a:t>
            </a:r>
            <a:endParaRPr lang="de-DE"/>
          </a:p>
        </p:txBody>
      </p:sp>
      <p:sp>
        <p:nvSpPr>
          <p:cNvPr id="35" name="Textplatzhalter 24">
            <a:extLst>
              <a:ext uri="{FF2B5EF4-FFF2-40B4-BE49-F238E27FC236}">
                <a16:creationId xmlns:a16="http://schemas.microsoft.com/office/drawing/2014/main" id="{C02373F9-D0E0-094A-737A-AB20359CE994}"/>
              </a:ext>
            </a:extLst>
          </p:cNvPr>
          <p:cNvSpPr>
            <a:spLocks noGrp="1"/>
          </p:cNvSpPr>
          <p:nvPr>
            <p:ph type="body" sz="quarter" idx="31" hasCustomPrompt="1"/>
          </p:nvPr>
        </p:nvSpPr>
        <p:spPr>
          <a:xfrm>
            <a:off x="1677538" y="3920770"/>
            <a:ext cx="1685656" cy="182986"/>
          </a:xfrm>
          <a:prstGeom prst="rect">
            <a:avLst/>
          </a:prstGeom>
        </p:spPr>
        <p:txBody>
          <a:bodyPr lIns="0" tIns="0" rIns="0" bIns="0"/>
          <a:lstStyle>
            <a:lvl1pPr marL="0" indent="0" algn="ctr">
              <a:buFontTx/>
              <a:buNone/>
              <a:defRPr sz="1000" b="0" spc="3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sz="1200" b="0">
                <a:effectLst/>
                <a:latin typeface="+mj-lt"/>
                <a:ea typeface="Open Sans" pitchFamily="2" charset="0"/>
                <a:cs typeface="Sora" pitchFamily="2" charset="0"/>
              </a:rPr>
              <a:t>Projekte</a:t>
            </a:r>
            <a:endParaRPr lang="de-DE"/>
          </a:p>
        </p:txBody>
      </p:sp>
      <p:sp>
        <p:nvSpPr>
          <p:cNvPr id="36" name="Textplatzhalter 24">
            <a:extLst>
              <a:ext uri="{FF2B5EF4-FFF2-40B4-BE49-F238E27FC236}">
                <a16:creationId xmlns:a16="http://schemas.microsoft.com/office/drawing/2014/main" id="{5DFC2D4C-660D-4062-0F81-9BE7729BEEFD}"/>
              </a:ext>
            </a:extLst>
          </p:cNvPr>
          <p:cNvSpPr>
            <a:spLocks noGrp="1"/>
          </p:cNvSpPr>
          <p:nvPr>
            <p:ph type="body" sz="quarter" idx="32" hasCustomPrompt="1"/>
          </p:nvPr>
        </p:nvSpPr>
        <p:spPr>
          <a:xfrm>
            <a:off x="5253172" y="3917170"/>
            <a:ext cx="1685656" cy="182986"/>
          </a:xfrm>
          <a:prstGeom prst="rect">
            <a:avLst/>
          </a:prstGeom>
        </p:spPr>
        <p:txBody>
          <a:bodyPr lIns="0" tIns="0" rIns="0" bIns="0"/>
          <a:lstStyle>
            <a:lvl1pPr marL="0" indent="0" algn="ctr">
              <a:buFontTx/>
              <a:buNone/>
              <a:defRPr sz="1000" b="0" spc="3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sz="1200" b="0">
                <a:effectLst/>
                <a:latin typeface="+mj-lt"/>
                <a:ea typeface="Open Sans" pitchFamily="2" charset="0"/>
                <a:cs typeface="Sora" pitchFamily="2" charset="0"/>
              </a:rPr>
              <a:t>Projekte</a:t>
            </a:r>
            <a:endParaRPr lang="de-DE"/>
          </a:p>
        </p:txBody>
      </p:sp>
      <p:sp>
        <p:nvSpPr>
          <p:cNvPr id="37" name="Textplatzhalter 24">
            <a:extLst>
              <a:ext uri="{FF2B5EF4-FFF2-40B4-BE49-F238E27FC236}">
                <a16:creationId xmlns:a16="http://schemas.microsoft.com/office/drawing/2014/main" id="{F817B4CC-A1CF-4A82-CCEC-9CA1D438A5CA}"/>
              </a:ext>
            </a:extLst>
          </p:cNvPr>
          <p:cNvSpPr>
            <a:spLocks noGrp="1"/>
          </p:cNvSpPr>
          <p:nvPr>
            <p:ph type="body" sz="quarter" idx="33" hasCustomPrompt="1"/>
          </p:nvPr>
        </p:nvSpPr>
        <p:spPr>
          <a:xfrm>
            <a:off x="8966710" y="3924678"/>
            <a:ext cx="1685656" cy="182986"/>
          </a:xfrm>
          <a:prstGeom prst="rect">
            <a:avLst/>
          </a:prstGeom>
        </p:spPr>
        <p:txBody>
          <a:bodyPr lIns="0" tIns="0" rIns="0" bIns="0"/>
          <a:lstStyle>
            <a:lvl1pPr marL="0" indent="0" algn="ctr">
              <a:buFontTx/>
              <a:buNone/>
              <a:defRPr sz="1000" b="0" spc="30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de-DE" sz="1200" b="0">
                <a:effectLst/>
                <a:latin typeface="+mj-lt"/>
                <a:ea typeface="Open Sans" pitchFamily="2" charset="0"/>
                <a:cs typeface="Sora" pitchFamily="2" charset="0"/>
              </a:rPr>
              <a:t>Projekte</a:t>
            </a:r>
            <a:endParaRPr lang="de-DE"/>
          </a:p>
        </p:txBody>
      </p:sp>
      <p:pic>
        <p:nvPicPr>
          <p:cNvPr id="3" name="Grafik 2">
            <a:extLst>
              <a:ext uri="{FF2B5EF4-FFF2-40B4-BE49-F238E27FC236}">
                <a16:creationId xmlns:a16="http://schemas.microsoft.com/office/drawing/2014/main" id="{538CCA27-A28D-4F94-2D7A-F51807EF2577}"/>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18" name="Foliennummernplatzhalter 17">
            <a:extLst>
              <a:ext uri="{FF2B5EF4-FFF2-40B4-BE49-F238E27FC236}">
                <a16:creationId xmlns:a16="http://schemas.microsoft.com/office/drawing/2014/main" id="{C1C88693-ED94-4510-BF50-3DE7B29C01B7}"/>
              </a:ext>
            </a:extLst>
          </p:cNvPr>
          <p:cNvSpPr>
            <a:spLocks noGrp="1"/>
          </p:cNvSpPr>
          <p:nvPr>
            <p:ph type="sldNum" sz="quarter" idx="34"/>
          </p:nvPr>
        </p:nvSpPr>
        <p:spPr/>
        <p:txBody>
          <a:bodyPr/>
          <a:lstStyle/>
          <a:p>
            <a:fld id="{7D3ABF3B-F89B-4CD7-B75C-63A8A662AF01}" type="slidenum">
              <a:rPr lang="en-US" smtClean="0"/>
              <a:pPr/>
              <a:t>‹#›</a:t>
            </a:fld>
            <a:endParaRPr lang="en-US"/>
          </a:p>
        </p:txBody>
      </p:sp>
      <p:sp>
        <p:nvSpPr>
          <p:cNvPr id="19" name="Fußzeilenplatzhalter 18">
            <a:extLst>
              <a:ext uri="{FF2B5EF4-FFF2-40B4-BE49-F238E27FC236}">
                <a16:creationId xmlns:a16="http://schemas.microsoft.com/office/drawing/2014/main" id="{C0D992E9-5480-97A0-8402-7ADE1DAD4CA3}"/>
              </a:ext>
            </a:extLst>
          </p:cNvPr>
          <p:cNvSpPr>
            <a:spLocks noGrp="1"/>
          </p:cNvSpPr>
          <p:nvPr>
            <p:ph type="ftr" sz="quarter" idx="35"/>
          </p:nvPr>
        </p:nvSpPr>
        <p:spPr/>
        <p:txBody>
          <a:bodyPr/>
          <a:lstStyle/>
          <a:p>
            <a:r>
              <a:rPr lang="en-US"/>
              <a:t>EDAG Electrics/Electronics     Author: Shubham/Israr/Omkar       Version:1.0          Scope: EDAG Group     internal</a:t>
            </a:r>
            <a:endParaRPr lang="de-DE"/>
          </a:p>
        </p:txBody>
      </p:sp>
      <p:sp>
        <p:nvSpPr>
          <p:cNvPr id="20" name="Textplatzhalter 17">
            <a:extLst>
              <a:ext uri="{FF2B5EF4-FFF2-40B4-BE49-F238E27FC236}">
                <a16:creationId xmlns:a16="http://schemas.microsoft.com/office/drawing/2014/main" id="{2DB024EA-C06B-7640-6138-C8CA8BA1B4C5}"/>
              </a:ext>
            </a:extLst>
          </p:cNvPr>
          <p:cNvSpPr>
            <a:spLocks noGrp="1"/>
          </p:cNvSpPr>
          <p:nvPr>
            <p:ph type="body" sz="quarter" idx="36"/>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21" name="Titel 20">
            <a:extLst>
              <a:ext uri="{FF2B5EF4-FFF2-40B4-BE49-F238E27FC236}">
                <a16:creationId xmlns:a16="http://schemas.microsoft.com/office/drawing/2014/main" id="{DB5B60A7-D2B1-3134-8D0E-652CDEB0801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171491238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 Mode/Gray Numbers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Gruppieren 5">
            <a:extLst>
              <a:ext uri="{FF2B5EF4-FFF2-40B4-BE49-F238E27FC236}">
                <a16:creationId xmlns:a16="http://schemas.microsoft.com/office/drawing/2014/main" id="{A7BA29A0-0475-CB59-42A6-F43F0CE81F2A}"/>
              </a:ext>
            </a:extLst>
          </p:cNvPr>
          <p:cNvGrpSpPr/>
          <p:nvPr userDrawn="1"/>
        </p:nvGrpSpPr>
        <p:grpSpPr>
          <a:xfrm>
            <a:off x="4239231" y="4525761"/>
            <a:ext cx="3713538" cy="1296000"/>
            <a:chOff x="4245504" y="4062465"/>
            <a:chExt cx="3713538" cy="1296000"/>
          </a:xfrm>
        </p:grpSpPr>
        <p:cxnSp>
          <p:nvCxnSpPr>
            <p:cNvPr id="7" name="Gerader Verbinder 6">
              <a:extLst>
                <a:ext uri="{FF2B5EF4-FFF2-40B4-BE49-F238E27FC236}">
                  <a16:creationId xmlns:a16="http://schemas.microsoft.com/office/drawing/2014/main" id="{FBD1D0BB-D5D1-451E-362D-0850AB2250B4}"/>
                </a:ext>
              </a:extLst>
            </p:cNvPr>
            <p:cNvCxnSpPr>
              <a:cxnSpLocks/>
            </p:cNvCxnSpPr>
            <p:nvPr userDrawn="1"/>
          </p:nvCxnSpPr>
          <p:spPr bwMode="gray">
            <a:xfrm>
              <a:off x="4245504"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Gerader Verbinder 7">
              <a:extLst>
                <a:ext uri="{FF2B5EF4-FFF2-40B4-BE49-F238E27FC236}">
                  <a16:creationId xmlns:a16="http://schemas.microsoft.com/office/drawing/2014/main" id="{F3ED77D0-18D5-6B3B-87CB-672BC1E5AB30}"/>
                </a:ext>
              </a:extLst>
            </p:cNvPr>
            <p:cNvCxnSpPr>
              <a:cxnSpLocks/>
            </p:cNvCxnSpPr>
            <p:nvPr userDrawn="1"/>
          </p:nvCxnSpPr>
          <p:spPr bwMode="gray">
            <a:xfrm>
              <a:off x="7959042"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Textplatzhalter 17">
            <a:extLst>
              <a:ext uri="{FF2B5EF4-FFF2-40B4-BE49-F238E27FC236}">
                <a16:creationId xmlns:a16="http://schemas.microsoft.com/office/drawing/2014/main" id="{E7B6069A-40C8-94D1-CEED-4528869F1449}"/>
              </a:ext>
            </a:extLst>
          </p:cNvPr>
          <p:cNvSpPr>
            <a:spLocks noGrp="1"/>
          </p:cNvSpPr>
          <p:nvPr>
            <p:ph type="body" sz="quarter" idx="13" hasCustomPrompt="1"/>
          </p:nvPr>
        </p:nvSpPr>
        <p:spPr>
          <a:xfrm>
            <a:off x="1677538" y="4595801"/>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1000</a:t>
            </a:r>
          </a:p>
        </p:txBody>
      </p:sp>
      <p:sp>
        <p:nvSpPr>
          <p:cNvPr id="24" name="Textplatzhalter 24">
            <a:extLst>
              <a:ext uri="{FF2B5EF4-FFF2-40B4-BE49-F238E27FC236}">
                <a16:creationId xmlns:a16="http://schemas.microsoft.com/office/drawing/2014/main" id="{AEA58E8D-4488-9CB9-F626-5C7FA38C9EBF}"/>
              </a:ext>
            </a:extLst>
          </p:cNvPr>
          <p:cNvSpPr>
            <a:spLocks noGrp="1"/>
          </p:cNvSpPr>
          <p:nvPr>
            <p:ph type="body" sz="quarter" idx="14" hasCustomPrompt="1"/>
          </p:nvPr>
        </p:nvSpPr>
        <p:spPr>
          <a:xfrm>
            <a:off x="1677540" y="5361468"/>
            <a:ext cx="1685652" cy="598625"/>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6" name="Textplatzhalter 17">
            <a:extLst>
              <a:ext uri="{FF2B5EF4-FFF2-40B4-BE49-F238E27FC236}">
                <a16:creationId xmlns:a16="http://schemas.microsoft.com/office/drawing/2014/main" id="{CA83C053-EC74-8221-0420-66FC3ABE8C89}"/>
              </a:ext>
            </a:extLst>
          </p:cNvPr>
          <p:cNvSpPr>
            <a:spLocks noGrp="1"/>
          </p:cNvSpPr>
          <p:nvPr>
            <p:ph type="body" sz="quarter" idx="18" hasCustomPrompt="1"/>
          </p:nvPr>
        </p:nvSpPr>
        <p:spPr>
          <a:xfrm>
            <a:off x="5253172" y="4595801"/>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1.1</a:t>
            </a:r>
          </a:p>
        </p:txBody>
      </p:sp>
      <p:sp>
        <p:nvSpPr>
          <p:cNvPr id="29" name="Textplatzhalter 24">
            <a:extLst>
              <a:ext uri="{FF2B5EF4-FFF2-40B4-BE49-F238E27FC236}">
                <a16:creationId xmlns:a16="http://schemas.microsoft.com/office/drawing/2014/main" id="{0E2E8157-2D1A-CC25-EF26-EE00ED45533E}"/>
              </a:ext>
            </a:extLst>
          </p:cNvPr>
          <p:cNvSpPr>
            <a:spLocks noGrp="1"/>
          </p:cNvSpPr>
          <p:nvPr>
            <p:ph type="body" sz="quarter" idx="19" hasCustomPrompt="1"/>
          </p:nvPr>
        </p:nvSpPr>
        <p:spPr>
          <a:xfrm>
            <a:off x="5253174" y="5361468"/>
            <a:ext cx="1685652" cy="598625"/>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1" name="Textplatzhalter 17">
            <a:extLst>
              <a:ext uri="{FF2B5EF4-FFF2-40B4-BE49-F238E27FC236}">
                <a16:creationId xmlns:a16="http://schemas.microsoft.com/office/drawing/2014/main" id="{A5CC053B-77E9-3D89-5EA6-578756D7BA69}"/>
              </a:ext>
            </a:extLst>
          </p:cNvPr>
          <p:cNvSpPr>
            <a:spLocks noGrp="1"/>
          </p:cNvSpPr>
          <p:nvPr>
            <p:ph type="body" sz="quarter" idx="21" hasCustomPrompt="1"/>
          </p:nvPr>
        </p:nvSpPr>
        <p:spPr>
          <a:xfrm>
            <a:off x="8966710" y="4595801"/>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32" name="Textplatzhalter 24">
            <a:extLst>
              <a:ext uri="{FF2B5EF4-FFF2-40B4-BE49-F238E27FC236}">
                <a16:creationId xmlns:a16="http://schemas.microsoft.com/office/drawing/2014/main" id="{ACE9A6AB-AB41-F08B-0FCF-609545138CE3}"/>
              </a:ext>
            </a:extLst>
          </p:cNvPr>
          <p:cNvSpPr>
            <a:spLocks noGrp="1"/>
          </p:cNvSpPr>
          <p:nvPr>
            <p:ph type="body" sz="quarter" idx="22" hasCustomPrompt="1"/>
          </p:nvPr>
        </p:nvSpPr>
        <p:spPr>
          <a:xfrm>
            <a:off x="8966712" y="5361468"/>
            <a:ext cx="1685652" cy="598625"/>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18" name="Foliennummernplatzhalter 17">
            <a:extLst>
              <a:ext uri="{FF2B5EF4-FFF2-40B4-BE49-F238E27FC236}">
                <a16:creationId xmlns:a16="http://schemas.microsoft.com/office/drawing/2014/main" id="{C1C88693-ED94-4510-BF50-3DE7B29C01B7}"/>
              </a:ext>
            </a:extLst>
          </p:cNvPr>
          <p:cNvSpPr>
            <a:spLocks noGrp="1"/>
          </p:cNvSpPr>
          <p:nvPr>
            <p:ph type="sldNum" sz="quarter" idx="34"/>
          </p:nvPr>
        </p:nvSpPr>
        <p:spPr/>
        <p:txBody>
          <a:bodyPr/>
          <a:lstStyle/>
          <a:p>
            <a:fld id="{7D3ABF3B-F89B-4CD7-B75C-63A8A662AF01}" type="slidenum">
              <a:rPr lang="en-US" smtClean="0"/>
              <a:pPr/>
              <a:t>‹#›</a:t>
            </a:fld>
            <a:endParaRPr lang="en-US"/>
          </a:p>
        </p:txBody>
      </p:sp>
      <p:grpSp>
        <p:nvGrpSpPr>
          <p:cNvPr id="16" name="Gruppieren 15">
            <a:extLst>
              <a:ext uri="{FF2B5EF4-FFF2-40B4-BE49-F238E27FC236}">
                <a16:creationId xmlns:a16="http://schemas.microsoft.com/office/drawing/2014/main" id="{B7C1FF4C-BB20-F196-8766-DBFD7C251171}"/>
              </a:ext>
            </a:extLst>
          </p:cNvPr>
          <p:cNvGrpSpPr/>
          <p:nvPr userDrawn="1"/>
        </p:nvGrpSpPr>
        <p:grpSpPr>
          <a:xfrm>
            <a:off x="4239231" y="2378900"/>
            <a:ext cx="3713538" cy="1296000"/>
            <a:chOff x="4245504" y="4062465"/>
            <a:chExt cx="3713538" cy="1296000"/>
          </a:xfrm>
        </p:grpSpPr>
        <p:cxnSp>
          <p:nvCxnSpPr>
            <p:cNvPr id="17" name="Gerader Verbinder 16">
              <a:extLst>
                <a:ext uri="{FF2B5EF4-FFF2-40B4-BE49-F238E27FC236}">
                  <a16:creationId xmlns:a16="http://schemas.microsoft.com/office/drawing/2014/main" id="{58DEA858-43FF-4415-DE89-277020C5EAF0}"/>
                </a:ext>
              </a:extLst>
            </p:cNvPr>
            <p:cNvCxnSpPr>
              <a:cxnSpLocks/>
            </p:cNvCxnSpPr>
            <p:nvPr userDrawn="1"/>
          </p:nvCxnSpPr>
          <p:spPr bwMode="gray">
            <a:xfrm>
              <a:off x="4245504"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94AEF92F-434C-2FFD-CF05-7C8B68850385}"/>
                </a:ext>
              </a:extLst>
            </p:cNvPr>
            <p:cNvCxnSpPr>
              <a:cxnSpLocks/>
            </p:cNvCxnSpPr>
            <p:nvPr userDrawn="1"/>
          </p:nvCxnSpPr>
          <p:spPr bwMode="gray">
            <a:xfrm>
              <a:off x="7959042" y="4062465"/>
              <a:ext cx="0" cy="1296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 name="Textplatzhalter 17">
            <a:extLst>
              <a:ext uri="{FF2B5EF4-FFF2-40B4-BE49-F238E27FC236}">
                <a16:creationId xmlns:a16="http://schemas.microsoft.com/office/drawing/2014/main" id="{0ECD0387-F61D-490D-FE26-5366E11DC75A}"/>
              </a:ext>
            </a:extLst>
          </p:cNvPr>
          <p:cNvSpPr>
            <a:spLocks noGrp="1"/>
          </p:cNvSpPr>
          <p:nvPr>
            <p:ph type="body" sz="quarter" idx="35" hasCustomPrompt="1"/>
          </p:nvPr>
        </p:nvSpPr>
        <p:spPr>
          <a:xfrm>
            <a:off x="1677538" y="2448940"/>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100</a:t>
            </a:r>
          </a:p>
        </p:txBody>
      </p:sp>
      <p:sp>
        <p:nvSpPr>
          <p:cNvPr id="21" name="Textplatzhalter 24">
            <a:extLst>
              <a:ext uri="{FF2B5EF4-FFF2-40B4-BE49-F238E27FC236}">
                <a16:creationId xmlns:a16="http://schemas.microsoft.com/office/drawing/2014/main" id="{E166CB07-9F81-7EAD-7135-BBEA879EC295}"/>
              </a:ext>
            </a:extLst>
          </p:cNvPr>
          <p:cNvSpPr>
            <a:spLocks noGrp="1"/>
          </p:cNvSpPr>
          <p:nvPr>
            <p:ph type="body" sz="quarter" idx="36" hasCustomPrompt="1"/>
          </p:nvPr>
        </p:nvSpPr>
        <p:spPr>
          <a:xfrm>
            <a:off x="1677540" y="3214607"/>
            <a:ext cx="1685652" cy="595829"/>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2" name="Textplatzhalter 17">
            <a:extLst>
              <a:ext uri="{FF2B5EF4-FFF2-40B4-BE49-F238E27FC236}">
                <a16:creationId xmlns:a16="http://schemas.microsoft.com/office/drawing/2014/main" id="{B26F895C-2B40-786C-429E-81F4483FE46C}"/>
              </a:ext>
            </a:extLst>
          </p:cNvPr>
          <p:cNvSpPr>
            <a:spLocks noGrp="1"/>
          </p:cNvSpPr>
          <p:nvPr>
            <p:ph type="body" sz="quarter" idx="37" hasCustomPrompt="1"/>
          </p:nvPr>
        </p:nvSpPr>
        <p:spPr>
          <a:xfrm>
            <a:off x="5253172" y="2448940"/>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10</a:t>
            </a:r>
          </a:p>
        </p:txBody>
      </p:sp>
      <p:sp>
        <p:nvSpPr>
          <p:cNvPr id="38" name="Textplatzhalter 24">
            <a:extLst>
              <a:ext uri="{FF2B5EF4-FFF2-40B4-BE49-F238E27FC236}">
                <a16:creationId xmlns:a16="http://schemas.microsoft.com/office/drawing/2014/main" id="{5ADD81B7-6B3B-7274-726E-357BB9C52F9C}"/>
              </a:ext>
            </a:extLst>
          </p:cNvPr>
          <p:cNvSpPr>
            <a:spLocks noGrp="1"/>
          </p:cNvSpPr>
          <p:nvPr>
            <p:ph type="body" sz="quarter" idx="38" hasCustomPrompt="1"/>
          </p:nvPr>
        </p:nvSpPr>
        <p:spPr>
          <a:xfrm>
            <a:off x="5253174" y="3214607"/>
            <a:ext cx="1685652" cy="595829"/>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39" name="Textplatzhalter 17">
            <a:extLst>
              <a:ext uri="{FF2B5EF4-FFF2-40B4-BE49-F238E27FC236}">
                <a16:creationId xmlns:a16="http://schemas.microsoft.com/office/drawing/2014/main" id="{E3D7BC02-47FA-22EB-FE72-4D8D52E04A6C}"/>
              </a:ext>
            </a:extLst>
          </p:cNvPr>
          <p:cNvSpPr>
            <a:spLocks noGrp="1"/>
          </p:cNvSpPr>
          <p:nvPr>
            <p:ph type="body" sz="quarter" idx="39" hasCustomPrompt="1"/>
          </p:nvPr>
        </p:nvSpPr>
        <p:spPr>
          <a:xfrm>
            <a:off x="8966710" y="2448940"/>
            <a:ext cx="1685657" cy="598625"/>
          </a:xfrm>
          <a:prstGeom prst="rect">
            <a:avLst/>
          </a:prstGeom>
        </p:spPr>
        <p:txBody>
          <a:bodyPr lIns="0" tIns="0" rIns="0" bIns="0"/>
          <a:lstStyle>
            <a:lvl1pPr marL="0" indent="0" algn="ctr">
              <a:buFontTx/>
              <a:buNone/>
              <a:defRPr sz="5000" b="1" baseline="0">
                <a:solidFill>
                  <a:schemeClr val="bg1"/>
                </a:solidFill>
              </a:defRPr>
            </a:lvl1pPr>
            <a:lvl2pPr marL="457200" indent="0">
              <a:buFontTx/>
              <a:buNone/>
              <a:defRPr sz="9600" b="1">
                <a:solidFill>
                  <a:schemeClr val="bg1"/>
                </a:solidFill>
              </a:defRPr>
            </a:lvl2pPr>
            <a:lvl3pPr marL="914400" indent="0">
              <a:buFontTx/>
              <a:buNone/>
              <a:defRPr sz="9600" b="1">
                <a:solidFill>
                  <a:schemeClr val="bg1"/>
                </a:solidFill>
              </a:defRPr>
            </a:lvl3pPr>
            <a:lvl4pPr marL="1371600" indent="0">
              <a:buFontTx/>
              <a:buNone/>
              <a:defRPr sz="9600" b="1">
                <a:solidFill>
                  <a:schemeClr val="bg1"/>
                </a:solidFill>
              </a:defRPr>
            </a:lvl4pPr>
            <a:lvl5pPr marL="1828800" indent="0">
              <a:buFontTx/>
              <a:buNone/>
              <a:defRPr sz="9600" b="1">
                <a:solidFill>
                  <a:schemeClr val="bg1"/>
                </a:solidFill>
              </a:defRPr>
            </a:lvl5pPr>
          </a:lstStyle>
          <a:p>
            <a:pPr lvl="0"/>
            <a:r>
              <a:rPr lang="de-DE"/>
              <a:t>1</a:t>
            </a:r>
          </a:p>
        </p:txBody>
      </p:sp>
      <p:sp>
        <p:nvSpPr>
          <p:cNvPr id="40" name="Textplatzhalter 24">
            <a:extLst>
              <a:ext uri="{FF2B5EF4-FFF2-40B4-BE49-F238E27FC236}">
                <a16:creationId xmlns:a16="http://schemas.microsoft.com/office/drawing/2014/main" id="{0F3E8A97-495E-6B17-D01C-EEB4FB8912DA}"/>
              </a:ext>
            </a:extLst>
          </p:cNvPr>
          <p:cNvSpPr>
            <a:spLocks noGrp="1"/>
          </p:cNvSpPr>
          <p:nvPr>
            <p:ph type="body" sz="quarter" idx="40" hasCustomPrompt="1"/>
          </p:nvPr>
        </p:nvSpPr>
        <p:spPr>
          <a:xfrm>
            <a:off x="8966712" y="3214607"/>
            <a:ext cx="1685652" cy="595829"/>
          </a:xfrm>
          <a:prstGeom prst="rect">
            <a:avLst/>
          </a:prstGeom>
        </p:spPr>
        <p:txBody>
          <a:bodyPr lIns="0" tIns="0" rIns="0" bIns="0"/>
          <a:lstStyle>
            <a:lvl1pPr marL="0" indent="0" algn="ctr">
              <a:buFontTx/>
              <a:buNone/>
              <a:defRPr b="0">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sz="1200" b="0">
                <a:effectLst/>
                <a:latin typeface="+mj-lt"/>
                <a:ea typeface="Open Sans" pitchFamily="2" charset="0"/>
                <a:cs typeface="Sora" pitchFamily="2" charset="0"/>
              </a:rPr>
              <a:t>The placeholder text, beginning with the line Lorem ipsum</a:t>
            </a:r>
            <a:br>
              <a:rPr lang="de-DE"/>
            </a:br>
            <a:endParaRPr lang="de-DE"/>
          </a:p>
        </p:txBody>
      </p:sp>
      <p:sp>
        <p:nvSpPr>
          <p:cNvPr id="27" name="Fußzeilenplatzhalter 26">
            <a:extLst>
              <a:ext uri="{FF2B5EF4-FFF2-40B4-BE49-F238E27FC236}">
                <a16:creationId xmlns:a16="http://schemas.microsoft.com/office/drawing/2014/main" id="{BC528E42-9C11-61B7-B7E2-1A1BCBC79B48}"/>
              </a:ext>
            </a:extLst>
          </p:cNvPr>
          <p:cNvSpPr>
            <a:spLocks noGrp="1"/>
          </p:cNvSpPr>
          <p:nvPr>
            <p:ph type="ftr" sz="quarter" idx="41"/>
          </p:nvPr>
        </p:nvSpPr>
        <p:spPr/>
        <p:txBody>
          <a:bodyPr/>
          <a:lstStyle/>
          <a:p>
            <a:r>
              <a:rPr lang="en-US"/>
              <a:t>EDAG Electrics/Electronics     Author: Shubham/Israr/Omkar       Version:1.0          Scope: EDAG Group     internal</a:t>
            </a:r>
            <a:endParaRPr lang="de-DE"/>
          </a:p>
        </p:txBody>
      </p:sp>
      <p:sp>
        <p:nvSpPr>
          <p:cNvPr id="28" name="Titel 27">
            <a:extLst>
              <a:ext uri="{FF2B5EF4-FFF2-40B4-BE49-F238E27FC236}">
                <a16:creationId xmlns:a16="http://schemas.microsoft.com/office/drawing/2014/main" id="{8FEAFCC1-E8E6-0013-4806-1E43140F9268}"/>
              </a:ext>
            </a:extLst>
          </p:cNvPr>
          <p:cNvSpPr>
            <a:spLocks noGrp="1"/>
          </p:cNvSpPr>
          <p:nvPr>
            <p:ph type="title"/>
          </p:nvPr>
        </p:nvSpPr>
        <p:spPr/>
        <p:txBody>
          <a:bodyPr>
            <a:noAutofit/>
          </a:bodyPr>
          <a:lstStyle/>
          <a:p>
            <a:r>
              <a:rPr lang="de-DE"/>
              <a:t>Mastertitelformat bearbeiten</a:t>
            </a:r>
          </a:p>
        </p:txBody>
      </p:sp>
      <p:sp>
        <p:nvSpPr>
          <p:cNvPr id="30" name="Textplatzhalter 17">
            <a:extLst>
              <a:ext uri="{FF2B5EF4-FFF2-40B4-BE49-F238E27FC236}">
                <a16:creationId xmlns:a16="http://schemas.microsoft.com/office/drawing/2014/main" id="{E3BA15D6-C8CD-27F9-7BEE-4D69CE31080C}"/>
              </a:ext>
            </a:extLst>
          </p:cNvPr>
          <p:cNvSpPr>
            <a:spLocks noGrp="1"/>
          </p:cNvSpPr>
          <p:nvPr>
            <p:ph type="body" sz="quarter" idx="42"/>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457936426"/>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ark Mode/Gray Statement">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454F6B8C-4F87-2244-4BC5-741A66267B0B}"/>
              </a:ext>
            </a:extLst>
          </p:cNvPr>
          <p:cNvSpPr>
            <a:spLocks noGrp="1"/>
          </p:cNvSpPr>
          <p:nvPr>
            <p:ph idx="1"/>
          </p:nvPr>
        </p:nvSpPr>
        <p:spPr>
          <a:xfrm>
            <a:off x="658799" y="3827849"/>
            <a:ext cx="10875600" cy="2349114"/>
          </a:xfrm>
          <a:prstGeom prst="rect">
            <a:avLst/>
          </a:prstGeom>
        </p:spPr>
        <p:txBody>
          <a:bodyPr lIns="0" tIns="0" rIns="0" bIns="0"/>
          <a:lstStyle>
            <a:lvl1pPr marL="0" indent="0">
              <a:buNone/>
              <a:defRPr sz="16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de-DE"/>
              <a:t>Mastertextformat bearbeiten</a:t>
            </a:r>
          </a:p>
        </p:txBody>
      </p:sp>
      <p:pic>
        <p:nvPicPr>
          <p:cNvPr id="31" name="Grafik 30">
            <a:extLst>
              <a:ext uri="{FF2B5EF4-FFF2-40B4-BE49-F238E27FC236}">
                <a16:creationId xmlns:a16="http://schemas.microsoft.com/office/drawing/2014/main" id="{F86A3554-534D-D127-DCF0-58C57506EA18}"/>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r="9008"/>
          <a:stretch/>
        </p:blipFill>
        <p:spPr>
          <a:xfrm>
            <a:off x="8780393" y="2797200"/>
            <a:ext cx="3411607" cy="2687150"/>
          </a:xfrm>
          <a:prstGeom prst="rect">
            <a:avLst/>
          </a:prstGeom>
        </p:spPr>
      </p:pic>
      <p:sp>
        <p:nvSpPr>
          <p:cNvPr id="34" name="Textplatzhalter 33">
            <a:extLst>
              <a:ext uri="{FF2B5EF4-FFF2-40B4-BE49-F238E27FC236}">
                <a16:creationId xmlns:a16="http://schemas.microsoft.com/office/drawing/2014/main" id="{503E446B-C915-7208-68EB-2F475AFD841E}"/>
              </a:ext>
            </a:extLst>
          </p:cNvPr>
          <p:cNvSpPr>
            <a:spLocks noGrp="1"/>
          </p:cNvSpPr>
          <p:nvPr>
            <p:ph type="body" sz="quarter" idx="13" hasCustomPrompt="1"/>
          </p:nvPr>
        </p:nvSpPr>
        <p:spPr>
          <a:xfrm>
            <a:off x="5161660" y="2349140"/>
            <a:ext cx="6371528" cy="1141341"/>
          </a:xfrm>
          <a:prstGeom prst="rect">
            <a:avLst/>
          </a:prstGeom>
        </p:spPr>
        <p:txBody>
          <a:bodyPr lIns="0" tIns="0" rIns="0" bIns="0"/>
          <a:lstStyle>
            <a:lvl1pPr marL="0" indent="0">
              <a:buNone/>
              <a:defRPr sz="9600" b="1" cap="all" baseline="0">
                <a:solidFill>
                  <a:schemeClr val="accent1"/>
                </a:solidFill>
              </a:defRPr>
            </a:lvl1pPr>
            <a:lvl2pPr marL="457200" indent="0">
              <a:buNone/>
              <a:defRPr sz="9600"/>
            </a:lvl2pPr>
            <a:lvl3pPr marL="914400" indent="0">
              <a:buNone/>
              <a:defRPr sz="9600"/>
            </a:lvl3pPr>
            <a:lvl4pPr marL="1371600" indent="0">
              <a:buNone/>
              <a:defRPr sz="9600"/>
            </a:lvl4pPr>
            <a:lvl5pPr marL="1828800" indent="0">
              <a:buNone/>
              <a:defRPr sz="9600"/>
            </a:lvl5pPr>
          </a:lstStyle>
          <a:p>
            <a:pPr lvl="0"/>
            <a:r>
              <a:rPr lang="de-DE"/>
              <a:t>KEYWORD</a:t>
            </a:r>
          </a:p>
        </p:txBody>
      </p:sp>
      <p:sp>
        <p:nvSpPr>
          <p:cNvPr id="2" name="Foliennummernplatzhalter 1">
            <a:extLst>
              <a:ext uri="{FF2B5EF4-FFF2-40B4-BE49-F238E27FC236}">
                <a16:creationId xmlns:a16="http://schemas.microsoft.com/office/drawing/2014/main" id="{E6099C07-01B4-9C15-824D-A167FAAA900C}"/>
              </a:ext>
            </a:extLst>
          </p:cNvPr>
          <p:cNvSpPr>
            <a:spLocks noGrp="1"/>
          </p:cNvSpPr>
          <p:nvPr>
            <p:ph type="sldNum" sz="quarter" idx="14"/>
          </p:nvPr>
        </p:nvSpPr>
        <p:spPr/>
        <p:txBody>
          <a:bodyPr/>
          <a:lstStyle/>
          <a:p>
            <a:fld id="{7D3ABF3B-F89B-4CD7-B75C-63A8A662AF01}" type="slidenum">
              <a:rPr lang="en-US" smtClean="0"/>
              <a:pPr/>
              <a:t>‹#›</a:t>
            </a:fld>
            <a:endParaRPr lang="en-US"/>
          </a:p>
        </p:txBody>
      </p:sp>
      <p:pic>
        <p:nvPicPr>
          <p:cNvPr id="3" name="Grafik 2">
            <a:extLst>
              <a:ext uri="{FF2B5EF4-FFF2-40B4-BE49-F238E27FC236}">
                <a16:creationId xmlns:a16="http://schemas.microsoft.com/office/drawing/2014/main" id="{55B538B9-EE2B-C5A5-0BF2-7EE231BE04F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0" y="3552483"/>
            <a:ext cx="658814" cy="137683"/>
          </a:xfrm>
          <a:prstGeom prst="rect">
            <a:avLst/>
          </a:prstGeom>
        </p:spPr>
      </p:pic>
      <p:sp>
        <p:nvSpPr>
          <p:cNvPr id="16" name="Fußzeilenplatzhalter 15">
            <a:extLst>
              <a:ext uri="{FF2B5EF4-FFF2-40B4-BE49-F238E27FC236}">
                <a16:creationId xmlns:a16="http://schemas.microsoft.com/office/drawing/2014/main" id="{D9F877EB-AD36-6ED0-574A-91C23B2F40C0}"/>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7" name="Titel 16">
            <a:extLst>
              <a:ext uri="{FF2B5EF4-FFF2-40B4-BE49-F238E27FC236}">
                <a16:creationId xmlns:a16="http://schemas.microsoft.com/office/drawing/2014/main" id="{A9E41E50-6542-6018-482F-6ACEB78EB148}"/>
              </a:ext>
            </a:extLst>
          </p:cNvPr>
          <p:cNvSpPr>
            <a:spLocks noGrp="1"/>
          </p:cNvSpPr>
          <p:nvPr>
            <p:ph type="title"/>
          </p:nvPr>
        </p:nvSpPr>
        <p:spPr/>
        <p:txBody>
          <a:bodyPr>
            <a:noAutofit/>
          </a:bodyPr>
          <a:lstStyle/>
          <a:p>
            <a:r>
              <a:rPr lang="de-DE"/>
              <a:t>Mastertitelformat bearbeiten</a:t>
            </a:r>
          </a:p>
        </p:txBody>
      </p:sp>
      <p:sp>
        <p:nvSpPr>
          <p:cNvPr id="18" name="Textplatzhalter 17">
            <a:extLst>
              <a:ext uri="{FF2B5EF4-FFF2-40B4-BE49-F238E27FC236}">
                <a16:creationId xmlns:a16="http://schemas.microsoft.com/office/drawing/2014/main" id="{41486753-22F6-63EB-6ECA-6251DED3A19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3800584391"/>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Mode/Gray Statement 1">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454F6B8C-4F87-2244-4BC5-741A66267B0B}"/>
              </a:ext>
            </a:extLst>
          </p:cNvPr>
          <p:cNvSpPr>
            <a:spLocks noGrp="1"/>
          </p:cNvSpPr>
          <p:nvPr>
            <p:ph idx="1" hasCustomPrompt="1"/>
          </p:nvPr>
        </p:nvSpPr>
        <p:spPr>
          <a:xfrm>
            <a:off x="658800" y="1807200"/>
            <a:ext cx="10875600" cy="4536184"/>
          </a:xfrm>
          <a:prstGeom prst="rect">
            <a:avLst/>
          </a:prstGeom>
        </p:spPr>
        <p:txBody>
          <a:bodyPr lIns="0" tIns="0" rIns="0" bIns="0"/>
          <a:lstStyle>
            <a:lvl1pPr marL="0" indent="0" algn="ctr">
              <a:buNone/>
              <a:defRPr sz="96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de-DE"/>
              <a:t>„Platz für Statements &amp; mehr“</a:t>
            </a:r>
          </a:p>
        </p:txBody>
      </p:sp>
      <p:pic>
        <p:nvPicPr>
          <p:cNvPr id="31" name="Grafik 30">
            <a:extLst>
              <a:ext uri="{FF2B5EF4-FFF2-40B4-BE49-F238E27FC236}">
                <a16:creationId xmlns:a16="http://schemas.microsoft.com/office/drawing/2014/main" id="{F86A3554-534D-D127-DCF0-58C57506EA18}"/>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r="9008"/>
          <a:stretch/>
        </p:blipFill>
        <p:spPr>
          <a:xfrm>
            <a:off x="8780393" y="2794708"/>
            <a:ext cx="3411607" cy="2687150"/>
          </a:xfrm>
          <a:prstGeom prst="rect">
            <a:avLst/>
          </a:prstGeom>
        </p:spPr>
      </p:pic>
      <p:sp>
        <p:nvSpPr>
          <p:cNvPr id="2" name="Foliennummernplatzhalter 1">
            <a:extLst>
              <a:ext uri="{FF2B5EF4-FFF2-40B4-BE49-F238E27FC236}">
                <a16:creationId xmlns:a16="http://schemas.microsoft.com/office/drawing/2014/main" id="{E6099C07-01B4-9C15-824D-A167FAAA900C}"/>
              </a:ext>
            </a:extLst>
          </p:cNvPr>
          <p:cNvSpPr>
            <a:spLocks noGrp="1"/>
          </p:cNvSpPr>
          <p:nvPr>
            <p:ph type="sldNum" sz="quarter" idx="14"/>
          </p:nvPr>
        </p:nvSpPr>
        <p:spPr/>
        <p:txBody>
          <a:bodyPr/>
          <a:lstStyle/>
          <a:p>
            <a:fld id="{7D3ABF3B-F89B-4CD7-B75C-63A8A662AF01}" type="slidenum">
              <a:rPr lang="en-US" smtClean="0"/>
              <a:pPr/>
              <a:t>‹#›</a:t>
            </a:fld>
            <a:endParaRPr lang="en-US"/>
          </a:p>
        </p:txBody>
      </p:sp>
      <p:sp>
        <p:nvSpPr>
          <p:cNvPr id="3" name="Fußzeilenplatzhalter 2">
            <a:extLst>
              <a:ext uri="{FF2B5EF4-FFF2-40B4-BE49-F238E27FC236}">
                <a16:creationId xmlns:a16="http://schemas.microsoft.com/office/drawing/2014/main" id="{B52A8D6D-0A96-78D0-3895-A3F54133DCC5}"/>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1873969051"/>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Mode/Gray Statement 2">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31" name="Grafik 30">
            <a:extLst>
              <a:ext uri="{FF2B5EF4-FFF2-40B4-BE49-F238E27FC236}">
                <a16:creationId xmlns:a16="http://schemas.microsoft.com/office/drawing/2014/main" id="{F86A3554-534D-D127-DCF0-58C57506EA18}"/>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r="9008"/>
          <a:stretch/>
        </p:blipFill>
        <p:spPr>
          <a:xfrm>
            <a:off x="8780393" y="2794708"/>
            <a:ext cx="3411607" cy="2687150"/>
          </a:xfrm>
          <a:prstGeom prst="rect">
            <a:avLst/>
          </a:prstGeom>
        </p:spPr>
      </p:pic>
      <p:sp>
        <p:nvSpPr>
          <p:cNvPr id="2" name="Foliennummernplatzhalter 1">
            <a:extLst>
              <a:ext uri="{FF2B5EF4-FFF2-40B4-BE49-F238E27FC236}">
                <a16:creationId xmlns:a16="http://schemas.microsoft.com/office/drawing/2014/main" id="{E6099C07-01B4-9C15-824D-A167FAAA900C}"/>
              </a:ext>
            </a:extLst>
          </p:cNvPr>
          <p:cNvSpPr>
            <a:spLocks noGrp="1"/>
          </p:cNvSpPr>
          <p:nvPr>
            <p:ph type="sldNum" sz="quarter" idx="14"/>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94661536-73BB-9C23-0532-1D93E2CE91AA}"/>
              </a:ext>
            </a:extLst>
          </p:cNvPr>
          <p:cNvSpPr>
            <a:spLocks noGrp="1"/>
          </p:cNvSpPr>
          <p:nvPr>
            <p:ph idx="1" hasCustomPrompt="1"/>
          </p:nvPr>
        </p:nvSpPr>
        <p:spPr>
          <a:xfrm>
            <a:off x="658800" y="1807200"/>
            <a:ext cx="10875600" cy="3988431"/>
          </a:xfrm>
          <a:prstGeom prst="rect">
            <a:avLst/>
          </a:prstGeom>
        </p:spPr>
        <p:txBody>
          <a:bodyPr lIns="0" tIns="0" rIns="0" bIns="0"/>
          <a:lstStyle>
            <a:lvl1pPr marL="0" indent="0" algn="ctr">
              <a:buNone/>
              <a:defRPr sz="6000" b="1">
                <a:solidFill>
                  <a:schemeClr val="bg1"/>
                </a:solidFill>
              </a:defRPr>
            </a:lvl1pPr>
            <a:lvl2pPr marL="457200" indent="0">
              <a:buNone/>
              <a:defRPr sz="1600" b="1">
                <a:solidFill>
                  <a:schemeClr val="bg1"/>
                </a:solidFill>
              </a:defRPr>
            </a:lvl2pPr>
            <a:lvl3pPr marL="914400" indent="0">
              <a:buNone/>
              <a:defRPr sz="1600" b="1">
                <a:solidFill>
                  <a:schemeClr val="bg1"/>
                </a:solidFill>
              </a:defRPr>
            </a:lvl3pPr>
            <a:lvl4pPr marL="1371600" indent="0">
              <a:buNone/>
              <a:defRPr sz="1600" b="1">
                <a:solidFill>
                  <a:schemeClr val="bg1"/>
                </a:solidFill>
              </a:defRPr>
            </a:lvl4pPr>
            <a:lvl5pPr marL="1828800" indent="0">
              <a:buNone/>
              <a:defRPr sz="1600" b="1">
                <a:solidFill>
                  <a:schemeClr val="bg1"/>
                </a:solidFill>
              </a:defRPr>
            </a:lvl5pPr>
          </a:lstStyle>
          <a:p>
            <a:pPr lvl="0"/>
            <a:r>
              <a:rPr lang="de-DE"/>
              <a:t>„Platz für lange Statements, Sprüche, Zitate &amp; Co.</a:t>
            </a:r>
            <a:br>
              <a:rPr lang="de-DE"/>
            </a:br>
            <a:r>
              <a:rPr lang="de-DE"/>
              <a:t> Mit Quellenangabe </a:t>
            </a:r>
            <a:br>
              <a:rPr lang="de-DE"/>
            </a:br>
            <a:r>
              <a:rPr lang="de-DE"/>
              <a:t>oder Autor“</a:t>
            </a:r>
          </a:p>
        </p:txBody>
      </p:sp>
      <p:sp>
        <p:nvSpPr>
          <p:cNvPr id="14" name="Textplatzhalter 4">
            <a:extLst>
              <a:ext uri="{FF2B5EF4-FFF2-40B4-BE49-F238E27FC236}">
                <a16:creationId xmlns:a16="http://schemas.microsoft.com/office/drawing/2014/main" id="{B754EBAC-E16C-096E-A3ED-21FAF5D60DDD}"/>
              </a:ext>
            </a:extLst>
          </p:cNvPr>
          <p:cNvSpPr>
            <a:spLocks noGrp="1"/>
          </p:cNvSpPr>
          <p:nvPr>
            <p:ph type="body" sz="quarter" idx="11" hasCustomPrompt="1"/>
          </p:nvPr>
        </p:nvSpPr>
        <p:spPr>
          <a:xfrm>
            <a:off x="658814" y="5957739"/>
            <a:ext cx="10874374" cy="320823"/>
          </a:xfrm>
          <a:prstGeom prst="rect">
            <a:avLst/>
          </a:prstGeom>
        </p:spPr>
        <p:txBody>
          <a:bodyPr lIns="0" tIns="0" rIns="0" bIns="0"/>
          <a:lstStyle>
            <a:lvl1pPr marL="0" indent="0" algn="ctr">
              <a:buNone/>
              <a:defRPr b="1" baseline="0">
                <a:solidFill>
                  <a:schemeClr val="bg1"/>
                </a:solidFill>
              </a:defRPr>
            </a:lvl1pPr>
            <a:lvl2pPr marL="457200" indent="0" algn="ctr">
              <a:buNone/>
              <a:defRPr b="0"/>
            </a:lvl2pPr>
            <a:lvl3pPr marL="914400" indent="0" algn="ctr">
              <a:buNone/>
              <a:defRPr b="0"/>
            </a:lvl3pPr>
            <a:lvl4pPr marL="1371600" indent="0" algn="ctr">
              <a:buNone/>
              <a:defRPr b="0"/>
            </a:lvl4pPr>
            <a:lvl5pPr marL="1828800" indent="0" algn="ctr">
              <a:buNone/>
              <a:defRPr b="0"/>
            </a:lvl5pPr>
          </a:lstStyle>
          <a:p>
            <a:pPr lvl="0"/>
            <a:r>
              <a:rPr lang="de-DE"/>
              <a:t>Autor / Quellenangabe</a:t>
            </a:r>
          </a:p>
        </p:txBody>
      </p:sp>
      <p:sp>
        <p:nvSpPr>
          <p:cNvPr id="15" name="Fußzeilenplatzhalter 14">
            <a:extLst>
              <a:ext uri="{FF2B5EF4-FFF2-40B4-BE49-F238E27FC236}">
                <a16:creationId xmlns:a16="http://schemas.microsoft.com/office/drawing/2014/main" id="{FFD1D5F9-E4D0-11B2-3524-45C127256D79}"/>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328285500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ark Mode/Gray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nhaltsplatzhalter 2">
            <a:extLst>
              <a:ext uri="{FF2B5EF4-FFF2-40B4-BE49-F238E27FC236}">
                <a16:creationId xmlns:a16="http://schemas.microsoft.com/office/drawing/2014/main" id="{37976C26-78A6-624E-DAD4-0DE213156EDD}"/>
              </a:ext>
            </a:extLst>
          </p:cNvPr>
          <p:cNvSpPr>
            <a:spLocks noGrp="1"/>
          </p:cNvSpPr>
          <p:nvPr>
            <p:ph idx="1" hasCustomPrompt="1"/>
          </p:nvPr>
        </p:nvSpPr>
        <p:spPr>
          <a:xfrm>
            <a:off x="658800" y="1808163"/>
            <a:ext cx="10885465" cy="1338371"/>
          </a:xfrm>
          <a:prstGeom prst="rect">
            <a:avLst/>
          </a:prstGeom>
        </p:spPr>
        <p:txBody>
          <a:bodyPr lIns="0" tIns="0" rIns="0" bIns="0"/>
          <a:lstStyle>
            <a:lvl1pPr marL="0" indent="0">
              <a:buFontTx/>
              <a:buNone/>
              <a:defRPr sz="9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LUNCH BREAK</a:t>
            </a:r>
          </a:p>
        </p:txBody>
      </p:sp>
      <p:pic>
        <p:nvPicPr>
          <p:cNvPr id="6" name="Picture 2">
            <a:extLst>
              <a:ext uri="{FF2B5EF4-FFF2-40B4-BE49-F238E27FC236}">
                <a16:creationId xmlns:a16="http://schemas.microsoft.com/office/drawing/2014/main" id="{51D0CE84-41B1-6D79-9631-C2D087737FED}"/>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68542" y="549275"/>
            <a:ext cx="1041663" cy="589362"/>
          </a:xfrm>
          <a:prstGeom prst="rect">
            <a:avLst/>
          </a:prstGeom>
          <a:noFill/>
          <a:extLst>
            <a:ext uri="{909E8E84-426E-40DD-AFC4-6F175D3DCCD1}">
              <a14:hiddenFill xmlns:a14="http://schemas.microsoft.com/office/drawing/2010/main">
                <a:solidFill>
                  <a:srgbClr val="FFFFFF"/>
                </a:solidFill>
              </a14:hiddenFill>
            </a:ext>
          </a:extLst>
        </p:spPr>
      </p:pic>
      <p:sp>
        <p:nvSpPr>
          <p:cNvPr id="7" name="Textplatzhalter 47">
            <a:extLst>
              <a:ext uri="{FF2B5EF4-FFF2-40B4-BE49-F238E27FC236}">
                <a16:creationId xmlns:a16="http://schemas.microsoft.com/office/drawing/2014/main" id="{76E72628-9A9C-9C8E-A85B-3BCDC0B1AF42}"/>
              </a:ext>
            </a:extLst>
          </p:cNvPr>
          <p:cNvSpPr>
            <a:spLocks noGrp="1"/>
          </p:cNvSpPr>
          <p:nvPr>
            <p:ph type="body" sz="quarter" idx="16" hasCustomPrompt="1"/>
          </p:nvPr>
        </p:nvSpPr>
        <p:spPr>
          <a:xfrm>
            <a:off x="658813" y="3339268"/>
            <a:ext cx="2338828" cy="278749"/>
          </a:xfrm>
          <a:prstGeom prst="rect">
            <a:avLst/>
          </a:prstGeom>
        </p:spPr>
        <p:txBody>
          <a:bodyPr lIns="0" tIns="0" rIns="0" bIns="0"/>
          <a:lstStyle>
            <a:lvl1pPr marL="0" indent="0" algn="l">
              <a:buFontTx/>
              <a:buNone/>
              <a:defRPr sz="2200" b="1" spc="0">
                <a:solidFill>
                  <a:schemeClr val="bg2"/>
                </a:solidFill>
              </a:defRPr>
            </a:lvl1pPr>
            <a:lvl2pPr marL="457200" indent="0">
              <a:buFontTx/>
              <a:buNone/>
              <a:defRPr sz="4000"/>
            </a:lvl2pPr>
            <a:lvl3pPr marL="914400" indent="0">
              <a:buFontTx/>
              <a:buNone/>
              <a:defRPr sz="4000"/>
            </a:lvl3pPr>
            <a:lvl4pPr marL="1371600" indent="0">
              <a:buFontTx/>
              <a:buNone/>
              <a:defRPr sz="4000"/>
            </a:lvl4pPr>
            <a:lvl5pPr marL="1828800" indent="0">
              <a:buFontTx/>
              <a:buNone/>
              <a:defRPr sz="4000"/>
            </a:lvl5pPr>
          </a:lstStyle>
          <a:p>
            <a:pPr lvl="0"/>
            <a:r>
              <a:rPr lang="de-DE"/>
              <a:t>00:00 – 00:00 Uhr</a:t>
            </a:r>
          </a:p>
        </p:txBody>
      </p:sp>
      <p:sp>
        <p:nvSpPr>
          <p:cNvPr id="8" name="Foliennummernplatzhalter 21">
            <a:extLst>
              <a:ext uri="{FF2B5EF4-FFF2-40B4-BE49-F238E27FC236}">
                <a16:creationId xmlns:a16="http://schemas.microsoft.com/office/drawing/2014/main" id="{0F89045D-698C-C921-C774-A0192223B5C6}"/>
              </a:ext>
            </a:extLst>
          </p:cNvPr>
          <p:cNvSpPr txBox="1">
            <a:spLocks/>
          </p:cNvSpPr>
          <p:nvPr userDrawn="1"/>
        </p:nvSpPr>
        <p:spPr>
          <a:xfrm>
            <a:off x="11318005" y="6538125"/>
            <a:ext cx="215183" cy="122917"/>
          </a:xfrm>
          <a:prstGeom prst="rect">
            <a:avLst/>
          </a:prstGeom>
        </p:spPr>
        <p:txBody>
          <a:bodyPr/>
          <a:lstStyle>
            <a:defPPr>
              <a:defRPr sz="1800" kern="1200">
                <a:solidFill>
                  <a:schemeClr val="tx1"/>
                </a:solidFill>
                <a:latin typeface="+mn-lt"/>
                <a:ea typeface="+mn-ea"/>
                <a:cs typeface="+mn-cs"/>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DE">
              <a:solidFill>
                <a:schemeClr val="bg2"/>
              </a:solidFill>
            </a:endParaRPr>
          </a:p>
        </p:txBody>
      </p:sp>
      <p:pic>
        <p:nvPicPr>
          <p:cNvPr id="23" name="Grafik 22">
            <a:extLst>
              <a:ext uri="{FF2B5EF4-FFF2-40B4-BE49-F238E27FC236}">
                <a16:creationId xmlns:a16="http://schemas.microsoft.com/office/drawing/2014/main" id="{93F320E8-BC7A-4AFB-91F1-F357DC912366}"/>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1533438"/>
            <a:ext cx="658814" cy="137683"/>
          </a:xfrm>
          <a:prstGeom prst="rect">
            <a:avLst/>
          </a:prstGeom>
        </p:spPr>
      </p:pic>
      <p:sp>
        <p:nvSpPr>
          <p:cNvPr id="24" name="Foliennummernplatzhalter 23">
            <a:extLst>
              <a:ext uri="{FF2B5EF4-FFF2-40B4-BE49-F238E27FC236}">
                <a16:creationId xmlns:a16="http://schemas.microsoft.com/office/drawing/2014/main" id="{D17C45FD-4A8C-72AD-38C2-187BFD8EB259}"/>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16" name="Fußzeilenplatzhalter 15">
            <a:extLst>
              <a:ext uri="{FF2B5EF4-FFF2-40B4-BE49-F238E27FC236}">
                <a16:creationId xmlns:a16="http://schemas.microsoft.com/office/drawing/2014/main" id="{86C4D638-C8E5-8A92-1C5B-A0C2B39E12C1}"/>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1497766439"/>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ark Mode/Gray Brea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nhaltsplatzhalter 2">
            <a:extLst>
              <a:ext uri="{FF2B5EF4-FFF2-40B4-BE49-F238E27FC236}">
                <a16:creationId xmlns:a16="http://schemas.microsoft.com/office/drawing/2014/main" id="{37976C26-78A6-624E-DAD4-0DE213156EDD}"/>
              </a:ext>
            </a:extLst>
          </p:cNvPr>
          <p:cNvSpPr>
            <a:spLocks noGrp="1"/>
          </p:cNvSpPr>
          <p:nvPr>
            <p:ph idx="1" hasCustomPrompt="1"/>
          </p:nvPr>
        </p:nvSpPr>
        <p:spPr>
          <a:xfrm>
            <a:off x="658800" y="1808163"/>
            <a:ext cx="10885465" cy="1338371"/>
          </a:xfrm>
          <a:prstGeom prst="rect">
            <a:avLst/>
          </a:prstGeom>
        </p:spPr>
        <p:txBody>
          <a:bodyPr lIns="0" tIns="0" rIns="0" bIns="0"/>
          <a:lstStyle>
            <a:lvl1pPr marL="0" indent="0">
              <a:buFontTx/>
              <a:buNone/>
              <a:defRPr sz="9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KAFFEEPAUSE</a:t>
            </a:r>
          </a:p>
        </p:txBody>
      </p:sp>
      <p:sp>
        <p:nvSpPr>
          <p:cNvPr id="7" name="Textplatzhalter 47">
            <a:extLst>
              <a:ext uri="{FF2B5EF4-FFF2-40B4-BE49-F238E27FC236}">
                <a16:creationId xmlns:a16="http://schemas.microsoft.com/office/drawing/2014/main" id="{76E72628-9A9C-9C8E-A85B-3BCDC0B1AF42}"/>
              </a:ext>
            </a:extLst>
          </p:cNvPr>
          <p:cNvSpPr>
            <a:spLocks noGrp="1"/>
          </p:cNvSpPr>
          <p:nvPr>
            <p:ph type="body" sz="quarter" idx="16" hasCustomPrompt="1"/>
          </p:nvPr>
        </p:nvSpPr>
        <p:spPr>
          <a:xfrm>
            <a:off x="658813" y="3339268"/>
            <a:ext cx="2338828" cy="278749"/>
          </a:xfrm>
          <a:prstGeom prst="rect">
            <a:avLst/>
          </a:prstGeom>
        </p:spPr>
        <p:txBody>
          <a:bodyPr lIns="0" tIns="0" rIns="0" bIns="0"/>
          <a:lstStyle>
            <a:lvl1pPr marL="0" indent="0" algn="l">
              <a:buFontTx/>
              <a:buNone/>
              <a:defRPr sz="2200" b="1" spc="0">
                <a:solidFill>
                  <a:schemeClr val="bg2"/>
                </a:solidFill>
              </a:defRPr>
            </a:lvl1pPr>
            <a:lvl2pPr marL="457200" indent="0">
              <a:buFontTx/>
              <a:buNone/>
              <a:defRPr sz="4000"/>
            </a:lvl2pPr>
            <a:lvl3pPr marL="914400" indent="0">
              <a:buFontTx/>
              <a:buNone/>
              <a:defRPr sz="4000"/>
            </a:lvl3pPr>
            <a:lvl4pPr marL="1371600" indent="0">
              <a:buFontTx/>
              <a:buNone/>
              <a:defRPr sz="4000"/>
            </a:lvl4pPr>
            <a:lvl5pPr marL="1828800" indent="0">
              <a:buFontTx/>
              <a:buNone/>
              <a:defRPr sz="4000"/>
            </a:lvl5pPr>
          </a:lstStyle>
          <a:p>
            <a:pPr lvl="0"/>
            <a:r>
              <a:rPr lang="de-DE"/>
              <a:t>00:00 – 00:00 Uhr</a:t>
            </a:r>
          </a:p>
        </p:txBody>
      </p:sp>
      <p:pic>
        <p:nvPicPr>
          <p:cNvPr id="2050" name="Picture 2" descr="Ein Bild, das Design, Grafiken, Schrift, Clipart enthält.&#10;&#10;Automatisch generierte Beschreibung">
            <a:extLst>
              <a:ext uri="{FF2B5EF4-FFF2-40B4-BE49-F238E27FC236}">
                <a16:creationId xmlns:a16="http://schemas.microsoft.com/office/drawing/2014/main" id="{405B16C3-8821-B49C-1DDB-8C37A89C37FD}"/>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668541" y="561471"/>
            <a:ext cx="820479" cy="577165"/>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5">
            <a:extLst>
              <a:ext uri="{FF2B5EF4-FFF2-40B4-BE49-F238E27FC236}">
                <a16:creationId xmlns:a16="http://schemas.microsoft.com/office/drawing/2014/main" id="{DFEB5CC8-23B5-DE3B-0F55-C279A646017D}"/>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1533438"/>
            <a:ext cx="658814" cy="137683"/>
          </a:xfrm>
          <a:prstGeom prst="rect">
            <a:avLst/>
          </a:prstGeom>
        </p:spPr>
      </p:pic>
      <p:sp>
        <p:nvSpPr>
          <p:cNvPr id="8" name="Foliennummernplatzhalter 7">
            <a:extLst>
              <a:ext uri="{FF2B5EF4-FFF2-40B4-BE49-F238E27FC236}">
                <a16:creationId xmlns:a16="http://schemas.microsoft.com/office/drawing/2014/main" id="{8659E214-4056-E6B0-FFDA-BDF765F2751F}"/>
              </a:ext>
            </a:extLst>
          </p:cNvPr>
          <p:cNvSpPr>
            <a:spLocks noGrp="1"/>
          </p:cNvSpPr>
          <p:nvPr>
            <p:ph type="sldNum" sz="quarter" idx="17"/>
          </p:nvPr>
        </p:nvSpPr>
        <p:spPr/>
        <p:txBody>
          <a:bodyPr/>
          <a:lstStyle/>
          <a:p>
            <a:fld id="{7D3ABF3B-F89B-4CD7-B75C-63A8A662AF01}" type="slidenum">
              <a:rPr lang="en-US" smtClean="0"/>
              <a:pPr/>
              <a:t>‹#›</a:t>
            </a:fld>
            <a:endParaRPr lang="en-US"/>
          </a:p>
        </p:txBody>
      </p:sp>
      <p:sp>
        <p:nvSpPr>
          <p:cNvPr id="16" name="Fußzeilenplatzhalter 15">
            <a:extLst>
              <a:ext uri="{FF2B5EF4-FFF2-40B4-BE49-F238E27FC236}">
                <a16:creationId xmlns:a16="http://schemas.microsoft.com/office/drawing/2014/main" id="{CE0FD4C3-E448-E95E-CB78-F12A7F45E1B8}"/>
              </a:ext>
            </a:extLst>
          </p:cNvPr>
          <p:cNvSpPr>
            <a:spLocks noGrp="1"/>
          </p:cNvSpPr>
          <p:nvPr>
            <p:ph type="ftr" sz="quarter" idx="18"/>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2609320942"/>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rk Mode/Gray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Inhaltsplatzhalter 2">
            <a:extLst>
              <a:ext uri="{FF2B5EF4-FFF2-40B4-BE49-F238E27FC236}">
                <a16:creationId xmlns:a16="http://schemas.microsoft.com/office/drawing/2014/main" id="{37976C26-78A6-624E-DAD4-0DE213156EDD}"/>
              </a:ext>
            </a:extLst>
          </p:cNvPr>
          <p:cNvSpPr>
            <a:spLocks noGrp="1"/>
          </p:cNvSpPr>
          <p:nvPr>
            <p:ph idx="1" hasCustomPrompt="1"/>
          </p:nvPr>
        </p:nvSpPr>
        <p:spPr>
          <a:xfrm>
            <a:off x="668541" y="1808163"/>
            <a:ext cx="10885465" cy="1338371"/>
          </a:xfrm>
          <a:prstGeom prst="rect">
            <a:avLst/>
          </a:prstGeom>
        </p:spPr>
        <p:txBody>
          <a:bodyPr lIns="0" tIns="0" rIns="0" bIns="0"/>
          <a:lstStyle>
            <a:lvl1pPr marL="0" indent="0" algn="ctr">
              <a:buFontTx/>
              <a:buNone/>
              <a:defRPr sz="96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THANK YOU</a:t>
            </a:r>
          </a:p>
        </p:txBody>
      </p:sp>
      <p:pic>
        <p:nvPicPr>
          <p:cNvPr id="6" name="Grafik 5">
            <a:extLst>
              <a:ext uri="{FF2B5EF4-FFF2-40B4-BE49-F238E27FC236}">
                <a16:creationId xmlns:a16="http://schemas.microsoft.com/office/drawing/2014/main" id="{6722D19C-5DE4-5CA1-7053-363A776252C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7" name="Foliennummernplatzhalter 6">
            <a:extLst>
              <a:ext uri="{FF2B5EF4-FFF2-40B4-BE49-F238E27FC236}">
                <a16:creationId xmlns:a16="http://schemas.microsoft.com/office/drawing/2014/main" id="{B2E04811-2901-B3EA-7C35-4129D15D4E1E}"/>
              </a:ext>
            </a:extLst>
          </p:cNvPr>
          <p:cNvSpPr>
            <a:spLocks noGrp="1"/>
          </p:cNvSpPr>
          <p:nvPr>
            <p:ph type="sldNum" sz="quarter" idx="10"/>
          </p:nvPr>
        </p:nvSpPr>
        <p:spPr/>
        <p:txBody>
          <a:bodyPr/>
          <a:lstStyle/>
          <a:p>
            <a:fld id="{7D3ABF3B-F89B-4CD7-B75C-63A8A662AF01}" type="slidenum">
              <a:rPr lang="en-US" smtClean="0"/>
              <a:pPr/>
              <a:t>‹#›</a:t>
            </a:fld>
            <a:endParaRPr lang="en-US"/>
          </a:p>
        </p:txBody>
      </p:sp>
      <p:sp>
        <p:nvSpPr>
          <p:cNvPr id="15" name="Fußzeilenplatzhalter 14">
            <a:extLst>
              <a:ext uri="{FF2B5EF4-FFF2-40B4-BE49-F238E27FC236}">
                <a16:creationId xmlns:a16="http://schemas.microsoft.com/office/drawing/2014/main" id="{16D9F57E-680C-A595-D1A7-95D26CA5399F}"/>
              </a:ext>
            </a:extLst>
          </p:cNvPr>
          <p:cNvSpPr>
            <a:spLocks noGrp="1"/>
          </p:cNvSpPr>
          <p:nvPr>
            <p:ph type="ftr" sz="quarter" idx="11"/>
          </p:nvPr>
        </p:nvSpPr>
        <p:spPr/>
        <p:txBody>
          <a:bodyPr/>
          <a:lstStyle/>
          <a:p>
            <a:r>
              <a:rPr lang="en-US"/>
              <a:t>EDAG Electrics/Electronics     Author: Shubham/Israr/Omkar       Version:1.0          Scope: EDAG Group     internal</a:t>
            </a:r>
            <a:endParaRPr lang="de-DE"/>
          </a:p>
        </p:txBody>
      </p:sp>
    </p:spTree>
    <p:extLst>
      <p:ext uri="{BB962C8B-B14F-4D97-AF65-F5344CB8AC3E}">
        <p14:creationId xmlns:p14="http://schemas.microsoft.com/office/powerpoint/2010/main" val="2603785030"/>
      </p:ext>
    </p:extLst>
  </p:cSld>
  <p:clrMapOvr>
    <a:masterClrMapping/>
  </p:clrMapOvr>
  <p:extLst>
    <p:ext uri="{DCECCB84-F9BA-43D5-87BE-67443E8EF086}">
      <p15:sldGuideLst xmlns:p15="http://schemas.microsoft.com/office/powerpoint/2012/main">
        <p15:guide id="1" orient="horz" pos="3997" userDrawn="1">
          <p15:clr>
            <a:srgbClr val="FBAE40"/>
          </p15:clr>
        </p15:guide>
        <p15:guide id="2" orient="horz" pos="1139"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rk Mode/Gray Citybo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E752FF5E-4524-C9B9-4F0B-51F064476B45}"/>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1533438"/>
            <a:ext cx="658814" cy="137683"/>
          </a:xfrm>
          <a:prstGeom prst="rect">
            <a:avLst/>
          </a:prstGeom>
        </p:spPr>
      </p:pic>
      <p:sp>
        <p:nvSpPr>
          <p:cNvPr id="7" name="Foliennummernplatzhalter 6">
            <a:extLst>
              <a:ext uri="{FF2B5EF4-FFF2-40B4-BE49-F238E27FC236}">
                <a16:creationId xmlns:a16="http://schemas.microsoft.com/office/drawing/2014/main" id="{2EB62D29-1D71-A85F-A77E-8A1FEDC9172E}"/>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DAE2652B-EE30-8F95-CE76-CC449B4C47CB}"/>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baseline="0">
                <a:solidFill>
                  <a:schemeClr val="bg1"/>
                </a:solidFill>
              </a:defRPr>
            </a:lvl1pPr>
            <a:lvl2pPr marL="457200" indent="0">
              <a:buFont typeface="Arial" panose="020B0604020202020204" pitchFamily="34" charset="0"/>
              <a:buNone/>
              <a:defRPr baseline="0">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30DA1DDB-FEF4-3F2E-5211-1323A3112BDF}"/>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679E75D4-7517-E880-0566-8E2718F75684}"/>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0EDE1D84-5B78-074B-3EE2-4C109B80DFE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298951879"/>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rk Mode/Gray Citybo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14BAFACA-41F5-59AF-BC5D-A1A110D629E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3" name="Foliennummernplatzhalter 2">
            <a:extLst>
              <a:ext uri="{FF2B5EF4-FFF2-40B4-BE49-F238E27FC236}">
                <a16:creationId xmlns:a16="http://schemas.microsoft.com/office/drawing/2014/main" id="{C0FFAB10-3C2D-E58A-7F38-A056849D559D}"/>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4" name="Inhaltsplatzhalter 2">
            <a:extLst>
              <a:ext uri="{FF2B5EF4-FFF2-40B4-BE49-F238E27FC236}">
                <a16:creationId xmlns:a16="http://schemas.microsoft.com/office/drawing/2014/main" id="{A33F7D0B-9E83-D593-6C10-BF79753A115F}"/>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8EF99966-4C52-5294-D793-40624DA351FE}"/>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A8C3BC26-989D-BC4C-E9A7-7B1F0E369ED8}"/>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882DFE73-C16B-5DCF-1984-AE565524D75D}"/>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54580091"/>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rk Mode/Gray Peop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221945C6-7BC4-8F25-98FD-6C017BCFF402}"/>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33999B2A-40E9-664B-43DF-7DABFC26AC32}"/>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1454182F-0568-AC12-6E00-F98C24106D40}"/>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extplatzhalter 17">
            <a:extLst>
              <a:ext uri="{FF2B5EF4-FFF2-40B4-BE49-F238E27FC236}">
                <a16:creationId xmlns:a16="http://schemas.microsoft.com/office/drawing/2014/main" id="{225B04EA-DDD5-D6A2-C07B-9518BFCF43A8}"/>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9" name="Titel 18">
            <a:extLst>
              <a:ext uri="{FF2B5EF4-FFF2-40B4-BE49-F238E27FC236}">
                <a16:creationId xmlns:a16="http://schemas.microsoft.com/office/drawing/2014/main" id="{9B42037B-7401-DE37-99EE-513804007A7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310925099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k Mode/Gray Peop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2D839311-2A18-05C9-98F2-8F5F0AFAE274}"/>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93663BE5-E0A8-07EE-589C-1A8D9E8F436E}"/>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511E4FB8-9364-B73D-F641-7FBBE621B763}"/>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165E39E0-5FFF-42BC-2E9C-BE766C0AA10C}"/>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46A43E3F-B8CD-4C56-969F-95D576AD939B}"/>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1263637664"/>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ark Mode/Gray Peop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B5BDD3A4-7205-C9A0-D3D0-4317BFC242CC}"/>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4" name="Inhaltsplatzhalter 2">
            <a:extLst>
              <a:ext uri="{FF2B5EF4-FFF2-40B4-BE49-F238E27FC236}">
                <a16:creationId xmlns:a16="http://schemas.microsoft.com/office/drawing/2014/main" id="{7326301D-4D64-E66D-845C-6FC4E996D5E6}"/>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3B6DB9F7-5043-ADAB-9055-FFE5142E796A}"/>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itel 17">
            <a:extLst>
              <a:ext uri="{FF2B5EF4-FFF2-40B4-BE49-F238E27FC236}">
                <a16:creationId xmlns:a16="http://schemas.microsoft.com/office/drawing/2014/main" id="{F43C0FCC-BB03-6109-74BF-709DA15F4E72}"/>
              </a:ext>
            </a:extLst>
          </p:cNvPr>
          <p:cNvSpPr>
            <a:spLocks noGrp="1"/>
          </p:cNvSpPr>
          <p:nvPr>
            <p:ph type="title"/>
          </p:nvPr>
        </p:nvSpPr>
        <p:spPr/>
        <p:txBody>
          <a:bodyPr>
            <a:noAutofit/>
          </a:bodyPr>
          <a:lstStyle/>
          <a:p>
            <a:r>
              <a:rPr lang="de-DE"/>
              <a:t>Mastertitelformat bearbeiten</a:t>
            </a:r>
          </a:p>
        </p:txBody>
      </p:sp>
      <p:sp>
        <p:nvSpPr>
          <p:cNvPr id="19" name="Textplatzhalter 17">
            <a:extLst>
              <a:ext uri="{FF2B5EF4-FFF2-40B4-BE49-F238E27FC236}">
                <a16:creationId xmlns:a16="http://schemas.microsoft.com/office/drawing/2014/main" id="{79ACF6B5-77F9-56C3-780E-F2C993F67D6A}"/>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Tree>
    <p:extLst>
      <p:ext uri="{BB962C8B-B14F-4D97-AF65-F5344CB8AC3E}">
        <p14:creationId xmlns:p14="http://schemas.microsoft.com/office/powerpoint/2010/main" val="4260368233"/>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ark Mode/Gray Peopl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3C3130B1-9899-DCD5-4842-ADFE2A9EC5B2}"/>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2" y="1532797"/>
            <a:ext cx="658814" cy="137683"/>
          </a:xfrm>
          <a:prstGeom prst="rect">
            <a:avLst/>
          </a:prstGeom>
        </p:spPr>
      </p:pic>
      <p:sp>
        <p:nvSpPr>
          <p:cNvPr id="2" name="Foliennummernplatzhalter 1">
            <a:extLst>
              <a:ext uri="{FF2B5EF4-FFF2-40B4-BE49-F238E27FC236}">
                <a16:creationId xmlns:a16="http://schemas.microsoft.com/office/drawing/2014/main" id="{7DF4B5FE-77F0-96B3-EEAF-8D00B68A145E}"/>
              </a:ext>
            </a:extLst>
          </p:cNvPr>
          <p:cNvSpPr>
            <a:spLocks noGrp="1"/>
          </p:cNvSpPr>
          <p:nvPr>
            <p:ph type="sldNum" sz="quarter" idx="13"/>
          </p:nvPr>
        </p:nvSpPr>
        <p:spPr/>
        <p:txBody>
          <a:bodyPr/>
          <a:lstStyle/>
          <a:p>
            <a:fld id="{7D3ABF3B-F89B-4CD7-B75C-63A8A662AF01}" type="slidenum">
              <a:rPr lang="en-US" smtClean="0"/>
              <a:pPr/>
              <a:t>‹#›</a:t>
            </a:fld>
            <a:endParaRPr lang="en-US"/>
          </a:p>
        </p:txBody>
      </p:sp>
      <p:sp>
        <p:nvSpPr>
          <p:cNvPr id="3" name="Inhaltsplatzhalter 2">
            <a:extLst>
              <a:ext uri="{FF2B5EF4-FFF2-40B4-BE49-F238E27FC236}">
                <a16:creationId xmlns:a16="http://schemas.microsoft.com/office/drawing/2014/main" id="{8A1730D6-EB19-A96B-7638-616440C37576}"/>
              </a:ext>
            </a:extLst>
          </p:cNvPr>
          <p:cNvSpPr>
            <a:spLocks noGrp="1"/>
          </p:cNvSpPr>
          <p:nvPr>
            <p:ph sz="quarter" idx="14"/>
          </p:nvPr>
        </p:nvSpPr>
        <p:spPr>
          <a:xfrm>
            <a:off x="658812" y="1807200"/>
            <a:ext cx="10874098" cy="4536000"/>
          </a:xfrm>
          <a:prstGeom prst="rect">
            <a:avLst/>
          </a:prstGeom>
        </p:spPr>
        <p:txBody>
          <a:bodyPr lIns="0" tIns="0" rIns="0" bIns="0"/>
          <a:lstStyle>
            <a:lvl1pPr marL="0" indent="0">
              <a:buFont typeface="Arial" panose="020B0604020202020204" pitchFamily="34" charset="0"/>
              <a:buNone/>
              <a:defRPr>
                <a:solidFill>
                  <a:schemeClr val="bg1"/>
                </a:solidFill>
              </a:defRPr>
            </a:lvl1pPr>
            <a:lvl2pPr marL="457200" indent="0">
              <a:buFont typeface="Arial" panose="020B0604020202020204" pitchFamily="34" charset="0"/>
              <a:buNone/>
              <a:defRPr>
                <a:solidFill>
                  <a:schemeClr val="bg1"/>
                </a:solidFill>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de-DE"/>
              <a:t>Mastertextformat bearbeiten</a:t>
            </a:r>
          </a:p>
          <a:p>
            <a:pPr lvl="1"/>
            <a:r>
              <a:rPr lang="de-DE"/>
              <a:t>Zweite Ebene</a:t>
            </a:r>
          </a:p>
        </p:txBody>
      </p:sp>
      <p:sp>
        <p:nvSpPr>
          <p:cNvPr id="17" name="Fußzeilenplatzhalter 16">
            <a:extLst>
              <a:ext uri="{FF2B5EF4-FFF2-40B4-BE49-F238E27FC236}">
                <a16:creationId xmlns:a16="http://schemas.microsoft.com/office/drawing/2014/main" id="{87421BB5-2FF2-7E7B-3FF5-40504DE01BC6}"/>
              </a:ext>
            </a:extLst>
          </p:cNvPr>
          <p:cNvSpPr>
            <a:spLocks noGrp="1"/>
          </p:cNvSpPr>
          <p:nvPr>
            <p:ph type="ftr" sz="quarter" idx="15"/>
          </p:nvPr>
        </p:nvSpPr>
        <p:spPr/>
        <p:txBody>
          <a:bodyPr/>
          <a:lstStyle/>
          <a:p>
            <a:r>
              <a:rPr lang="en-US"/>
              <a:t>EDAG Electrics/Electronics     Author: Shubham/Israr/Omkar       Version:1.0          Scope: EDAG Group     internal</a:t>
            </a:r>
            <a:endParaRPr lang="de-DE"/>
          </a:p>
        </p:txBody>
      </p:sp>
      <p:sp>
        <p:nvSpPr>
          <p:cNvPr id="18" name="Textplatzhalter 17">
            <a:extLst>
              <a:ext uri="{FF2B5EF4-FFF2-40B4-BE49-F238E27FC236}">
                <a16:creationId xmlns:a16="http://schemas.microsoft.com/office/drawing/2014/main" id="{6F4D58B3-9AC8-F367-D764-CD0D29A0A942}"/>
              </a:ext>
            </a:extLst>
          </p:cNvPr>
          <p:cNvSpPr>
            <a:spLocks noGrp="1"/>
          </p:cNvSpPr>
          <p:nvPr>
            <p:ph type="body" sz="quarter" idx="19"/>
          </p:nvPr>
        </p:nvSpPr>
        <p:spPr>
          <a:xfrm>
            <a:off x="658800" y="824400"/>
            <a:ext cx="6840000" cy="252000"/>
          </a:xfrm>
          <a:prstGeom prst="rect">
            <a:avLst/>
          </a:prstGeom>
        </p:spPr>
        <p:txBody>
          <a:bodyPr lIns="0" tIns="0" rIns="0" bIns="0">
            <a:noAutofit/>
          </a:bodyPr>
          <a:lstStyle>
            <a:lvl1pPr marL="0" indent="0">
              <a:buNone/>
              <a:defRPr sz="2200" b="1" i="0" cap="all" baseline="0">
                <a:solidFill>
                  <a:schemeClr val="bg1"/>
                </a:solidFill>
              </a:defRPr>
            </a:lvl1pPr>
            <a:lvl2pPr marL="457200" indent="0">
              <a:buNone/>
              <a:defRPr b="1" i="0" cap="all" baseline="0">
                <a:solidFill>
                  <a:schemeClr val="bg1"/>
                </a:solidFill>
              </a:defRPr>
            </a:lvl2pPr>
            <a:lvl3pPr marL="914400" indent="0">
              <a:buNone/>
              <a:defRPr b="1" i="0" cap="all" baseline="0">
                <a:solidFill>
                  <a:schemeClr val="bg1"/>
                </a:solidFill>
              </a:defRPr>
            </a:lvl3pPr>
            <a:lvl4pPr marL="1371600" indent="0">
              <a:buNone/>
              <a:defRPr b="1" i="0" cap="all" baseline="0">
                <a:solidFill>
                  <a:schemeClr val="bg1"/>
                </a:solidFill>
              </a:defRPr>
            </a:lvl4pPr>
            <a:lvl5pPr marL="1828800" indent="0">
              <a:buNone/>
              <a:defRPr b="1" i="0" cap="all" baseline="0">
                <a:solidFill>
                  <a:schemeClr val="bg1"/>
                </a:solidFill>
              </a:defRPr>
            </a:lvl5pPr>
          </a:lstStyle>
          <a:p>
            <a:pPr lvl="0"/>
            <a:r>
              <a:rPr lang="de-DE"/>
              <a:t>Mastertextformat bearbeiten</a:t>
            </a:r>
          </a:p>
        </p:txBody>
      </p:sp>
      <p:sp>
        <p:nvSpPr>
          <p:cNvPr id="19" name="Titel 18">
            <a:extLst>
              <a:ext uri="{FF2B5EF4-FFF2-40B4-BE49-F238E27FC236}">
                <a16:creationId xmlns:a16="http://schemas.microsoft.com/office/drawing/2014/main" id="{B7B65401-C228-BBEB-941C-1CABE739D2FF}"/>
              </a:ext>
            </a:extLst>
          </p:cNvPr>
          <p:cNvSpPr>
            <a:spLocks noGrp="1"/>
          </p:cNvSpPr>
          <p:nvPr>
            <p:ph type="title"/>
          </p:nvPr>
        </p:nvSpPr>
        <p:spPr/>
        <p:txBody>
          <a:bodyPr>
            <a:noAutofit/>
          </a:bodyPr>
          <a:lstStyle/>
          <a:p>
            <a:r>
              <a:rPr lang="de-DE"/>
              <a:t>Mastertitelformat bearbeiten</a:t>
            </a:r>
          </a:p>
        </p:txBody>
      </p:sp>
    </p:spTree>
    <p:extLst>
      <p:ext uri="{BB962C8B-B14F-4D97-AF65-F5344CB8AC3E}">
        <p14:creationId xmlns:p14="http://schemas.microsoft.com/office/powerpoint/2010/main" val="2472481646"/>
      </p:ext>
    </p:extLst>
  </p:cSld>
  <p:clrMapOvr>
    <a:masterClrMapping/>
  </p:clrMapOvr>
  <p:extLst>
    <p:ext uri="{DCECCB84-F9BA-43D5-87BE-67443E8EF086}">
      <p15:sldGuideLst xmlns:p15="http://schemas.microsoft.com/office/powerpoint/2012/main">
        <p15:guide id="2" orient="horz" pos="1139" userDrawn="1">
          <p15:clr>
            <a:srgbClr val="FBAE40"/>
          </p15:clr>
        </p15:guide>
        <p15:guide id="3" orient="horz" pos="3997"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layout V3 ">
    <p:spTree>
      <p:nvGrpSpPr>
        <p:cNvPr id="1" name=""/>
        <p:cNvGrpSpPr/>
        <p:nvPr/>
      </p:nvGrpSpPr>
      <p:grpSpPr>
        <a:xfrm>
          <a:off x="0" y="0"/>
          <a:ext cx="0" cy="0"/>
          <a:chOff x="0" y="0"/>
          <a:chExt cx="0" cy="0"/>
        </a:xfrm>
      </p:grpSpPr>
      <p:pic>
        <p:nvPicPr>
          <p:cNvPr id="85" name="Graphic 9">
            <a:extLst>
              <a:ext uri="{FF2B5EF4-FFF2-40B4-BE49-F238E27FC236}">
                <a16:creationId xmlns:a16="http://schemas.microsoft.com/office/drawing/2014/main" id="{6B058AA6-B18B-8EE1-008C-DE1454E86A9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796" b="641"/>
          <a:stretch>
            <a:fillRect/>
          </a:stretch>
        </p:blipFill>
        <p:spPr bwMode="gray">
          <a:xfrm>
            <a:off x="0" y="0"/>
            <a:ext cx="12192000" cy="6858000"/>
          </a:xfrm>
          <a:prstGeom prst="rect">
            <a:avLst/>
          </a:prstGeom>
        </p:spPr>
      </p:pic>
      <p:sp>
        <p:nvSpPr>
          <p:cNvPr id="84" name="Rectangle18">
            <a:extLst>
              <a:ext uri="{FF2B5EF4-FFF2-40B4-BE49-F238E27FC236}">
                <a16:creationId xmlns:a16="http://schemas.microsoft.com/office/drawing/2014/main" id="{89BB2330-CF5A-7D6B-60EC-B4DC7736B9DB}"/>
              </a:ext>
            </a:extLst>
          </p:cNvPr>
          <p:cNvSpPr/>
          <p:nvPr userDrawn="1"/>
        </p:nvSpPr>
        <p:spPr bwMode="gray">
          <a:xfrm>
            <a:off x="0" y="-10633"/>
            <a:ext cx="12191998" cy="6868633"/>
          </a:xfrm>
          <a:prstGeom prst="rect">
            <a:avLst/>
          </a:prstGeom>
          <a:gradFill>
            <a:gsLst>
              <a:gs pos="22000">
                <a:schemeClr val="accent1">
                  <a:lumMod val="5000"/>
                  <a:lumOff val="95000"/>
                  <a:alpha val="0"/>
                </a:schemeClr>
              </a:gs>
              <a:gs pos="67000">
                <a:srgbClr val="66717B">
                  <a:alpha val="92000"/>
                </a:srgbClr>
              </a:gs>
              <a:gs pos="98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sp>
        <p:nvSpPr>
          <p:cNvPr id="2" name="Subtitle 2">
            <a:extLst>
              <a:ext uri="{FF2B5EF4-FFF2-40B4-BE49-F238E27FC236}">
                <a16:creationId xmlns:a16="http://schemas.microsoft.com/office/drawing/2014/main" id="{61276F45-1631-9041-78DB-67BF2ECD8AF6}"/>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0" name="Textplatzhalter 9">
            <a:extLst>
              <a:ext uri="{FF2B5EF4-FFF2-40B4-BE49-F238E27FC236}">
                <a16:creationId xmlns:a16="http://schemas.microsoft.com/office/drawing/2014/main" id="{E43404A3-B3DF-3512-72CE-18851634550B}"/>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12" name="Titel 11">
            <a:extLst>
              <a:ext uri="{FF2B5EF4-FFF2-40B4-BE49-F238E27FC236}">
                <a16:creationId xmlns:a16="http://schemas.microsoft.com/office/drawing/2014/main" id="{685D7E39-5CBD-C4E8-8E23-1859A20EF995}"/>
              </a:ext>
            </a:extLst>
          </p:cNvPr>
          <p:cNvSpPr>
            <a:spLocks noGrp="1"/>
          </p:cNvSpPr>
          <p:nvPr>
            <p:ph type="title"/>
          </p:nvPr>
        </p:nvSpPr>
        <p:spPr/>
        <p:txBody>
          <a:bodyPr/>
          <a:lstStyle/>
          <a:p>
            <a:r>
              <a:rPr lang="de-DE"/>
              <a:t>Mastertitelformat bearbeiten</a:t>
            </a:r>
          </a:p>
        </p:txBody>
      </p:sp>
      <p:grpSp>
        <p:nvGrpSpPr>
          <p:cNvPr id="63" name="Grafik 13">
            <a:extLst>
              <a:ext uri="{FF2B5EF4-FFF2-40B4-BE49-F238E27FC236}">
                <a16:creationId xmlns:a16="http://schemas.microsoft.com/office/drawing/2014/main" id="{BE5BC6B5-6A14-4225-2EC0-927027197071}"/>
              </a:ext>
            </a:extLst>
          </p:cNvPr>
          <p:cNvGrpSpPr/>
          <p:nvPr userDrawn="1"/>
        </p:nvGrpSpPr>
        <p:grpSpPr>
          <a:xfrm>
            <a:off x="9735258" y="6000795"/>
            <a:ext cx="1791477" cy="442860"/>
            <a:chOff x="8501174" y="2383489"/>
            <a:chExt cx="2699861" cy="667416"/>
          </a:xfrm>
          <a:solidFill>
            <a:schemeClr val="bg1"/>
          </a:solidFill>
        </p:grpSpPr>
        <p:grpSp>
          <p:nvGrpSpPr>
            <p:cNvPr id="64" name="Grafik 13">
              <a:extLst>
                <a:ext uri="{FF2B5EF4-FFF2-40B4-BE49-F238E27FC236}">
                  <a16:creationId xmlns:a16="http://schemas.microsoft.com/office/drawing/2014/main" id="{90C9303C-B081-1DA4-578C-F7217C06DA75}"/>
                </a:ext>
              </a:extLst>
            </p:cNvPr>
            <p:cNvGrpSpPr/>
            <p:nvPr/>
          </p:nvGrpSpPr>
          <p:grpSpPr>
            <a:xfrm>
              <a:off x="9461484" y="2955941"/>
              <a:ext cx="876871" cy="94964"/>
              <a:chOff x="9461484" y="2955941"/>
              <a:chExt cx="876871" cy="94964"/>
            </a:xfrm>
            <a:grpFill/>
          </p:grpSpPr>
          <p:sp>
            <p:nvSpPr>
              <p:cNvPr id="73" name="Freihandform: Form 72">
                <a:extLst>
                  <a:ext uri="{FF2B5EF4-FFF2-40B4-BE49-F238E27FC236}">
                    <a16:creationId xmlns:a16="http://schemas.microsoft.com/office/drawing/2014/main" id="{C2BCC1B1-1F81-B20F-E72E-87CF1A7C8C1A}"/>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74" name="Freihandform: Form 73">
                <a:extLst>
                  <a:ext uri="{FF2B5EF4-FFF2-40B4-BE49-F238E27FC236}">
                    <a16:creationId xmlns:a16="http://schemas.microsoft.com/office/drawing/2014/main" id="{632915ED-231F-F00F-4AA4-CCCDFE3D8EB5}"/>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75" name="Freihandform: Form 74">
                <a:extLst>
                  <a:ext uri="{FF2B5EF4-FFF2-40B4-BE49-F238E27FC236}">
                    <a16:creationId xmlns:a16="http://schemas.microsoft.com/office/drawing/2014/main" id="{52091995-5F71-5D13-2C23-59FA15AC4EBA}"/>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76" name="Freihandform: Form 75">
                <a:extLst>
                  <a:ext uri="{FF2B5EF4-FFF2-40B4-BE49-F238E27FC236}">
                    <a16:creationId xmlns:a16="http://schemas.microsoft.com/office/drawing/2014/main" id="{2E75EE8A-29A7-2139-FC3F-D06FE6012169}"/>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F3D2E601-AB9F-84C9-62CB-B1EE7BF41296}"/>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78" name="Freihandform: Form 77">
                <a:extLst>
                  <a:ext uri="{FF2B5EF4-FFF2-40B4-BE49-F238E27FC236}">
                    <a16:creationId xmlns:a16="http://schemas.microsoft.com/office/drawing/2014/main" id="{629B6AA4-C9C1-7A7D-F47E-0273F1EF8DBE}"/>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79" name="Freihandform: Form 78">
                <a:extLst>
                  <a:ext uri="{FF2B5EF4-FFF2-40B4-BE49-F238E27FC236}">
                    <a16:creationId xmlns:a16="http://schemas.microsoft.com/office/drawing/2014/main" id="{751A2543-7399-B7A3-CB91-B2C5B8C7B9D8}"/>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80" name="Freihandform: Form 79">
                <a:extLst>
                  <a:ext uri="{FF2B5EF4-FFF2-40B4-BE49-F238E27FC236}">
                    <a16:creationId xmlns:a16="http://schemas.microsoft.com/office/drawing/2014/main" id="{721D424A-623C-2594-F9F2-E611A790B024}"/>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81" name="Freihandform: Form 80">
                <a:extLst>
                  <a:ext uri="{FF2B5EF4-FFF2-40B4-BE49-F238E27FC236}">
                    <a16:creationId xmlns:a16="http://schemas.microsoft.com/office/drawing/2014/main" id="{06EAC23E-0B69-24EB-C3F4-41BB7AFCD7D1}"/>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82" name="Freihandform: Form 81">
                <a:extLst>
                  <a:ext uri="{FF2B5EF4-FFF2-40B4-BE49-F238E27FC236}">
                    <a16:creationId xmlns:a16="http://schemas.microsoft.com/office/drawing/2014/main" id="{94C203DA-D326-A98F-7E14-3D616978CDCF}"/>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83" name="Freihandform: Form 82">
                <a:extLst>
                  <a:ext uri="{FF2B5EF4-FFF2-40B4-BE49-F238E27FC236}">
                    <a16:creationId xmlns:a16="http://schemas.microsoft.com/office/drawing/2014/main" id="{B41B0512-94B5-AD51-D757-09411F7155C3}"/>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65" name="Freihandform: Form 64">
              <a:extLst>
                <a:ext uri="{FF2B5EF4-FFF2-40B4-BE49-F238E27FC236}">
                  <a16:creationId xmlns:a16="http://schemas.microsoft.com/office/drawing/2014/main" id="{7DC37BA4-E4E8-3F4D-B467-7FD8E814DCD1}"/>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66" name="Freihandform: Form 65">
              <a:extLst>
                <a:ext uri="{FF2B5EF4-FFF2-40B4-BE49-F238E27FC236}">
                  <a16:creationId xmlns:a16="http://schemas.microsoft.com/office/drawing/2014/main" id="{7EAF8C9B-71A2-080B-3DA0-704F571A95D9}"/>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67" name="Freihandform: Form 66">
              <a:extLst>
                <a:ext uri="{FF2B5EF4-FFF2-40B4-BE49-F238E27FC236}">
                  <a16:creationId xmlns:a16="http://schemas.microsoft.com/office/drawing/2014/main" id="{015DBDAF-1BE0-78EF-A6C6-E748B84A2314}"/>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68" name="Freihandform: Form 67">
              <a:extLst>
                <a:ext uri="{FF2B5EF4-FFF2-40B4-BE49-F238E27FC236}">
                  <a16:creationId xmlns:a16="http://schemas.microsoft.com/office/drawing/2014/main" id="{667A68EC-7783-24FA-BA3B-F88C7536CC01}"/>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69" name="Freihandform: Form 68">
              <a:extLst>
                <a:ext uri="{FF2B5EF4-FFF2-40B4-BE49-F238E27FC236}">
                  <a16:creationId xmlns:a16="http://schemas.microsoft.com/office/drawing/2014/main" id="{3E784E68-8D95-4B1F-C8EE-EF1D3B86A860}"/>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70" name="Freihandform: Form 69">
              <a:extLst>
                <a:ext uri="{FF2B5EF4-FFF2-40B4-BE49-F238E27FC236}">
                  <a16:creationId xmlns:a16="http://schemas.microsoft.com/office/drawing/2014/main" id="{1BC4F8DD-BEB4-3F08-E0E8-5E8A0248A3D6}"/>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71" name="Freihandform: Form 70">
              <a:extLst>
                <a:ext uri="{FF2B5EF4-FFF2-40B4-BE49-F238E27FC236}">
                  <a16:creationId xmlns:a16="http://schemas.microsoft.com/office/drawing/2014/main" id="{10CEF13C-C579-AD31-9840-F2A7A312A5C0}"/>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72" name="Freihandform: Form 71">
              <a:extLst>
                <a:ext uri="{FF2B5EF4-FFF2-40B4-BE49-F238E27FC236}">
                  <a16:creationId xmlns:a16="http://schemas.microsoft.com/office/drawing/2014/main" id="{FF248F38-A924-65AE-5C16-ED0FD3471DAC}"/>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
        <p:nvSpPr>
          <p:cNvPr id="3" name="TextBox 28">
            <a:extLst>
              <a:ext uri="{FF2B5EF4-FFF2-40B4-BE49-F238E27FC236}">
                <a16:creationId xmlns:a16="http://schemas.microsoft.com/office/drawing/2014/main" id="{9F6A0094-613D-59A6-786C-24D0E9CC1AFA}"/>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324074675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layout V3 ">
    <p:spTree>
      <p:nvGrpSpPr>
        <p:cNvPr id="1" name=""/>
        <p:cNvGrpSpPr/>
        <p:nvPr/>
      </p:nvGrpSpPr>
      <p:grpSpPr>
        <a:xfrm>
          <a:off x="0" y="0"/>
          <a:ext cx="0" cy="0"/>
          <a:chOff x="0" y="0"/>
          <a:chExt cx="0" cy="0"/>
        </a:xfrm>
      </p:grpSpPr>
      <p:pic>
        <p:nvPicPr>
          <p:cNvPr id="85" name="Graphic 9">
            <a:extLst>
              <a:ext uri="{FF2B5EF4-FFF2-40B4-BE49-F238E27FC236}">
                <a16:creationId xmlns:a16="http://schemas.microsoft.com/office/drawing/2014/main" id="{6B058AA6-B18B-8EE1-008C-DE1454E86A9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796" b="641"/>
          <a:stretch>
            <a:fillRect/>
          </a:stretch>
        </p:blipFill>
        <p:spPr bwMode="gray">
          <a:xfrm>
            <a:off x="0" y="0"/>
            <a:ext cx="12192000" cy="6858000"/>
          </a:xfrm>
          <a:prstGeom prst="rect">
            <a:avLst/>
          </a:prstGeom>
        </p:spPr>
      </p:pic>
      <p:sp>
        <p:nvSpPr>
          <p:cNvPr id="84" name="Rectangle18">
            <a:extLst>
              <a:ext uri="{FF2B5EF4-FFF2-40B4-BE49-F238E27FC236}">
                <a16:creationId xmlns:a16="http://schemas.microsoft.com/office/drawing/2014/main" id="{89BB2330-CF5A-7D6B-60EC-B4DC7736B9DB}"/>
              </a:ext>
            </a:extLst>
          </p:cNvPr>
          <p:cNvSpPr/>
          <p:nvPr userDrawn="1"/>
        </p:nvSpPr>
        <p:spPr bwMode="gray">
          <a:xfrm>
            <a:off x="0" y="-10633"/>
            <a:ext cx="12191998" cy="6868633"/>
          </a:xfrm>
          <a:prstGeom prst="rect">
            <a:avLst/>
          </a:prstGeom>
          <a:gradFill>
            <a:gsLst>
              <a:gs pos="22000">
                <a:schemeClr val="accent1">
                  <a:lumMod val="5000"/>
                  <a:lumOff val="95000"/>
                  <a:alpha val="0"/>
                </a:schemeClr>
              </a:gs>
              <a:gs pos="67000">
                <a:srgbClr val="66717B">
                  <a:alpha val="92000"/>
                </a:srgbClr>
              </a:gs>
              <a:gs pos="98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sp>
        <p:nvSpPr>
          <p:cNvPr id="2" name="Subtitle 2">
            <a:extLst>
              <a:ext uri="{FF2B5EF4-FFF2-40B4-BE49-F238E27FC236}">
                <a16:creationId xmlns:a16="http://schemas.microsoft.com/office/drawing/2014/main" id="{61276F45-1631-9041-78DB-67BF2ECD8AF6}"/>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0" name="Textplatzhalter 9">
            <a:extLst>
              <a:ext uri="{FF2B5EF4-FFF2-40B4-BE49-F238E27FC236}">
                <a16:creationId xmlns:a16="http://schemas.microsoft.com/office/drawing/2014/main" id="{E43404A3-B3DF-3512-72CE-18851634550B}"/>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12" name="Titel 11">
            <a:extLst>
              <a:ext uri="{FF2B5EF4-FFF2-40B4-BE49-F238E27FC236}">
                <a16:creationId xmlns:a16="http://schemas.microsoft.com/office/drawing/2014/main" id="{685D7E39-5CBD-C4E8-8E23-1859A20EF995}"/>
              </a:ext>
            </a:extLst>
          </p:cNvPr>
          <p:cNvSpPr>
            <a:spLocks noGrp="1"/>
          </p:cNvSpPr>
          <p:nvPr>
            <p:ph type="title"/>
          </p:nvPr>
        </p:nvSpPr>
        <p:spPr/>
        <p:txBody>
          <a:bodyPr/>
          <a:lstStyle/>
          <a:p>
            <a:r>
              <a:rPr lang="de-DE"/>
              <a:t>Mastertitelformat bearbeiten</a:t>
            </a:r>
          </a:p>
        </p:txBody>
      </p:sp>
      <p:grpSp>
        <p:nvGrpSpPr>
          <p:cNvPr id="63" name="Grafik 13">
            <a:extLst>
              <a:ext uri="{FF2B5EF4-FFF2-40B4-BE49-F238E27FC236}">
                <a16:creationId xmlns:a16="http://schemas.microsoft.com/office/drawing/2014/main" id="{BE5BC6B5-6A14-4225-2EC0-927027197071}"/>
              </a:ext>
            </a:extLst>
          </p:cNvPr>
          <p:cNvGrpSpPr/>
          <p:nvPr userDrawn="1"/>
        </p:nvGrpSpPr>
        <p:grpSpPr>
          <a:xfrm>
            <a:off x="9735258" y="6000795"/>
            <a:ext cx="1791477" cy="442860"/>
            <a:chOff x="8501174" y="2383489"/>
            <a:chExt cx="2699861" cy="667416"/>
          </a:xfrm>
          <a:solidFill>
            <a:schemeClr val="bg1"/>
          </a:solidFill>
        </p:grpSpPr>
        <p:grpSp>
          <p:nvGrpSpPr>
            <p:cNvPr id="64" name="Grafik 13">
              <a:extLst>
                <a:ext uri="{FF2B5EF4-FFF2-40B4-BE49-F238E27FC236}">
                  <a16:creationId xmlns:a16="http://schemas.microsoft.com/office/drawing/2014/main" id="{90C9303C-B081-1DA4-578C-F7217C06DA75}"/>
                </a:ext>
              </a:extLst>
            </p:cNvPr>
            <p:cNvGrpSpPr/>
            <p:nvPr/>
          </p:nvGrpSpPr>
          <p:grpSpPr>
            <a:xfrm>
              <a:off x="9461484" y="2955941"/>
              <a:ext cx="876871" cy="94964"/>
              <a:chOff x="9461484" y="2955941"/>
              <a:chExt cx="876871" cy="94964"/>
            </a:xfrm>
            <a:grpFill/>
          </p:grpSpPr>
          <p:sp>
            <p:nvSpPr>
              <p:cNvPr id="73" name="Freihandform: Form 72">
                <a:extLst>
                  <a:ext uri="{FF2B5EF4-FFF2-40B4-BE49-F238E27FC236}">
                    <a16:creationId xmlns:a16="http://schemas.microsoft.com/office/drawing/2014/main" id="{C2BCC1B1-1F81-B20F-E72E-87CF1A7C8C1A}"/>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74" name="Freihandform: Form 73">
                <a:extLst>
                  <a:ext uri="{FF2B5EF4-FFF2-40B4-BE49-F238E27FC236}">
                    <a16:creationId xmlns:a16="http://schemas.microsoft.com/office/drawing/2014/main" id="{632915ED-231F-F00F-4AA4-CCCDFE3D8EB5}"/>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75" name="Freihandform: Form 74">
                <a:extLst>
                  <a:ext uri="{FF2B5EF4-FFF2-40B4-BE49-F238E27FC236}">
                    <a16:creationId xmlns:a16="http://schemas.microsoft.com/office/drawing/2014/main" id="{52091995-5F71-5D13-2C23-59FA15AC4EBA}"/>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76" name="Freihandform: Form 75">
                <a:extLst>
                  <a:ext uri="{FF2B5EF4-FFF2-40B4-BE49-F238E27FC236}">
                    <a16:creationId xmlns:a16="http://schemas.microsoft.com/office/drawing/2014/main" id="{2E75EE8A-29A7-2139-FC3F-D06FE6012169}"/>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F3D2E601-AB9F-84C9-62CB-B1EE7BF41296}"/>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78" name="Freihandform: Form 77">
                <a:extLst>
                  <a:ext uri="{FF2B5EF4-FFF2-40B4-BE49-F238E27FC236}">
                    <a16:creationId xmlns:a16="http://schemas.microsoft.com/office/drawing/2014/main" id="{629B6AA4-C9C1-7A7D-F47E-0273F1EF8DBE}"/>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79" name="Freihandform: Form 78">
                <a:extLst>
                  <a:ext uri="{FF2B5EF4-FFF2-40B4-BE49-F238E27FC236}">
                    <a16:creationId xmlns:a16="http://schemas.microsoft.com/office/drawing/2014/main" id="{751A2543-7399-B7A3-CB91-B2C5B8C7B9D8}"/>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80" name="Freihandform: Form 79">
                <a:extLst>
                  <a:ext uri="{FF2B5EF4-FFF2-40B4-BE49-F238E27FC236}">
                    <a16:creationId xmlns:a16="http://schemas.microsoft.com/office/drawing/2014/main" id="{721D424A-623C-2594-F9F2-E611A790B024}"/>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81" name="Freihandform: Form 80">
                <a:extLst>
                  <a:ext uri="{FF2B5EF4-FFF2-40B4-BE49-F238E27FC236}">
                    <a16:creationId xmlns:a16="http://schemas.microsoft.com/office/drawing/2014/main" id="{06EAC23E-0B69-24EB-C3F4-41BB7AFCD7D1}"/>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82" name="Freihandform: Form 81">
                <a:extLst>
                  <a:ext uri="{FF2B5EF4-FFF2-40B4-BE49-F238E27FC236}">
                    <a16:creationId xmlns:a16="http://schemas.microsoft.com/office/drawing/2014/main" id="{94C203DA-D326-A98F-7E14-3D616978CDCF}"/>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83" name="Freihandform: Form 82">
                <a:extLst>
                  <a:ext uri="{FF2B5EF4-FFF2-40B4-BE49-F238E27FC236}">
                    <a16:creationId xmlns:a16="http://schemas.microsoft.com/office/drawing/2014/main" id="{B41B0512-94B5-AD51-D757-09411F7155C3}"/>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65" name="Freihandform: Form 64">
              <a:extLst>
                <a:ext uri="{FF2B5EF4-FFF2-40B4-BE49-F238E27FC236}">
                  <a16:creationId xmlns:a16="http://schemas.microsoft.com/office/drawing/2014/main" id="{7DC37BA4-E4E8-3F4D-B467-7FD8E814DCD1}"/>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66" name="Freihandform: Form 65">
              <a:extLst>
                <a:ext uri="{FF2B5EF4-FFF2-40B4-BE49-F238E27FC236}">
                  <a16:creationId xmlns:a16="http://schemas.microsoft.com/office/drawing/2014/main" id="{7EAF8C9B-71A2-080B-3DA0-704F571A95D9}"/>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67" name="Freihandform: Form 66">
              <a:extLst>
                <a:ext uri="{FF2B5EF4-FFF2-40B4-BE49-F238E27FC236}">
                  <a16:creationId xmlns:a16="http://schemas.microsoft.com/office/drawing/2014/main" id="{015DBDAF-1BE0-78EF-A6C6-E748B84A2314}"/>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68" name="Freihandform: Form 67">
              <a:extLst>
                <a:ext uri="{FF2B5EF4-FFF2-40B4-BE49-F238E27FC236}">
                  <a16:creationId xmlns:a16="http://schemas.microsoft.com/office/drawing/2014/main" id="{667A68EC-7783-24FA-BA3B-F88C7536CC01}"/>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69" name="Freihandform: Form 68">
              <a:extLst>
                <a:ext uri="{FF2B5EF4-FFF2-40B4-BE49-F238E27FC236}">
                  <a16:creationId xmlns:a16="http://schemas.microsoft.com/office/drawing/2014/main" id="{3E784E68-8D95-4B1F-C8EE-EF1D3B86A860}"/>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70" name="Freihandform: Form 69">
              <a:extLst>
                <a:ext uri="{FF2B5EF4-FFF2-40B4-BE49-F238E27FC236}">
                  <a16:creationId xmlns:a16="http://schemas.microsoft.com/office/drawing/2014/main" id="{1BC4F8DD-BEB4-3F08-E0E8-5E8A0248A3D6}"/>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71" name="Freihandform: Form 70">
              <a:extLst>
                <a:ext uri="{FF2B5EF4-FFF2-40B4-BE49-F238E27FC236}">
                  <a16:creationId xmlns:a16="http://schemas.microsoft.com/office/drawing/2014/main" id="{10CEF13C-C579-AD31-9840-F2A7A312A5C0}"/>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72" name="Freihandform: Form 71">
              <a:extLst>
                <a:ext uri="{FF2B5EF4-FFF2-40B4-BE49-F238E27FC236}">
                  <a16:creationId xmlns:a16="http://schemas.microsoft.com/office/drawing/2014/main" id="{FF248F38-A924-65AE-5C16-ED0FD3471DAC}"/>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
        <p:nvSpPr>
          <p:cNvPr id="3" name="TextBox 28">
            <a:extLst>
              <a:ext uri="{FF2B5EF4-FFF2-40B4-BE49-F238E27FC236}">
                <a16:creationId xmlns:a16="http://schemas.microsoft.com/office/drawing/2014/main" id="{9F6A0094-613D-59A6-786C-24D0E9CC1AFA}"/>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6039022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Title layout V3 ">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6DC322D7-8BBC-223B-7F6E-E89C38DDCD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2" y="40"/>
            <a:ext cx="12191856" cy="6857919"/>
          </a:xfrm>
          <a:prstGeom prst="rect">
            <a:avLst/>
          </a:prstGeom>
        </p:spPr>
      </p:pic>
      <p:sp>
        <p:nvSpPr>
          <p:cNvPr id="7" name="Rectangle18">
            <a:extLst>
              <a:ext uri="{FF2B5EF4-FFF2-40B4-BE49-F238E27FC236}">
                <a16:creationId xmlns:a16="http://schemas.microsoft.com/office/drawing/2014/main" id="{569ACAB2-94B5-4E1F-5E1A-E3042F0B371A}"/>
              </a:ext>
            </a:extLst>
          </p:cNvPr>
          <p:cNvSpPr/>
          <p:nvPr userDrawn="1"/>
        </p:nvSpPr>
        <p:spPr bwMode="gray">
          <a:xfrm>
            <a:off x="1" y="2803161"/>
            <a:ext cx="12191998" cy="4054838"/>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sp>
        <p:nvSpPr>
          <p:cNvPr id="8" name="Rectangle18">
            <a:extLst>
              <a:ext uri="{FF2B5EF4-FFF2-40B4-BE49-F238E27FC236}">
                <a16:creationId xmlns:a16="http://schemas.microsoft.com/office/drawing/2014/main" id="{0CF8992D-7906-BF8B-88B0-088974646A53}"/>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9" name="Grafik 11">
            <a:extLst>
              <a:ext uri="{FF2B5EF4-FFF2-40B4-BE49-F238E27FC236}">
                <a16:creationId xmlns:a16="http://schemas.microsoft.com/office/drawing/2014/main" id="{FA67AE02-F4CB-BEDF-4188-B7FFF06087D3}"/>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6" name="Grafik 15">
            <a:extLst>
              <a:ext uri="{FF2B5EF4-FFF2-40B4-BE49-F238E27FC236}">
                <a16:creationId xmlns:a16="http://schemas.microsoft.com/office/drawing/2014/main" id="{3C8B6D89-E8B9-DAFC-721B-FA4E1FF5CECE}"/>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18" name="Graphic 6">
            <a:extLst>
              <a:ext uri="{FF2B5EF4-FFF2-40B4-BE49-F238E27FC236}">
                <a16:creationId xmlns:a16="http://schemas.microsoft.com/office/drawing/2014/main" id="{785F30A6-E529-18E2-041E-AD860F8C5734}"/>
              </a:ext>
            </a:extLst>
          </p:cNvPr>
          <p:cNvGrpSpPr/>
          <p:nvPr userDrawn="1"/>
        </p:nvGrpSpPr>
        <p:grpSpPr>
          <a:xfrm>
            <a:off x="9745468" y="6000795"/>
            <a:ext cx="1776195" cy="432465"/>
            <a:chOff x="5548312" y="3295650"/>
            <a:chExt cx="1095375" cy="266700"/>
          </a:xfrm>
        </p:grpSpPr>
        <p:sp>
          <p:nvSpPr>
            <p:cNvPr id="25" name="Freeform 25">
              <a:extLst>
                <a:ext uri="{FF2B5EF4-FFF2-40B4-BE49-F238E27FC236}">
                  <a16:creationId xmlns:a16="http://schemas.microsoft.com/office/drawing/2014/main" id="{471F3A9F-5F29-8334-6981-CA0FE6F4CA6A}"/>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26" name="Freeform 26">
              <a:extLst>
                <a:ext uri="{FF2B5EF4-FFF2-40B4-BE49-F238E27FC236}">
                  <a16:creationId xmlns:a16="http://schemas.microsoft.com/office/drawing/2014/main" id="{A786C1F0-F7F3-9569-D640-544F75473A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27" name="Freeform 27">
              <a:extLst>
                <a:ext uri="{FF2B5EF4-FFF2-40B4-BE49-F238E27FC236}">
                  <a16:creationId xmlns:a16="http://schemas.microsoft.com/office/drawing/2014/main" id="{ED64822F-A299-0380-71B7-12CD4CBDD32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28" name="Freeform 28">
              <a:extLst>
                <a:ext uri="{FF2B5EF4-FFF2-40B4-BE49-F238E27FC236}">
                  <a16:creationId xmlns:a16="http://schemas.microsoft.com/office/drawing/2014/main" id="{FF766340-74F2-E64A-2256-2EB79E0A8190}"/>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29" name="Freeform 29">
              <a:extLst>
                <a:ext uri="{FF2B5EF4-FFF2-40B4-BE49-F238E27FC236}">
                  <a16:creationId xmlns:a16="http://schemas.microsoft.com/office/drawing/2014/main" id="{3BD90CD9-1CDD-340F-E147-01913F8EF88C}"/>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30" name="Freeform 30">
              <a:extLst>
                <a:ext uri="{FF2B5EF4-FFF2-40B4-BE49-F238E27FC236}">
                  <a16:creationId xmlns:a16="http://schemas.microsoft.com/office/drawing/2014/main" id="{FE6E4DF6-CEBA-8229-6F3B-319795EEC172}"/>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31" name="Freeform 31">
              <a:extLst>
                <a:ext uri="{FF2B5EF4-FFF2-40B4-BE49-F238E27FC236}">
                  <a16:creationId xmlns:a16="http://schemas.microsoft.com/office/drawing/2014/main" id="{8F5EE315-F265-F959-132A-93CFB29A065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32" name="Freeform 32">
              <a:extLst>
                <a:ext uri="{FF2B5EF4-FFF2-40B4-BE49-F238E27FC236}">
                  <a16:creationId xmlns:a16="http://schemas.microsoft.com/office/drawing/2014/main" id="{1EE54975-CA5D-120A-6599-6D76168A9231}"/>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33" name="Subtitle 2">
            <a:extLst>
              <a:ext uri="{FF2B5EF4-FFF2-40B4-BE49-F238E27FC236}">
                <a16:creationId xmlns:a16="http://schemas.microsoft.com/office/drawing/2014/main" id="{D948EAF4-D4D2-C89D-CDF9-806D80157A1B}"/>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34" name="Textplatzhalter 9">
            <a:extLst>
              <a:ext uri="{FF2B5EF4-FFF2-40B4-BE49-F238E27FC236}">
                <a16:creationId xmlns:a16="http://schemas.microsoft.com/office/drawing/2014/main" id="{05D801B5-CF48-AC23-413C-A0824C011EA0}"/>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Datum | Ort | Event</a:t>
            </a:r>
          </a:p>
        </p:txBody>
      </p:sp>
      <p:sp>
        <p:nvSpPr>
          <p:cNvPr id="35" name="Titel 11">
            <a:extLst>
              <a:ext uri="{FF2B5EF4-FFF2-40B4-BE49-F238E27FC236}">
                <a16:creationId xmlns:a16="http://schemas.microsoft.com/office/drawing/2014/main" id="{A034A183-0448-3B5E-4D9D-B4E312AFD018}"/>
              </a:ext>
            </a:extLst>
          </p:cNvPr>
          <p:cNvSpPr>
            <a:spLocks noGrp="1"/>
          </p:cNvSpPr>
          <p:nvPr>
            <p:ph type="title"/>
          </p:nvPr>
        </p:nvSpPr>
        <p:spPr>
          <a:xfrm>
            <a:off x="658800" y="3837600"/>
            <a:ext cx="10897200" cy="1152000"/>
          </a:xfrm>
        </p:spPr>
        <p:txBody>
          <a:bodyPr/>
          <a:lstStyle/>
          <a:p>
            <a:r>
              <a:rPr lang="de-DE"/>
              <a:t>Mastertitelformat bearbeiten</a:t>
            </a:r>
          </a:p>
        </p:txBody>
      </p:sp>
      <p:sp>
        <p:nvSpPr>
          <p:cNvPr id="2" name="TextBox 28">
            <a:extLst>
              <a:ext uri="{FF2B5EF4-FFF2-40B4-BE49-F238E27FC236}">
                <a16:creationId xmlns:a16="http://schemas.microsoft.com/office/drawing/2014/main" id="{C2839854-5B01-CBB9-228D-1F831A299019}"/>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5218530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layout V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18">
            <a:extLst>
              <a:ext uri="{FF2B5EF4-FFF2-40B4-BE49-F238E27FC236}">
                <a16:creationId xmlns:a16="http://schemas.microsoft.com/office/drawing/2014/main" id="{36BB3659-2D41-CD3C-2172-42DF2A86FFC8}"/>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pic>
        <p:nvPicPr>
          <p:cNvPr id="39" name="Grafik 38">
            <a:extLst>
              <a:ext uri="{FF2B5EF4-FFF2-40B4-BE49-F238E27FC236}">
                <a16:creationId xmlns:a16="http://schemas.microsoft.com/office/drawing/2014/main" id="{43F2E7A0-FA9D-3415-8865-E540BE986B2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7" name="Graphic 6">
            <a:extLst>
              <a:ext uri="{FF2B5EF4-FFF2-40B4-BE49-F238E27FC236}">
                <a16:creationId xmlns:a16="http://schemas.microsoft.com/office/drawing/2014/main" id="{9459EC23-62CB-93C6-14B7-769AD8D50463}"/>
              </a:ext>
            </a:extLst>
          </p:cNvPr>
          <p:cNvGrpSpPr/>
          <p:nvPr userDrawn="1"/>
        </p:nvGrpSpPr>
        <p:grpSpPr>
          <a:xfrm>
            <a:off x="9745468" y="6000795"/>
            <a:ext cx="1776195" cy="432465"/>
            <a:chOff x="5548312" y="3295650"/>
            <a:chExt cx="1095375" cy="266700"/>
          </a:xfrm>
        </p:grpSpPr>
        <p:sp>
          <p:nvSpPr>
            <p:cNvPr id="10" name="Freeform 25">
              <a:extLst>
                <a:ext uri="{FF2B5EF4-FFF2-40B4-BE49-F238E27FC236}">
                  <a16:creationId xmlns:a16="http://schemas.microsoft.com/office/drawing/2014/main" id="{5D92E7E7-3CDF-E948-F6B5-17C793B1FA79}"/>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11" name="Freeform 26">
              <a:extLst>
                <a:ext uri="{FF2B5EF4-FFF2-40B4-BE49-F238E27FC236}">
                  <a16:creationId xmlns:a16="http://schemas.microsoft.com/office/drawing/2014/main" id="{3B351D6C-7E3D-1D0C-EB5D-6DB8F025859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2" name="Freeform 27">
              <a:extLst>
                <a:ext uri="{FF2B5EF4-FFF2-40B4-BE49-F238E27FC236}">
                  <a16:creationId xmlns:a16="http://schemas.microsoft.com/office/drawing/2014/main" id="{8872E598-0875-04FB-6BF3-FD153ED2A985}"/>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4" name="Freeform 28">
              <a:extLst>
                <a:ext uri="{FF2B5EF4-FFF2-40B4-BE49-F238E27FC236}">
                  <a16:creationId xmlns:a16="http://schemas.microsoft.com/office/drawing/2014/main" id="{180094C8-496B-A90D-5AFB-F1CB6723CF75}"/>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6" name="Freeform 29">
              <a:extLst>
                <a:ext uri="{FF2B5EF4-FFF2-40B4-BE49-F238E27FC236}">
                  <a16:creationId xmlns:a16="http://schemas.microsoft.com/office/drawing/2014/main" id="{B62BACCE-9BE6-DF6C-91D8-32FC4022EE29}"/>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7" name="Freeform 30">
              <a:extLst>
                <a:ext uri="{FF2B5EF4-FFF2-40B4-BE49-F238E27FC236}">
                  <a16:creationId xmlns:a16="http://schemas.microsoft.com/office/drawing/2014/main" id="{BBE9EFF2-5572-8E8B-27E6-A9464B56F9F9}"/>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8" name="Freeform 31">
              <a:extLst>
                <a:ext uri="{FF2B5EF4-FFF2-40B4-BE49-F238E27FC236}">
                  <a16:creationId xmlns:a16="http://schemas.microsoft.com/office/drawing/2014/main" id="{4ED54CFE-41A9-B978-9A3A-4D818D3E2EEA}"/>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9" name="Freeform 32">
              <a:extLst>
                <a:ext uri="{FF2B5EF4-FFF2-40B4-BE49-F238E27FC236}">
                  <a16:creationId xmlns:a16="http://schemas.microsoft.com/office/drawing/2014/main" id="{C0A02B44-BBED-6A93-C822-A0B4B79F0DF1}"/>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3" name="Subtitle 2">
            <a:extLst>
              <a:ext uri="{FF2B5EF4-FFF2-40B4-BE49-F238E27FC236}">
                <a16:creationId xmlns:a16="http://schemas.microsoft.com/office/drawing/2014/main" id="{02D21044-5DD0-D831-12D1-7A34701A2CBD}"/>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5" name="Textplatzhalter 9">
            <a:extLst>
              <a:ext uri="{FF2B5EF4-FFF2-40B4-BE49-F238E27FC236}">
                <a16:creationId xmlns:a16="http://schemas.microsoft.com/office/drawing/2014/main" id="{B103D27D-FE72-D7E9-3148-D2A2CBA11A10}"/>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11D064D6-BDD1-E23C-C439-69FB5BE419C8}"/>
              </a:ext>
            </a:extLst>
          </p:cNvPr>
          <p:cNvSpPr>
            <a:spLocks noGrp="1"/>
          </p:cNvSpPr>
          <p:nvPr>
            <p:ph type="title"/>
          </p:nvPr>
        </p:nvSpPr>
        <p:spPr/>
        <p:txBody>
          <a:bodyPr/>
          <a:lstStyle/>
          <a:p>
            <a:r>
              <a:rPr lang="de-DE"/>
              <a:t>Mastertitelformat bearbeiten</a:t>
            </a:r>
          </a:p>
        </p:txBody>
      </p:sp>
      <p:sp>
        <p:nvSpPr>
          <p:cNvPr id="8" name="TextBox 28">
            <a:extLst>
              <a:ext uri="{FF2B5EF4-FFF2-40B4-BE49-F238E27FC236}">
                <a16:creationId xmlns:a16="http://schemas.microsoft.com/office/drawing/2014/main" id="{6CD507E0-76AF-92E6-9265-36EFC243FF5D}"/>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3715838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layout V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18">
            <a:extLst>
              <a:ext uri="{FF2B5EF4-FFF2-40B4-BE49-F238E27FC236}">
                <a16:creationId xmlns:a16="http://schemas.microsoft.com/office/drawing/2014/main" id="{7EFAF703-D178-B07D-192F-060644B89D33}"/>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pic>
        <p:nvPicPr>
          <p:cNvPr id="39" name="Grafik 38">
            <a:extLst>
              <a:ext uri="{FF2B5EF4-FFF2-40B4-BE49-F238E27FC236}">
                <a16:creationId xmlns:a16="http://schemas.microsoft.com/office/drawing/2014/main" id="{43F2E7A0-FA9D-3415-8865-E540BE986B2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5" name="Graphic 6">
            <a:extLst>
              <a:ext uri="{FF2B5EF4-FFF2-40B4-BE49-F238E27FC236}">
                <a16:creationId xmlns:a16="http://schemas.microsoft.com/office/drawing/2014/main" id="{63C8B38E-104B-97F0-93B2-C623605B9302}"/>
              </a:ext>
            </a:extLst>
          </p:cNvPr>
          <p:cNvGrpSpPr/>
          <p:nvPr userDrawn="1"/>
        </p:nvGrpSpPr>
        <p:grpSpPr>
          <a:xfrm>
            <a:off x="9745468" y="6000795"/>
            <a:ext cx="1776195" cy="432465"/>
            <a:chOff x="5548312" y="3295650"/>
            <a:chExt cx="1095375" cy="266700"/>
          </a:xfrm>
        </p:grpSpPr>
        <p:sp>
          <p:nvSpPr>
            <p:cNvPr id="6" name="Freeform 25">
              <a:extLst>
                <a:ext uri="{FF2B5EF4-FFF2-40B4-BE49-F238E27FC236}">
                  <a16:creationId xmlns:a16="http://schemas.microsoft.com/office/drawing/2014/main" id="{61AAF0CA-D4DC-5EA3-61A9-C96A7AFFC002}"/>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7" name="Freeform 26">
              <a:extLst>
                <a:ext uri="{FF2B5EF4-FFF2-40B4-BE49-F238E27FC236}">
                  <a16:creationId xmlns:a16="http://schemas.microsoft.com/office/drawing/2014/main" id="{0C509557-5D28-A195-A92C-ED248F6225DB}"/>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BA19EE3A-C90C-496E-F016-AD288537BBDE}"/>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7F9A2FA7-B7D4-9887-155D-BC2ABFDEBC2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D418160C-3598-2071-4632-C2A5A21523B8}"/>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33051EEC-7839-D5DC-78B8-FDCBFEC394BE}"/>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68F398DD-71CF-1814-F575-31E176BB93C4}"/>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38119E14-33A9-F60D-1B6E-319DE9DBD0AC}"/>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3" name="Subtitle 2">
            <a:extLst>
              <a:ext uri="{FF2B5EF4-FFF2-40B4-BE49-F238E27FC236}">
                <a16:creationId xmlns:a16="http://schemas.microsoft.com/office/drawing/2014/main" id="{A578F399-4BF3-6E84-056E-83E767D7BB6C}"/>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9" name="Textplatzhalter 9">
            <a:extLst>
              <a:ext uri="{FF2B5EF4-FFF2-40B4-BE49-F238E27FC236}">
                <a16:creationId xmlns:a16="http://schemas.microsoft.com/office/drawing/2014/main" id="{444B9BCC-A43D-D0C5-0FB3-A8C4413E0549}"/>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CD80D092-3E4C-D184-B5BC-84F5D355BB00}"/>
              </a:ext>
            </a:extLst>
          </p:cNvPr>
          <p:cNvSpPr>
            <a:spLocks noGrp="1"/>
          </p:cNvSpPr>
          <p:nvPr>
            <p:ph type="title"/>
          </p:nvPr>
        </p:nvSpPr>
        <p:spPr/>
        <p:txBody>
          <a:bodyPr/>
          <a:lstStyle/>
          <a:p>
            <a:r>
              <a:rPr lang="de-DE"/>
              <a:t>Mastertitelformat bearbeiten</a:t>
            </a:r>
          </a:p>
        </p:txBody>
      </p:sp>
      <p:sp>
        <p:nvSpPr>
          <p:cNvPr id="9" name="TextBox 28">
            <a:extLst>
              <a:ext uri="{FF2B5EF4-FFF2-40B4-BE49-F238E27FC236}">
                <a16:creationId xmlns:a16="http://schemas.microsoft.com/office/drawing/2014/main" id="{4FC67E9D-2B2C-4E7B-0BAD-C7B73809342A}"/>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81534238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layout V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18">
            <a:extLst>
              <a:ext uri="{FF2B5EF4-FFF2-40B4-BE49-F238E27FC236}">
                <a16:creationId xmlns:a16="http://schemas.microsoft.com/office/drawing/2014/main" id="{6295FC7A-2714-D6EC-D6B0-6F1C363D09BE}"/>
              </a:ext>
            </a:extLst>
          </p:cNvPr>
          <p:cNvSpPr/>
          <p:nvPr userDrawn="1"/>
        </p:nvSpPr>
        <p:spPr bwMode="gray">
          <a:xfrm>
            <a:off x="0" y="1573306"/>
            <a:ext cx="12191998" cy="5284694"/>
          </a:xfrm>
          <a:prstGeom prst="rect">
            <a:avLst/>
          </a:prstGeom>
          <a:gradFill>
            <a:gsLst>
              <a:gs pos="16000">
                <a:schemeClr val="accent1">
                  <a:alpha val="0"/>
                  <a:lumMod val="0"/>
                  <a:lumOff val="100000"/>
                </a:schemeClr>
              </a:gs>
              <a:gs pos="58000">
                <a:srgbClr val="66717B">
                  <a:alpha val="56000"/>
                </a:srgbClr>
              </a:gs>
              <a:gs pos="100000">
                <a:schemeClr val="tx1">
                  <a:alpha val="9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pic>
        <p:nvPicPr>
          <p:cNvPr id="39" name="Grafik 38">
            <a:extLst>
              <a:ext uri="{FF2B5EF4-FFF2-40B4-BE49-F238E27FC236}">
                <a16:creationId xmlns:a16="http://schemas.microsoft.com/office/drawing/2014/main" id="{43F2E7A0-FA9D-3415-8865-E540BE986B2C}"/>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5" name="Graphic 6">
            <a:extLst>
              <a:ext uri="{FF2B5EF4-FFF2-40B4-BE49-F238E27FC236}">
                <a16:creationId xmlns:a16="http://schemas.microsoft.com/office/drawing/2014/main" id="{912C4E18-7E22-B706-19E8-8324526032D5}"/>
              </a:ext>
            </a:extLst>
          </p:cNvPr>
          <p:cNvGrpSpPr/>
          <p:nvPr userDrawn="1"/>
        </p:nvGrpSpPr>
        <p:grpSpPr>
          <a:xfrm>
            <a:off x="9745468" y="6000795"/>
            <a:ext cx="1776195" cy="432465"/>
            <a:chOff x="5548312" y="3295650"/>
            <a:chExt cx="1095375" cy="266700"/>
          </a:xfrm>
          <a:solidFill>
            <a:schemeClr val="tx1"/>
          </a:solidFill>
        </p:grpSpPr>
        <p:sp>
          <p:nvSpPr>
            <p:cNvPr id="6" name="Freeform 25">
              <a:extLst>
                <a:ext uri="{FF2B5EF4-FFF2-40B4-BE49-F238E27FC236}">
                  <a16:creationId xmlns:a16="http://schemas.microsoft.com/office/drawing/2014/main" id="{DA83C0FF-EA8D-DD18-3C51-01351CCC489A}"/>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7" name="Freeform 26">
              <a:extLst>
                <a:ext uri="{FF2B5EF4-FFF2-40B4-BE49-F238E27FC236}">
                  <a16:creationId xmlns:a16="http://schemas.microsoft.com/office/drawing/2014/main" id="{940000FE-8E45-F035-47BD-48E0159CAF33}"/>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B0B602A3-BFA6-C221-4E13-B75B890261A2}"/>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D61DE3DA-109C-BAB3-E888-CFCC3783C868}"/>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126EAE3F-E955-5C04-BC2D-1AA20430307C}"/>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6001DF23-909D-BDCE-C7F3-79984D198339}"/>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0DD641E6-7EB2-A989-A3B2-9CCDC819B2A0}"/>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171BFAA3-43B4-23C1-C855-179D91C48AD1}"/>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3" name="Subtitle 2">
            <a:extLst>
              <a:ext uri="{FF2B5EF4-FFF2-40B4-BE49-F238E27FC236}">
                <a16:creationId xmlns:a16="http://schemas.microsoft.com/office/drawing/2014/main" id="{96C5A022-9BF0-4B86-6B01-6C00CE40660F}"/>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19" name="Textplatzhalter 9">
            <a:extLst>
              <a:ext uri="{FF2B5EF4-FFF2-40B4-BE49-F238E27FC236}">
                <a16:creationId xmlns:a16="http://schemas.microsoft.com/office/drawing/2014/main" id="{211FAC17-37F0-FF9A-8DC2-34375B1FC221}"/>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C1D32ECD-5ABD-78DA-1B2F-D24353144B54}"/>
              </a:ext>
            </a:extLst>
          </p:cNvPr>
          <p:cNvSpPr>
            <a:spLocks noGrp="1"/>
          </p:cNvSpPr>
          <p:nvPr>
            <p:ph type="title"/>
          </p:nvPr>
        </p:nvSpPr>
        <p:spPr/>
        <p:txBody>
          <a:bodyPr/>
          <a:lstStyle/>
          <a:p>
            <a:r>
              <a:rPr lang="de-DE"/>
              <a:t>Mastertitelformat bearbeiten</a:t>
            </a:r>
          </a:p>
        </p:txBody>
      </p:sp>
      <p:sp>
        <p:nvSpPr>
          <p:cNvPr id="9" name="TextBox 28">
            <a:extLst>
              <a:ext uri="{FF2B5EF4-FFF2-40B4-BE49-F238E27FC236}">
                <a16:creationId xmlns:a16="http://schemas.microsoft.com/office/drawing/2014/main" id="{F235CD3B-03FB-4DB8-AF6B-A99E138CBD5C}"/>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717614203"/>
      </p:ext>
    </p:extLst>
  </p:cSld>
  <p:clrMapOvr>
    <a:masterClrMapping/>
  </p:clrMapOvr>
  <p:extLst>
    <p:ext uri="{DCECCB84-F9BA-43D5-87BE-67443E8EF086}">
      <p15:sldGuideLst xmlns:p15="http://schemas.microsoft.com/office/powerpoint/2012/main">
        <p15:guide id="1" orient="horz" pos="3113">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layout V7">
    <p:bg>
      <p:bgPr>
        <a:gradFill>
          <a:gsLst>
            <a:gs pos="38000">
              <a:schemeClr val="tx1"/>
            </a:gs>
            <a:gs pos="100000">
              <a:schemeClr val="tx1">
                <a:lumMod val="50000"/>
              </a:schemeClr>
            </a:gs>
          </a:gsLst>
          <a:lin ang="8100000" scaled="1"/>
        </a:gradFill>
        <a:effectLst/>
      </p:bgPr>
    </p:bg>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0E5380CB-CDF4-761C-C7FB-C90DC1AF1E5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7907849" y="2530864"/>
            <a:ext cx="4291591" cy="3075791"/>
          </a:xfrm>
          <a:prstGeom prst="rect">
            <a:avLst/>
          </a:prstGeom>
        </p:spPr>
      </p:pic>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grpSp>
        <p:nvGrpSpPr>
          <p:cNvPr id="4" name="Graphic 6">
            <a:extLst>
              <a:ext uri="{FF2B5EF4-FFF2-40B4-BE49-F238E27FC236}">
                <a16:creationId xmlns:a16="http://schemas.microsoft.com/office/drawing/2014/main" id="{A495EDA8-E86F-1CE0-9FEF-A36D40A39806}"/>
              </a:ext>
            </a:extLst>
          </p:cNvPr>
          <p:cNvGrpSpPr/>
          <p:nvPr userDrawn="1"/>
        </p:nvGrpSpPr>
        <p:grpSpPr>
          <a:xfrm>
            <a:off x="9745468" y="6000795"/>
            <a:ext cx="1776195" cy="432465"/>
            <a:chOff x="5548312" y="3295650"/>
            <a:chExt cx="1095375" cy="266700"/>
          </a:xfrm>
        </p:grpSpPr>
        <p:sp>
          <p:nvSpPr>
            <p:cNvPr id="5" name="Freeform 25">
              <a:extLst>
                <a:ext uri="{FF2B5EF4-FFF2-40B4-BE49-F238E27FC236}">
                  <a16:creationId xmlns:a16="http://schemas.microsoft.com/office/drawing/2014/main" id="{D0B07797-BD44-B818-1A61-86CACDC3B415}"/>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6" name="Freeform 26">
              <a:extLst>
                <a:ext uri="{FF2B5EF4-FFF2-40B4-BE49-F238E27FC236}">
                  <a16:creationId xmlns:a16="http://schemas.microsoft.com/office/drawing/2014/main" id="{B5DAFA87-BD96-A9D1-225B-4BBEEB043AD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8" name="Freeform 27">
              <a:extLst>
                <a:ext uri="{FF2B5EF4-FFF2-40B4-BE49-F238E27FC236}">
                  <a16:creationId xmlns:a16="http://schemas.microsoft.com/office/drawing/2014/main" id="{4CD5D1EB-6C64-A00D-DAB7-B538C6CA8381}"/>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0" name="Freeform 28">
              <a:extLst>
                <a:ext uri="{FF2B5EF4-FFF2-40B4-BE49-F238E27FC236}">
                  <a16:creationId xmlns:a16="http://schemas.microsoft.com/office/drawing/2014/main" id="{86D5FA52-8A86-0FEE-0839-1F0216B22C8B}"/>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1" name="Freeform 29">
              <a:extLst>
                <a:ext uri="{FF2B5EF4-FFF2-40B4-BE49-F238E27FC236}">
                  <a16:creationId xmlns:a16="http://schemas.microsoft.com/office/drawing/2014/main" id="{6AD35A30-3D9E-4120-3AA9-F4CBA87E044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1901599E-B0BC-3B7C-F34E-52EC4E481424}"/>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C7C936B4-DD0F-72F7-F7C8-B229DC4BEBA9}"/>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0D155637-759A-0307-B157-81E275590FE4}"/>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2" name="Subtitle 2">
            <a:extLst>
              <a:ext uri="{FF2B5EF4-FFF2-40B4-BE49-F238E27FC236}">
                <a16:creationId xmlns:a16="http://schemas.microsoft.com/office/drawing/2014/main" id="{7758FBCE-635D-BCC0-C9A4-681AE172FDB4}"/>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7" name="Textplatzhalter 9">
            <a:extLst>
              <a:ext uri="{FF2B5EF4-FFF2-40B4-BE49-F238E27FC236}">
                <a16:creationId xmlns:a16="http://schemas.microsoft.com/office/drawing/2014/main" id="{3E8A2758-6F9D-D8B3-B09A-6672A40EEF36}"/>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9" name="Titel 8">
            <a:extLst>
              <a:ext uri="{FF2B5EF4-FFF2-40B4-BE49-F238E27FC236}">
                <a16:creationId xmlns:a16="http://schemas.microsoft.com/office/drawing/2014/main" id="{012B3884-A8C6-5F5D-ADDA-63CCA46E8110}"/>
              </a:ext>
            </a:extLst>
          </p:cNvPr>
          <p:cNvSpPr>
            <a:spLocks noGrp="1"/>
          </p:cNvSpPr>
          <p:nvPr>
            <p:ph type="title"/>
          </p:nvPr>
        </p:nvSpPr>
        <p:spPr/>
        <p:txBody>
          <a:bodyPr/>
          <a:lstStyle/>
          <a:p>
            <a:r>
              <a:rPr lang="de-DE"/>
              <a:t>Mastertitelformat bearbeiten</a:t>
            </a:r>
          </a:p>
        </p:txBody>
      </p:sp>
      <p:sp>
        <p:nvSpPr>
          <p:cNvPr id="18" name="TextBox 28">
            <a:extLst>
              <a:ext uri="{FF2B5EF4-FFF2-40B4-BE49-F238E27FC236}">
                <a16:creationId xmlns:a16="http://schemas.microsoft.com/office/drawing/2014/main" id="{2A6346E4-27DA-D1B1-711B-3685BF10CDEB}"/>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495344400"/>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layout V8">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7" name="Rectangle18">
            <a:extLst>
              <a:ext uri="{FF2B5EF4-FFF2-40B4-BE49-F238E27FC236}">
                <a16:creationId xmlns:a16="http://schemas.microsoft.com/office/drawing/2014/main" id="{60DCAAEF-7030-B121-05CE-7FF693F3C9E5}"/>
              </a:ext>
            </a:extLst>
          </p:cNvPr>
          <p:cNvSpPr/>
          <p:nvPr userDrawn="1"/>
        </p:nvSpPr>
        <p:spPr bwMode="gray">
          <a:xfrm>
            <a:off x="1" y="0"/>
            <a:ext cx="12191998" cy="6858000"/>
          </a:xfrm>
          <a:prstGeom prst="rect">
            <a:avLst/>
          </a:prstGeom>
          <a:gradFill>
            <a:gsLst>
              <a:gs pos="38000">
                <a:schemeClr val="tx1"/>
              </a:gs>
              <a:gs pos="100000">
                <a:schemeClr val="tx1">
                  <a:lumMod val="50000"/>
                </a:schemeClr>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pic>
        <p:nvPicPr>
          <p:cNvPr id="29" name="Grafik 28">
            <a:extLst>
              <a:ext uri="{FF2B5EF4-FFF2-40B4-BE49-F238E27FC236}">
                <a16:creationId xmlns:a16="http://schemas.microsoft.com/office/drawing/2014/main" id="{EA5FEE3E-E035-295E-C82B-3142662F447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907849" y="2530864"/>
            <a:ext cx="4291591" cy="3075791"/>
          </a:xfrm>
          <a:prstGeom prst="rect">
            <a:avLst/>
          </a:prstGeom>
        </p:spPr>
      </p:pic>
      <p:pic>
        <p:nvPicPr>
          <p:cNvPr id="2" name="Grafik 11">
            <a:extLst>
              <a:ext uri="{FF2B5EF4-FFF2-40B4-BE49-F238E27FC236}">
                <a16:creationId xmlns:a16="http://schemas.microsoft.com/office/drawing/2014/main" id="{88E6323C-FD83-C7BF-B1AC-70BD6A5B7F1D}"/>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178859" y="4940891"/>
            <a:ext cx="9013141" cy="1917110"/>
          </a:xfrm>
          <a:prstGeom prst="rect">
            <a:avLst/>
          </a:prstGeom>
        </p:spPr>
      </p:pic>
      <p:grpSp>
        <p:nvGrpSpPr>
          <p:cNvPr id="18" name="Graphic 6">
            <a:extLst>
              <a:ext uri="{FF2B5EF4-FFF2-40B4-BE49-F238E27FC236}">
                <a16:creationId xmlns:a16="http://schemas.microsoft.com/office/drawing/2014/main" id="{964F4ED9-A58A-ABC4-ED3A-FD99BC63E285}"/>
              </a:ext>
            </a:extLst>
          </p:cNvPr>
          <p:cNvGrpSpPr/>
          <p:nvPr userDrawn="1"/>
        </p:nvGrpSpPr>
        <p:grpSpPr>
          <a:xfrm>
            <a:off x="9745468" y="6000795"/>
            <a:ext cx="1776195" cy="432465"/>
            <a:chOff x="5548312" y="3295650"/>
            <a:chExt cx="1095375" cy="266700"/>
          </a:xfrm>
          <a:solidFill>
            <a:schemeClr val="tx1"/>
          </a:solidFill>
        </p:grpSpPr>
        <p:sp>
          <p:nvSpPr>
            <p:cNvPr id="19" name="Freeform 25">
              <a:extLst>
                <a:ext uri="{FF2B5EF4-FFF2-40B4-BE49-F238E27FC236}">
                  <a16:creationId xmlns:a16="http://schemas.microsoft.com/office/drawing/2014/main" id="{E2DAA0E2-6393-A14E-77D3-C19DA98CFF7B}"/>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20" name="Freeform 26">
              <a:extLst>
                <a:ext uri="{FF2B5EF4-FFF2-40B4-BE49-F238E27FC236}">
                  <a16:creationId xmlns:a16="http://schemas.microsoft.com/office/drawing/2014/main" id="{EDF21ED6-BBDA-B316-3E6C-CCD575780495}"/>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21" name="Freeform 27">
              <a:extLst>
                <a:ext uri="{FF2B5EF4-FFF2-40B4-BE49-F238E27FC236}">
                  <a16:creationId xmlns:a16="http://schemas.microsoft.com/office/drawing/2014/main" id="{C9DF41AC-4B4A-ED58-AC7F-9B915DE5E329}"/>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22" name="Freeform 28">
              <a:extLst>
                <a:ext uri="{FF2B5EF4-FFF2-40B4-BE49-F238E27FC236}">
                  <a16:creationId xmlns:a16="http://schemas.microsoft.com/office/drawing/2014/main" id="{5438CC2D-23CB-37D9-8D7F-1279AEC07319}"/>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23" name="Freeform 29">
              <a:extLst>
                <a:ext uri="{FF2B5EF4-FFF2-40B4-BE49-F238E27FC236}">
                  <a16:creationId xmlns:a16="http://schemas.microsoft.com/office/drawing/2014/main" id="{D477EFD2-CE13-B276-CB26-105EBE8C7CA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24" name="Freeform 30">
              <a:extLst>
                <a:ext uri="{FF2B5EF4-FFF2-40B4-BE49-F238E27FC236}">
                  <a16:creationId xmlns:a16="http://schemas.microsoft.com/office/drawing/2014/main" id="{E0E230B6-91AD-D33B-2F15-F26BB2B79165}"/>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27" name="Freeform 31">
              <a:extLst>
                <a:ext uri="{FF2B5EF4-FFF2-40B4-BE49-F238E27FC236}">
                  <a16:creationId xmlns:a16="http://schemas.microsoft.com/office/drawing/2014/main" id="{F47EA0AF-A533-C53B-458C-C4D17673F584}"/>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28" name="Freeform 32">
              <a:extLst>
                <a:ext uri="{FF2B5EF4-FFF2-40B4-BE49-F238E27FC236}">
                  <a16:creationId xmlns:a16="http://schemas.microsoft.com/office/drawing/2014/main" id="{20EFD3A3-7E90-3C56-65C3-734EDAABB279}"/>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4" name="Subtitle 2">
            <a:extLst>
              <a:ext uri="{FF2B5EF4-FFF2-40B4-BE49-F238E27FC236}">
                <a16:creationId xmlns:a16="http://schemas.microsoft.com/office/drawing/2014/main" id="{4E30917C-6E1D-0EF2-151C-4F5571269FE8}"/>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bg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5" name="Textplatzhalter 9">
            <a:extLst>
              <a:ext uri="{FF2B5EF4-FFF2-40B4-BE49-F238E27FC236}">
                <a16:creationId xmlns:a16="http://schemas.microsoft.com/office/drawing/2014/main" id="{02360B38-0C53-FD5C-27CC-F1920F1642F6}"/>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8" name="Titel 7">
            <a:extLst>
              <a:ext uri="{FF2B5EF4-FFF2-40B4-BE49-F238E27FC236}">
                <a16:creationId xmlns:a16="http://schemas.microsoft.com/office/drawing/2014/main" id="{B5BE0780-3689-53ED-73AE-2E4F36520306}"/>
              </a:ext>
            </a:extLst>
          </p:cNvPr>
          <p:cNvSpPr>
            <a:spLocks noGrp="1"/>
          </p:cNvSpPr>
          <p:nvPr>
            <p:ph type="title"/>
          </p:nvPr>
        </p:nvSpPr>
        <p:spPr/>
        <p:txBody>
          <a:bodyPr/>
          <a:lstStyle/>
          <a:p>
            <a:r>
              <a:rPr lang="de-DE"/>
              <a:t>Mastertitelformat bearbeiten</a:t>
            </a:r>
          </a:p>
        </p:txBody>
      </p:sp>
      <p:sp>
        <p:nvSpPr>
          <p:cNvPr id="6" name="TextBox 28">
            <a:extLst>
              <a:ext uri="{FF2B5EF4-FFF2-40B4-BE49-F238E27FC236}">
                <a16:creationId xmlns:a16="http://schemas.microsoft.com/office/drawing/2014/main" id="{2B4F15D6-D274-FFDD-4D29-63386A204075}"/>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3273810135"/>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layout V9">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grpSp>
        <p:nvGrpSpPr>
          <p:cNvPr id="28" name="Graphic 6">
            <a:extLst>
              <a:ext uri="{FF2B5EF4-FFF2-40B4-BE49-F238E27FC236}">
                <a16:creationId xmlns:a16="http://schemas.microsoft.com/office/drawing/2014/main" id="{22EBA2E1-1A72-5848-8407-FF23EEF7AF10}"/>
              </a:ext>
            </a:extLst>
          </p:cNvPr>
          <p:cNvGrpSpPr/>
          <p:nvPr userDrawn="1"/>
        </p:nvGrpSpPr>
        <p:grpSpPr>
          <a:xfrm>
            <a:off x="9745468" y="6000795"/>
            <a:ext cx="1776195" cy="432465"/>
            <a:chOff x="5548312" y="3295650"/>
            <a:chExt cx="1095375" cy="266700"/>
          </a:xfrm>
        </p:grpSpPr>
        <p:sp>
          <p:nvSpPr>
            <p:cNvPr id="29" name="Freeform 25">
              <a:extLst>
                <a:ext uri="{FF2B5EF4-FFF2-40B4-BE49-F238E27FC236}">
                  <a16:creationId xmlns:a16="http://schemas.microsoft.com/office/drawing/2014/main" id="{D72DDF01-1B9F-BBB2-C8A1-60068D22149E}"/>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30" name="Freeform 26">
              <a:extLst>
                <a:ext uri="{FF2B5EF4-FFF2-40B4-BE49-F238E27FC236}">
                  <a16:creationId xmlns:a16="http://schemas.microsoft.com/office/drawing/2014/main" id="{D861A907-D9EE-A4C6-E0E2-268047FBDB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31" name="Freeform 27">
              <a:extLst>
                <a:ext uri="{FF2B5EF4-FFF2-40B4-BE49-F238E27FC236}">
                  <a16:creationId xmlns:a16="http://schemas.microsoft.com/office/drawing/2014/main" id="{13809077-FF08-BA9F-7798-FE3884A35857}"/>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32" name="Freeform 28">
              <a:extLst>
                <a:ext uri="{FF2B5EF4-FFF2-40B4-BE49-F238E27FC236}">
                  <a16:creationId xmlns:a16="http://schemas.microsoft.com/office/drawing/2014/main" id="{0DDA109D-7CCA-7C83-4811-786547131BA7}"/>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33" name="Freeform 29">
              <a:extLst>
                <a:ext uri="{FF2B5EF4-FFF2-40B4-BE49-F238E27FC236}">
                  <a16:creationId xmlns:a16="http://schemas.microsoft.com/office/drawing/2014/main" id="{169B1ADD-4369-AA34-5009-CD8853739666}"/>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34" name="Freeform 30">
              <a:extLst>
                <a:ext uri="{FF2B5EF4-FFF2-40B4-BE49-F238E27FC236}">
                  <a16:creationId xmlns:a16="http://schemas.microsoft.com/office/drawing/2014/main" id="{2DC3A3DA-7C07-BF32-8320-ED93F01A091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35" name="Freeform 31">
              <a:extLst>
                <a:ext uri="{FF2B5EF4-FFF2-40B4-BE49-F238E27FC236}">
                  <a16:creationId xmlns:a16="http://schemas.microsoft.com/office/drawing/2014/main" id="{611DEEAE-790C-6D49-FA0F-3531E9F26B6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36" name="Freeform 32">
              <a:extLst>
                <a:ext uri="{FF2B5EF4-FFF2-40B4-BE49-F238E27FC236}">
                  <a16:creationId xmlns:a16="http://schemas.microsoft.com/office/drawing/2014/main" id="{C4227EFD-E711-3A9D-E7FF-27E0148D90FA}"/>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5" name="Subtitle 2">
            <a:extLst>
              <a:ext uri="{FF2B5EF4-FFF2-40B4-BE49-F238E27FC236}">
                <a16:creationId xmlns:a16="http://schemas.microsoft.com/office/drawing/2014/main" id="{E6818D1A-7DD0-8696-D518-4E087883B523}"/>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tx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6" name="Textplatzhalter 9">
            <a:extLst>
              <a:ext uri="{FF2B5EF4-FFF2-40B4-BE49-F238E27FC236}">
                <a16:creationId xmlns:a16="http://schemas.microsoft.com/office/drawing/2014/main" id="{228B6DAB-7B2A-F88C-BBA0-D94830B43276}"/>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C5BDC61D-BADD-56D2-DC4D-9D3C430F7CB7}"/>
              </a:ext>
            </a:extLst>
          </p:cNvPr>
          <p:cNvSpPr>
            <a:spLocks noGrp="1"/>
          </p:cNvSpPr>
          <p:nvPr>
            <p:ph type="title"/>
          </p:nvPr>
        </p:nvSpPr>
        <p:spPr/>
        <p:txBody>
          <a:bodyPr/>
          <a:lstStyle>
            <a:lvl1pPr>
              <a:defRPr baseline="0">
                <a:solidFill>
                  <a:schemeClr val="tx1"/>
                </a:solidFill>
              </a:defRPr>
            </a:lvl1pPr>
          </a:lstStyle>
          <a:p>
            <a:r>
              <a:rPr lang="de-DE"/>
              <a:t>Mastertitelformat bearbeiten</a:t>
            </a:r>
          </a:p>
        </p:txBody>
      </p:sp>
      <p:sp>
        <p:nvSpPr>
          <p:cNvPr id="3" name="TextBox 28">
            <a:extLst>
              <a:ext uri="{FF2B5EF4-FFF2-40B4-BE49-F238E27FC236}">
                <a16:creationId xmlns:a16="http://schemas.microsoft.com/office/drawing/2014/main" id="{6398A9B1-1A17-950D-E945-C40D13A7ABFC}"/>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208737165"/>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layout V10">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grpSp>
        <p:nvGrpSpPr>
          <p:cNvPr id="28" name="Graphic 6">
            <a:extLst>
              <a:ext uri="{FF2B5EF4-FFF2-40B4-BE49-F238E27FC236}">
                <a16:creationId xmlns:a16="http://schemas.microsoft.com/office/drawing/2014/main" id="{22EBA2E1-1A72-5848-8407-FF23EEF7AF10}"/>
              </a:ext>
            </a:extLst>
          </p:cNvPr>
          <p:cNvGrpSpPr/>
          <p:nvPr userDrawn="1"/>
        </p:nvGrpSpPr>
        <p:grpSpPr>
          <a:xfrm>
            <a:off x="9745468" y="6000795"/>
            <a:ext cx="1776195" cy="432465"/>
            <a:chOff x="5548312" y="3295650"/>
            <a:chExt cx="1095375" cy="266700"/>
          </a:xfrm>
          <a:solidFill>
            <a:schemeClr val="tx1"/>
          </a:solidFill>
        </p:grpSpPr>
        <p:sp>
          <p:nvSpPr>
            <p:cNvPr id="29" name="Freeform 25">
              <a:extLst>
                <a:ext uri="{FF2B5EF4-FFF2-40B4-BE49-F238E27FC236}">
                  <a16:creationId xmlns:a16="http://schemas.microsoft.com/office/drawing/2014/main" id="{D72DDF01-1B9F-BBB2-C8A1-60068D22149E}"/>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30" name="Freeform 26">
              <a:extLst>
                <a:ext uri="{FF2B5EF4-FFF2-40B4-BE49-F238E27FC236}">
                  <a16:creationId xmlns:a16="http://schemas.microsoft.com/office/drawing/2014/main" id="{D861A907-D9EE-A4C6-E0E2-268047FBDB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31" name="Freeform 27">
              <a:extLst>
                <a:ext uri="{FF2B5EF4-FFF2-40B4-BE49-F238E27FC236}">
                  <a16:creationId xmlns:a16="http://schemas.microsoft.com/office/drawing/2014/main" id="{13809077-FF08-BA9F-7798-FE3884A35857}"/>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32" name="Freeform 28">
              <a:extLst>
                <a:ext uri="{FF2B5EF4-FFF2-40B4-BE49-F238E27FC236}">
                  <a16:creationId xmlns:a16="http://schemas.microsoft.com/office/drawing/2014/main" id="{0DDA109D-7CCA-7C83-4811-786547131BA7}"/>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33" name="Freeform 29">
              <a:extLst>
                <a:ext uri="{FF2B5EF4-FFF2-40B4-BE49-F238E27FC236}">
                  <a16:creationId xmlns:a16="http://schemas.microsoft.com/office/drawing/2014/main" id="{169B1ADD-4369-AA34-5009-CD8853739666}"/>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34" name="Freeform 30">
              <a:extLst>
                <a:ext uri="{FF2B5EF4-FFF2-40B4-BE49-F238E27FC236}">
                  <a16:creationId xmlns:a16="http://schemas.microsoft.com/office/drawing/2014/main" id="{2DC3A3DA-7C07-BF32-8320-ED93F01A091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35" name="Freeform 31">
              <a:extLst>
                <a:ext uri="{FF2B5EF4-FFF2-40B4-BE49-F238E27FC236}">
                  <a16:creationId xmlns:a16="http://schemas.microsoft.com/office/drawing/2014/main" id="{611DEEAE-790C-6D49-FA0F-3531E9F26B6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36" name="Freeform 32">
              <a:extLst>
                <a:ext uri="{FF2B5EF4-FFF2-40B4-BE49-F238E27FC236}">
                  <a16:creationId xmlns:a16="http://schemas.microsoft.com/office/drawing/2014/main" id="{C4227EFD-E711-3A9D-E7FF-27E0148D90FA}"/>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5" name="Subtitle 2">
            <a:extLst>
              <a:ext uri="{FF2B5EF4-FFF2-40B4-BE49-F238E27FC236}">
                <a16:creationId xmlns:a16="http://schemas.microsoft.com/office/drawing/2014/main" id="{17479F5C-224D-8B7C-F2FD-977023DAA092}"/>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tx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6" name="Textplatzhalter 9">
            <a:extLst>
              <a:ext uri="{FF2B5EF4-FFF2-40B4-BE49-F238E27FC236}">
                <a16:creationId xmlns:a16="http://schemas.microsoft.com/office/drawing/2014/main" id="{A6406C3D-77E4-9144-4AC7-86AC3731C571}"/>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27924D16-B51D-E393-4E0B-3DE89186D382}"/>
              </a:ext>
            </a:extLst>
          </p:cNvPr>
          <p:cNvSpPr>
            <a:spLocks noGrp="1"/>
          </p:cNvSpPr>
          <p:nvPr>
            <p:ph type="title"/>
          </p:nvPr>
        </p:nvSpPr>
        <p:spPr/>
        <p:txBody>
          <a:bodyPr/>
          <a:lstStyle>
            <a:lvl1pPr>
              <a:defRPr baseline="0">
                <a:solidFill>
                  <a:schemeClr val="tx1"/>
                </a:solidFill>
              </a:defRPr>
            </a:lvl1pPr>
          </a:lstStyle>
          <a:p>
            <a:r>
              <a:rPr lang="de-DE"/>
              <a:t>Mastertitelformat bearbeiten</a:t>
            </a:r>
          </a:p>
        </p:txBody>
      </p:sp>
      <p:sp>
        <p:nvSpPr>
          <p:cNvPr id="3" name="TextBox 28">
            <a:extLst>
              <a:ext uri="{FF2B5EF4-FFF2-40B4-BE49-F238E27FC236}">
                <a16:creationId xmlns:a16="http://schemas.microsoft.com/office/drawing/2014/main" id="{236BAD02-63B1-64D2-F416-78DAEE4624EE}"/>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1476102965"/>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layout V10">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grpSp>
        <p:nvGrpSpPr>
          <p:cNvPr id="28" name="Graphic 6">
            <a:extLst>
              <a:ext uri="{FF2B5EF4-FFF2-40B4-BE49-F238E27FC236}">
                <a16:creationId xmlns:a16="http://schemas.microsoft.com/office/drawing/2014/main" id="{22EBA2E1-1A72-5848-8407-FF23EEF7AF10}"/>
              </a:ext>
            </a:extLst>
          </p:cNvPr>
          <p:cNvGrpSpPr/>
          <p:nvPr userDrawn="1"/>
        </p:nvGrpSpPr>
        <p:grpSpPr>
          <a:xfrm>
            <a:off x="9745468" y="6000795"/>
            <a:ext cx="1776195" cy="432465"/>
            <a:chOff x="5548312" y="3295650"/>
            <a:chExt cx="1095375" cy="266700"/>
          </a:xfrm>
        </p:grpSpPr>
        <p:sp>
          <p:nvSpPr>
            <p:cNvPr id="29" name="Freeform 25">
              <a:extLst>
                <a:ext uri="{FF2B5EF4-FFF2-40B4-BE49-F238E27FC236}">
                  <a16:creationId xmlns:a16="http://schemas.microsoft.com/office/drawing/2014/main" id="{D72DDF01-1B9F-BBB2-C8A1-60068D22149E}"/>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30" name="Freeform 26">
              <a:extLst>
                <a:ext uri="{FF2B5EF4-FFF2-40B4-BE49-F238E27FC236}">
                  <a16:creationId xmlns:a16="http://schemas.microsoft.com/office/drawing/2014/main" id="{D861A907-D9EE-A4C6-E0E2-268047FBDB9D}"/>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31" name="Freeform 27">
              <a:extLst>
                <a:ext uri="{FF2B5EF4-FFF2-40B4-BE49-F238E27FC236}">
                  <a16:creationId xmlns:a16="http://schemas.microsoft.com/office/drawing/2014/main" id="{13809077-FF08-BA9F-7798-FE3884A35857}"/>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32" name="Freeform 28">
              <a:extLst>
                <a:ext uri="{FF2B5EF4-FFF2-40B4-BE49-F238E27FC236}">
                  <a16:creationId xmlns:a16="http://schemas.microsoft.com/office/drawing/2014/main" id="{0DDA109D-7CCA-7C83-4811-786547131BA7}"/>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33" name="Freeform 29">
              <a:extLst>
                <a:ext uri="{FF2B5EF4-FFF2-40B4-BE49-F238E27FC236}">
                  <a16:creationId xmlns:a16="http://schemas.microsoft.com/office/drawing/2014/main" id="{169B1ADD-4369-AA34-5009-CD8853739666}"/>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34" name="Freeform 30">
              <a:extLst>
                <a:ext uri="{FF2B5EF4-FFF2-40B4-BE49-F238E27FC236}">
                  <a16:creationId xmlns:a16="http://schemas.microsoft.com/office/drawing/2014/main" id="{2DC3A3DA-7C07-BF32-8320-ED93F01A091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35" name="Freeform 31">
              <a:extLst>
                <a:ext uri="{FF2B5EF4-FFF2-40B4-BE49-F238E27FC236}">
                  <a16:creationId xmlns:a16="http://schemas.microsoft.com/office/drawing/2014/main" id="{611DEEAE-790C-6D49-FA0F-3531E9F26B62}"/>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36" name="Freeform 32">
              <a:extLst>
                <a:ext uri="{FF2B5EF4-FFF2-40B4-BE49-F238E27FC236}">
                  <a16:creationId xmlns:a16="http://schemas.microsoft.com/office/drawing/2014/main" id="{C4227EFD-E711-3A9D-E7FF-27E0148D90FA}"/>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5" name="Subtitle 2">
            <a:extLst>
              <a:ext uri="{FF2B5EF4-FFF2-40B4-BE49-F238E27FC236}">
                <a16:creationId xmlns:a16="http://schemas.microsoft.com/office/drawing/2014/main" id="{0FEED951-38EE-AB8F-14D9-0EF6220A3CC0}"/>
              </a:ext>
            </a:extLst>
          </p:cNvPr>
          <p:cNvSpPr>
            <a:spLocks noGrp="1"/>
          </p:cNvSpPr>
          <p:nvPr>
            <p:ph type="subTitle" idx="1" hasCustomPrompt="1"/>
          </p:nvPr>
        </p:nvSpPr>
        <p:spPr bwMode="gray">
          <a:xfrm>
            <a:off x="658800" y="3408841"/>
            <a:ext cx="10874388" cy="360000"/>
          </a:xfrm>
          <a:prstGeom prst="rect">
            <a:avLst/>
          </a:prstGeom>
        </p:spPr>
        <p:txBody>
          <a:bodyPr lIns="0" tIns="0" rIns="0" bIns="0" anchor="t" anchorCtr="0"/>
          <a:lstStyle>
            <a:lvl1pPr marL="0" indent="0" algn="l">
              <a:lnSpc>
                <a:spcPct val="85000"/>
              </a:lnSpc>
              <a:spcBef>
                <a:spcPts val="0"/>
              </a:spcBef>
              <a:buNone/>
              <a:defRPr sz="1400" b="1" cap="all" baseline="0">
                <a:solidFill>
                  <a:schemeClr val="tx1"/>
                </a:solidFill>
              </a:defRPr>
            </a:lvl1pPr>
            <a:lvl2pPr marL="0" indent="0" algn="l">
              <a:lnSpc>
                <a:spcPct val="85000"/>
              </a:lnSpc>
              <a:spcBef>
                <a:spcPts val="1000"/>
              </a:spcBef>
              <a:buNone/>
              <a:defRPr sz="1400" b="1" cap="all" baseline="0">
                <a:solidFill>
                  <a:schemeClr val="tx1"/>
                </a:solidFill>
              </a:defRPr>
            </a:lvl2pPr>
            <a:lvl3pPr marL="0" indent="0" algn="l">
              <a:lnSpc>
                <a:spcPct val="85000"/>
              </a:lnSpc>
              <a:spcBef>
                <a:spcPts val="0"/>
              </a:spcBef>
              <a:buNone/>
              <a:defRPr sz="1400" b="1" cap="all" baseline="0">
                <a:solidFill>
                  <a:schemeClr val="tx1"/>
                </a:solidFill>
              </a:defRPr>
            </a:lvl3pPr>
            <a:lvl4pPr marL="0" indent="0" algn="l">
              <a:lnSpc>
                <a:spcPct val="85000"/>
              </a:lnSpc>
              <a:spcBef>
                <a:spcPts val="0"/>
              </a:spcBef>
              <a:buNone/>
              <a:defRPr sz="1400" b="1" cap="all" baseline="0">
                <a:solidFill>
                  <a:schemeClr val="tx1"/>
                </a:solidFill>
              </a:defRPr>
            </a:lvl4pPr>
            <a:lvl5pPr marL="0" indent="0" algn="l">
              <a:lnSpc>
                <a:spcPct val="85000"/>
              </a:lnSpc>
              <a:spcBef>
                <a:spcPts val="0"/>
              </a:spcBef>
              <a:buNone/>
              <a:defRPr sz="1400" b="1" cap="all" baseline="0">
                <a:solidFill>
                  <a:schemeClr val="tx1"/>
                </a:solidFill>
              </a:defRPr>
            </a:lvl5pPr>
            <a:lvl6pPr marL="0" indent="0" algn="l">
              <a:lnSpc>
                <a:spcPct val="85000"/>
              </a:lnSpc>
              <a:spcBef>
                <a:spcPts val="0"/>
              </a:spcBef>
              <a:buNone/>
              <a:defRPr sz="1400" b="1" cap="all" baseline="0">
                <a:solidFill>
                  <a:schemeClr val="tx1"/>
                </a:solidFill>
              </a:defRPr>
            </a:lvl6pPr>
            <a:lvl7pPr marL="0" indent="0" algn="l">
              <a:lnSpc>
                <a:spcPct val="85000"/>
              </a:lnSpc>
              <a:spcBef>
                <a:spcPts val="0"/>
              </a:spcBef>
              <a:buNone/>
              <a:defRPr sz="1400" b="1" cap="all" baseline="0">
                <a:solidFill>
                  <a:schemeClr val="tx1"/>
                </a:solidFill>
              </a:defRPr>
            </a:lvl7pPr>
            <a:lvl8pPr marL="0" indent="0" algn="l">
              <a:lnSpc>
                <a:spcPct val="85000"/>
              </a:lnSpc>
              <a:spcBef>
                <a:spcPts val="0"/>
              </a:spcBef>
              <a:buNone/>
              <a:defRPr sz="1400" b="1" cap="all" baseline="0">
                <a:solidFill>
                  <a:schemeClr val="tx1"/>
                </a:solidFill>
              </a:defRPr>
            </a:lvl8pPr>
            <a:lvl9pPr marL="0" indent="0" algn="l">
              <a:lnSpc>
                <a:spcPct val="85000"/>
              </a:lnSpc>
              <a:spcBef>
                <a:spcPts val="0"/>
              </a:spcBef>
              <a:buNone/>
              <a:defRPr sz="1400" b="1" cap="all" baseline="0">
                <a:solidFill>
                  <a:schemeClr val="tx1"/>
                </a:solidFill>
              </a:defRPr>
            </a:lvl9pPr>
          </a:lstStyle>
          <a:p>
            <a:r>
              <a:rPr lang="de-DE"/>
              <a:t>Formatvorlage des Untertitelmasters durch Klicken bearbeiten</a:t>
            </a:r>
          </a:p>
        </p:txBody>
      </p:sp>
      <p:sp>
        <p:nvSpPr>
          <p:cNvPr id="6" name="Textplatzhalter 9">
            <a:extLst>
              <a:ext uri="{FF2B5EF4-FFF2-40B4-BE49-F238E27FC236}">
                <a16:creationId xmlns:a16="http://schemas.microsoft.com/office/drawing/2014/main" id="{E526FA65-5B8A-24CA-DF10-EC0FDCB25A8E}"/>
              </a:ext>
            </a:extLst>
          </p:cNvPr>
          <p:cNvSpPr>
            <a:spLocks noGrp="1"/>
          </p:cNvSpPr>
          <p:nvPr>
            <p:ph type="body" sz="quarter" idx="10" hasCustomPrompt="1"/>
          </p:nvPr>
        </p:nvSpPr>
        <p:spPr>
          <a:xfrm>
            <a:off x="658812" y="549275"/>
            <a:ext cx="2880000" cy="180000"/>
          </a:xfrm>
          <a:prstGeom prst="rect">
            <a:avLst/>
          </a:prstGeom>
        </p:spPr>
        <p:txBody>
          <a:bodyPr lIns="0" tIns="0" rIns="0" bIns="0"/>
          <a:lstStyle>
            <a:lvl1pPr marL="0" indent="0">
              <a:buNone/>
              <a:defRPr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itel 1">
            <a:extLst>
              <a:ext uri="{FF2B5EF4-FFF2-40B4-BE49-F238E27FC236}">
                <a16:creationId xmlns:a16="http://schemas.microsoft.com/office/drawing/2014/main" id="{6C6BAA26-3B19-D816-292E-78FB5D2C441E}"/>
              </a:ext>
            </a:extLst>
          </p:cNvPr>
          <p:cNvSpPr>
            <a:spLocks noGrp="1"/>
          </p:cNvSpPr>
          <p:nvPr>
            <p:ph type="title"/>
          </p:nvPr>
        </p:nvSpPr>
        <p:spPr/>
        <p:txBody>
          <a:bodyPr/>
          <a:lstStyle>
            <a:lvl1pPr>
              <a:defRPr baseline="0">
                <a:solidFill>
                  <a:schemeClr val="tx1"/>
                </a:solidFill>
              </a:defRPr>
            </a:lvl1pPr>
          </a:lstStyle>
          <a:p>
            <a:r>
              <a:rPr lang="de-DE"/>
              <a:t>Mastertitelformat bearbeiten</a:t>
            </a:r>
          </a:p>
        </p:txBody>
      </p:sp>
      <p:sp>
        <p:nvSpPr>
          <p:cNvPr id="3" name="TextBox 28">
            <a:extLst>
              <a:ext uri="{FF2B5EF4-FFF2-40B4-BE49-F238E27FC236}">
                <a16:creationId xmlns:a16="http://schemas.microsoft.com/office/drawing/2014/main" id="{E7EA48AC-3E10-3390-EE6F-A94072E972C1}"/>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885927936"/>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Customer presentation V1">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CB26E22-6CC9-6E39-95BC-6E7188815F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hteck 2">
            <a:extLst>
              <a:ext uri="{FF2B5EF4-FFF2-40B4-BE49-F238E27FC236}">
                <a16:creationId xmlns:a16="http://schemas.microsoft.com/office/drawing/2014/main" id="{8532E051-F042-7AD8-6375-4FF39A5AC390}"/>
              </a:ext>
            </a:extLst>
          </p:cNvPr>
          <p:cNvSpPr/>
          <p:nvPr userDrawn="1"/>
        </p:nvSpPr>
        <p:spPr bwMode="gray">
          <a:xfrm>
            <a:off x="0" y="1"/>
            <a:ext cx="12202162" cy="6858000"/>
          </a:xfrm>
          <a:prstGeom prst="rect">
            <a:avLst/>
          </a:prstGeom>
          <a:gradFill flip="none" rotWithShape="1">
            <a:gsLst>
              <a:gs pos="0">
                <a:srgbClr val="4E5E69">
                  <a:lumMod val="54000"/>
                </a:srgbClr>
              </a:gs>
              <a:gs pos="49000">
                <a:schemeClr val="tx1">
                  <a:shade val="67500"/>
                  <a:satMod val="115000"/>
                  <a:alpha val="56000"/>
                </a:schemeClr>
              </a:gs>
              <a:gs pos="100000">
                <a:schemeClr val="tx1">
                  <a:shade val="100000"/>
                  <a:satMod val="115000"/>
                  <a:alpha val="6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de-DE" sz="1200">
              <a:solidFill>
                <a:schemeClr val="tx1"/>
              </a:solidFill>
            </a:endParaRPr>
          </a:p>
        </p:txBody>
      </p:sp>
      <p:cxnSp>
        <p:nvCxnSpPr>
          <p:cNvPr id="5" name="Gerader Verbinder 4">
            <a:extLst>
              <a:ext uri="{FF2B5EF4-FFF2-40B4-BE49-F238E27FC236}">
                <a16:creationId xmlns:a16="http://schemas.microsoft.com/office/drawing/2014/main" id="{AD7E509B-B20B-BAD1-CE09-613C8FD26A04}"/>
              </a:ext>
            </a:extLst>
          </p:cNvPr>
          <p:cNvCxnSpPr>
            <a:cxnSpLocks/>
          </p:cNvCxnSpPr>
          <p:nvPr userDrawn="1"/>
        </p:nvCxnSpPr>
        <p:spPr bwMode="gray">
          <a:xfrm rot="720000">
            <a:off x="6096000" y="2614071"/>
            <a:ext cx="0" cy="1629858"/>
          </a:xfrm>
          <a:prstGeom prst="line">
            <a:avLst/>
          </a:prstGeom>
          <a:ln w="28575">
            <a:solidFill>
              <a:schemeClr val="bg1"/>
            </a:solidFill>
            <a:miter lim="800000"/>
          </a:ln>
        </p:spPr>
        <p:style>
          <a:lnRef idx="1">
            <a:schemeClr val="accent1"/>
          </a:lnRef>
          <a:fillRef idx="0">
            <a:schemeClr val="accent1"/>
          </a:fillRef>
          <a:effectRef idx="0">
            <a:schemeClr val="accent1"/>
          </a:effectRef>
          <a:fontRef idx="minor">
            <a:schemeClr val="tx1"/>
          </a:fontRef>
        </p:style>
      </p:cxnSp>
      <p:grpSp>
        <p:nvGrpSpPr>
          <p:cNvPr id="8" name="Graphic 6">
            <a:extLst>
              <a:ext uri="{FF2B5EF4-FFF2-40B4-BE49-F238E27FC236}">
                <a16:creationId xmlns:a16="http://schemas.microsoft.com/office/drawing/2014/main" id="{0DA03A7A-BB68-4906-C25F-22F7EBA19044}"/>
              </a:ext>
            </a:extLst>
          </p:cNvPr>
          <p:cNvGrpSpPr/>
          <p:nvPr userDrawn="1"/>
        </p:nvGrpSpPr>
        <p:grpSpPr>
          <a:xfrm>
            <a:off x="7004961" y="3006888"/>
            <a:ext cx="3750568" cy="913182"/>
            <a:chOff x="5548312" y="3295650"/>
            <a:chExt cx="1095375" cy="266700"/>
          </a:xfrm>
        </p:grpSpPr>
        <p:sp>
          <p:nvSpPr>
            <p:cNvPr id="10" name="Freeform 25">
              <a:extLst>
                <a:ext uri="{FF2B5EF4-FFF2-40B4-BE49-F238E27FC236}">
                  <a16:creationId xmlns:a16="http://schemas.microsoft.com/office/drawing/2014/main" id="{A9CF9D7E-8F1C-919D-D405-62182C657E44}"/>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11" name="Freeform 26">
              <a:extLst>
                <a:ext uri="{FF2B5EF4-FFF2-40B4-BE49-F238E27FC236}">
                  <a16:creationId xmlns:a16="http://schemas.microsoft.com/office/drawing/2014/main" id="{D7ABAF45-9994-241F-75BC-4FBA75A84DDE}"/>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4" name="Freeform 27">
              <a:extLst>
                <a:ext uri="{FF2B5EF4-FFF2-40B4-BE49-F238E27FC236}">
                  <a16:creationId xmlns:a16="http://schemas.microsoft.com/office/drawing/2014/main" id="{562636FD-A2AD-9FB0-7404-B6EF4800C93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6" name="Freeform 28">
              <a:extLst>
                <a:ext uri="{FF2B5EF4-FFF2-40B4-BE49-F238E27FC236}">
                  <a16:creationId xmlns:a16="http://schemas.microsoft.com/office/drawing/2014/main" id="{361B6C2C-B1B4-CF52-2005-EA7ACAC6BFA8}"/>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7" name="Freeform 29">
              <a:extLst>
                <a:ext uri="{FF2B5EF4-FFF2-40B4-BE49-F238E27FC236}">
                  <a16:creationId xmlns:a16="http://schemas.microsoft.com/office/drawing/2014/main" id="{3D89AB33-AB13-2B05-3B27-97A37783759C}"/>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8" name="Freeform 30">
              <a:extLst>
                <a:ext uri="{FF2B5EF4-FFF2-40B4-BE49-F238E27FC236}">
                  <a16:creationId xmlns:a16="http://schemas.microsoft.com/office/drawing/2014/main" id="{C2029AB5-18FB-81BB-77EB-AF15DE9AF36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9" name="Freeform 31">
              <a:extLst>
                <a:ext uri="{FF2B5EF4-FFF2-40B4-BE49-F238E27FC236}">
                  <a16:creationId xmlns:a16="http://schemas.microsoft.com/office/drawing/2014/main" id="{868622FF-EDC0-CB8A-C8E7-DC0FED40462B}"/>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20" name="Freeform 32">
              <a:extLst>
                <a:ext uri="{FF2B5EF4-FFF2-40B4-BE49-F238E27FC236}">
                  <a16:creationId xmlns:a16="http://schemas.microsoft.com/office/drawing/2014/main" id="{E2CC7DB8-7499-6019-5F39-BB7D21E59ED8}"/>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sp>
        <p:nvSpPr>
          <p:cNvPr id="24" name="Inhaltsplatzhalter 23">
            <a:extLst>
              <a:ext uri="{FF2B5EF4-FFF2-40B4-BE49-F238E27FC236}">
                <a16:creationId xmlns:a16="http://schemas.microsoft.com/office/drawing/2014/main" id="{A061DA01-B727-636A-D452-C253DEDC22A5}"/>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bg1"/>
                </a:solidFill>
              </a:defRPr>
            </a:lvl1pPr>
          </a:lstStyle>
          <a:p>
            <a:pPr lvl="0"/>
            <a:r>
              <a:rPr lang="de-DE"/>
              <a:t>Kundenlogo</a:t>
            </a:r>
          </a:p>
        </p:txBody>
      </p:sp>
      <p:pic>
        <p:nvPicPr>
          <p:cNvPr id="6" name="Grafik 11">
            <a:extLst>
              <a:ext uri="{FF2B5EF4-FFF2-40B4-BE49-F238E27FC236}">
                <a16:creationId xmlns:a16="http://schemas.microsoft.com/office/drawing/2014/main" id="{09266F1D-8BBF-2E2B-1233-35841EC5626B}"/>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78859" y="4940891"/>
            <a:ext cx="9013141" cy="1917110"/>
          </a:xfrm>
          <a:prstGeom prst="rect">
            <a:avLst/>
          </a:prstGeom>
        </p:spPr>
      </p:pic>
      <p:pic>
        <p:nvPicPr>
          <p:cNvPr id="25" name="Grafik 24">
            <a:extLst>
              <a:ext uri="{FF2B5EF4-FFF2-40B4-BE49-F238E27FC236}">
                <a16:creationId xmlns:a16="http://schemas.microsoft.com/office/drawing/2014/main" id="{22F19C80-1675-2919-E0B6-813DD5CD41B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714449" y="5811551"/>
            <a:ext cx="866184" cy="752213"/>
          </a:xfrm>
          <a:prstGeom prst="rect">
            <a:avLst/>
          </a:prstGeom>
        </p:spPr>
      </p:pic>
      <p:sp>
        <p:nvSpPr>
          <p:cNvPr id="13" name="Textplatzhalter 9">
            <a:extLst>
              <a:ext uri="{FF2B5EF4-FFF2-40B4-BE49-F238E27FC236}">
                <a16:creationId xmlns:a16="http://schemas.microsoft.com/office/drawing/2014/main" id="{F465E27F-93B4-7803-5A0A-2FFA5EC1D59D}"/>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2" name="TextBox 28">
            <a:extLst>
              <a:ext uri="{FF2B5EF4-FFF2-40B4-BE49-F238E27FC236}">
                <a16:creationId xmlns:a16="http://schemas.microsoft.com/office/drawing/2014/main" id="{1E3EDB97-7B6C-3B9B-8333-F1EAFFF3DD7E}"/>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050496324"/>
      </p:ext>
    </p:extLst>
  </p:cSld>
  <p:clrMapOvr>
    <a:masterClrMapping/>
  </p:clrMapOvr>
  <p:extLst>
    <p:ext uri="{DCECCB84-F9BA-43D5-87BE-67443E8EF086}">
      <p15:sldGuideLst xmlns:p15="http://schemas.microsoft.com/office/powerpoint/2012/main">
        <p15:guide id="1" orient="horz" pos="3113" userDrawn="1">
          <p15:clr>
            <a:srgbClr val="FBAE40"/>
          </p15:clr>
        </p15:guide>
        <p15:guide id="2" orient="horz" pos="3997"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Customer presentation V3">
    <p:bg>
      <p:bgPr>
        <a:gradFill>
          <a:gsLst>
            <a:gs pos="0">
              <a:schemeClr val="tx1"/>
            </a:gs>
            <a:gs pos="100000">
              <a:srgbClr val="2F3941"/>
            </a:gs>
          </a:gsLst>
          <a:lin ang="0" scaled="0"/>
        </a:gradFill>
        <a:effectLst/>
      </p:bgPr>
    </p:bg>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cxnSp>
        <p:nvCxnSpPr>
          <p:cNvPr id="5" name="Gerader Verbinder 4">
            <a:extLst>
              <a:ext uri="{FF2B5EF4-FFF2-40B4-BE49-F238E27FC236}">
                <a16:creationId xmlns:a16="http://schemas.microsoft.com/office/drawing/2014/main" id="{A1A4E86A-C1FB-53A0-8963-4CF4522D7909}"/>
              </a:ext>
            </a:extLst>
          </p:cNvPr>
          <p:cNvCxnSpPr>
            <a:cxnSpLocks/>
          </p:cNvCxnSpPr>
          <p:nvPr userDrawn="1"/>
        </p:nvCxnSpPr>
        <p:spPr bwMode="gray">
          <a:xfrm rot="720000">
            <a:off x="6096000" y="2614071"/>
            <a:ext cx="0" cy="1629858"/>
          </a:xfrm>
          <a:prstGeom prst="line">
            <a:avLst/>
          </a:prstGeom>
          <a:ln w="28575">
            <a:solidFill>
              <a:schemeClr val="bg1"/>
            </a:solidFill>
            <a:miter lim="800000"/>
          </a:ln>
        </p:spPr>
        <p:style>
          <a:lnRef idx="1">
            <a:schemeClr val="accent1"/>
          </a:lnRef>
          <a:fillRef idx="0">
            <a:schemeClr val="accent1"/>
          </a:fillRef>
          <a:effectRef idx="0">
            <a:schemeClr val="accent1"/>
          </a:effectRef>
          <a:fontRef idx="minor">
            <a:schemeClr val="tx1"/>
          </a:fontRef>
        </p:style>
      </p:cxnSp>
      <p:grpSp>
        <p:nvGrpSpPr>
          <p:cNvPr id="6" name="Graphic 6">
            <a:extLst>
              <a:ext uri="{FF2B5EF4-FFF2-40B4-BE49-F238E27FC236}">
                <a16:creationId xmlns:a16="http://schemas.microsoft.com/office/drawing/2014/main" id="{EC8465CC-5C9A-3F06-374F-D1423A4E630D}"/>
              </a:ext>
            </a:extLst>
          </p:cNvPr>
          <p:cNvGrpSpPr/>
          <p:nvPr userDrawn="1"/>
        </p:nvGrpSpPr>
        <p:grpSpPr>
          <a:xfrm>
            <a:off x="7004961" y="3006888"/>
            <a:ext cx="3750568" cy="913182"/>
            <a:chOff x="5548312" y="3295650"/>
            <a:chExt cx="1095375" cy="266700"/>
          </a:xfrm>
        </p:grpSpPr>
        <p:sp>
          <p:nvSpPr>
            <p:cNvPr id="7" name="Freeform 25">
              <a:extLst>
                <a:ext uri="{FF2B5EF4-FFF2-40B4-BE49-F238E27FC236}">
                  <a16:creationId xmlns:a16="http://schemas.microsoft.com/office/drawing/2014/main" id="{C7B2A9CA-F633-6CD5-D776-A051DA2D07B7}"/>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solidFill>
              <a:srgbClr val="FFFFFF"/>
            </a:solidFill>
            <a:ln w="9525" cap="flat">
              <a:noFill/>
              <a:prstDash val="solid"/>
              <a:miter/>
            </a:ln>
          </p:spPr>
          <p:txBody>
            <a:bodyPr rtlCol="0" anchor="ctr"/>
            <a:lstStyle/>
            <a:p>
              <a:endParaRPr lang="en-US" noProof="0"/>
            </a:p>
          </p:txBody>
        </p:sp>
        <p:sp>
          <p:nvSpPr>
            <p:cNvPr id="8" name="Freeform 26">
              <a:extLst>
                <a:ext uri="{FF2B5EF4-FFF2-40B4-BE49-F238E27FC236}">
                  <a16:creationId xmlns:a16="http://schemas.microsoft.com/office/drawing/2014/main" id="{0F4B6F0E-3C5A-E539-C123-5482752D72F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solidFill>
              <a:srgbClr val="FFFFFF"/>
            </a:solid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A42A36E9-F814-263A-0A2A-78105D9FD4A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solidFill>
              <a:srgbClr val="FFFFFF"/>
            </a:solid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F66A09FD-1709-6F52-550D-61A8143CC65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solidFill>
              <a:srgbClr val="FFFFFF"/>
            </a:solid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88768E3C-3A96-3240-D501-6DD0EC9718B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solidFill>
              <a:srgbClr val="FFFFFF"/>
            </a:solid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74A974B1-E7E3-2577-8B20-E4C5A17F7E5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solidFill>
              <a:srgbClr val="FFFFFF"/>
            </a:solid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F780402D-1B9D-A177-6B2E-F740AA1BAE23}"/>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solidFill>
              <a:srgbClr val="FFFFFF"/>
            </a:solid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4CA4CC12-9A62-4306-A2AB-2147474DD927}"/>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solidFill>
              <a:srgbClr val="FFFFFF"/>
            </a:solidFill>
            <a:ln w="9525" cap="flat">
              <a:noFill/>
              <a:prstDash val="solid"/>
              <a:miter/>
            </a:ln>
          </p:spPr>
          <p:txBody>
            <a:bodyPr rtlCol="0" anchor="ctr"/>
            <a:lstStyle/>
            <a:p>
              <a:endParaRPr lang="en-US" noProof="0"/>
            </a:p>
          </p:txBody>
        </p:sp>
      </p:grpSp>
      <p:sp>
        <p:nvSpPr>
          <p:cNvPr id="18" name="Inhaltsplatzhalter 23">
            <a:extLst>
              <a:ext uri="{FF2B5EF4-FFF2-40B4-BE49-F238E27FC236}">
                <a16:creationId xmlns:a16="http://schemas.microsoft.com/office/drawing/2014/main" id="{3BF6DBE8-FD32-9023-149F-42B272406E1B}"/>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bg1"/>
                </a:solidFill>
              </a:defRPr>
            </a:lvl1pPr>
          </a:lstStyle>
          <a:p>
            <a:pPr lvl="0"/>
            <a:r>
              <a:rPr lang="de-DE"/>
              <a:t>Kundenlogo</a:t>
            </a:r>
          </a:p>
        </p:txBody>
      </p:sp>
      <p:pic>
        <p:nvPicPr>
          <p:cNvPr id="20" name="Grafik 19">
            <a:extLst>
              <a:ext uri="{FF2B5EF4-FFF2-40B4-BE49-F238E27FC236}">
                <a16:creationId xmlns:a16="http://schemas.microsoft.com/office/drawing/2014/main" id="{F06B79E0-BB1E-4982-5AED-6CC9F09DB45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14449" y="5811551"/>
            <a:ext cx="866184" cy="752213"/>
          </a:xfrm>
          <a:prstGeom prst="rect">
            <a:avLst/>
          </a:prstGeom>
        </p:spPr>
      </p:pic>
      <p:sp>
        <p:nvSpPr>
          <p:cNvPr id="2" name="Textplatzhalter 9">
            <a:extLst>
              <a:ext uri="{FF2B5EF4-FFF2-40B4-BE49-F238E27FC236}">
                <a16:creationId xmlns:a16="http://schemas.microsoft.com/office/drawing/2014/main" id="{E25E5959-49FB-30E1-48F3-1AC32FA3DFC1}"/>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3" name="TextBox 28">
            <a:extLst>
              <a:ext uri="{FF2B5EF4-FFF2-40B4-BE49-F238E27FC236}">
                <a16:creationId xmlns:a16="http://schemas.microsoft.com/office/drawing/2014/main" id="{01F56DD5-B32E-F5F5-309C-734FE1187F59}"/>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093495049"/>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Customer presentation V6">
    <p:spTree>
      <p:nvGrpSpPr>
        <p:cNvPr id="1" name=""/>
        <p:cNvGrpSpPr/>
        <p:nvPr/>
      </p:nvGrpSpPr>
      <p:grpSpPr>
        <a:xfrm>
          <a:off x="0" y="0"/>
          <a:ext cx="0" cy="0"/>
          <a:chOff x="0" y="0"/>
          <a:chExt cx="0" cy="0"/>
        </a:xfrm>
      </p:grpSpPr>
      <p:sp>
        <p:nvSpPr>
          <p:cNvPr id="25" name="Bildplatzhalter 24">
            <a:extLst>
              <a:ext uri="{FF2B5EF4-FFF2-40B4-BE49-F238E27FC236}">
                <a16:creationId xmlns:a16="http://schemas.microsoft.com/office/drawing/2014/main" id="{687F24EB-2B10-A123-081D-23B4B74E0A45}"/>
              </a:ext>
            </a:extLst>
          </p:cNvPr>
          <p:cNvSpPr>
            <a:spLocks noGrp="1"/>
          </p:cNvSpPr>
          <p:nvPr>
            <p:ph type="pic" sz="quarter" idx="11"/>
          </p:nvPr>
        </p:nvSpPr>
        <p:spPr>
          <a:xfrm>
            <a:off x="0" y="0"/>
            <a:ext cx="12192000" cy="6858000"/>
          </a:xfrm>
          <a:prstGeom prst="rect">
            <a:avLst/>
          </a:prstGeom>
          <a:pattFill prst="pct5">
            <a:fgClr>
              <a:schemeClr val="tx1"/>
            </a:fgClr>
            <a:bgClr>
              <a:schemeClr val="bg1"/>
            </a:bgClr>
          </a:pattFill>
        </p:spPr>
        <p:txBody>
          <a:bodyPr anchor="ctr" anchorCtr="0"/>
          <a:lstStyle>
            <a:lvl1pPr marL="0" indent="0" algn="ctr">
              <a:buNone/>
              <a:defRPr sz="800">
                <a:solidFill>
                  <a:schemeClr val="tx1"/>
                </a:solidFill>
              </a:defRPr>
            </a:lvl1pPr>
          </a:lstStyle>
          <a:p>
            <a:endParaRPr lang="de-DE"/>
          </a:p>
        </p:txBody>
      </p:sp>
      <p:sp>
        <p:nvSpPr>
          <p:cNvPr id="3" name="Rectangle18">
            <a:extLst>
              <a:ext uri="{FF2B5EF4-FFF2-40B4-BE49-F238E27FC236}">
                <a16:creationId xmlns:a16="http://schemas.microsoft.com/office/drawing/2014/main" id="{D017BF30-C0BC-17E7-5C1F-326D396EF98D}"/>
              </a:ext>
            </a:extLst>
          </p:cNvPr>
          <p:cNvSpPr/>
          <p:nvPr userDrawn="1"/>
        </p:nvSpPr>
        <p:spPr bwMode="gray">
          <a:xfrm>
            <a:off x="1" y="0"/>
            <a:ext cx="12191998" cy="6858000"/>
          </a:xfrm>
          <a:prstGeom prst="rect">
            <a:avLst/>
          </a:prstGeom>
          <a:gradFill>
            <a:gsLst>
              <a:gs pos="0">
                <a:schemeClr val="tx1">
                  <a:lumMod val="20000"/>
                  <a:lumOff val="80000"/>
                  <a:alpha val="28000"/>
                </a:schemeClr>
              </a:gs>
              <a:gs pos="96000">
                <a:schemeClr val="tx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indent="0" algn="ctr">
              <a:lnSpc>
                <a:spcPts val="1500"/>
              </a:lnSpc>
              <a:spcAft>
                <a:spcPts val="600"/>
              </a:spcAft>
            </a:pPr>
            <a:endParaRPr lang="en-US" sz="1200" noProof="0">
              <a:solidFill>
                <a:schemeClr val="tx1"/>
              </a:solidFill>
            </a:endParaRPr>
          </a:p>
        </p:txBody>
      </p:sp>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cxnSp>
        <p:nvCxnSpPr>
          <p:cNvPr id="5" name="Gerader Verbinder 4">
            <a:extLst>
              <a:ext uri="{FF2B5EF4-FFF2-40B4-BE49-F238E27FC236}">
                <a16:creationId xmlns:a16="http://schemas.microsoft.com/office/drawing/2014/main" id="{A1A4E86A-C1FB-53A0-8963-4CF4522D7909}"/>
              </a:ext>
            </a:extLst>
          </p:cNvPr>
          <p:cNvCxnSpPr>
            <a:cxnSpLocks/>
          </p:cNvCxnSpPr>
          <p:nvPr userDrawn="1"/>
        </p:nvCxnSpPr>
        <p:spPr bwMode="gray">
          <a:xfrm rot="720000">
            <a:off x="6096000" y="2614071"/>
            <a:ext cx="0" cy="1629858"/>
          </a:xfrm>
          <a:prstGeom prst="line">
            <a:avLst/>
          </a:prstGeom>
          <a:ln w="28575">
            <a:solidFill>
              <a:schemeClr val="bg1"/>
            </a:solidFill>
            <a:miter lim="800000"/>
          </a:ln>
        </p:spPr>
        <p:style>
          <a:lnRef idx="1">
            <a:schemeClr val="accent1"/>
          </a:lnRef>
          <a:fillRef idx="0">
            <a:schemeClr val="accent1"/>
          </a:fillRef>
          <a:effectRef idx="0">
            <a:schemeClr val="accent1"/>
          </a:effectRef>
          <a:fontRef idx="minor">
            <a:schemeClr val="tx1"/>
          </a:fontRef>
        </p:style>
      </p:cxnSp>
      <p:grpSp>
        <p:nvGrpSpPr>
          <p:cNvPr id="6" name="Graphic 6">
            <a:extLst>
              <a:ext uri="{FF2B5EF4-FFF2-40B4-BE49-F238E27FC236}">
                <a16:creationId xmlns:a16="http://schemas.microsoft.com/office/drawing/2014/main" id="{EC8465CC-5C9A-3F06-374F-D1423A4E630D}"/>
              </a:ext>
            </a:extLst>
          </p:cNvPr>
          <p:cNvGrpSpPr/>
          <p:nvPr userDrawn="1"/>
        </p:nvGrpSpPr>
        <p:grpSpPr>
          <a:xfrm>
            <a:off x="7004961" y="3006888"/>
            <a:ext cx="3750568" cy="913182"/>
            <a:chOff x="5548312" y="3295650"/>
            <a:chExt cx="1095375" cy="266700"/>
          </a:xfrm>
          <a:solidFill>
            <a:schemeClr val="bg1"/>
          </a:solidFill>
        </p:grpSpPr>
        <p:sp>
          <p:nvSpPr>
            <p:cNvPr id="7" name="Freeform 25">
              <a:extLst>
                <a:ext uri="{FF2B5EF4-FFF2-40B4-BE49-F238E27FC236}">
                  <a16:creationId xmlns:a16="http://schemas.microsoft.com/office/drawing/2014/main" id="{C7B2A9CA-F633-6CD5-D776-A051DA2D07B7}"/>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p>
          </p:txBody>
        </p:sp>
        <p:sp>
          <p:nvSpPr>
            <p:cNvPr id="8" name="Freeform 26">
              <a:extLst>
                <a:ext uri="{FF2B5EF4-FFF2-40B4-BE49-F238E27FC236}">
                  <a16:creationId xmlns:a16="http://schemas.microsoft.com/office/drawing/2014/main" id="{0F4B6F0E-3C5A-E539-C123-5482752D72F9}"/>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p>
          </p:txBody>
        </p:sp>
        <p:sp>
          <p:nvSpPr>
            <p:cNvPr id="10" name="Freeform 27">
              <a:extLst>
                <a:ext uri="{FF2B5EF4-FFF2-40B4-BE49-F238E27FC236}">
                  <a16:creationId xmlns:a16="http://schemas.microsoft.com/office/drawing/2014/main" id="{A42A36E9-F814-263A-0A2A-78105D9FD4AF}"/>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p>
          </p:txBody>
        </p:sp>
        <p:sp>
          <p:nvSpPr>
            <p:cNvPr id="11" name="Freeform 28">
              <a:extLst>
                <a:ext uri="{FF2B5EF4-FFF2-40B4-BE49-F238E27FC236}">
                  <a16:creationId xmlns:a16="http://schemas.microsoft.com/office/drawing/2014/main" id="{F66A09FD-1709-6F52-550D-61A8143CC65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p>
          </p:txBody>
        </p:sp>
        <p:sp>
          <p:nvSpPr>
            <p:cNvPr id="12" name="Freeform 29">
              <a:extLst>
                <a:ext uri="{FF2B5EF4-FFF2-40B4-BE49-F238E27FC236}">
                  <a16:creationId xmlns:a16="http://schemas.microsoft.com/office/drawing/2014/main" id="{88768E3C-3A96-3240-D501-6DD0EC9718B3}"/>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p>
          </p:txBody>
        </p:sp>
        <p:sp>
          <p:nvSpPr>
            <p:cNvPr id="14" name="Freeform 30">
              <a:extLst>
                <a:ext uri="{FF2B5EF4-FFF2-40B4-BE49-F238E27FC236}">
                  <a16:creationId xmlns:a16="http://schemas.microsoft.com/office/drawing/2014/main" id="{74A974B1-E7E3-2577-8B20-E4C5A17F7E5B}"/>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p>
          </p:txBody>
        </p:sp>
        <p:sp>
          <p:nvSpPr>
            <p:cNvPr id="16" name="Freeform 31">
              <a:extLst>
                <a:ext uri="{FF2B5EF4-FFF2-40B4-BE49-F238E27FC236}">
                  <a16:creationId xmlns:a16="http://schemas.microsoft.com/office/drawing/2014/main" id="{F780402D-1B9D-A177-6B2E-F740AA1BAE23}"/>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p>
          </p:txBody>
        </p:sp>
        <p:sp>
          <p:nvSpPr>
            <p:cNvPr id="17" name="Freeform 32">
              <a:extLst>
                <a:ext uri="{FF2B5EF4-FFF2-40B4-BE49-F238E27FC236}">
                  <a16:creationId xmlns:a16="http://schemas.microsoft.com/office/drawing/2014/main" id="{4CA4CC12-9A62-4306-A2AB-2147474DD927}"/>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p>
          </p:txBody>
        </p:sp>
      </p:grpSp>
      <p:sp>
        <p:nvSpPr>
          <p:cNvPr id="18" name="Inhaltsplatzhalter 23">
            <a:extLst>
              <a:ext uri="{FF2B5EF4-FFF2-40B4-BE49-F238E27FC236}">
                <a16:creationId xmlns:a16="http://schemas.microsoft.com/office/drawing/2014/main" id="{3BF6DBE8-FD32-9023-149F-42B272406E1B}"/>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bg1"/>
                </a:solidFill>
              </a:defRPr>
            </a:lvl1pPr>
          </a:lstStyle>
          <a:p>
            <a:pPr lvl="0"/>
            <a:r>
              <a:rPr lang="de-DE"/>
              <a:t>Kundenlogo</a:t>
            </a:r>
          </a:p>
        </p:txBody>
      </p:sp>
      <p:pic>
        <p:nvPicPr>
          <p:cNvPr id="20" name="Grafik 19">
            <a:extLst>
              <a:ext uri="{FF2B5EF4-FFF2-40B4-BE49-F238E27FC236}">
                <a16:creationId xmlns:a16="http://schemas.microsoft.com/office/drawing/2014/main" id="{F06B79E0-BB1E-4982-5AED-6CC9F09DB45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14449" y="5811551"/>
            <a:ext cx="866184" cy="752213"/>
          </a:xfrm>
          <a:prstGeom prst="rect">
            <a:avLst/>
          </a:prstGeom>
        </p:spPr>
      </p:pic>
      <p:sp>
        <p:nvSpPr>
          <p:cNvPr id="2" name="Textplatzhalter 9">
            <a:extLst>
              <a:ext uri="{FF2B5EF4-FFF2-40B4-BE49-F238E27FC236}">
                <a16:creationId xmlns:a16="http://schemas.microsoft.com/office/drawing/2014/main" id="{ACAEEE58-BAAA-F965-3A4F-4A1EF48606A1}"/>
              </a:ext>
            </a:extLst>
          </p:cNvPr>
          <p:cNvSpPr>
            <a:spLocks noGrp="1"/>
          </p:cNvSpPr>
          <p:nvPr>
            <p:ph type="body" sz="quarter" idx="12" hasCustomPrompt="1"/>
          </p:nvPr>
        </p:nvSpPr>
        <p:spPr>
          <a:xfrm>
            <a:off x="658812" y="549275"/>
            <a:ext cx="2880000" cy="180000"/>
          </a:xfrm>
          <a:prstGeom prst="rect">
            <a:avLst/>
          </a:prstGeom>
        </p:spPr>
        <p:txBody>
          <a:bodyPr lIns="0" tIns="0" rIns="0" bIns="0"/>
          <a:lstStyle>
            <a:lvl1pPr marL="0" indent="0">
              <a:buNone/>
              <a:defRPr b="1">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9" name="TextBox 28">
            <a:extLst>
              <a:ext uri="{FF2B5EF4-FFF2-40B4-BE49-F238E27FC236}">
                <a16:creationId xmlns:a16="http://schemas.microsoft.com/office/drawing/2014/main" id="{0E6988D7-8A20-AD47-3AE6-FFD1BEF5DF16}"/>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bg1"/>
                </a:solidFill>
                <a:latin typeface="+mn-lt"/>
                <a:ea typeface="+mn-ea"/>
                <a:cs typeface="+mn-cs"/>
              </a:rPr>
              <a:t>YOUR GLOBAL ENGINEERING ​</a:t>
            </a:r>
          </a:p>
          <a:p>
            <a:pPr marL="0" lvl="0" indent="-3657600" rtl="0">
              <a:lnSpc>
                <a:spcPct val="100000"/>
              </a:lnSpc>
              <a:tabLst/>
            </a:pPr>
            <a:r>
              <a:rPr lang="en-US" sz="1200" b="1" kern="1200" cap="all" spc="20" baseline="0">
                <a:solidFill>
                  <a:schemeClr val="bg1"/>
                </a:solidFill>
                <a:latin typeface="+mn-lt"/>
                <a:ea typeface="+mn-ea"/>
                <a:cs typeface="+mn-cs"/>
              </a:rPr>
              <a:t>AND TECHNOLOGY EXPERTS​</a:t>
            </a:r>
            <a:endParaRPr sz="1200" b="1" kern="1200" cap="all" spc="20" baseline="0">
              <a:solidFill>
                <a:schemeClr val="bg1"/>
              </a:solidFill>
              <a:latin typeface="+mn-lt"/>
              <a:ea typeface="+mn-ea"/>
              <a:cs typeface="+mn-cs"/>
            </a:endParaRPr>
          </a:p>
        </p:txBody>
      </p:sp>
    </p:spTree>
    <p:extLst>
      <p:ext uri="{BB962C8B-B14F-4D97-AF65-F5344CB8AC3E}">
        <p14:creationId xmlns:p14="http://schemas.microsoft.com/office/powerpoint/2010/main" val="2890496741"/>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Customer presentation V2">
    <p:spTree>
      <p:nvGrpSpPr>
        <p:cNvPr id="1" name=""/>
        <p:cNvGrpSpPr/>
        <p:nvPr/>
      </p:nvGrpSpPr>
      <p:grpSpPr>
        <a:xfrm>
          <a:off x="0" y="0"/>
          <a:ext cx="0" cy="0"/>
          <a:chOff x="0" y="0"/>
          <a:chExt cx="0" cy="0"/>
        </a:xfrm>
      </p:grpSpPr>
      <p:pic>
        <p:nvPicPr>
          <p:cNvPr id="34" name="Grafik 11">
            <a:extLst>
              <a:ext uri="{FF2B5EF4-FFF2-40B4-BE49-F238E27FC236}">
                <a16:creationId xmlns:a16="http://schemas.microsoft.com/office/drawing/2014/main" id="{0F5E8CB3-5CB1-31CB-EB6C-BE97BBC6BB6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35" name="Grafik 34">
            <a:extLst>
              <a:ext uri="{FF2B5EF4-FFF2-40B4-BE49-F238E27FC236}">
                <a16:creationId xmlns:a16="http://schemas.microsoft.com/office/drawing/2014/main" id="{CC5CDFBF-F32E-B4DF-D575-425BDD3A3C3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14449" y="5811551"/>
            <a:ext cx="866184" cy="752213"/>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cxnSp>
        <p:nvCxnSpPr>
          <p:cNvPr id="7" name="Gerader Verbinder 6">
            <a:extLst>
              <a:ext uri="{FF2B5EF4-FFF2-40B4-BE49-F238E27FC236}">
                <a16:creationId xmlns:a16="http://schemas.microsoft.com/office/drawing/2014/main" id="{8C4AE127-FE06-287D-746E-D9ECEA99E792}"/>
              </a:ext>
            </a:extLst>
          </p:cNvPr>
          <p:cNvCxnSpPr>
            <a:cxnSpLocks/>
          </p:cNvCxnSpPr>
          <p:nvPr userDrawn="1"/>
        </p:nvCxnSpPr>
        <p:spPr bwMode="gray">
          <a:xfrm rot="720000">
            <a:off x="6096000" y="2614071"/>
            <a:ext cx="0" cy="1629858"/>
          </a:xfrm>
          <a:prstGeom prst="line">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12" name="Graphic 6">
            <a:extLst>
              <a:ext uri="{FF2B5EF4-FFF2-40B4-BE49-F238E27FC236}">
                <a16:creationId xmlns:a16="http://schemas.microsoft.com/office/drawing/2014/main" id="{41651E07-30DF-BB74-0D46-19A12BAE7AE6}"/>
              </a:ext>
            </a:extLst>
          </p:cNvPr>
          <p:cNvGrpSpPr/>
          <p:nvPr userDrawn="1"/>
        </p:nvGrpSpPr>
        <p:grpSpPr>
          <a:xfrm>
            <a:off x="7004961" y="3006888"/>
            <a:ext cx="3750568" cy="913182"/>
            <a:chOff x="5548312" y="3295650"/>
            <a:chExt cx="1095375" cy="266700"/>
          </a:xfrm>
          <a:solidFill>
            <a:schemeClr val="tx1"/>
          </a:solidFill>
        </p:grpSpPr>
        <p:sp>
          <p:nvSpPr>
            <p:cNvPr id="13" name="Freeform 25">
              <a:extLst>
                <a:ext uri="{FF2B5EF4-FFF2-40B4-BE49-F238E27FC236}">
                  <a16:creationId xmlns:a16="http://schemas.microsoft.com/office/drawing/2014/main" id="{1B4E109D-C5D1-DA76-CB1A-64B7279EEFDB}"/>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1"/>
                </a:solidFill>
              </a:endParaRPr>
            </a:p>
          </p:txBody>
        </p:sp>
        <p:sp>
          <p:nvSpPr>
            <p:cNvPr id="21" name="Freeform 26">
              <a:extLst>
                <a:ext uri="{FF2B5EF4-FFF2-40B4-BE49-F238E27FC236}">
                  <a16:creationId xmlns:a16="http://schemas.microsoft.com/office/drawing/2014/main" id="{F39E526C-8A87-7F5B-94F1-3D633480AF80}"/>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1"/>
                </a:solidFill>
              </a:endParaRPr>
            </a:p>
          </p:txBody>
        </p:sp>
        <p:sp>
          <p:nvSpPr>
            <p:cNvPr id="22" name="Freeform 27">
              <a:extLst>
                <a:ext uri="{FF2B5EF4-FFF2-40B4-BE49-F238E27FC236}">
                  <a16:creationId xmlns:a16="http://schemas.microsoft.com/office/drawing/2014/main" id="{57FF948E-DE93-4054-C47B-202C34D2033D}"/>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1"/>
                </a:solidFill>
              </a:endParaRPr>
            </a:p>
          </p:txBody>
        </p:sp>
        <p:sp>
          <p:nvSpPr>
            <p:cNvPr id="23" name="Freeform 28">
              <a:extLst>
                <a:ext uri="{FF2B5EF4-FFF2-40B4-BE49-F238E27FC236}">
                  <a16:creationId xmlns:a16="http://schemas.microsoft.com/office/drawing/2014/main" id="{8B8D6FA6-CDB9-6595-4568-AE28D67465E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1"/>
                </a:solidFill>
              </a:endParaRPr>
            </a:p>
          </p:txBody>
        </p:sp>
        <p:sp>
          <p:nvSpPr>
            <p:cNvPr id="25" name="Freeform 29">
              <a:extLst>
                <a:ext uri="{FF2B5EF4-FFF2-40B4-BE49-F238E27FC236}">
                  <a16:creationId xmlns:a16="http://schemas.microsoft.com/office/drawing/2014/main" id="{E6A0E10F-08E2-9284-2DB7-D58E2C9F14E4}"/>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1"/>
                </a:solidFill>
              </a:endParaRPr>
            </a:p>
          </p:txBody>
        </p:sp>
        <p:sp>
          <p:nvSpPr>
            <p:cNvPr id="26" name="Freeform 30">
              <a:extLst>
                <a:ext uri="{FF2B5EF4-FFF2-40B4-BE49-F238E27FC236}">
                  <a16:creationId xmlns:a16="http://schemas.microsoft.com/office/drawing/2014/main" id="{7312C2EB-69CC-C345-337C-35D31E046BB4}"/>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1"/>
                </a:solidFill>
              </a:endParaRPr>
            </a:p>
          </p:txBody>
        </p:sp>
        <p:sp>
          <p:nvSpPr>
            <p:cNvPr id="27" name="Freeform 31">
              <a:extLst>
                <a:ext uri="{FF2B5EF4-FFF2-40B4-BE49-F238E27FC236}">
                  <a16:creationId xmlns:a16="http://schemas.microsoft.com/office/drawing/2014/main" id="{8568D79D-4E6D-E731-D812-85011352CE90}"/>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1"/>
                </a:solidFill>
              </a:endParaRPr>
            </a:p>
          </p:txBody>
        </p:sp>
        <p:sp>
          <p:nvSpPr>
            <p:cNvPr id="28" name="Freeform 32">
              <a:extLst>
                <a:ext uri="{FF2B5EF4-FFF2-40B4-BE49-F238E27FC236}">
                  <a16:creationId xmlns:a16="http://schemas.microsoft.com/office/drawing/2014/main" id="{AE9E266C-60A0-C9AF-147F-73C591513E1F}"/>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1"/>
                </a:solidFill>
              </a:endParaRPr>
            </a:p>
          </p:txBody>
        </p:sp>
      </p:grpSp>
      <p:sp>
        <p:nvSpPr>
          <p:cNvPr id="29" name="Inhaltsplatzhalter 23">
            <a:extLst>
              <a:ext uri="{FF2B5EF4-FFF2-40B4-BE49-F238E27FC236}">
                <a16:creationId xmlns:a16="http://schemas.microsoft.com/office/drawing/2014/main" id="{41B7FE22-8ACF-BB75-801F-EC6965B80E95}"/>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tx1"/>
                </a:solidFill>
              </a:defRPr>
            </a:lvl1pPr>
          </a:lstStyle>
          <a:p>
            <a:pPr lvl="0"/>
            <a:r>
              <a:rPr lang="de-DE"/>
              <a:t>Kundenlogo</a:t>
            </a:r>
          </a:p>
        </p:txBody>
      </p:sp>
      <p:sp>
        <p:nvSpPr>
          <p:cNvPr id="2" name="Textplatzhalter 9">
            <a:extLst>
              <a:ext uri="{FF2B5EF4-FFF2-40B4-BE49-F238E27FC236}">
                <a16:creationId xmlns:a16="http://schemas.microsoft.com/office/drawing/2014/main" id="{9040E4FB-D366-408D-95F9-7817E2F92E08}"/>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cap="none"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3" name="TextBox 28">
            <a:extLst>
              <a:ext uri="{FF2B5EF4-FFF2-40B4-BE49-F238E27FC236}">
                <a16:creationId xmlns:a16="http://schemas.microsoft.com/office/drawing/2014/main" id="{B526CD0C-2053-8128-F5F0-514EF31EAF4D}"/>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2390616284"/>
      </p:ext>
    </p:extLst>
  </p:cSld>
  <p:clrMapOvr>
    <a:masterClrMapping/>
  </p:clrMapOvr>
  <p:extLst>
    <p:ext uri="{DCECCB84-F9BA-43D5-87BE-67443E8EF086}">
      <p15:sldGuideLst xmlns:p15="http://schemas.microsoft.com/office/powerpoint/2012/main">
        <p15:guide id="1" orient="horz" pos="3113" userDrawn="1">
          <p15:clr>
            <a:srgbClr val="FBAE40"/>
          </p15:clr>
        </p15:guide>
        <p15:guide id="2" orient="horz" pos="399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Customer presentation V5">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5" name="Grafik 14">
            <a:extLst>
              <a:ext uri="{FF2B5EF4-FFF2-40B4-BE49-F238E27FC236}">
                <a16:creationId xmlns:a16="http://schemas.microsoft.com/office/drawing/2014/main" id="{9AB5E9FA-5872-706C-C258-907A239F9C61}"/>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6660" t="1" r="-1" b="-1"/>
          <a:stretch/>
        </p:blipFill>
        <p:spPr>
          <a:xfrm>
            <a:off x="-1" y="5761763"/>
            <a:ext cx="658814" cy="137683"/>
          </a:xfrm>
          <a:prstGeom prst="rect">
            <a:avLst/>
          </a:prstGeom>
        </p:spPr>
      </p:pic>
      <p:cxnSp>
        <p:nvCxnSpPr>
          <p:cNvPr id="5" name="Gerader Verbinder 4">
            <a:extLst>
              <a:ext uri="{FF2B5EF4-FFF2-40B4-BE49-F238E27FC236}">
                <a16:creationId xmlns:a16="http://schemas.microsoft.com/office/drawing/2014/main" id="{8C4AE127-FE06-287D-746E-D9ECEA99E792}"/>
              </a:ext>
            </a:extLst>
          </p:cNvPr>
          <p:cNvCxnSpPr>
            <a:cxnSpLocks/>
          </p:cNvCxnSpPr>
          <p:nvPr userDrawn="1"/>
        </p:nvCxnSpPr>
        <p:spPr bwMode="gray">
          <a:xfrm rot="720000">
            <a:off x="6096000" y="2614071"/>
            <a:ext cx="0" cy="1629858"/>
          </a:xfrm>
          <a:prstGeom prst="line">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6" name="Graphic 6">
            <a:extLst>
              <a:ext uri="{FF2B5EF4-FFF2-40B4-BE49-F238E27FC236}">
                <a16:creationId xmlns:a16="http://schemas.microsoft.com/office/drawing/2014/main" id="{41651E07-30DF-BB74-0D46-19A12BAE7AE6}"/>
              </a:ext>
            </a:extLst>
          </p:cNvPr>
          <p:cNvGrpSpPr/>
          <p:nvPr userDrawn="1"/>
        </p:nvGrpSpPr>
        <p:grpSpPr>
          <a:xfrm>
            <a:off x="7004961" y="3006888"/>
            <a:ext cx="3750568" cy="913182"/>
            <a:chOff x="5548312" y="3295650"/>
            <a:chExt cx="1095375" cy="266700"/>
          </a:xfrm>
          <a:solidFill>
            <a:schemeClr val="tx1"/>
          </a:solidFill>
        </p:grpSpPr>
        <p:sp>
          <p:nvSpPr>
            <p:cNvPr id="7" name="Freeform 25">
              <a:extLst>
                <a:ext uri="{FF2B5EF4-FFF2-40B4-BE49-F238E27FC236}">
                  <a16:creationId xmlns:a16="http://schemas.microsoft.com/office/drawing/2014/main" id="{1B4E109D-C5D1-DA76-CB1A-64B7279EEFDB}"/>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1"/>
                </a:solidFill>
              </a:endParaRPr>
            </a:p>
          </p:txBody>
        </p:sp>
        <p:sp>
          <p:nvSpPr>
            <p:cNvPr id="8" name="Freeform 26">
              <a:extLst>
                <a:ext uri="{FF2B5EF4-FFF2-40B4-BE49-F238E27FC236}">
                  <a16:creationId xmlns:a16="http://schemas.microsoft.com/office/drawing/2014/main" id="{F39E526C-8A87-7F5B-94F1-3D633480AF80}"/>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1"/>
                </a:solidFill>
              </a:endParaRPr>
            </a:p>
          </p:txBody>
        </p:sp>
        <p:sp>
          <p:nvSpPr>
            <p:cNvPr id="10" name="Freeform 27">
              <a:extLst>
                <a:ext uri="{FF2B5EF4-FFF2-40B4-BE49-F238E27FC236}">
                  <a16:creationId xmlns:a16="http://schemas.microsoft.com/office/drawing/2014/main" id="{57FF948E-DE93-4054-C47B-202C34D2033D}"/>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1"/>
                </a:solidFill>
              </a:endParaRPr>
            </a:p>
          </p:txBody>
        </p:sp>
        <p:sp>
          <p:nvSpPr>
            <p:cNvPr id="11" name="Freeform 28">
              <a:extLst>
                <a:ext uri="{FF2B5EF4-FFF2-40B4-BE49-F238E27FC236}">
                  <a16:creationId xmlns:a16="http://schemas.microsoft.com/office/drawing/2014/main" id="{8B8D6FA6-CDB9-6595-4568-AE28D67465E1}"/>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1"/>
                </a:solidFill>
              </a:endParaRPr>
            </a:p>
          </p:txBody>
        </p:sp>
        <p:sp>
          <p:nvSpPr>
            <p:cNvPr id="12" name="Freeform 29">
              <a:extLst>
                <a:ext uri="{FF2B5EF4-FFF2-40B4-BE49-F238E27FC236}">
                  <a16:creationId xmlns:a16="http://schemas.microsoft.com/office/drawing/2014/main" id="{E6A0E10F-08E2-9284-2DB7-D58E2C9F14E4}"/>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1"/>
                </a:solidFill>
              </a:endParaRPr>
            </a:p>
          </p:txBody>
        </p:sp>
        <p:sp>
          <p:nvSpPr>
            <p:cNvPr id="14" name="Freeform 30">
              <a:extLst>
                <a:ext uri="{FF2B5EF4-FFF2-40B4-BE49-F238E27FC236}">
                  <a16:creationId xmlns:a16="http://schemas.microsoft.com/office/drawing/2014/main" id="{7312C2EB-69CC-C345-337C-35D31E046BB4}"/>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1"/>
                </a:solidFill>
              </a:endParaRPr>
            </a:p>
          </p:txBody>
        </p:sp>
        <p:sp>
          <p:nvSpPr>
            <p:cNvPr id="16" name="Freeform 31">
              <a:extLst>
                <a:ext uri="{FF2B5EF4-FFF2-40B4-BE49-F238E27FC236}">
                  <a16:creationId xmlns:a16="http://schemas.microsoft.com/office/drawing/2014/main" id="{8568D79D-4E6D-E731-D812-85011352CE90}"/>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1"/>
                </a:solidFill>
              </a:endParaRPr>
            </a:p>
          </p:txBody>
        </p:sp>
        <p:sp>
          <p:nvSpPr>
            <p:cNvPr id="17" name="Freeform 32">
              <a:extLst>
                <a:ext uri="{FF2B5EF4-FFF2-40B4-BE49-F238E27FC236}">
                  <a16:creationId xmlns:a16="http://schemas.microsoft.com/office/drawing/2014/main" id="{AE9E266C-60A0-C9AF-147F-73C591513E1F}"/>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1"/>
                </a:solidFill>
              </a:endParaRPr>
            </a:p>
          </p:txBody>
        </p:sp>
      </p:grpSp>
      <p:sp>
        <p:nvSpPr>
          <p:cNvPr id="18" name="Inhaltsplatzhalter 23">
            <a:extLst>
              <a:ext uri="{FF2B5EF4-FFF2-40B4-BE49-F238E27FC236}">
                <a16:creationId xmlns:a16="http://schemas.microsoft.com/office/drawing/2014/main" id="{41B7FE22-8ACF-BB75-801F-EC6965B80E95}"/>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tx1"/>
                </a:solidFill>
              </a:defRPr>
            </a:lvl1pPr>
          </a:lstStyle>
          <a:p>
            <a:pPr lvl="0"/>
            <a:r>
              <a:rPr lang="de-DE"/>
              <a:t>Kundenlogo</a:t>
            </a:r>
          </a:p>
        </p:txBody>
      </p:sp>
      <p:pic>
        <p:nvPicPr>
          <p:cNvPr id="19" name="Grafik 18">
            <a:extLst>
              <a:ext uri="{FF2B5EF4-FFF2-40B4-BE49-F238E27FC236}">
                <a16:creationId xmlns:a16="http://schemas.microsoft.com/office/drawing/2014/main" id="{BD728231-BFC0-A90B-830F-B41C2E9D923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714449" y="5811551"/>
            <a:ext cx="866184" cy="752213"/>
          </a:xfrm>
          <a:prstGeom prst="rect">
            <a:avLst/>
          </a:prstGeom>
        </p:spPr>
      </p:pic>
      <p:sp>
        <p:nvSpPr>
          <p:cNvPr id="2" name="Textplatzhalter 9">
            <a:extLst>
              <a:ext uri="{FF2B5EF4-FFF2-40B4-BE49-F238E27FC236}">
                <a16:creationId xmlns:a16="http://schemas.microsoft.com/office/drawing/2014/main" id="{2686E6BE-106A-B7AF-5870-55B597E76BD0}"/>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cap="none"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3" name="TextBox 28">
            <a:extLst>
              <a:ext uri="{FF2B5EF4-FFF2-40B4-BE49-F238E27FC236}">
                <a16:creationId xmlns:a16="http://schemas.microsoft.com/office/drawing/2014/main" id="{7D6008F5-DE42-9D75-650A-4E8C36B452E1}"/>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296279434"/>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Customer presentation V4">
    <p:spTree>
      <p:nvGrpSpPr>
        <p:cNvPr id="1" name=""/>
        <p:cNvGrpSpPr/>
        <p:nvPr/>
      </p:nvGrpSpPr>
      <p:grpSpPr>
        <a:xfrm>
          <a:off x="0" y="0"/>
          <a:ext cx="0" cy="0"/>
          <a:chOff x="0" y="0"/>
          <a:chExt cx="0" cy="0"/>
        </a:xfrm>
      </p:grpSpPr>
      <p:pic>
        <p:nvPicPr>
          <p:cNvPr id="13" name="Grafik 11">
            <a:extLst>
              <a:ext uri="{FF2B5EF4-FFF2-40B4-BE49-F238E27FC236}">
                <a16:creationId xmlns:a16="http://schemas.microsoft.com/office/drawing/2014/main" id="{AEC24BE7-8D51-D6F7-5489-4A3B77033E6F}"/>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178859" y="4940891"/>
            <a:ext cx="9013141" cy="1917110"/>
          </a:xfrm>
          <a:prstGeom prst="rect">
            <a:avLst/>
          </a:prstGeom>
        </p:spPr>
      </p:pic>
      <p:pic>
        <p:nvPicPr>
          <p:cNvPr id="19" name="Grafik 18">
            <a:extLst>
              <a:ext uri="{FF2B5EF4-FFF2-40B4-BE49-F238E27FC236}">
                <a16:creationId xmlns:a16="http://schemas.microsoft.com/office/drawing/2014/main" id="{BD728231-BFC0-A90B-830F-B41C2E9D923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14449" y="5811551"/>
            <a:ext cx="866184" cy="752213"/>
          </a:xfrm>
          <a:prstGeom prst="rect">
            <a:avLst/>
          </a:prstGeom>
        </p:spPr>
      </p:pic>
      <p:pic>
        <p:nvPicPr>
          <p:cNvPr id="2" name="Grafik 1">
            <a:extLst>
              <a:ext uri="{FF2B5EF4-FFF2-40B4-BE49-F238E27FC236}">
                <a16:creationId xmlns:a16="http://schemas.microsoft.com/office/drawing/2014/main" id="{4A8F0726-0F0D-D64B-9A64-9D556D10F324}"/>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l="6660" t="1" r="-1" b="-1"/>
          <a:stretch/>
        </p:blipFill>
        <p:spPr>
          <a:xfrm>
            <a:off x="-1" y="5761763"/>
            <a:ext cx="658814" cy="137683"/>
          </a:xfrm>
          <a:prstGeom prst="rect">
            <a:avLst/>
          </a:prstGeom>
        </p:spPr>
      </p:pic>
      <p:cxnSp>
        <p:nvCxnSpPr>
          <p:cNvPr id="20" name="Gerader Verbinder 19">
            <a:extLst>
              <a:ext uri="{FF2B5EF4-FFF2-40B4-BE49-F238E27FC236}">
                <a16:creationId xmlns:a16="http://schemas.microsoft.com/office/drawing/2014/main" id="{411369A4-ED1B-2608-0CA5-C223A52A4217}"/>
              </a:ext>
            </a:extLst>
          </p:cNvPr>
          <p:cNvCxnSpPr>
            <a:cxnSpLocks/>
          </p:cNvCxnSpPr>
          <p:nvPr userDrawn="1"/>
        </p:nvCxnSpPr>
        <p:spPr bwMode="gray">
          <a:xfrm rot="720000">
            <a:off x="6096000" y="2614071"/>
            <a:ext cx="0" cy="1629858"/>
          </a:xfrm>
          <a:prstGeom prst="line">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cxnSp>
      <p:grpSp>
        <p:nvGrpSpPr>
          <p:cNvPr id="21" name="Graphic 6">
            <a:extLst>
              <a:ext uri="{FF2B5EF4-FFF2-40B4-BE49-F238E27FC236}">
                <a16:creationId xmlns:a16="http://schemas.microsoft.com/office/drawing/2014/main" id="{F78CA6CF-5CEB-530B-1BC0-188318F4AB5A}"/>
              </a:ext>
            </a:extLst>
          </p:cNvPr>
          <p:cNvGrpSpPr/>
          <p:nvPr userDrawn="1"/>
        </p:nvGrpSpPr>
        <p:grpSpPr>
          <a:xfrm>
            <a:off x="7004961" y="3006888"/>
            <a:ext cx="3750568" cy="913182"/>
            <a:chOff x="5548312" y="3295650"/>
            <a:chExt cx="1095375" cy="266700"/>
          </a:xfrm>
          <a:solidFill>
            <a:schemeClr val="tx1"/>
          </a:solidFill>
        </p:grpSpPr>
        <p:sp>
          <p:nvSpPr>
            <p:cNvPr id="22" name="Freeform 25">
              <a:extLst>
                <a:ext uri="{FF2B5EF4-FFF2-40B4-BE49-F238E27FC236}">
                  <a16:creationId xmlns:a16="http://schemas.microsoft.com/office/drawing/2014/main" id="{2E2FC3F2-3E56-34D8-F430-5DF797D7C575}"/>
                </a:ext>
              </a:extLst>
            </p:cNvPr>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1"/>
                </a:solidFill>
              </a:endParaRPr>
            </a:p>
          </p:txBody>
        </p:sp>
        <p:sp>
          <p:nvSpPr>
            <p:cNvPr id="23" name="Freeform 26">
              <a:extLst>
                <a:ext uri="{FF2B5EF4-FFF2-40B4-BE49-F238E27FC236}">
                  <a16:creationId xmlns:a16="http://schemas.microsoft.com/office/drawing/2014/main" id="{64322FE6-8395-C9DD-25CA-424F4C612861}"/>
                </a:ext>
              </a:extLst>
            </p:cNvPr>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1"/>
                </a:solidFill>
              </a:endParaRPr>
            </a:p>
          </p:txBody>
        </p:sp>
        <p:sp>
          <p:nvSpPr>
            <p:cNvPr id="24" name="Freeform 27">
              <a:extLst>
                <a:ext uri="{FF2B5EF4-FFF2-40B4-BE49-F238E27FC236}">
                  <a16:creationId xmlns:a16="http://schemas.microsoft.com/office/drawing/2014/main" id="{9B1EB373-E7A3-8C26-3883-C899D1DCFC75}"/>
                </a:ext>
              </a:extLst>
            </p:cNvPr>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1"/>
                </a:solidFill>
              </a:endParaRPr>
            </a:p>
          </p:txBody>
        </p:sp>
        <p:sp>
          <p:nvSpPr>
            <p:cNvPr id="25" name="Freeform 28">
              <a:extLst>
                <a:ext uri="{FF2B5EF4-FFF2-40B4-BE49-F238E27FC236}">
                  <a16:creationId xmlns:a16="http://schemas.microsoft.com/office/drawing/2014/main" id="{2D9F876D-6547-F15F-2AC9-486F048AF169}"/>
                </a:ext>
              </a:extLst>
            </p:cNvPr>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1"/>
                </a:solidFill>
              </a:endParaRPr>
            </a:p>
          </p:txBody>
        </p:sp>
        <p:sp>
          <p:nvSpPr>
            <p:cNvPr id="26" name="Freeform 29">
              <a:extLst>
                <a:ext uri="{FF2B5EF4-FFF2-40B4-BE49-F238E27FC236}">
                  <a16:creationId xmlns:a16="http://schemas.microsoft.com/office/drawing/2014/main" id="{12A53B9C-E110-D63F-DB7D-362F57AD62DE}"/>
                </a:ext>
              </a:extLst>
            </p:cNvPr>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1"/>
                </a:solidFill>
              </a:endParaRPr>
            </a:p>
          </p:txBody>
        </p:sp>
        <p:sp>
          <p:nvSpPr>
            <p:cNvPr id="27" name="Freeform 30">
              <a:extLst>
                <a:ext uri="{FF2B5EF4-FFF2-40B4-BE49-F238E27FC236}">
                  <a16:creationId xmlns:a16="http://schemas.microsoft.com/office/drawing/2014/main" id="{568CA32D-24DD-86ED-8BF4-8D4AB6CEBD97}"/>
                </a:ext>
              </a:extLst>
            </p:cNvPr>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1"/>
                </a:solidFill>
              </a:endParaRPr>
            </a:p>
          </p:txBody>
        </p:sp>
        <p:sp>
          <p:nvSpPr>
            <p:cNvPr id="28" name="Freeform 31">
              <a:extLst>
                <a:ext uri="{FF2B5EF4-FFF2-40B4-BE49-F238E27FC236}">
                  <a16:creationId xmlns:a16="http://schemas.microsoft.com/office/drawing/2014/main" id="{409DEA9B-C25C-1148-E0C6-6F8FC8BCA1C5}"/>
                </a:ext>
              </a:extLst>
            </p:cNvPr>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1"/>
                </a:solidFill>
              </a:endParaRPr>
            </a:p>
          </p:txBody>
        </p:sp>
        <p:sp>
          <p:nvSpPr>
            <p:cNvPr id="29" name="Freeform 32">
              <a:extLst>
                <a:ext uri="{FF2B5EF4-FFF2-40B4-BE49-F238E27FC236}">
                  <a16:creationId xmlns:a16="http://schemas.microsoft.com/office/drawing/2014/main" id="{BDB659D9-6166-FDFB-CA6C-9B748ED35E9C}"/>
                </a:ext>
              </a:extLst>
            </p:cNvPr>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1"/>
                </a:solidFill>
              </a:endParaRPr>
            </a:p>
          </p:txBody>
        </p:sp>
      </p:grpSp>
      <p:sp>
        <p:nvSpPr>
          <p:cNvPr id="30" name="Inhaltsplatzhalter 23">
            <a:extLst>
              <a:ext uri="{FF2B5EF4-FFF2-40B4-BE49-F238E27FC236}">
                <a16:creationId xmlns:a16="http://schemas.microsoft.com/office/drawing/2014/main" id="{30601C53-D2A7-CFB4-6501-D7C3944C83DF}"/>
              </a:ext>
            </a:extLst>
          </p:cNvPr>
          <p:cNvSpPr>
            <a:spLocks noGrp="1"/>
          </p:cNvSpPr>
          <p:nvPr>
            <p:ph sz="quarter" idx="10" hasCustomPrompt="1"/>
          </p:nvPr>
        </p:nvSpPr>
        <p:spPr>
          <a:xfrm>
            <a:off x="1030288" y="3006888"/>
            <a:ext cx="4322762" cy="1106487"/>
          </a:xfrm>
          <a:prstGeom prst="rect">
            <a:avLst/>
          </a:prstGeom>
        </p:spPr>
        <p:txBody>
          <a:bodyPr/>
          <a:lstStyle>
            <a:lvl1pPr marL="0" indent="0" algn="ctr">
              <a:buNone/>
              <a:defRPr sz="6000">
                <a:solidFill>
                  <a:schemeClr val="tx1"/>
                </a:solidFill>
              </a:defRPr>
            </a:lvl1pPr>
          </a:lstStyle>
          <a:p>
            <a:pPr lvl="0"/>
            <a:r>
              <a:rPr lang="de-DE"/>
              <a:t>Kundenlogo</a:t>
            </a:r>
          </a:p>
        </p:txBody>
      </p:sp>
      <p:sp>
        <p:nvSpPr>
          <p:cNvPr id="4" name="Textplatzhalter 9">
            <a:extLst>
              <a:ext uri="{FF2B5EF4-FFF2-40B4-BE49-F238E27FC236}">
                <a16:creationId xmlns:a16="http://schemas.microsoft.com/office/drawing/2014/main" id="{DD302D51-294D-CBBD-F87A-BC49B79F67D3}"/>
              </a:ext>
            </a:extLst>
          </p:cNvPr>
          <p:cNvSpPr>
            <a:spLocks noGrp="1"/>
          </p:cNvSpPr>
          <p:nvPr>
            <p:ph type="body" sz="quarter" idx="11" hasCustomPrompt="1"/>
          </p:nvPr>
        </p:nvSpPr>
        <p:spPr>
          <a:xfrm>
            <a:off x="658812" y="549275"/>
            <a:ext cx="2880000" cy="180000"/>
          </a:xfrm>
          <a:prstGeom prst="rect">
            <a:avLst/>
          </a:prstGeom>
        </p:spPr>
        <p:txBody>
          <a:bodyPr lIns="0" tIns="0" rIns="0" bIns="0"/>
          <a:lstStyle>
            <a:lvl1pPr marL="0" indent="0">
              <a:buNone/>
              <a:defRPr b="1" cap="none"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e-DE"/>
              <a:t>Date | Location | Event</a:t>
            </a:r>
          </a:p>
        </p:txBody>
      </p:sp>
      <p:sp>
        <p:nvSpPr>
          <p:cNvPr id="5" name="TextBox 28">
            <a:extLst>
              <a:ext uri="{FF2B5EF4-FFF2-40B4-BE49-F238E27FC236}">
                <a16:creationId xmlns:a16="http://schemas.microsoft.com/office/drawing/2014/main" id="{C26FC1BE-FEA9-4673-7B91-4FC5B42EDF1C}"/>
              </a:ext>
            </a:extLst>
          </p:cNvPr>
          <p:cNvSpPr txBox="1"/>
          <p:nvPr userDrawn="1"/>
        </p:nvSpPr>
        <p:spPr bwMode="gray">
          <a:xfrm>
            <a:off x="658813" y="6012423"/>
            <a:ext cx="3263113" cy="356840"/>
          </a:xfrm>
          <a:prstGeom prst="rect">
            <a:avLst/>
          </a:prstGeom>
          <a:noFill/>
        </p:spPr>
        <p:txBody>
          <a:bodyPr wrap="square" lIns="0" tIns="0" rIns="0" bIns="0" rtlCol="0">
            <a:noAutofit/>
          </a:bodyPr>
          <a:lstStyle/>
          <a:p>
            <a:pPr marL="0" lvl="0" indent="-3657600" rtl="0">
              <a:lnSpc>
                <a:spcPct val="100000"/>
              </a:lnSpc>
              <a:tabLst/>
            </a:pPr>
            <a:r>
              <a:rPr lang="en-US" sz="1200" b="1" kern="1200" cap="all" spc="20" baseline="0">
                <a:solidFill>
                  <a:schemeClr val="tx1"/>
                </a:solidFill>
                <a:latin typeface="+mn-lt"/>
                <a:ea typeface="+mn-ea"/>
                <a:cs typeface="+mn-cs"/>
              </a:rPr>
              <a:t>YOUR GLOBAL </a:t>
            </a:r>
            <a:r>
              <a:rPr lang="en-US" sz="1200" b="1" kern="1200" cap="all" spc="20" baseline="0">
                <a:solidFill>
                  <a:schemeClr val="accent1"/>
                </a:solidFill>
                <a:latin typeface="+mn-lt"/>
                <a:ea typeface="+mn-ea"/>
                <a:cs typeface="+mn-cs"/>
              </a:rPr>
              <a:t>ENGINEERING</a:t>
            </a:r>
            <a:r>
              <a:rPr lang="en-US" sz="1200" b="1" kern="1200" cap="all" spc="20" baseline="0">
                <a:solidFill>
                  <a:schemeClr val="tx1"/>
                </a:solidFill>
                <a:latin typeface="+mn-lt"/>
                <a:ea typeface="+mn-ea"/>
                <a:cs typeface="+mn-cs"/>
              </a:rPr>
              <a:t> ​</a:t>
            </a:r>
          </a:p>
          <a:p>
            <a:pPr marL="0" lvl="0" indent="-3657600" rtl="0">
              <a:lnSpc>
                <a:spcPct val="100000"/>
              </a:lnSpc>
              <a:tabLst/>
            </a:pPr>
            <a:r>
              <a:rPr lang="en-US" sz="1200" b="1" kern="1200" cap="all" spc="20" baseline="0">
                <a:solidFill>
                  <a:schemeClr val="tx1"/>
                </a:solidFill>
                <a:latin typeface="+mn-lt"/>
                <a:ea typeface="+mn-ea"/>
                <a:cs typeface="+mn-cs"/>
              </a:rPr>
              <a:t>AND </a:t>
            </a:r>
            <a:r>
              <a:rPr lang="en-US" sz="1200" b="1" kern="1200" cap="all" spc="20" baseline="0">
                <a:solidFill>
                  <a:schemeClr val="accent1"/>
                </a:solidFill>
                <a:latin typeface="+mn-lt"/>
                <a:ea typeface="+mn-ea"/>
                <a:cs typeface="+mn-cs"/>
              </a:rPr>
              <a:t>TECHNOLOGY</a:t>
            </a:r>
            <a:r>
              <a:rPr lang="en-US" sz="1200" b="1" kern="1200" cap="all" spc="20" baseline="0">
                <a:solidFill>
                  <a:schemeClr val="tx1"/>
                </a:solidFill>
                <a:latin typeface="+mn-lt"/>
                <a:ea typeface="+mn-ea"/>
                <a:cs typeface="+mn-cs"/>
              </a:rPr>
              <a:t> EXPERTS​</a:t>
            </a:r>
            <a:endParaRPr sz="1200" b="1" kern="1200" cap="all" spc="20" baseline="0">
              <a:solidFill>
                <a:schemeClr val="tx1"/>
              </a:solidFill>
              <a:latin typeface="+mn-lt"/>
              <a:ea typeface="+mn-ea"/>
              <a:cs typeface="+mn-cs"/>
            </a:endParaRPr>
          </a:p>
        </p:txBody>
      </p:sp>
    </p:spTree>
    <p:extLst>
      <p:ext uri="{BB962C8B-B14F-4D97-AF65-F5344CB8AC3E}">
        <p14:creationId xmlns:p14="http://schemas.microsoft.com/office/powerpoint/2010/main" val="1352681491"/>
      </p:ext>
    </p:extLst>
  </p:cSld>
  <p:clrMapOvr>
    <a:masterClrMapping/>
  </p:clrMapOvr>
  <p:extLst>
    <p:ext uri="{DCECCB84-F9BA-43D5-87BE-67443E8EF086}">
      <p15:sldGuideLst xmlns:p15="http://schemas.microsoft.com/office/powerpoint/2012/main">
        <p15:guide id="1" orient="horz" pos="3113"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theme" Target="../theme/theme2.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aphic 6">
            <a:extLst>
              <a:ext uri="{FF2B5EF4-FFF2-40B4-BE49-F238E27FC236}">
                <a16:creationId xmlns:a16="http://schemas.microsoft.com/office/drawing/2014/main" id="{2F234F73-1807-473A-24EA-92CF5F6B8B90}"/>
              </a:ext>
            </a:extLst>
          </p:cNvPr>
          <p:cNvGrpSpPr>
            <a:grpSpLocks noGrp="1" noUngrp="1" noRot="1" noMove="1" noResize="1"/>
          </p:cNvGrpSpPr>
          <p:nvPr userDrawn="1"/>
        </p:nvGrpSpPr>
        <p:grpSpPr>
          <a:xfrm>
            <a:off x="658813" y="6521024"/>
            <a:ext cx="586813" cy="142876"/>
            <a:chOff x="5548312" y="3295650"/>
            <a:chExt cx="1095375" cy="266700"/>
          </a:xfrm>
          <a:solidFill>
            <a:schemeClr val="bg2"/>
          </a:solidFill>
        </p:grpSpPr>
        <p:sp>
          <p:nvSpPr>
            <p:cNvPr id="7" name="Freeform 25">
              <a:extLst>
                <a:ext uri="{FF2B5EF4-FFF2-40B4-BE49-F238E27FC236}">
                  <a16:creationId xmlns:a16="http://schemas.microsoft.com/office/drawing/2014/main" id="{939CDA39-5CE6-33F9-5A25-EED45E92B48E}"/>
                </a:ext>
              </a:extLst>
            </p:cNvPr>
            <p:cNvSpPr>
              <a:spLocks noGrp="1" noRot="1" noMove="1" noResize="1" noEditPoints="1" noAdjustHandles="1" noChangeArrowheads="1" noChangeShapeType="1"/>
            </p:cNvSpPr>
            <p:nvPr/>
          </p:nvSpPr>
          <p:spPr>
            <a:xfrm>
              <a:off x="5949981" y="3353657"/>
              <a:ext cx="161925" cy="152400"/>
            </a:xfrm>
            <a:custGeom>
              <a:avLst/>
              <a:gdLst>
                <a:gd name="connsiteX0" fmla="*/ 32671 w 161925"/>
                <a:gd name="connsiteY0" fmla="*/ 0 h 152400"/>
                <a:gd name="connsiteX1" fmla="*/ 32671 w 161925"/>
                <a:gd name="connsiteY1" fmla="*/ 0 h 152400"/>
                <a:gd name="connsiteX2" fmla="*/ 165735 w 161925"/>
                <a:gd name="connsiteY2" fmla="*/ 0 h 152400"/>
                <a:gd name="connsiteX3" fmla="*/ 157925 w 161925"/>
                <a:gd name="connsiteY3" fmla="*/ 37052 h 152400"/>
                <a:gd name="connsiteX4" fmla="*/ 82391 w 161925"/>
                <a:gd name="connsiteY4" fmla="*/ 37052 h 152400"/>
                <a:gd name="connsiteX5" fmla="*/ 77724 w 161925"/>
                <a:gd name="connsiteY5" fmla="*/ 58865 h 152400"/>
                <a:gd name="connsiteX6" fmla="*/ 150019 w 161925"/>
                <a:gd name="connsiteY6" fmla="*/ 58865 h 152400"/>
                <a:gd name="connsiteX7" fmla="*/ 142113 w 161925"/>
                <a:gd name="connsiteY7" fmla="*/ 95917 h 152400"/>
                <a:gd name="connsiteX8" fmla="*/ 69914 w 161925"/>
                <a:gd name="connsiteY8" fmla="*/ 95917 h 152400"/>
                <a:gd name="connsiteX9" fmla="*/ 65437 w 161925"/>
                <a:gd name="connsiteY9" fmla="*/ 116777 h 152400"/>
                <a:gd name="connsiteX10" fmla="*/ 142494 w 161925"/>
                <a:gd name="connsiteY10" fmla="*/ 116777 h 152400"/>
                <a:gd name="connsiteX11" fmla="*/ 134684 w 161925"/>
                <a:gd name="connsiteY11" fmla="*/ 153924 h 152400"/>
                <a:gd name="connsiteX12" fmla="*/ 0 w 161925"/>
                <a:gd name="connsiteY12" fmla="*/ 153924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925" h="152400">
                  <a:moveTo>
                    <a:pt x="32671" y="0"/>
                  </a:moveTo>
                  <a:lnTo>
                    <a:pt x="32671" y="0"/>
                  </a:lnTo>
                  <a:lnTo>
                    <a:pt x="165735" y="0"/>
                  </a:lnTo>
                  <a:lnTo>
                    <a:pt x="157925" y="37052"/>
                  </a:lnTo>
                  <a:lnTo>
                    <a:pt x="82391" y="37052"/>
                  </a:lnTo>
                  <a:lnTo>
                    <a:pt x="77724" y="58865"/>
                  </a:lnTo>
                  <a:lnTo>
                    <a:pt x="150019" y="58865"/>
                  </a:lnTo>
                  <a:lnTo>
                    <a:pt x="142113" y="95917"/>
                  </a:lnTo>
                  <a:lnTo>
                    <a:pt x="69914" y="95917"/>
                  </a:lnTo>
                  <a:lnTo>
                    <a:pt x="65437" y="116777"/>
                  </a:lnTo>
                  <a:lnTo>
                    <a:pt x="142494" y="116777"/>
                  </a:lnTo>
                  <a:lnTo>
                    <a:pt x="134684" y="153924"/>
                  </a:lnTo>
                  <a:lnTo>
                    <a:pt x="0" y="153924"/>
                  </a:lnTo>
                  <a:close/>
                </a:path>
              </a:pathLst>
            </a:custGeom>
            <a:grpFill/>
            <a:ln w="9525" cap="flat">
              <a:noFill/>
              <a:prstDash val="solid"/>
              <a:miter/>
            </a:ln>
          </p:spPr>
          <p:txBody>
            <a:bodyPr rtlCol="0" anchor="ctr"/>
            <a:lstStyle/>
            <a:p>
              <a:endParaRPr lang="en-US" noProof="0">
                <a:solidFill>
                  <a:schemeClr val="tx2"/>
                </a:solidFill>
              </a:endParaRPr>
            </a:p>
          </p:txBody>
        </p:sp>
        <p:sp>
          <p:nvSpPr>
            <p:cNvPr id="8" name="Freeform 26">
              <a:extLst>
                <a:ext uri="{FF2B5EF4-FFF2-40B4-BE49-F238E27FC236}">
                  <a16:creationId xmlns:a16="http://schemas.microsoft.com/office/drawing/2014/main" id="{1FAE4725-6B6B-A047-0E74-5BA616830456}"/>
                </a:ext>
              </a:extLst>
            </p:cNvPr>
            <p:cNvSpPr>
              <a:spLocks noGrp="1" noRot="1" noMove="1" noResize="1" noEditPoints="1" noAdjustHandles="1" noChangeArrowheads="1" noChangeShapeType="1"/>
            </p:cNvSpPr>
            <p:nvPr/>
          </p:nvSpPr>
          <p:spPr>
            <a:xfrm>
              <a:off x="6112478" y="3353657"/>
              <a:ext cx="180975" cy="152400"/>
            </a:xfrm>
            <a:custGeom>
              <a:avLst/>
              <a:gdLst>
                <a:gd name="connsiteX0" fmla="*/ 67151 w 180975"/>
                <a:gd name="connsiteY0" fmla="*/ 115633 h 152400"/>
                <a:gd name="connsiteX1" fmla="*/ 67151 w 180975"/>
                <a:gd name="connsiteY1" fmla="*/ 115633 h 152400"/>
                <a:gd name="connsiteX2" fmla="*/ 81820 w 180975"/>
                <a:gd name="connsiteY2" fmla="*/ 115633 h 152400"/>
                <a:gd name="connsiteX3" fmla="*/ 116395 w 180975"/>
                <a:gd name="connsiteY3" fmla="*/ 75724 h 152400"/>
                <a:gd name="connsiteX4" fmla="*/ 98584 w 180975"/>
                <a:gd name="connsiteY4" fmla="*/ 35719 h 152400"/>
                <a:gd name="connsiteX5" fmla="*/ 83915 w 180975"/>
                <a:gd name="connsiteY5" fmla="*/ 35719 h 152400"/>
                <a:gd name="connsiteX6" fmla="*/ 67151 w 180975"/>
                <a:gd name="connsiteY6" fmla="*/ 115633 h 152400"/>
                <a:gd name="connsiteX7" fmla="*/ 32576 w 180975"/>
                <a:gd name="connsiteY7" fmla="*/ 0 h 152400"/>
                <a:gd name="connsiteX8" fmla="*/ 32576 w 180975"/>
                <a:gd name="connsiteY8" fmla="*/ 0 h 152400"/>
                <a:gd name="connsiteX9" fmla="*/ 119063 w 180975"/>
                <a:gd name="connsiteY9" fmla="*/ 0 h 152400"/>
                <a:gd name="connsiteX10" fmla="*/ 177832 w 180975"/>
                <a:gd name="connsiteY10" fmla="*/ 77343 h 152400"/>
                <a:gd name="connsiteX11" fmla="*/ 84011 w 180975"/>
                <a:gd name="connsiteY11" fmla="*/ 153924 h 152400"/>
                <a:gd name="connsiteX12" fmla="*/ 0 w 180975"/>
                <a:gd name="connsiteY12" fmla="*/ 153924 h 152400"/>
                <a:gd name="connsiteX13" fmla="*/ 32576 w 180975"/>
                <a:gd name="connsiteY13"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0975" h="152400">
                  <a:moveTo>
                    <a:pt x="67151" y="115633"/>
                  </a:moveTo>
                  <a:lnTo>
                    <a:pt x="67151" y="115633"/>
                  </a:lnTo>
                  <a:lnTo>
                    <a:pt x="81820" y="115633"/>
                  </a:lnTo>
                  <a:cubicBezTo>
                    <a:pt x="103251" y="115633"/>
                    <a:pt x="111062" y="101441"/>
                    <a:pt x="116395" y="75724"/>
                  </a:cubicBezTo>
                  <a:cubicBezTo>
                    <a:pt x="122111" y="49340"/>
                    <a:pt x="119729" y="35719"/>
                    <a:pt x="98584" y="35719"/>
                  </a:cubicBezTo>
                  <a:lnTo>
                    <a:pt x="83915" y="35719"/>
                  </a:lnTo>
                  <a:lnTo>
                    <a:pt x="67151" y="115633"/>
                  </a:lnTo>
                  <a:close/>
                  <a:moveTo>
                    <a:pt x="32576" y="0"/>
                  </a:moveTo>
                  <a:lnTo>
                    <a:pt x="32576" y="0"/>
                  </a:lnTo>
                  <a:lnTo>
                    <a:pt x="119063" y="0"/>
                  </a:lnTo>
                  <a:cubicBezTo>
                    <a:pt x="163163" y="0"/>
                    <a:pt x="190976" y="14859"/>
                    <a:pt x="177832" y="77343"/>
                  </a:cubicBezTo>
                  <a:cubicBezTo>
                    <a:pt x="165354" y="135541"/>
                    <a:pt x="128111" y="153924"/>
                    <a:pt x="84011" y="153924"/>
                  </a:cubicBezTo>
                  <a:lnTo>
                    <a:pt x="0" y="153924"/>
                  </a:lnTo>
                  <a:lnTo>
                    <a:pt x="32576" y="0"/>
                  </a:lnTo>
                  <a:close/>
                </a:path>
              </a:pathLst>
            </a:custGeom>
            <a:grpFill/>
            <a:ln w="9525" cap="flat">
              <a:noFill/>
              <a:prstDash val="solid"/>
              <a:miter/>
            </a:ln>
          </p:spPr>
          <p:txBody>
            <a:bodyPr rtlCol="0" anchor="ctr"/>
            <a:lstStyle/>
            <a:p>
              <a:endParaRPr lang="en-US" noProof="0">
                <a:solidFill>
                  <a:schemeClr val="tx2"/>
                </a:solidFill>
              </a:endParaRPr>
            </a:p>
          </p:txBody>
        </p:sp>
        <p:sp>
          <p:nvSpPr>
            <p:cNvPr id="9" name="Freeform 27">
              <a:extLst>
                <a:ext uri="{FF2B5EF4-FFF2-40B4-BE49-F238E27FC236}">
                  <a16:creationId xmlns:a16="http://schemas.microsoft.com/office/drawing/2014/main" id="{53BB3719-7A0C-0ADA-4CBA-9F35182B449E}"/>
                </a:ext>
              </a:extLst>
            </p:cNvPr>
            <p:cNvSpPr>
              <a:spLocks noGrp="1" noRot="1" noMove="1" noResize="1" noEditPoints="1" noAdjustHandles="1" noChangeArrowheads="1" noChangeShapeType="1"/>
            </p:cNvSpPr>
            <p:nvPr/>
          </p:nvSpPr>
          <p:spPr>
            <a:xfrm>
              <a:off x="6274498" y="3353657"/>
              <a:ext cx="180975" cy="152400"/>
            </a:xfrm>
            <a:custGeom>
              <a:avLst/>
              <a:gdLst>
                <a:gd name="connsiteX0" fmla="*/ 91154 w 180975"/>
                <a:gd name="connsiteY0" fmla="*/ 83534 h 152400"/>
                <a:gd name="connsiteX1" fmla="*/ 91154 w 180975"/>
                <a:gd name="connsiteY1" fmla="*/ 83534 h 152400"/>
                <a:gd name="connsiteX2" fmla="*/ 125254 w 180975"/>
                <a:gd name="connsiteY2" fmla="*/ 83534 h 152400"/>
                <a:gd name="connsiteX3" fmla="*/ 119253 w 180975"/>
                <a:gd name="connsiteY3" fmla="*/ 33052 h 152400"/>
                <a:gd name="connsiteX4" fmla="*/ 118777 w 180975"/>
                <a:gd name="connsiteY4" fmla="*/ 33052 h 152400"/>
                <a:gd name="connsiteX5" fmla="*/ 91154 w 180975"/>
                <a:gd name="connsiteY5" fmla="*/ 83534 h 152400"/>
                <a:gd name="connsiteX6" fmla="*/ 86487 w 180975"/>
                <a:gd name="connsiteY6" fmla="*/ 0 h 152400"/>
                <a:gd name="connsiteX7" fmla="*/ 86487 w 180975"/>
                <a:gd name="connsiteY7" fmla="*/ 0 h 152400"/>
                <a:gd name="connsiteX8" fmla="*/ 167735 w 180975"/>
                <a:gd name="connsiteY8" fmla="*/ 0 h 152400"/>
                <a:gd name="connsiteX9" fmla="*/ 189833 w 180975"/>
                <a:gd name="connsiteY9" fmla="*/ 153924 h 152400"/>
                <a:gd name="connsiteX10" fmla="*/ 127921 w 180975"/>
                <a:gd name="connsiteY10" fmla="*/ 153924 h 152400"/>
                <a:gd name="connsiteX11" fmla="*/ 124968 w 180975"/>
                <a:gd name="connsiteY11" fmla="*/ 120587 h 152400"/>
                <a:gd name="connsiteX12" fmla="*/ 75248 w 180975"/>
                <a:gd name="connsiteY12" fmla="*/ 120587 h 152400"/>
                <a:gd name="connsiteX13" fmla="*/ 58769 w 180975"/>
                <a:gd name="connsiteY13" fmla="*/ 153924 h 152400"/>
                <a:gd name="connsiteX14" fmla="*/ 0 w 180975"/>
                <a:gd name="connsiteY14" fmla="*/ 153924 h 152400"/>
                <a:gd name="connsiteX15" fmla="*/ 86487 w 180975"/>
                <a:gd name="connsiteY15" fmla="*/ 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975" h="152400">
                  <a:moveTo>
                    <a:pt x="91154" y="83534"/>
                  </a:moveTo>
                  <a:lnTo>
                    <a:pt x="91154" y="83534"/>
                  </a:lnTo>
                  <a:lnTo>
                    <a:pt x="125254" y="83534"/>
                  </a:lnTo>
                  <a:lnTo>
                    <a:pt x="119253" y="33052"/>
                  </a:lnTo>
                  <a:lnTo>
                    <a:pt x="118777" y="33052"/>
                  </a:lnTo>
                  <a:lnTo>
                    <a:pt x="91154" y="83534"/>
                  </a:lnTo>
                  <a:close/>
                  <a:moveTo>
                    <a:pt x="86487" y="0"/>
                  </a:moveTo>
                  <a:lnTo>
                    <a:pt x="86487" y="0"/>
                  </a:lnTo>
                  <a:lnTo>
                    <a:pt x="167735" y="0"/>
                  </a:lnTo>
                  <a:lnTo>
                    <a:pt x="189833" y="153924"/>
                  </a:lnTo>
                  <a:lnTo>
                    <a:pt x="127921" y="153924"/>
                  </a:lnTo>
                  <a:lnTo>
                    <a:pt x="124968" y="120587"/>
                  </a:lnTo>
                  <a:lnTo>
                    <a:pt x="75248" y="120587"/>
                  </a:lnTo>
                  <a:lnTo>
                    <a:pt x="58769" y="153924"/>
                  </a:lnTo>
                  <a:lnTo>
                    <a:pt x="0" y="153924"/>
                  </a:lnTo>
                  <a:lnTo>
                    <a:pt x="86487" y="0"/>
                  </a:lnTo>
                  <a:close/>
                </a:path>
              </a:pathLst>
            </a:custGeom>
            <a:grpFill/>
            <a:ln w="9525" cap="flat">
              <a:noFill/>
              <a:prstDash val="solid"/>
              <a:miter/>
            </a:ln>
          </p:spPr>
          <p:txBody>
            <a:bodyPr rtlCol="0" anchor="ctr"/>
            <a:lstStyle/>
            <a:p>
              <a:endParaRPr lang="en-US" noProof="0">
                <a:solidFill>
                  <a:schemeClr val="tx2"/>
                </a:solidFill>
              </a:endParaRPr>
            </a:p>
          </p:txBody>
        </p:sp>
        <p:sp>
          <p:nvSpPr>
            <p:cNvPr id="10" name="Freeform 28">
              <a:extLst>
                <a:ext uri="{FF2B5EF4-FFF2-40B4-BE49-F238E27FC236}">
                  <a16:creationId xmlns:a16="http://schemas.microsoft.com/office/drawing/2014/main" id="{814B52E7-8744-8BF9-DBFD-C758CCD7EC44}"/>
                </a:ext>
              </a:extLst>
            </p:cNvPr>
            <p:cNvSpPr>
              <a:spLocks noGrp="1" noRot="1" noMove="1" noResize="1" noEditPoints="1" noAdjustHandles="1" noChangeArrowheads="1" noChangeShapeType="1"/>
            </p:cNvSpPr>
            <p:nvPr/>
          </p:nvSpPr>
          <p:spPr>
            <a:xfrm>
              <a:off x="6476453" y="3350990"/>
              <a:ext cx="161925" cy="152400"/>
            </a:xfrm>
            <a:custGeom>
              <a:avLst/>
              <a:gdLst>
                <a:gd name="connsiteX0" fmla="*/ 142184 w 161925"/>
                <a:gd name="connsiteY0" fmla="*/ 150781 h 152400"/>
                <a:gd name="connsiteX1" fmla="*/ 142184 w 161925"/>
                <a:gd name="connsiteY1" fmla="*/ 150781 h 152400"/>
                <a:gd name="connsiteX2" fmla="*/ 76747 w 161925"/>
                <a:gd name="connsiteY2" fmla="*/ 159258 h 152400"/>
                <a:gd name="connsiteX3" fmla="*/ 2261 w 161925"/>
                <a:gd name="connsiteY3" fmla="*/ 77343 h 152400"/>
                <a:gd name="connsiteX4" fmla="*/ 110561 w 161925"/>
                <a:gd name="connsiteY4" fmla="*/ 0 h 152400"/>
                <a:gd name="connsiteX5" fmla="*/ 166853 w 161925"/>
                <a:gd name="connsiteY5" fmla="*/ 5715 h 152400"/>
                <a:gd name="connsiteX6" fmla="*/ 157995 w 161925"/>
                <a:gd name="connsiteY6" fmla="*/ 47244 h 152400"/>
                <a:gd name="connsiteX7" fmla="*/ 119419 w 161925"/>
                <a:gd name="connsiteY7" fmla="*/ 38386 h 152400"/>
                <a:gd name="connsiteX8" fmla="*/ 61697 w 161925"/>
                <a:gd name="connsiteY8" fmla="*/ 81058 h 152400"/>
                <a:gd name="connsiteX9" fmla="*/ 85510 w 161925"/>
                <a:gd name="connsiteY9" fmla="*/ 120777 h 152400"/>
                <a:gd name="connsiteX10" fmla="*/ 98273 w 161925"/>
                <a:gd name="connsiteY10" fmla="*/ 119444 h 152400"/>
                <a:gd name="connsiteX11" fmla="*/ 106941 w 161925"/>
                <a:gd name="connsiteY11" fmla="*/ 78391 h 152400"/>
                <a:gd name="connsiteX12" fmla="*/ 157519 w 161925"/>
                <a:gd name="connsiteY12" fmla="*/ 78391 h 152400"/>
                <a:gd name="connsiteX13" fmla="*/ 142184 w 161925"/>
                <a:gd name="connsiteY13" fmla="*/ 1507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52400">
                  <a:moveTo>
                    <a:pt x="142184" y="150781"/>
                  </a:moveTo>
                  <a:lnTo>
                    <a:pt x="142184" y="150781"/>
                  </a:lnTo>
                  <a:cubicBezTo>
                    <a:pt x="120752" y="156782"/>
                    <a:pt x="101036" y="159258"/>
                    <a:pt x="76747" y="159258"/>
                  </a:cubicBezTo>
                  <a:cubicBezTo>
                    <a:pt x="25693" y="159258"/>
                    <a:pt x="-9455" y="132207"/>
                    <a:pt x="2261" y="77343"/>
                  </a:cubicBezTo>
                  <a:cubicBezTo>
                    <a:pt x="13024" y="25622"/>
                    <a:pt x="61316" y="0"/>
                    <a:pt x="110561" y="0"/>
                  </a:cubicBezTo>
                  <a:cubicBezTo>
                    <a:pt x="139326" y="0"/>
                    <a:pt x="152851" y="2191"/>
                    <a:pt x="166853" y="5715"/>
                  </a:cubicBezTo>
                  <a:lnTo>
                    <a:pt x="157995" y="47244"/>
                  </a:lnTo>
                  <a:cubicBezTo>
                    <a:pt x="150661" y="42386"/>
                    <a:pt x="135897" y="38386"/>
                    <a:pt x="119419" y="38386"/>
                  </a:cubicBezTo>
                  <a:cubicBezTo>
                    <a:pt x="90177" y="38386"/>
                    <a:pt x="67698" y="53054"/>
                    <a:pt x="61697" y="81058"/>
                  </a:cubicBezTo>
                  <a:cubicBezTo>
                    <a:pt x="57220" y="102203"/>
                    <a:pt x="61888" y="120777"/>
                    <a:pt x="85510" y="120777"/>
                  </a:cubicBezTo>
                  <a:cubicBezTo>
                    <a:pt x="89605" y="120777"/>
                    <a:pt x="94463" y="120777"/>
                    <a:pt x="98273" y="119444"/>
                  </a:cubicBezTo>
                  <a:lnTo>
                    <a:pt x="106941" y="78391"/>
                  </a:lnTo>
                  <a:lnTo>
                    <a:pt x="157519" y="78391"/>
                  </a:lnTo>
                  <a:lnTo>
                    <a:pt x="142184" y="150781"/>
                  </a:lnTo>
                  <a:close/>
                </a:path>
              </a:pathLst>
            </a:custGeom>
            <a:grpFill/>
            <a:ln w="9525" cap="flat">
              <a:noFill/>
              <a:prstDash val="solid"/>
              <a:miter/>
            </a:ln>
          </p:spPr>
          <p:txBody>
            <a:bodyPr rtlCol="0" anchor="ctr"/>
            <a:lstStyle/>
            <a:p>
              <a:endParaRPr lang="en-US" noProof="0">
                <a:solidFill>
                  <a:schemeClr val="tx2"/>
                </a:solidFill>
              </a:endParaRPr>
            </a:p>
          </p:txBody>
        </p:sp>
        <p:sp>
          <p:nvSpPr>
            <p:cNvPr id="11" name="Freeform 29">
              <a:extLst>
                <a:ext uri="{FF2B5EF4-FFF2-40B4-BE49-F238E27FC236}">
                  <a16:creationId xmlns:a16="http://schemas.microsoft.com/office/drawing/2014/main" id="{8E6C8B09-DD9B-6E0D-BDFD-7767FCD5637B}"/>
                </a:ext>
              </a:extLst>
            </p:cNvPr>
            <p:cNvSpPr>
              <a:spLocks noGrp="1" noRot="1" noMove="1" noResize="1" noEditPoints="1" noAdjustHandles="1" noChangeArrowheads="1" noChangeShapeType="1"/>
            </p:cNvSpPr>
            <p:nvPr/>
          </p:nvSpPr>
          <p:spPr>
            <a:xfrm>
              <a:off x="5648991" y="3412046"/>
              <a:ext cx="200025" cy="28575"/>
            </a:xfrm>
            <a:custGeom>
              <a:avLst/>
              <a:gdLst>
                <a:gd name="connsiteX0" fmla="*/ 7811 w 200025"/>
                <a:gd name="connsiteY0" fmla="*/ 0 h 28575"/>
                <a:gd name="connsiteX1" fmla="*/ 7811 w 200025"/>
                <a:gd name="connsiteY1" fmla="*/ 0 h 28575"/>
                <a:gd name="connsiteX2" fmla="*/ 202978 w 200025"/>
                <a:gd name="connsiteY2" fmla="*/ 0 h 28575"/>
                <a:gd name="connsiteX3" fmla="*/ 195167 w 200025"/>
                <a:gd name="connsiteY3" fmla="*/ 37052 h 28575"/>
                <a:gd name="connsiteX4" fmla="*/ 0 w 200025"/>
                <a:gd name="connsiteY4" fmla="*/ 370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025" h="28575">
                  <a:moveTo>
                    <a:pt x="7811" y="0"/>
                  </a:moveTo>
                  <a:lnTo>
                    <a:pt x="7811" y="0"/>
                  </a:lnTo>
                  <a:lnTo>
                    <a:pt x="202978" y="0"/>
                  </a:lnTo>
                  <a:lnTo>
                    <a:pt x="195167" y="37052"/>
                  </a:lnTo>
                  <a:lnTo>
                    <a:pt x="0" y="37052"/>
                  </a:lnTo>
                  <a:close/>
                </a:path>
              </a:pathLst>
            </a:custGeom>
            <a:grpFill/>
            <a:ln w="9525" cap="flat">
              <a:noFill/>
              <a:prstDash val="solid"/>
              <a:miter/>
            </a:ln>
          </p:spPr>
          <p:txBody>
            <a:bodyPr rtlCol="0" anchor="ctr"/>
            <a:lstStyle/>
            <a:p>
              <a:endParaRPr lang="en-US" noProof="0">
                <a:solidFill>
                  <a:schemeClr val="tx2"/>
                </a:solidFill>
              </a:endParaRPr>
            </a:p>
          </p:txBody>
        </p:sp>
        <p:sp>
          <p:nvSpPr>
            <p:cNvPr id="12" name="Freeform 30">
              <a:extLst>
                <a:ext uri="{FF2B5EF4-FFF2-40B4-BE49-F238E27FC236}">
                  <a16:creationId xmlns:a16="http://schemas.microsoft.com/office/drawing/2014/main" id="{B37951B6-9096-A7E1-EC3E-E43A2172D431}"/>
                </a:ext>
              </a:extLst>
            </p:cNvPr>
            <p:cNvSpPr>
              <a:spLocks noGrp="1" noRot="1" noMove="1" noResize="1" noEditPoints="1" noAdjustHandles="1" noChangeArrowheads="1" noChangeShapeType="1"/>
            </p:cNvSpPr>
            <p:nvPr/>
          </p:nvSpPr>
          <p:spPr>
            <a:xfrm>
              <a:off x="5673661" y="3295650"/>
              <a:ext cx="200025" cy="28575"/>
            </a:xfrm>
            <a:custGeom>
              <a:avLst/>
              <a:gdLst>
                <a:gd name="connsiteX0" fmla="*/ 7810 w 200025"/>
                <a:gd name="connsiteY0" fmla="*/ 0 h 28575"/>
                <a:gd name="connsiteX1" fmla="*/ 0 w 200025"/>
                <a:gd name="connsiteY1" fmla="*/ 36862 h 28575"/>
                <a:gd name="connsiteX2" fmla="*/ 194977 w 200025"/>
                <a:gd name="connsiteY2" fmla="*/ 36862 h 28575"/>
                <a:gd name="connsiteX3" fmla="*/ 202978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7810" y="0"/>
                  </a:moveTo>
                  <a:lnTo>
                    <a:pt x="0" y="36862"/>
                  </a:lnTo>
                  <a:lnTo>
                    <a:pt x="194977" y="36862"/>
                  </a:lnTo>
                  <a:lnTo>
                    <a:pt x="202978" y="0"/>
                  </a:lnTo>
                  <a:close/>
                </a:path>
              </a:pathLst>
            </a:custGeom>
            <a:grpFill/>
            <a:ln w="9525" cap="flat">
              <a:noFill/>
              <a:prstDash val="solid"/>
              <a:miter/>
            </a:ln>
          </p:spPr>
          <p:txBody>
            <a:bodyPr rtlCol="0" anchor="ctr"/>
            <a:lstStyle/>
            <a:p>
              <a:endParaRPr lang="en-US" noProof="0">
                <a:solidFill>
                  <a:schemeClr val="tx2"/>
                </a:solidFill>
              </a:endParaRPr>
            </a:p>
          </p:txBody>
        </p:sp>
        <p:sp>
          <p:nvSpPr>
            <p:cNvPr id="13" name="Freeform 31">
              <a:extLst>
                <a:ext uri="{FF2B5EF4-FFF2-40B4-BE49-F238E27FC236}">
                  <a16:creationId xmlns:a16="http://schemas.microsoft.com/office/drawing/2014/main" id="{79AE90B5-071C-A31E-0644-6ADE74686CFB}"/>
                </a:ext>
              </a:extLst>
            </p:cNvPr>
            <p:cNvSpPr>
              <a:spLocks noGrp="1" noRot="1" noMove="1" noResize="1" noEditPoints="1" noAdjustHandles="1" noChangeArrowheads="1" noChangeShapeType="1"/>
            </p:cNvSpPr>
            <p:nvPr/>
          </p:nvSpPr>
          <p:spPr>
            <a:xfrm>
              <a:off x="5624322" y="3528441"/>
              <a:ext cx="200025" cy="28575"/>
            </a:xfrm>
            <a:custGeom>
              <a:avLst/>
              <a:gdLst>
                <a:gd name="connsiteX0" fmla="*/ 8001 w 200025"/>
                <a:gd name="connsiteY0" fmla="*/ 0 h 28575"/>
                <a:gd name="connsiteX1" fmla="*/ 0 w 200025"/>
                <a:gd name="connsiteY1" fmla="*/ 37243 h 28575"/>
                <a:gd name="connsiteX2" fmla="*/ 195263 w 200025"/>
                <a:gd name="connsiteY2" fmla="*/ 37243 h 28575"/>
                <a:gd name="connsiteX3" fmla="*/ 203073 w 200025"/>
                <a:gd name="connsiteY3" fmla="*/ 0 h 28575"/>
              </a:gdLst>
              <a:ahLst/>
              <a:cxnLst>
                <a:cxn ang="0">
                  <a:pos x="connsiteX0" y="connsiteY0"/>
                </a:cxn>
                <a:cxn ang="0">
                  <a:pos x="connsiteX1" y="connsiteY1"/>
                </a:cxn>
                <a:cxn ang="0">
                  <a:pos x="connsiteX2" y="connsiteY2"/>
                </a:cxn>
                <a:cxn ang="0">
                  <a:pos x="connsiteX3" y="connsiteY3"/>
                </a:cxn>
              </a:cxnLst>
              <a:rect l="l" t="t" r="r" b="b"/>
              <a:pathLst>
                <a:path w="200025" h="28575">
                  <a:moveTo>
                    <a:pt x="8001" y="0"/>
                  </a:moveTo>
                  <a:lnTo>
                    <a:pt x="0" y="37243"/>
                  </a:lnTo>
                  <a:lnTo>
                    <a:pt x="195263" y="37243"/>
                  </a:lnTo>
                  <a:lnTo>
                    <a:pt x="203073" y="0"/>
                  </a:lnTo>
                  <a:close/>
                </a:path>
              </a:pathLst>
            </a:custGeom>
            <a:grpFill/>
            <a:ln w="9525" cap="flat">
              <a:noFill/>
              <a:prstDash val="solid"/>
              <a:miter/>
            </a:ln>
          </p:spPr>
          <p:txBody>
            <a:bodyPr rtlCol="0" anchor="ctr"/>
            <a:lstStyle/>
            <a:p>
              <a:endParaRPr lang="en-US" noProof="0">
                <a:solidFill>
                  <a:schemeClr val="tx2"/>
                </a:solidFill>
              </a:endParaRPr>
            </a:p>
          </p:txBody>
        </p:sp>
        <p:sp>
          <p:nvSpPr>
            <p:cNvPr id="14" name="Freeform 32">
              <a:extLst>
                <a:ext uri="{FF2B5EF4-FFF2-40B4-BE49-F238E27FC236}">
                  <a16:creationId xmlns:a16="http://schemas.microsoft.com/office/drawing/2014/main" id="{95A7CB76-69C8-721A-0CBB-D13EB7C00DAF}"/>
                </a:ext>
              </a:extLst>
            </p:cNvPr>
            <p:cNvSpPr>
              <a:spLocks noGrp="1" noRot="1" noMove="1" noResize="1" noEditPoints="1" noAdjustHandles="1" noChangeArrowheads="1" noChangeShapeType="1"/>
            </p:cNvSpPr>
            <p:nvPr/>
          </p:nvSpPr>
          <p:spPr>
            <a:xfrm>
              <a:off x="5548312" y="3354229"/>
              <a:ext cx="371475" cy="152400"/>
            </a:xfrm>
            <a:custGeom>
              <a:avLst/>
              <a:gdLst>
                <a:gd name="connsiteX0" fmla="*/ 344424 w 371475"/>
                <a:gd name="connsiteY0" fmla="*/ 153924 h 152400"/>
                <a:gd name="connsiteX1" fmla="*/ 344424 w 371475"/>
                <a:gd name="connsiteY1" fmla="*/ 153924 h 152400"/>
                <a:gd name="connsiteX2" fmla="*/ 0 w 371475"/>
                <a:gd name="connsiteY2" fmla="*/ 154115 h 152400"/>
                <a:gd name="connsiteX3" fmla="*/ 344424 w 371475"/>
                <a:gd name="connsiteY3" fmla="*/ 153924 h 152400"/>
                <a:gd name="connsiteX4" fmla="*/ 377190 w 371475"/>
                <a:gd name="connsiteY4" fmla="*/ 0 h 152400"/>
                <a:gd name="connsiteX5" fmla="*/ 32576 w 371475"/>
                <a:gd name="connsiteY5" fmla="*/ 0 h 152400"/>
                <a:gd name="connsiteX6" fmla="*/ 24575 w 371475"/>
                <a:gd name="connsiteY6" fmla="*/ 37148 h 152400"/>
                <a:gd name="connsiteX7" fmla="*/ 331946 w 371475"/>
                <a:gd name="connsiteY7" fmla="*/ 36957 h 152400"/>
                <a:gd name="connsiteX8" fmla="*/ 314992 w 371475"/>
                <a:gd name="connsiteY8" fmla="*/ 116872 h 152400"/>
                <a:gd name="connsiteX9" fmla="*/ 8192 w 371475"/>
                <a:gd name="connsiteY9" fmla="*/ 117062 h 152400"/>
                <a:gd name="connsiteX10" fmla="*/ 0 w 371475"/>
                <a:gd name="connsiteY10" fmla="*/ 154019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1475" h="152400">
                  <a:moveTo>
                    <a:pt x="344424" y="153924"/>
                  </a:moveTo>
                  <a:lnTo>
                    <a:pt x="344424" y="153924"/>
                  </a:lnTo>
                  <a:cubicBezTo>
                    <a:pt x="344424" y="153924"/>
                    <a:pt x="476" y="154115"/>
                    <a:pt x="0" y="154115"/>
                  </a:cubicBezTo>
                  <a:lnTo>
                    <a:pt x="344424" y="153924"/>
                  </a:lnTo>
                  <a:lnTo>
                    <a:pt x="377190" y="0"/>
                  </a:lnTo>
                  <a:cubicBezTo>
                    <a:pt x="377190" y="190"/>
                    <a:pt x="32576" y="0"/>
                    <a:pt x="32576" y="0"/>
                  </a:cubicBezTo>
                  <a:lnTo>
                    <a:pt x="24575" y="37148"/>
                  </a:lnTo>
                  <a:lnTo>
                    <a:pt x="331946" y="36957"/>
                  </a:lnTo>
                  <a:lnTo>
                    <a:pt x="314992" y="116872"/>
                  </a:lnTo>
                  <a:lnTo>
                    <a:pt x="8192" y="117062"/>
                  </a:lnTo>
                  <a:lnTo>
                    <a:pt x="0" y="154019"/>
                  </a:lnTo>
                </a:path>
              </a:pathLst>
            </a:custGeom>
            <a:grpFill/>
            <a:ln w="9525" cap="flat">
              <a:noFill/>
              <a:prstDash val="solid"/>
              <a:miter/>
            </a:ln>
          </p:spPr>
          <p:txBody>
            <a:bodyPr rtlCol="0" anchor="ctr"/>
            <a:lstStyle/>
            <a:p>
              <a:endParaRPr lang="en-US" noProof="0">
                <a:solidFill>
                  <a:schemeClr val="tx2"/>
                </a:solidFill>
              </a:endParaRPr>
            </a:p>
          </p:txBody>
        </p:sp>
      </p:grpSp>
      <p:sp>
        <p:nvSpPr>
          <p:cNvPr id="15" name="TextBox 12">
            <a:extLst>
              <a:ext uri="{FF2B5EF4-FFF2-40B4-BE49-F238E27FC236}">
                <a16:creationId xmlns:a16="http://schemas.microsoft.com/office/drawing/2014/main" id="{81D8C773-6DC5-A71A-1664-9FAEE3C7A998}"/>
              </a:ext>
            </a:extLst>
          </p:cNvPr>
          <p:cNvSpPr txBox="1">
            <a:spLocks noGrp="1" noRot="1" noMove="1" noResize="1" noEditPoints="1" noAdjustHandles="1" noChangeArrowheads="1" noChangeShapeType="1"/>
          </p:cNvSpPr>
          <p:nvPr userDrawn="1"/>
        </p:nvSpPr>
        <p:spPr bwMode="gray">
          <a:xfrm>
            <a:off x="8956432" y="6553476"/>
            <a:ext cx="2062072" cy="110371"/>
          </a:xfrm>
          <a:prstGeom prst="rect">
            <a:avLst/>
          </a:prstGeom>
          <a:noFill/>
        </p:spPr>
        <p:txBody>
          <a:bodyPr wrap="square" lIns="0" tIns="0" rIns="0" bIns="0" rtlCol="0" anchor="t" anchorCtr="0">
            <a:noAutofit/>
          </a:bodyPr>
          <a:lstStyle/>
          <a:p>
            <a:pPr algn="r">
              <a:lnSpc>
                <a:spcPct val="85000"/>
              </a:lnSpc>
            </a:pPr>
            <a:r>
              <a:rPr lang="en-US" sz="800" noProof="0">
                <a:solidFill>
                  <a:schemeClr val="bg2"/>
                </a:solidFill>
                <a:latin typeface="Arial" panose="020B0604020202020204" pitchFamily="34" charset="0"/>
                <a:cs typeface="Arial" panose="020B0604020202020204" pitchFamily="34" charset="0"/>
              </a:rPr>
              <a:t>© 2026</a:t>
            </a:r>
            <a:r>
              <a:rPr lang="de-DE" sz="800" noProof="0">
                <a:solidFill>
                  <a:schemeClr val="bg2"/>
                </a:solidFill>
                <a:latin typeface="Arial" panose="020B0604020202020204" pitchFamily="34" charset="0"/>
                <a:cs typeface="Arial" panose="020B0604020202020204" pitchFamily="34" charset="0"/>
              </a:rPr>
              <a:t> </a:t>
            </a:r>
            <a:r>
              <a:rPr lang="en-US" sz="800" noProof="0">
                <a:solidFill>
                  <a:schemeClr val="bg2"/>
                </a:solidFill>
                <a:latin typeface="Arial" panose="020B0604020202020204" pitchFamily="34" charset="0"/>
                <a:cs typeface="Arial" panose="020B0604020202020204" pitchFamily="34" charset="0"/>
              </a:rPr>
              <a:t>EDAG Group. All rights reserved.</a:t>
            </a:r>
          </a:p>
        </p:txBody>
      </p:sp>
      <p:sp>
        <p:nvSpPr>
          <p:cNvPr id="21" name="Slide Number Placeholder 5">
            <a:extLst>
              <a:ext uri="{FF2B5EF4-FFF2-40B4-BE49-F238E27FC236}">
                <a16:creationId xmlns:a16="http://schemas.microsoft.com/office/drawing/2014/main" id="{737DC639-DBC2-9923-5CB1-59DDF011A315}"/>
              </a:ext>
            </a:extLst>
          </p:cNvPr>
          <p:cNvSpPr>
            <a:spLocks noGrp="1" noRot="1" noMove="1" noResize="1" noEditPoints="1" noAdjustHandles="1" noChangeArrowheads="1" noChangeShapeType="1"/>
          </p:cNvSpPr>
          <p:nvPr>
            <p:ph type="sldNum" sz="quarter" idx="4"/>
          </p:nvPr>
        </p:nvSpPr>
        <p:spPr bwMode="gray">
          <a:xfrm>
            <a:off x="11318005" y="6515100"/>
            <a:ext cx="214905" cy="142876"/>
          </a:xfrm>
          <a:prstGeom prst="rect">
            <a:avLst/>
          </a:prstGeom>
        </p:spPr>
        <p:txBody>
          <a:bodyPr vert="horz" lIns="0" tIns="0" rIns="0" bIns="0" rtlCol="0" anchor="b">
            <a:noAutofit/>
          </a:bodyPr>
          <a:lstStyle>
            <a:lvl1pPr marL="0" indent="0" algn="r">
              <a:lnSpc>
                <a:spcPct val="85000"/>
              </a:lnSpc>
              <a:defRPr sz="800">
                <a:solidFill>
                  <a:schemeClr val="bg2"/>
                </a:solidFill>
              </a:defRPr>
            </a:lvl1pPr>
            <a:lvl2pPr marL="0" indent="0">
              <a:lnSpc>
                <a:spcPct val="85000"/>
              </a:lnSpc>
              <a:defRPr sz="800">
                <a:solidFill>
                  <a:schemeClr val="tx2"/>
                </a:solidFill>
              </a:defRPr>
            </a:lvl2pPr>
            <a:lvl3pPr marL="0" indent="0">
              <a:lnSpc>
                <a:spcPct val="85000"/>
              </a:lnSpc>
              <a:defRPr sz="800">
                <a:solidFill>
                  <a:schemeClr val="tx2"/>
                </a:solidFill>
              </a:defRPr>
            </a:lvl3pPr>
            <a:lvl4pPr marL="0" indent="0">
              <a:lnSpc>
                <a:spcPct val="85000"/>
              </a:lnSpc>
              <a:defRPr sz="800">
                <a:solidFill>
                  <a:schemeClr val="tx2"/>
                </a:solidFill>
              </a:defRPr>
            </a:lvl4pPr>
            <a:lvl5pPr marL="0" indent="0">
              <a:lnSpc>
                <a:spcPct val="85000"/>
              </a:lnSpc>
              <a:defRPr sz="800">
                <a:solidFill>
                  <a:schemeClr val="tx2"/>
                </a:solidFill>
              </a:defRPr>
            </a:lvl5pPr>
            <a:lvl6pPr marL="0" indent="0">
              <a:lnSpc>
                <a:spcPct val="85000"/>
              </a:lnSpc>
              <a:defRPr sz="800">
                <a:solidFill>
                  <a:schemeClr val="tx2"/>
                </a:solidFill>
              </a:defRPr>
            </a:lvl6pPr>
            <a:lvl7pPr marL="0" indent="0">
              <a:lnSpc>
                <a:spcPct val="85000"/>
              </a:lnSpc>
              <a:defRPr sz="800">
                <a:solidFill>
                  <a:schemeClr val="tx2"/>
                </a:solidFill>
              </a:defRPr>
            </a:lvl7pPr>
            <a:lvl8pPr marL="0" indent="0">
              <a:lnSpc>
                <a:spcPct val="85000"/>
              </a:lnSpc>
              <a:defRPr sz="800">
                <a:solidFill>
                  <a:schemeClr val="tx2"/>
                </a:solidFill>
              </a:defRPr>
            </a:lvl8pPr>
            <a:lvl9pPr marL="0" indent="0">
              <a:lnSpc>
                <a:spcPct val="85000"/>
              </a:lnSpc>
              <a:defRPr sz="800">
                <a:solidFill>
                  <a:schemeClr val="tx2"/>
                </a:solidFill>
              </a:defRPr>
            </a:lvl9pPr>
          </a:lstStyle>
          <a:p>
            <a:fld id="{7D3ABF3B-F89B-4CD7-B75C-63A8A662AF01}" type="slidenum">
              <a:rPr lang="en-US" smtClean="0"/>
              <a:pPr/>
              <a:t>‹#›</a:t>
            </a:fld>
            <a:endParaRPr lang="en-US"/>
          </a:p>
        </p:txBody>
      </p:sp>
      <p:sp>
        <p:nvSpPr>
          <p:cNvPr id="2" name="Fußzeilenplatzhalter 1">
            <a:extLst>
              <a:ext uri="{FF2B5EF4-FFF2-40B4-BE49-F238E27FC236}">
                <a16:creationId xmlns:a16="http://schemas.microsoft.com/office/drawing/2014/main" id="{49835387-DDA8-28F6-FAF3-46DCF0986BCE}"/>
              </a:ext>
            </a:extLst>
          </p:cNvPr>
          <p:cNvSpPr>
            <a:spLocks noGrp="1" noRot="1" noMove="1" noResize="1" noEditPoints="1" noAdjustHandles="1" noChangeArrowheads="1" noChangeShapeType="1"/>
          </p:cNvSpPr>
          <p:nvPr>
            <p:ph type="ftr" sz="quarter" idx="3"/>
          </p:nvPr>
        </p:nvSpPr>
        <p:spPr>
          <a:xfrm>
            <a:off x="1440000" y="6537600"/>
            <a:ext cx="7560000" cy="108000"/>
          </a:xfrm>
          <a:prstGeom prst="rect">
            <a:avLst/>
          </a:prstGeom>
        </p:spPr>
        <p:txBody>
          <a:bodyPr vert="horz" lIns="0" tIns="0" rIns="0" bIns="0" rtlCol="0" anchor="t" anchorCtr="0"/>
          <a:lstStyle>
            <a:lvl1pPr algn="l">
              <a:defRPr sz="800" baseline="0">
                <a:solidFill>
                  <a:schemeClr val="bg2"/>
                </a:solidFill>
              </a:defRPr>
            </a:lvl1pPr>
          </a:lstStyle>
          <a:p>
            <a:r>
              <a:rPr lang="en-US"/>
              <a:t>EDAG Electrics/Electronics     Author: Shubham/Israr/Omkar       Version:1.0          Scope: EDAG Group     internal</a:t>
            </a:r>
            <a:endParaRPr lang="de-DE"/>
          </a:p>
        </p:txBody>
      </p:sp>
      <p:sp>
        <p:nvSpPr>
          <p:cNvPr id="3" name="Titelplatzhalter 2">
            <a:extLst>
              <a:ext uri="{FF2B5EF4-FFF2-40B4-BE49-F238E27FC236}">
                <a16:creationId xmlns:a16="http://schemas.microsoft.com/office/drawing/2014/main" id="{0E7E8398-E06A-4C53-F125-73EE9687A06C}"/>
              </a:ext>
            </a:extLst>
          </p:cNvPr>
          <p:cNvSpPr>
            <a:spLocks noGrp="1"/>
          </p:cNvSpPr>
          <p:nvPr>
            <p:ph type="title"/>
          </p:nvPr>
        </p:nvSpPr>
        <p:spPr>
          <a:xfrm>
            <a:off x="658800" y="522000"/>
            <a:ext cx="6840000" cy="252000"/>
          </a:xfrm>
          <a:prstGeom prst="rect">
            <a:avLst/>
          </a:prstGeom>
        </p:spPr>
        <p:txBody>
          <a:bodyPr vert="horz" lIns="0" tIns="0" rIns="0" bIns="0" rtlCol="0" anchor="t" anchorCtr="0">
            <a:noAutofit/>
          </a:bodyPr>
          <a:lstStyle/>
          <a:p>
            <a:r>
              <a:rPr lang="de-DE"/>
              <a:t>Mastertitelformat bearbeiten</a:t>
            </a:r>
          </a:p>
        </p:txBody>
      </p:sp>
      <p:pic>
        <p:nvPicPr>
          <p:cNvPr id="5" name="Grafik 2">
            <a:extLst>
              <a:ext uri="{FF2B5EF4-FFF2-40B4-BE49-F238E27FC236}">
                <a16:creationId xmlns:a16="http://schemas.microsoft.com/office/drawing/2014/main" id="{E2AB58E5-4807-FD46-74EC-C2D90647A5C7}"/>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69"/>
              </a:ext>
            </a:extLst>
          </a:blip>
          <a:srcRect r="148"/>
          <a:stretch/>
        </p:blipFill>
        <p:spPr>
          <a:xfrm>
            <a:off x="5330548" y="1"/>
            <a:ext cx="6861452" cy="1457999"/>
          </a:xfrm>
          <a:prstGeom prst="rect">
            <a:avLst/>
          </a:prstGeom>
        </p:spPr>
      </p:pic>
      <p:grpSp>
        <p:nvGrpSpPr>
          <p:cNvPr id="25" name="Grafik 13">
            <a:extLst>
              <a:ext uri="{FF2B5EF4-FFF2-40B4-BE49-F238E27FC236}">
                <a16:creationId xmlns:a16="http://schemas.microsoft.com/office/drawing/2014/main" id="{177A8AAF-EFEB-9857-DE3A-F953E3F52ECD}"/>
              </a:ext>
            </a:extLst>
          </p:cNvPr>
          <p:cNvGrpSpPr>
            <a:grpSpLocks noChangeAspect="1"/>
          </p:cNvGrpSpPr>
          <p:nvPr userDrawn="1"/>
        </p:nvGrpSpPr>
        <p:grpSpPr>
          <a:xfrm>
            <a:off x="10321200" y="489600"/>
            <a:ext cx="1209600" cy="299018"/>
            <a:chOff x="8501174" y="2383489"/>
            <a:chExt cx="2699861" cy="667416"/>
          </a:xfrm>
          <a:solidFill>
            <a:schemeClr val="tx1"/>
          </a:solidFill>
        </p:grpSpPr>
        <p:grpSp>
          <p:nvGrpSpPr>
            <p:cNvPr id="26" name="Grafik 13">
              <a:extLst>
                <a:ext uri="{FF2B5EF4-FFF2-40B4-BE49-F238E27FC236}">
                  <a16:creationId xmlns:a16="http://schemas.microsoft.com/office/drawing/2014/main" id="{27779385-6115-1011-7C15-99BB38A36000}"/>
                </a:ext>
              </a:extLst>
            </p:cNvPr>
            <p:cNvGrpSpPr/>
            <p:nvPr/>
          </p:nvGrpSpPr>
          <p:grpSpPr>
            <a:xfrm>
              <a:off x="9461484" y="2955941"/>
              <a:ext cx="876871" cy="94964"/>
              <a:chOff x="9461484" y="2955941"/>
              <a:chExt cx="876871" cy="94964"/>
            </a:xfrm>
            <a:grpFill/>
          </p:grpSpPr>
          <p:sp>
            <p:nvSpPr>
              <p:cNvPr id="35" name="Freihandform: Form 34">
                <a:extLst>
                  <a:ext uri="{FF2B5EF4-FFF2-40B4-BE49-F238E27FC236}">
                    <a16:creationId xmlns:a16="http://schemas.microsoft.com/office/drawing/2014/main" id="{362434AB-44E1-A26D-5922-3942C609C385}"/>
                  </a:ext>
                </a:extLst>
              </p:cNvPr>
              <p:cNvSpPr/>
              <p:nvPr/>
            </p:nvSpPr>
            <p:spPr>
              <a:xfrm>
                <a:off x="9461484" y="2957560"/>
                <a:ext cx="64198" cy="91725"/>
              </a:xfrm>
              <a:custGeom>
                <a:avLst/>
                <a:gdLst>
                  <a:gd name="connsiteX0" fmla="*/ 0 w 64198"/>
                  <a:gd name="connsiteY0" fmla="*/ 91726 h 91725"/>
                  <a:gd name="connsiteX1" fmla="*/ 18955 w 64198"/>
                  <a:gd name="connsiteY1" fmla="*/ 0 h 91725"/>
                  <a:gd name="connsiteX2" fmla="*/ 64198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8 w 64198"/>
                  <a:gd name="connsiteY9" fmla="*/ 83820 h 91725"/>
                  <a:gd name="connsiteX10" fmla="*/ 48577 w 64198"/>
                  <a:gd name="connsiteY10" fmla="*/ 83820 h 91725"/>
                  <a:gd name="connsiteX11" fmla="*/ 47244 w 64198"/>
                  <a:gd name="connsiteY11" fmla="*/ 91726 h 91725"/>
                  <a:gd name="connsiteX12" fmla="*/ 190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8" y="0"/>
                    </a:lnTo>
                    <a:lnTo>
                      <a:pt x="62770" y="7906"/>
                    </a:lnTo>
                    <a:lnTo>
                      <a:pt x="26384" y="7906"/>
                    </a:lnTo>
                    <a:lnTo>
                      <a:pt x="19717" y="40576"/>
                    </a:lnTo>
                    <a:lnTo>
                      <a:pt x="54007" y="40576"/>
                    </a:lnTo>
                    <a:lnTo>
                      <a:pt x="52578" y="48482"/>
                    </a:lnTo>
                    <a:lnTo>
                      <a:pt x="18193" y="48482"/>
                    </a:lnTo>
                    <a:lnTo>
                      <a:pt x="10858" y="83820"/>
                    </a:lnTo>
                    <a:lnTo>
                      <a:pt x="48577" y="83820"/>
                    </a:lnTo>
                    <a:lnTo>
                      <a:pt x="47244" y="91726"/>
                    </a:lnTo>
                    <a:lnTo>
                      <a:pt x="190" y="91726"/>
                    </a:lnTo>
                    <a:close/>
                  </a:path>
                </a:pathLst>
              </a:custGeom>
              <a:grpFill/>
              <a:ln w="0"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DBAB28DC-3F55-AA1F-A92A-72D8F3CAEB63}"/>
                  </a:ext>
                </a:extLst>
              </p:cNvPr>
              <p:cNvSpPr/>
              <p:nvPr/>
            </p:nvSpPr>
            <p:spPr>
              <a:xfrm>
                <a:off x="9534636" y="2957560"/>
                <a:ext cx="48387" cy="91725"/>
              </a:xfrm>
              <a:custGeom>
                <a:avLst/>
                <a:gdLst>
                  <a:gd name="connsiteX0" fmla="*/ 0 w 48387"/>
                  <a:gd name="connsiteY0" fmla="*/ 91726 h 91725"/>
                  <a:gd name="connsiteX1" fmla="*/ 19621 w 48387"/>
                  <a:gd name="connsiteY1" fmla="*/ 0 h 91725"/>
                  <a:gd name="connsiteX2" fmla="*/ 28956 w 48387"/>
                  <a:gd name="connsiteY2" fmla="*/ 0 h 91725"/>
                  <a:gd name="connsiteX3" fmla="*/ 10954 w 48387"/>
                  <a:gd name="connsiteY3" fmla="*/ 83820 h 91725"/>
                  <a:gd name="connsiteX4" fmla="*/ 48387 w 48387"/>
                  <a:gd name="connsiteY4" fmla="*/ 83820 h 91725"/>
                  <a:gd name="connsiteX5" fmla="*/ 46958 w 48387"/>
                  <a:gd name="connsiteY5" fmla="*/ 91726 h 91725"/>
                  <a:gd name="connsiteX6" fmla="*/ 95 w 48387"/>
                  <a:gd name="connsiteY6"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387" h="91725">
                    <a:moveTo>
                      <a:pt x="0" y="91726"/>
                    </a:moveTo>
                    <a:lnTo>
                      <a:pt x="19621" y="0"/>
                    </a:lnTo>
                    <a:lnTo>
                      <a:pt x="28956" y="0"/>
                    </a:lnTo>
                    <a:lnTo>
                      <a:pt x="10954" y="83820"/>
                    </a:lnTo>
                    <a:lnTo>
                      <a:pt x="48387" y="83820"/>
                    </a:lnTo>
                    <a:lnTo>
                      <a:pt x="46958" y="91726"/>
                    </a:lnTo>
                    <a:lnTo>
                      <a:pt x="95" y="91726"/>
                    </a:lnTo>
                    <a:close/>
                  </a:path>
                </a:pathLst>
              </a:custGeom>
              <a:grpFill/>
              <a:ln w="0"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C7115140-4965-859F-7B46-F587260DA69F}"/>
                  </a:ext>
                </a:extLst>
              </p:cNvPr>
              <p:cNvSpPr/>
              <p:nvPr/>
            </p:nvSpPr>
            <p:spPr>
              <a:xfrm>
                <a:off x="9605216" y="2957560"/>
                <a:ext cx="64198" cy="91725"/>
              </a:xfrm>
              <a:custGeom>
                <a:avLst/>
                <a:gdLst>
                  <a:gd name="connsiteX0" fmla="*/ 0 w 64198"/>
                  <a:gd name="connsiteY0" fmla="*/ 91726 h 91725"/>
                  <a:gd name="connsiteX1" fmla="*/ 18955 w 64198"/>
                  <a:gd name="connsiteY1" fmla="*/ 0 h 91725"/>
                  <a:gd name="connsiteX2" fmla="*/ 64199 w 64198"/>
                  <a:gd name="connsiteY2" fmla="*/ 0 h 91725"/>
                  <a:gd name="connsiteX3" fmla="*/ 62770 w 64198"/>
                  <a:gd name="connsiteY3" fmla="*/ 7906 h 91725"/>
                  <a:gd name="connsiteX4" fmla="*/ 26384 w 64198"/>
                  <a:gd name="connsiteY4" fmla="*/ 7906 h 91725"/>
                  <a:gd name="connsiteX5" fmla="*/ 19717 w 64198"/>
                  <a:gd name="connsiteY5" fmla="*/ 40576 h 91725"/>
                  <a:gd name="connsiteX6" fmla="*/ 54007 w 64198"/>
                  <a:gd name="connsiteY6" fmla="*/ 40576 h 91725"/>
                  <a:gd name="connsiteX7" fmla="*/ 52578 w 64198"/>
                  <a:gd name="connsiteY7" fmla="*/ 48482 h 91725"/>
                  <a:gd name="connsiteX8" fmla="*/ 18193 w 64198"/>
                  <a:gd name="connsiteY8" fmla="*/ 48482 h 91725"/>
                  <a:gd name="connsiteX9" fmla="*/ 10859 w 64198"/>
                  <a:gd name="connsiteY9" fmla="*/ 83820 h 91725"/>
                  <a:gd name="connsiteX10" fmla="*/ 48578 w 64198"/>
                  <a:gd name="connsiteY10" fmla="*/ 83820 h 91725"/>
                  <a:gd name="connsiteX11" fmla="*/ 47244 w 64198"/>
                  <a:gd name="connsiteY11" fmla="*/ 91726 h 91725"/>
                  <a:gd name="connsiteX12" fmla="*/ 191 w 64198"/>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198" h="91725">
                    <a:moveTo>
                      <a:pt x="0" y="91726"/>
                    </a:moveTo>
                    <a:lnTo>
                      <a:pt x="18955" y="0"/>
                    </a:lnTo>
                    <a:lnTo>
                      <a:pt x="64199" y="0"/>
                    </a:lnTo>
                    <a:lnTo>
                      <a:pt x="62770" y="7906"/>
                    </a:lnTo>
                    <a:lnTo>
                      <a:pt x="26384" y="7906"/>
                    </a:lnTo>
                    <a:lnTo>
                      <a:pt x="19717" y="40576"/>
                    </a:lnTo>
                    <a:lnTo>
                      <a:pt x="54007" y="40576"/>
                    </a:lnTo>
                    <a:lnTo>
                      <a:pt x="52578" y="48482"/>
                    </a:lnTo>
                    <a:lnTo>
                      <a:pt x="18193" y="48482"/>
                    </a:lnTo>
                    <a:lnTo>
                      <a:pt x="10859" y="83820"/>
                    </a:lnTo>
                    <a:lnTo>
                      <a:pt x="48578" y="83820"/>
                    </a:lnTo>
                    <a:lnTo>
                      <a:pt x="47244" y="91726"/>
                    </a:lnTo>
                    <a:lnTo>
                      <a:pt x="191" y="91726"/>
                    </a:lnTo>
                    <a:close/>
                  </a:path>
                </a:pathLst>
              </a:custGeom>
              <a:grpFill/>
              <a:ln w="0"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B012C6E6-0790-2C17-8564-3010227FE738}"/>
                  </a:ext>
                </a:extLst>
              </p:cNvPr>
              <p:cNvSpPr/>
              <p:nvPr/>
            </p:nvSpPr>
            <p:spPr>
              <a:xfrm>
                <a:off x="9684179" y="2955941"/>
                <a:ext cx="79247" cy="94869"/>
              </a:xfrm>
              <a:custGeom>
                <a:avLst/>
                <a:gdLst>
                  <a:gd name="connsiteX0" fmla="*/ 60960 w 79247"/>
                  <a:gd name="connsiteY0" fmla="*/ 92012 h 94869"/>
                  <a:gd name="connsiteX1" fmla="*/ 43053 w 79247"/>
                  <a:gd name="connsiteY1" fmla="*/ 94869 h 94869"/>
                  <a:gd name="connsiteX2" fmla="*/ 0 w 79247"/>
                  <a:gd name="connsiteY2" fmla="*/ 54674 h 94869"/>
                  <a:gd name="connsiteX3" fmla="*/ 54673 w 79247"/>
                  <a:gd name="connsiteY3" fmla="*/ 0 h 94869"/>
                  <a:gd name="connsiteX4" fmla="*/ 79248 w 79247"/>
                  <a:gd name="connsiteY4" fmla="*/ 4763 h 94869"/>
                  <a:gd name="connsiteX5" fmla="*/ 76105 w 79247"/>
                  <a:gd name="connsiteY5" fmla="*/ 12382 h 94869"/>
                  <a:gd name="connsiteX6" fmla="*/ 54007 w 79247"/>
                  <a:gd name="connsiteY6" fmla="*/ 7906 h 94869"/>
                  <a:gd name="connsiteX7" fmla="*/ 9049 w 79247"/>
                  <a:gd name="connsiteY7" fmla="*/ 54769 h 94869"/>
                  <a:gd name="connsiteX8" fmla="*/ 42577 w 79247"/>
                  <a:gd name="connsiteY8" fmla="*/ 86963 h 94869"/>
                  <a:gd name="connsiteX9" fmla="*/ 62008 w 79247"/>
                  <a:gd name="connsiteY9" fmla="*/ 83915 h 94869"/>
                  <a:gd name="connsiteX10" fmla="*/ 60960 w 79247"/>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7" h="94869">
                    <a:moveTo>
                      <a:pt x="60960" y="92012"/>
                    </a:moveTo>
                    <a:cubicBezTo>
                      <a:pt x="54293" y="94202"/>
                      <a:pt x="49244" y="94869"/>
                      <a:pt x="43053" y="94869"/>
                    </a:cubicBezTo>
                    <a:cubicBezTo>
                      <a:pt x="19145" y="94869"/>
                      <a:pt x="0" y="79153"/>
                      <a:pt x="0" y="54674"/>
                    </a:cubicBezTo>
                    <a:cubicBezTo>
                      <a:pt x="0" y="23050"/>
                      <a:pt x="22289" y="0"/>
                      <a:pt x="54673" y="0"/>
                    </a:cubicBezTo>
                    <a:cubicBezTo>
                      <a:pt x="66199" y="0"/>
                      <a:pt x="72961" y="1810"/>
                      <a:pt x="79248" y="4763"/>
                    </a:cubicBezTo>
                    <a:lnTo>
                      <a:pt x="76105" y="12382"/>
                    </a:lnTo>
                    <a:cubicBezTo>
                      <a:pt x="69532"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DF61B4B8-4A15-50FB-049C-A939B4D23664}"/>
                  </a:ext>
                </a:extLst>
              </p:cNvPr>
              <p:cNvSpPr/>
              <p:nvPr/>
            </p:nvSpPr>
            <p:spPr>
              <a:xfrm>
                <a:off x="9781905" y="2957560"/>
                <a:ext cx="66484" cy="91725"/>
              </a:xfrm>
              <a:custGeom>
                <a:avLst/>
                <a:gdLst>
                  <a:gd name="connsiteX0" fmla="*/ 9906 w 66484"/>
                  <a:gd name="connsiteY0" fmla="*/ 91726 h 91725"/>
                  <a:gd name="connsiteX1" fmla="*/ 27813 w 66484"/>
                  <a:gd name="connsiteY1" fmla="*/ 7906 h 91725"/>
                  <a:gd name="connsiteX2" fmla="*/ 0 w 66484"/>
                  <a:gd name="connsiteY2" fmla="*/ 7906 h 91725"/>
                  <a:gd name="connsiteX3" fmla="*/ 1715 w 66484"/>
                  <a:gd name="connsiteY3" fmla="*/ 0 h 91725"/>
                  <a:gd name="connsiteX4" fmla="*/ 66484 w 66484"/>
                  <a:gd name="connsiteY4" fmla="*/ 0 h 91725"/>
                  <a:gd name="connsiteX5" fmla="*/ 64865 w 66484"/>
                  <a:gd name="connsiteY5" fmla="*/ 7906 h 91725"/>
                  <a:gd name="connsiteX6" fmla="*/ 37052 w 66484"/>
                  <a:gd name="connsiteY6" fmla="*/ 7906 h 91725"/>
                  <a:gd name="connsiteX7" fmla="*/ 19431 w 66484"/>
                  <a:gd name="connsiteY7" fmla="*/ 91726 h 91725"/>
                  <a:gd name="connsiteX8" fmla="*/ 10001 w 66484"/>
                  <a:gd name="connsiteY8"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484" h="91725">
                    <a:moveTo>
                      <a:pt x="9906" y="91726"/>
                    </a:moveTo>
                    <a:lnTo>
                      <a:pt x="27813" y="7906"/>
                    </a:lnTo>
                    <a:lnTo>
                      <a:pt x="0" y="7906"/>
                    </a:lnTo>
                    <a:lnTo>
                      <a:pt x="1715" y="0"/>
                    </a:lnTo>
                    <a:lnTo>
                      <a:pt x="66484" y="0"/>
                    </a:lnTo>
                    <a:lnTo>
                      <a:pt x="64865" y="7906"/>
                    </a:lnTo>
                    <a:lnTo>
                      <a:pt x="37052" y="7906"/>
                    </a:lnTo>
                    <a:lnTo>
                      <a:pt x="19431" y="91726"/>
                    </a:lnTo>
                    <a:lnTo>
                      <a:pt x="10001" y="91726"/>
                    </a:lnTo>
                    <a:close/>
                  </a:path>
                </a:pathLst>
              </a:custGeom>
              <a:grpFill/>
              <a:ln w="0" cap="flat">
                <a:no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A25DCAC4-861C-09C3-CCAD-0F8382D2C339}"/>
                  </a:ext>
                </a:extLst>
              </p:cNvPr>
              <p:cNvSpPr/>
              <p:nvPr/>
            </p:nvSpPr>
            <p:spPr>
              <a:xfrm>
                <a:off x="9852104" y="2957560"/>
                <a:ext cx="65912" cy="91725"/>
              </a:xfrm>
              <a:custGeom>
                <a:avLst/>
                <a:gdLst>
                  <a:gd name="connsiteX0" fmla="*/ 49625 w 65912"/>
                  <a:gd name="connsiteY0" fmla="*/ 91726 h 91725"/>
                  <a:gd name="connsiteX1" fmla="*/ 41910 w 65912"/>
                  <a:gd name="connsiteY1" fmla="*/ 58769 h 91725"/>
                  <a:gd name="connsiteX2" fmla="*/ 29051 w 65912"/>
                  <a:gd name="connsiteY2" fmla="*/ 48482 h 91725"/>
                  <a:gd name="connsiteX3" fmla="*/ 18383 w 65912"/>
                  <a:gd name="connsiteY3" fmla="*/ 48482 h 91725"/>
                  <a:gd name="connsiteX4" fmla="*/ 9144 w 65912"/>
                  <a:gd name="connsiteY4" fmla="*/ 91726 h 91725"/>
                  <a:gd name="connsiteX5" fmla="*/ 0 w 65912"/>
                  <a:gd name="connsiteY5" fmla="*/ 91726 h 91725"/>
                  <a:gd name="connsiteX6" fmla="*/ 20003 w 65912"/>
                  <a:gd name="connsiteY6" fmla="*/ 0 h 91725"/>
                  <a:gd name="connsiteX7" fmla="*/ 42291 w 65912"/>
                  <a:gd name="connsiteY7" fmla="*/ 0 h 91725"/>
                  <a:gd name="connsiteX8" fmla="*/ 65913 w 65912"/>
                  <a:gd name="connsiteY8" fmla="*/ 20479 h 91725"/>
                  <a:gd name="connsiteX9" fmla="*/ 40005 w 65912"/>
                  <a:gd name="connsiteY9" fmla="*/ 45053 h 91725"/>
                  <a:gd name="connsiteX10" fmla="*/ 40005 w 65912"/>
                  <a:gd name="connsiteY10" fmla="*/ 45339 h 91725"/>
                  <a:gd name="connsiteX11" fmla="*/ 49721 w 65912"/>
                  <a:gd name="connsiteY11" fmla="*/ 56007 h 91725"/>
                  <a:gd name="connsiteX12" fmla="*/ 58483 w 65912"/>
                  <a:gd name="connsiteY12" fmla="*/ 91726 h 91725"/>
                  <a:gd name="connsiteX13" fmla="*/ 49530 w 65912"/>
                  <a:gd name="connsiteY13" fmla="*/ 91726 h 91725"/>
                  <a:gd name="connsiteX14" fmla="*/ 29242 w 65912"/>
                  <a:gd name="connsiteY14" fmla="*/ 40672 h 91725"/>
                  <a:gd name="connsiteX15" fmla="*/ 56864 w 65912"/>
                  <a:gd name="connsiteY15" fmla="*/ 21717 h 91725"/>
                  <a:gd name="connsiteX16" fmla="*/ 40291 w 65912"/>
                  <a:gd name="connsiteY16" fmla="*/ 7906 h 91725"/>
                  <a:gd name="connsiteX17" fmla="*/ 27051 w 65912"/>
                  <a:gd name="connsiteY17" fmla="*/ 7906 h 91725"/>
                  <a:gd name="connsiteX18" fmla="*/ 20098 w 65912"/>
                  <a:gd name="connsiteY18" fmla="*/ 40576 h 91725"/>
                  <a:gd name="connsiteX19" fmla="*/ 29242 w 65912"/>
                  <a:gd name="connsiteY19" fmla="*/ 4057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12" h="91725">
                    <a:moveTo>
                      <a:pt x="49625" y="91726"/>
                    </a:moveTo>
                    <a:lnTo>
                      <a:pt x="41910" y="58769"/>
                    </a:lnTo>
                    <a:cubicBezTo>
                      <a:pt x="39910" y="50578"/>
                      <a:pt x="36481" y="48482"/>
                      <a:pt x="29051" y="48482"/>
                    </a:cubicBezTo>
                    <a:lnTo>
                      <a:pt x="18383" y="48482"/>
                    </a:lnTo>
                    <a:lnTo>
                      <a:pt x="9144" y="91726"/>
                    </a:lnTo>
                    <a:lnTo>
                      <a:pt x="0" y="91726"/>
                    </a:lnTo>
                    <a:lnTo>
                      <a:pt x="20003" y="0"/>
                    </a:lnTo>
                    <a:lnTo>
                      <a:pt x="42291" y="0"/>
                    </a:lnTo>
                    <a:cubicBezTo>
                      <a:pt x="57245" y="0"/>
                      <a:pt x="65913" y="6286"/>
                      <a:pt x="65913" y="20479"/>
                    </a:cubicBezTo>
                    <a:cubicBezTo>
                      <a:pt x="65913" y="34671"/>
                      <a:pt x="55531" y="44291"/>
                      <a:pt x="40005" y="45053"/>
                    </a:cubicBezTo>
                    <a:lnTo>
                      <a:pt x="40005" y="45339"/>
                    </a:lnTo>
                    <a:cubicBezTo>
                      <a:pt x="46577" y="46482"/>
                      <a:pt x="48292" y="49911"/>
                      <a:pt x="49721" y="56007"/>
                    </a:cubicBezTo>
                    <a:lnTo>
                      <a:pt x="58483" y="91726"/>
                    </a:lnTo>
                    <a:lnTo>
                      <a:pt x="49530" y="91726"/>
                    </a:lnTo>
                    <a:close/>
                    <a:moveTo>
                      <a:pt x="29242" y="40672"/>
                    </a:moveTo>
                    <a:cubicBezTo>
                      <a:pt x="45149" y="40672"/>
                      <a:pt x="56864" y="34671"/>
                      <a:pt x="56864" y="21717"/>
                    </a:cubicBezTo>
                    <a:cubicBezTo>
                      <a:pt x="56864" y="11716"/>
                      <a:pt x="50197" y="7906"/>
                      <a:pt x="40291" y="7906"/>
                    </a:cubicBezTo>
                    <a:lnTo>
                      <a:pt x="27051" y="7906"/>
                    </a:lnTo>
                    <a:lnTo>
                      <a:pt x="20098" y="40576"/>
                    </a:lnTo>
                    <a:lnTo>
                      <a:pt x="29242" y="40576"/>
                    </a:lnTo>
                    <a:close/>
                  </a:path>
                </a:pathLst>
              </a:custGeom>
              <a:grpFill/>
              <a:ln w="0" cap="flat">
                <a:noFill/>
                <a:prstDash val="solid"/>
                <a:miter/>
              </a:ln>
            </p:spPr>
            <p:txBody>
              <a:bodyPr rtlCol="0" anchor="ctr"/>
              <a:lstStyle/>
              <a:p>
                <a:endParaRPr lang="de-DE"/>
              </a:p>
            </p:txBody>
          </p:sp>
          <p:sp>
            <p:nvSpPr>
              <p:cNvPr id="41" name="Freihandform: Form 40">
                <a:extLst>
                  <a:ext uri="{FF2B5EF4-FFF2-40B4-BE49-F238E27FC236}">
                    <a16:creationId xmlns:a16="http://schemas.microsoft.com/office/drawing/2014/main" id="{83234568-EE1B-DC07-93E4-C40842314557}"/>
                  </a:ext>
                </a:extLst>
              </p:cNvPr>
              <p:cNvSpPr/>
              <p:nvPr/>
            </p:nvSpPr>
            <p:spPr>
              <a:xfrm>
                <a:off x="9939068" y="2956036"/>
                <a:ext cx="83438" cy="94868"/>
              </a:xfrm>
              <a:custGeom>
                <a:avLst/>
                <a:gdLst>
                  <a:gd name="connsiteX0" fmla="*/ 0 w 83438"/>
                  <a:gd name="connsiteY0" fmla="*/ 57436 h 94868"/>
                  <a:gd name="connsiteX1" fmla="*/ 48768 w 83438"/>
                  <a:gd name="connsiteY1" fmla="*/ 0 h 94868"/>
                  <a:gd name="connsiteX2" fmla="*/ 83439 w 83438"/>
                  <a:gd name="connsiteY2" fmla="*/ 37433 h 94868"/>
                  <a:gd name="connsiteX3" fmla="*/ 34671 w 83438"/>
                  <a:gd name="connsiteY3" fmla="*/ 94869 h 94868"/>
                  <a:gd name="connsiteX4" fmla="*/ 0 w 83438"/>
                  <a:gd name="connsiteY4" fmla="*/ 57436 h 94868"/>
                  <a:gd name="connsiteX5" fmla="*/ 74390 w 83438"/>
                  <a:gd name="connsiteY5" fmla="*/ 38481 h 94868"/>
                  <a:gd name="connsiteX6" fmla="*/ 48387 w 83438"/>
                  <a:gd name="connsiteY6" fmla="*/ 7906 h 94868"/>
                  <a:gd name="connsiteX7" fmla="*/ 9144 w 83438"/>
                  <a:gd name="connsiteY7" fmla="*/ 56674 h 94868"/>
                  <a:gd name="connsiteX8" fmla="*/ 35433 w 83438"/>
                  <a:gd name="connsiteY8" fmla="*/ 87058 h 94868"/>
                  <a:gd name="connsiteX9" fmla="*/ 74486 w 83438"/>
                  <a:gd name="connsiteY9" fmla="*/ 38576 h 94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438" h="94868">
                    <a:moveTo>
                      <a:pt x="0" y="57436"/>
                    </a:moveTo>
                    <a:cubicBezTo>
                      <a:pt x="0" y="28099"/>
                      <a:pt x="18574" y="0"/>
                      <a:pt x="48768" y="0"/>
                    </a:cubicBezTo>
                    <a:cubicBezTo>
                      <a:pt x="70961" y="0"/>
                      <a:pt x="83439" y="14573"/>
                      <a:pt x="83439" y="37433"/>
                    </a:cubicBezTo>
                    <a:cubicBezTo>
                      <a:pt x="83439" y="66866"/>
                      <a:pt x="64865" y="94869"/>
                      <a:pt x="34671" y="94869"/>
                    </a:cubicBezTo>
                    <a:cubicBezTo>
                      <a:pt x="12383" y="94869"/>
                      <a:pt x="0" y="80010"/>
                      <a:pt x="0" y="57436"/>
                    </a:cubicBezTo>
                    <a:close/>
                    <a:moveTo>
                      <a:pt x="74390" y="38481"/>
                    </a:moveTo>
                    <a:cubicBezTo>
                      <a:pt x="74390" y="19717"/>
                      <a:pt x="64961" y="7906"/>
                      <a:pt x="48387" y="7906"/>
                    </a:cubicBezTo>
                    <a:cubicBezTo>
                      <a:pt x="24384" y="7906"/>
                      <a:pt x="9144" y="33623"/>
                      <a:pt x="9144" y="56674"/>
                    </a:cubicBezTo>
                    <a:cubicBezTo>
                      <a:pt x="9144" y="72485"/>
                      <a:pt x="16383" y="87058"/>
                      <a:pt x="35433" y="87058"/>
                    </a:cubicBezTo>
                    <a:cubicBezTo>
                      <a:pt x="59246" y="87058"/>
                      <a:pt x="74486" y="61055"/>
                      <a:pt x="74486" y="38576"/>
                    </a:cubicBezTo>
                    <a:close/>
                  </a:path>
                </a:pathLst>
              </a:custGeom>
              <a:grpFill/>
              <a:ln w="0" cap="flat">
                <a:noFill/>
                <a:prstDash val="solid"/>
                <a:miter/>
              </a:ln>
            </p:spPr>
            <p:txBody>
              <a:bodyPr rtlCol="0" anchor="ctr"/>
              <a:lstStyle/>
              <a:p>
                <a:endParaRPr lang="de-DE"/>
              </a:p>
            </p:txBody>
          </p:sp>
          <p:sp>
            <p:nvSpPr>
              <p:cNvPr id="42" name="Freihandform: Form 41">
                <a:extLst>
                  <a:ext uri="{FF2B5EF4-FFF2-40B4-BE49-F238E27FC236}">
                    <a16:creationId xmlns:a16="http://schemas.microsoft.com/office/drawing/2014/main" id="{B2290537-8F80-219C-7CEF-E2BDF588132D}"/>
                  </a:ext>
                </a:extLst>
              </p:cNvPr>
              <p:cNvSpPr/>
              <p:nvPr/>
            </p:nvSpPr>
            <p:spPr>
              <a:xfrm>
                <a:off x="10040890" y="2957560"/>
                <a:ext cx="86772" cy="91725"/>
              </a:xfrm>
              <a:custGeom>
                <a:avLst/>
                <a:gdLst>
                  <a:gd name="connsiteX0" fmla="*/ 56579 w 86772"/>
                  <a:gd name="connsiteY0" fmla="*/ 91726 h 91725"/>
                  <a:gd name="connsiteX1" fmla="*/ 26003 w 86772"/>
                  <a:gd name="connsiteY1" fmla="*/ 11049 h 91725"/>
                  <a:gd name="connsiteX2" fmla="*/ 25717 w 86772"/>
                  <a:gd name="connsiteY2" fmla="*/ 11049 h 91725"/>
                  <a:gd name="connsiteX3" fmla="*/ 8382 w 86772"/>
                  <a:gd name="connsiteY3" fmla="*/ 91726 h 91725"/>
                  <a:gd name="connsiteX4" fmla="*/ 0 w 86772"/>
                  <a:gd name="connsiteY4" fmla="*/ 91726 h 91725"/>
                  <a:gd name="connsiteX5" fmla="*/ 19812 w 86772"/>
                  <a:gd name="connsiteY5" fmla="*/ 0 h 91725"/>
                  <a:gd name="connsiteX6" fmla="*/ 30575 w 86772"/>
                  <a:gd name="connsiteY6" fmla="*/ 0 h 91725"/>
                  <a:gd name="connsiteX7" fmla="*/ 61150 w 86772"/>
                  <a:gd name="connsiteY7" fmla="*/ 80677 h 91725"/>
                  <a:gd name="connsiteX8" fmla="*/ 61436 w 86772"/>
                  <a:gd name="connsiteY8" fmla="*/ 80677 h 91725"/>
                  <a:gd name="connsiteX9" fmla="*/ 78486 w 86772"/>
                  <a:gd name="connsiteY9" fmla="*/ 0 h 91725"/>
                  <a:gd name="connsiteX10" fmla="*/ 86773 w 86772"/>
                  <a:gd name="connsiteY10" fmla="*/ 0 h 91725"/>
                  <a:gd name="connsiteX11" fmla="*/ 67342 w 86772"/>
                  <a:gd name="connsiteY11" fmla="*/ 91726 h 91725"/>
                  <a:gd name="connsiteX12" fmla="*/ 56579 w 86772"/>
                  <a:gd name="connsiteY12" fmla="*/ 91726 h 9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772" h="91725">
                    <a:moveTo>
                      <a:pt x="56579" y="91726"/>
                    </a:moveTo>
                    <a:lnTo>
                      <a:pt x="26003" y="11049"/>
                    </a:lnTo>
                    <a:lnTo>
                      <a:pt x="25717" y="11049"/>
                    </a:lnTo>
                    <a:lnTo>
                      <a:pt x="8382" y="91726"/>
                    </a:lnTo>
                    <a:lnTo>
                      <a:pt x="0" y="91726"/>
                    </a:lnTo>
                    <a:lnTo>
                      <a:pt x="19812" y="0"/>
                    </a:lnTo>
                    <a:lnTo>
                      <a:pt x="30575" y="0"/>
                    </a:lnTo>
                    <a:lnTo>
                      <a:pt x="61150" y="80677"/>
                    </a:lnTo>
                    <a:lnTo>
                      <a:pt x="61436" y="80677"/>
                    </a:lnTo>
                    <a:lnTo>
                      <a:pt x="78486" y="0"/>
                    </a:lnTo>
                    <a:lnTo>
                      <a:pt x="86773" y="0"/>
                    </a:lnTo>
                    <a:lnTo>
                      <a:pt x="67342" y="91726"/>
                    </a:lnTo>
                    <a:lnTo>
                      <a:pt x="56579" y="91726"/>
                    </a:lnTo>
                    <a:close/>
                  </a:path>
                </a:pathLst>
              </a:custGeom>
              <a:grpFill/>
              <a:ln w="0" cap="flat">
                <a:noFill/>
                <a:prstDash val="solid"/>
                <a:miter/>
              </a:ln>
            </p:spPr>
            <p:txBody>
              <a:bodyPr rtlCol="0" anchor="ctr"/>
              <a:lstStyle/>
              <a:p>
                <a:endParaRPr lang="de-DE"/>
              </a:p>
            </p:txBody>
          </p:sp>
          <p:sp>
            <p:nvSpPr>
              <p:cNvPr id="43" name="Freihandform: Form 42">
                <a:extLst>
                  <a:ext uri="{FF2B5EF4-FFF2-40B4-BE49-F238E27FC236}">
                    <a16:creationId xmlns:a16="http://schemas.microsoft.com/office/drawing/2014/main" id="{16ACE42B-41C0-2201-2835-57602E66BDD9}"/>
                  </a:ext>
                </a:extLst>
              </p:cNvPr>
              <p:cNvSpPr/>
              <p:nvPr/>
            </p:nvSpPr>
            <p:spPr>
              <a:xfrm>
                <a:off x="10141379" y="2957560"/>
                <a:ext cx="28479" cy="91725"/>
              </a:xfrm>
              <a:custGeom>
                <a:avLst/>
                <a:gdLst>
                  <a:gd name="connsiteX0" fmla="*/ 0 w 28479"/>
                  <a:gd name="connsiteY0" fmla="*/ 91726 h 91725"/>
                  <a:gd name="connsiteX1" fmla="*/ 19431 w 28479"/>
                  <a:gd name="connsiteY1" fmla="*/ 0 h 91725"/>
                  <a:gd name="connsiteX2" fmla="*/ 28480 w 28479"/>
                  <a:gd name="connsiteY2" fmla="*/ 0 h 91725"/>
                  <a:gd name="connsiteX3" fmla="*/ 9049 w 28479"/>
                  <a:gd name="connsiteY3" fmla="*/ 91726 h 91725"/>
                  <a:gd name="connsiteX4" fmla="*/ 0 w 28479"/>
                  <a:gd name="connsiteY4" fmla="*/ 91726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79" h="91725">
                    <a:moveTo>
                      <a:pt x="0" y="91726"/>
                    </a:moveTo>
                    <a:lnTo>
                      <a:pt x="19431" y="0"/>
                    </a:lnTo>
                    <a:lnTo>
                      <a:pt x="28480" y="0"/>
                    </a:lnTo>
                    <a:lnTo>
                      <a:pt x="9049" y="91726"/>
                    </a:lnTo>
                    <a:lnTo>
                      <a:pt x="0" y="91726"/>
                    </a:lnTo>
                    <a:close/>
                  </a:path>
                </a:pathLst>
              </a:custGeom>
              <a:grpFill/>
              <a:ln w="0" cap="flat">
                <a:noFill/>
                <a:prstDash val="solid"/>
                <a:miter/>
              </a:ln>
            </p:spPr>
            <p:txBody>
              <a:bodyPr rtlCol="0" anchor="ctr"/>
              <a:lstStyle/>
              <a:p>
                <a:endParaRPr lang="de-DE"/>
              </a:p>
            </p:txBody>
          </p:sp>
          <p:sp>
            <p:nvSpPr>
              <p:cNvPr id="44" name="Freihandform: Form 43">
                <a:extLst>
                  <a:ext uri="{FF2B5EF4-FFF2-40B4-BE49-F238E27FC236}">
                    <a16:creationId xmlns:a16="http://schemas.microsoft.com/office/drawing/2014/main" id="{96AF983F-11C2-E94C-7BE0-9A3D4BBEFFE8}"/>
                  </a:ext>
                </a:extLst>
              </p:cNvPr>
              <p:cNvSpPr/>
              <p:nvPr/>
            </p:nvSpPr>
            <p:spPr>
              <a:xfrm>
                <a:off x="10187766" y="2955941"/>
                <a:ext cx="79248" cy="94869"/>
              </a:xfrm>
              <a:custGeom>
                <a:avLst/>
                <a:gdLst>
                  <a:gd name="connsiteX0" fmla="*/ 60960 w 79248"/>
                  <a:gd name="connsiteY0" fmla="*/ 92012 h 94869"/>
                  <a:gd name="connsiteX1" fmla="*/ 43053 w 79248"/>
                  <a:gd name="connsiteY1" fmla="*/ 94869 h 94869"/>
                  <a:gd name="connsiteX2" fmla="*/ 0 w 79248"/>
                  <a:gd name="connsiteY2" fmla="*/ 54674 h 94869"/>
                  <a:gd name="connsiteX3" fmla="*/ 54674 w 79248"/>
                  <a:gd name="connsiteY3" fmla="*/ 0 h 94869"/>
                  <a:gd name="connsiteX4" fmla="*/ 79248 w 79248"/>
                  <a:gd name="connsiteY4" fmla="*/ 4763 h 94869"/>
                  <a:gd name="connsiteX5" fmla="*/ 76105 w 79248"/>
                  <a:gd name="connsiteY5" fmla="*/ 12382 h 94869"/>
                  <a:gd name="connsiteX6" fmla="*/ 54007 w 79248"/>
                  <a:gd name="connsiteY6" fmla="*/ 7906 h 94869"/>
                  <a:gd name="connsiteX7" fmla="*/ 9049 w 79248"/>
                  <a:gd name="connsiteY7" fmla="*/ 54769 h 94869"/>
                  <a:gd name="connsiteX8" fmla="*/ 42577 w 79248"/>
                  <a:gd name="connsiteY8" fmla="*/ 86963 h 94869"/>
                  <a:gd name="connsiteX9" fmla="*/ 62008 w 79248"/>
                  <a:gd name="connsiteY9" fmla="*/ 83915 h 94869"/>
                  <a:gd name="connsiteX10" fmla="*/ 60960 w 79248"/>
                  <a:gd name="connsiteY10" fmla="*/ 91916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248" h="94869">
                    <a:moveTo>
                      <a:pt x="60960" y="92012"/>
                    </a:moveTo>
                    <a:cubicBezTo>
                      <a:pt x="54292" y="94202"/>
                      <a:pt x="49244" y="94869"/>
                      <a:pt x="43053" y="94869"/>
                    </a:cubicBezTo>
                    <a:cubicBezTo>
                      <a:pt x="19145" y="94869"/>
                      <a:pt x="0" y="79153"/>
                      <a:pt x="0" y="54674"/>
                    </a:cubicBezTo>
                    <a:cubicBezTo>
                      <a:pt x="0" y="23050"/>
                      <a:pt x="22288" y="0"/>
                      <a:pt x="54674" y="0"/>
                    </a:cubicBezTo>
                    <a:cubicBezTo>
                      <a:pt x="66199" y="0"/>
                      <a:pt x="72962" y="1810"/>
                      <a:pt x="79248" y="4763"/>
                    </a:cubicBezTo>
                    <a:lnTo>
                      <a:pt x="76105" y="12382"/>
                    </a:lnTo>
                    <a:cubicBezTo>
                      <a:pt x="69533" y="8858"/>
                      <a:pt x="61817" y="7906"/>
                      <a:pt x="54007" y="7906"/>
                    </a:cubicBezTo>
                    <a:cubicBezTo>
                      <a:pt x="27337" y="7906"/>
                      <a:pt x="9049" y="28289"/>
                      <a:pt x="9049" y="54769"/>
                    </a:cubicBezTo>
                    <a:cubicBezTo>
                      <a:pt x="9049" y="72485"/>
                      <a:pt x="22955" y="86963"/>
                      <a:pt x="42577" y="86963"/>
                    </a:cubicBezTo>
                    <a:cubicBezTo>
                      <a:pt x="48482" y="86963"/>
                      <a:pt x="53721" y="86678"/>
                      <a:pt x="62008" y="83915"/>
                    </a:cubicBezTo>
                    <a:lnTo>
                      <a:pt x="60960" y="91916"/>
                    </a:lnTo>
                    <a:close/>
                  </a:path>
                </a:pathLst>
              </a:custGeom>
              <a:grpFill/>
              <a:ln w="0" cap="flat">
                <a:noFill/>
                <a:prstDash val="solid"/>
                <a:miter/>
              </a:ln>
            </p:spPr>
            <p:txBody>
              <a:bodyPr rtlCol="0" anchor="ctr"/>
              <a:lstStyle/>
              <a:p>
                <a:endParaRPr lang="de-DE"/>
              </a:p>
            </p:txBody>
          </p:sp>
          <p:sp>
            <p:nvSpPr>
              <p:cNvPr id="45" name="Freihandform: Form 44">
                <a:extLst>
                  <a:ext uri="{FF2B5EF4-FFF2-40B4-BE49-F238E27FC236}">
                    <a16:creationId xmlns:a16="http://schemas.microsoft.com/office/drawing/2014/main" id="{0E695EB9-747D-79D6-28DF-A724B738E647}"/>
                  </a:ext>
                </a:extLst>
              </p:cNvPr>
              <p:cNvSpPr/>
              <p:nvPr/>
            </p:nvSpPr>
            <p:spPr>
              <a:xfrm>
                <a:off x="10272062" y="2955941"/>
                <a:ext cx="66293" cy="94869"/>
              </a:xfrm>
              <a:custGeom>
                <a:avLst/>
                <a:gdLst>
                  <a:gd name="connsiteX0" fmla="*/ 2572 w 66293"/>
                  <a:gd name="connsiteY0" fmla="*/ 81248 h 94869"/>
                  <a:gd name="connsiteX1" fmla="*/ 22193 w 66293"/>
                  <a:gd name="connsiteY1" fmla="*/ 87058 h 94869"/>
                  <a:gd name="connsiteX2" fmla="*/ 47720 w 66293"/>
                  <a:gd name="connsiteY2" fmla="*/ 67437 h 94869"/>
                  <a:gd name="connsiteX3" fmla="*/ 34099 w 66293"/>
                  <a:gd name="connsiteY3" fmla="*/ 49435 h 94869"/>
                  <a:gd name="connsiteX4" fmla="*/ 14002 w 66293"/>
                  <a:gd name="connsiteY4" fmla="*/ 25527 h 94869"/>
                  <a:gd name="connsiteX5" fmla="*/ 45053 w 66293"/>
                  <a:gd name="connsiteY5" fmla="*/ 0 h 94869"/>
                  <a:gd name="connsiteX6" fmla="*/ 66294 w 66293"/>
                  <a:gd name="connsiteY6" fmla="*/ 4096 h 94869"/>
                  <a:gd name="connsiteX7" fmla="*/ 63532 w 66293"/>
                  <a:gd name="connsiteY7" fmla="*/ 12382 h 94869"/>
                  <a:gd name="connsiteX8" fmla="*/ 44863 w 66293"/>
                  <a:gd name="connsiteY8" fmla="*/ 7906 h 94869"/>
                  <a:gd name="connsiteX9" fmla="*/ 23050 w 66293"/>
                  <a:gd name="connsiteY9" fmla="*/ 24860 h 94869"/>
                  <a:gd name="connsiteX10" fmla="*/ 36481 w 66293"/>
                  <a:gd name="connsiteY10" fmla="*/ 40481 h 94869"/>
                  <a:gd name="connsiteX11" fmla="*/ 56864 w 66293"/>
                  <a:gd name="connsiteY11" fmla="*/ 66199 h 94869"/>
                  <a:gd name="connsiteX12" fmla="*/ 22955 w 66293"/>
                  <a:gd name="connsiteY12" fmla="*/ 94869 h 94869"/>
                  <a:gd name="connsiteX13" fmla="*/ 0 w 66293"/>
                  <a:gd name="connsiteY13" fmla="*/ 89916 h 94869"/>
                  <a:gd name="connsiteX14" fmla="*/ 2762 w 66293"/>
                  <a:gd name="connsiteY14" fmla="*/ 81248 h 94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293" h="94869">
                    <a:moveTo>
                      <a:pt x="2572" y="81248"/>
                    </a:moveTo>
                    <a:cubicBezTo>
                      <a:pt x="8096" y="84963"/>
                      <a:pt x="15430" y="87058"/>
                      <a:pt x="22193" y="87058"/>
                    </a:cubicBezTo>
                    <a:cubicBezTo>
                      <a:pt x="34576" y="87058"/>
                      <a:pt x="47720" y="81629"/>
                      <a:pt x="47720" y="67437"/>
                    </a:cubicBezTo>
                    <a:cubicBezTo>
                      <a:pt x="47720" y="59912"/>
                      <a:pt x="42767" y="54959"/>
                      <a:pt x="34099" y="49435"/>
                    </a:cubicBezTo>
                    <a:cubicBezTo>
                      <a:pt x="23241" y="42482"/>
                      <a:pt x="14002" y="36957"/>
                      <a:pt x="14002" y="25527"/>
                    </a:cubicBezTo>
                    <a:cubicBezTo>
                      <a:pt x="14002" y="8477"/>
                      <a:pt x="28099" y="0"/>
                      <a:pt x="45053" y="0"/>
                    </a:cubicBezTo>
                    <a:cubicBezTo>
                      <a:pt x="52768" y="0"/>
                      <a:pt x="59912" y="1333"/>
                      <a:pt x="66294" y="4096"/>
                    </a:cubicBezTo>
                    <a:lnTo>
                      <a:pt x="63532" y="12382"/>
                    </a:lnTo>
                    <a:cubicBezTo>
                      <a:pt x="57626" y="9334"/>
                      <a:pt x="51340" y="7906"/>
                      <a:pt x="44863" y="7906"/>
                    </a:cubicBezTo>
                    <a:cubicBezTo>
                      <a:pt x="34861" y="7906"/>
                      <a:pt x="23050" y="12764"/>
                      <a:pt x="23050" y="24860"/>
                    </a:cubicBezTo>
                    <a:cubicBezTo>
                      <a:pt x="23050" y="31051"/>
                      <a:pt x="27527" y="34957"/>
                      <a:pt x="36481" y="40481"/>
                    </a:cubicBezTo>
                    <a:cubicBezTo>
                      <a:pt x="48673" y="48006"/>
                      <a:pt x="56864" y="54293"/>
                      <a:pt x="56864" y="66199"/>
                    </a:cubicBezTo>
                    <a:cubicBezTo>
                      <a:pt x="56864" y="84868"/>
                      <a:pt x="39814" y="94869"/>
                      <a:pt x="22955" y="94869"/>
                    </a:cubicBezTo>
                    <a:cubicBezTo>
                      <a:pt x="14573" y="94869"/>
                      <a:pt x="6382" y="93440"/>
                      <a:pt x="0" y="89916"/>
                    </a:cubicBezTo>
                    <a:lnTo>
                      <a:pt x="2762" y="81248"/>
                    </a:lnTo>
                    <a:close/>
                  </a:path>
                </a:pathLst>
              </a:custGeom>
              <a:grpFill/>
              <a:ln w="0" cap="flat">
                <a:noFill/>
                <a:prstDash val="solid"/>
                <a:miter/>
              </a:ln>
            </p:spPr>
            <p:txBody>
              <a:bodyPr rtlCol="0" anchor="ctr"/>
              <a:lstStyle/>
              <a:p>
                <a:endParaRPr lang="de-DE"/>
              </a:p>
            </p:txBody>
          </p:sp>
        </p:grpSp>
        <p:sp>
          <p:nvSpPr>
            <p:cNvPr id="27" name="Freihandform: Form 26">
              <a:extLst>
                <a:ext uri="{FF2B5EF4-FFF2-40B4-BE49-F238E27FC236}">
                  <a16:creationId xmlns:a16="http://schemas.microsoft.com/office/drawing/2014/main" id="{BA96A797-6AA4-5DA6-0FD9-558713238461}"/>
                </a:ext>
              </a:extLst>
            </p:cNvPr>
            <p:cNvSpPr/>
            <p:nvPr/>
          </p:nvSpPr>
          <p:spPr>
            <a:xfrm>
              <a:off x="9491583" y="2527792"/>
              <a:ext cx="408717" cy="379666"/>
            </a:xfrm>
            <a:custGeom>
              <a:avLst/>
              <a:gdLst>
                <a:gd name="connsiteX0" fmla="*/ 80486 w 408717"/>
                <a:gd name="connsiteY0" fmla="*/ 0 h 379666"/>
                <a:gd name="connsiteX1" fmla="*/ 80486 w 408717"/>
                <a:gd name="connsiteY1" fmla="*/ 0 h 379666"/>
                <a:gd name="connsiteX2" fmla="*/ 408718 w 408717"/>
                <a:gd name="connsiteY2" fmla="*/ 0 h 379666"/>
                <a:gd name="connsiteX3" fmla="*/ 389477 w 408717"/>
                <a:gd name="connsiteY3" fmla="*/ 91345 h 379666"/>
                <a:gd name="connsiteX4" fmla="*/ 203168 w 408717"/>
                <a:gd name="connsiteY4" fmla="*/ 91345 h 379666"/>
                <a:gd name="connsiteX5" fmla="*/ 191643 w 408717"/>
                <a:gd name="connsiteY5" fmla="*/ 145161 h 379666"/>
                <a:gd name="connsiteX6" fmla="*/ 369760 w 408717"/>
                <a:gd name="connsiteY6" fmla="*/ 145161 h 379666"/>
                <a:gd name="connsiteX7" fmla="*/ 350520 w 408717"/>
                <a:gd name="connsiteY7" fmla="*/ 236506 h 379666"/>
                <a:gd name="connsiteX8" fmla="*/ 172402 w 408717"/>
                <a:gd name="connsiteY8" fmla="*/ 236506 h 379666"/>
                <a:gd name="connsiteX9" fmla="*/ 161353 w 408717"/>
                <a:gd name="connsiteY9" fmla="*/ 287941 h 379666"/>
                <a:gd name="connsiteX10" fmla="*/ 351282 w 408717"/>
                <a:gd name="connsiteY10" fmla="*/ 287941 h 379666"/>
                <a:gd name="connsiteX11" fmla="*/ 331946 w 408717"/>
                <a:gd name="connsiteY11" fmla="*/ 379667 h 379666"/>
                <a:gd name="connsiteX12" fmla="*/ 0 w 408717"/>
                <a:gd name="connsiteY12" fmla="*/ 379667 h 379666"/>
                <a:gd name="connsiteX13" fmla="*/ 80486 w 408717"/>
                <a:gd name="connsiteY13" fmla="*/ 0 h 37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717" h="379666">
                  <a:moveTo>
                    <a:pt x="80486" y="0"/>
                  </a:moveTo>
                  <a:lnTo>
                    <a:pt x="80486" y="0"/>
                  </a:lnTo>
                  <a:lnTo>
                    <a:pt x="408718" y="0"/>
                  </a:lnTo>
                  <a:lnTo>
                    <a:pt x="389477" y="91345"/>
                  </a:lnTo>
                  <a:lnTo>
                    <a:pt x="203168" y="91345"/>
                  </a:lnTo>
                  <a:lnTo>
                    <a:pt x="191643" y="145161"/>
                  </a:lnTo>
                  <a:lnTo>
                    <a:pt x="369760" y="145161"/>
                  </a:lnTo>
                  <a:lnTo>
                    <a:pt x="350520" y="236506"/>
                  </a:lnTo>
                  <a:lnTo>
                    <a:pt x="172402" y="236506"/>
                  </a:lnTo>
                  <a:lnTo>
                    <a:pt x="161353" y="287941"/>
                  </a:lnTo>
                  <a:lnTo>
                    <a:pt x="351282" y="287941"/>
                  </a:lnTo>
                  <a:lnTo>
                    <a:pt x="331946" y="379667"/>
                  </a:lnTo>
                  <a:lnTo>
                    <a:pt x="0" y="379667"/>
                  </a:lnTo>
                  <a:lnTo>
                    <a:pt x="80486" y="0"/>
                  </a:lnTo>
                  <a:close/>
                </a:path>
              </a:pathLst>
            </a:custGeom>
            <a:grpFill/>
            <a:ln w="0" cap="flat">
              <a:no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7F2960C5-ABDF-5FC2-71F7-8EBB1AB47228}"/>
                </a:ext>
              </a:extLst>
            </p:cNvPr>
            <p:cNvSpPr/>
            <p:nvPr/>
          </p:nvSpPr>
          <p:spPr>
            <a:xfrm>
              <a:off x="9892110" y="2527792"/>
              <a:ext cx="446790" cy="379571"/>
            </a:xfrm>
            <a:custGeom>
              <a:avLst/>
              <a:gdLst>
                <a:gd name="connsiteX0" fmla="*/ 80486 w 446790"/>
                <a:gd name="connsiteY0" fmla="*/ 0 h 379571"/>
                <a:gd name="connsiteX1" fmla="*/ 293846 w 446790"/>
                <a:gd name="connsiteY1" fmla="*/ 0 h 379571"/>
                <a:gd name="connsiteX2" fmla="*/ 438721 w 446790"/>
                <a:gd name="connsiteY2" fmla="*/ 190786 h 379571"/>
                <a:gd name="connsiteX3" fmla="*/ 207264 w 446790"/>
                <a:gd name="connsiteY3" fmla="*/ 379571 h 379571"/>
                <a:gd name="connsiteX4" fmla="*/ 0 w 446790"/>
                <a:gd name="connsiteY4" fmla="*/ 379571 h 379571"/>
                <a:gd name="connsiteX5" fmla="*/ 80486 w 446790"/>
                <a:gd name="connsiteY5" fmla="*/ 0 h 379571"/>
                <a:gd name="connsiteX6" fmla="*/ 165830 w 446790"/>
                <a:gd name="connsiteY6" fmla="*/ 284988 h 379571"/>
                <a:gd name="connsiteX7" fmla="*/ 201930 w 446790"/>
                <a:gd name="connsiteY7" fmla="*/ 284988 h 379571"/>
                <a:gd name="connsiteX8" fmla="*/ 287274 w 446790"/>
                <a:gd name="connsiteY8" fmla="*/ 186690 h 379571"/>
                <a:gd name="connsiteX9" fmla="*/ 243364 w 446790"/>
                <a:gd name="connsiteY9" fmla="*/ 88011 h 379571"/>
                <a:gd name="connsiteX10" fmla="*/ 207264 w 446790"/>
                <a:gd name="connsiteY10" fmla="*/ 88011 h 379571"/>
                <a:gd name="connsiteX11" fmla="*/ 165830 w 446790"/>
                <a:gd name="connsiteY11" fmla="*/ 284988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90" h="379571">
                  <a:moveTo>
                    <a:pt x="80486" y="0"/>
                  </a:moveTo>
                  <a:lnTo>
                    <a:pt x="293846" y="0"/>
                  </a:lnTo>
                  <a:cubicBezTo>
                    <a:pt x="402622" y="0"/>
                    <a:pt x="471106" y="36576"/>
                    <a:pt x="438721" y="190786"/>
                  </a:cubicBezTo>
                  <a:cubicBezTo>
                    <a:pt x="407956" y="334328"/>
                    <a:pt x="316039" y="379571"/>
                    <a:pt x="207264" y="379571"/>
                  </a:cubicBezTo>
                  <a:lnTo>
                    <a:pt x="0" y="379571"/>
                  </a:lnTo>
                  <a:lnTo>
                    <a:pt x="80486" y="0"/>
                  </a:lnTo>
                  <a:close/>
                  <a:moveTo>
                    <a:pt x="165830" y="284988"/>
                  </a:moveTo>
                  <a:lnTo>
                    <a:pt x="201930" y="284988"/>
                  </a:lnTo>
                  <a:cubicBezTo>
                    <a:pt x="254889" y="284988"/>
                    <a:pt x="274130" y="250031"/>
                    <a:pt x="287274" y="186690"/>
                  </a:cubicBezTo>
                  <a:cubicBezTo>
                    <a:pt x="301276" y="121730"/>
                    <a:pt x="295465" y="88011"/>
                    <a:pt x="243364" y="88011"/>
                  </a:cubicBezTo>
                  <a:lnTo>
                    <a:pt x="207264" y="88011"/>
                  </a:lnTo>
                  <a:lnTo>
                    <a:pt x="165830" y="284988"/>
                  </a:lnTo>
                  <a:close/>
                </a:path>
              </a:pathLst>
            </a:custGeom>
            <a:grpFill/>
            <a:ln w="0" cap="flat">
              <a:noFill/>
              <a:prstDash val="solid"/>
              <a:miter/>
            </a:ln>
          </p:spPr>
          <p:txBody>
            <a:bodyPr rtlCol="0" anchor="ctr"/>
            <a:lstStyle/>
            <a:p>
              <a:endParaRPr lang="de-DE"/>
            </a:p>
          </p:txBody>
        </p:sp>
        <p:sp>
          <p:nvSpPr>
            <p:cNvPr id="29" name="Freihandform: Form 28">
              <a:extLst>
                <a:ext uri="{FF2B5EF4-FFF2-40B4-BE49-F238E27FC236}">
                  <a16:creationId xmlns:a16="http://schemas.microsoft.com/office/drawing/2014/main" id="{F56F62DB-D97B-2547-80CE-7A22FA5F2FFF}"/>
                </a:ext>
              </a:extLst>
            </p:cNvPr>
            <p:cNvSpPr/>
            <p:nvPr/>
          </p:nvSpPr>
          <p:spPr>
            <a:xfrm>
              <a:off x="10291778" y="2527792"/>
              <a:ext cx="468344" cy="379571"/>
            </a:xfrm>
            <a:custGeom>
              <a:avLst/>
              <a:gdLst>
                <a:gd name="connsiteX0" fmla="*/ 213455 w 468344"/>
                <a:gd name="connsiteY0" fmla="*/ 0 h 379571"/>
                <a:gd name="connsiteX1" fmla="*/ 413766 w 468344"/>
                <a:gd name="connsiteY1" fmla="*/ 0 h 379571"/>
                <a:gd name="connsiteX2" fmla="*/ 468344 w 468344"/>
                <a:gd name="connsiteY2" fmla="*/ 379571 h 379571"/>
                <a:gd name="connsiteX3" fmla="*/ 315659 w 468344"/>
                <a:gd name="connsiteY3" fmla="*/ 379571 h 379571"/>
                <a:gd name="connsiteX4" fmla="*/ 308229 w 468344"/>
                <a:gd name="connsiteY4" fmla="*/ 297275 h 379571"/>
                <a:gd name="connsiteX5" fmla="*/ 185547 w 468344"/>
                <a:gd name="connsiteY5" fmla="*/ 297275 h 379571"/>
                <a:gd name="connsiteX6" fmla="*/ 144875 w 468344"/>
                <a:gd name="connsiteY6" fmla="*/ 379571 h 379571"/>
                <a:gd name="connsiteX7" fmla="*/ 0 w 468344"/>
                <a:gd name="connsiteY7" fmla="*/ 379571 h 379571"/>
                <a:gd name="connsiteX8" fmla="*/ 213360 w 468344"/>
                <a:gd name="connsiteY8" fmla="*/ 0 h 379571"/>
                <a:gd name="connsiteX9" fmla="*/ 224885 w 468344"/>
                <a:gd name="connsiteY9" fmla="*/ 206026 h 379571"/>
                <a:gd name="connsiteX10" fmla="*/ 308991 w 468344"/>
                <a:gd name="connsiteY10" fmla="*/ 206026 h 379571"/>
                <a:gd name="connsiteX11" fmla="*/ 294227 w 468344"/>
                <a:gd name="connsiteY11" fmla="*/ 81439 h 379571"/>
                <a:gd name="connsiteX12" fmla="*/ 292989 w 468344"/>
                <a:gd name="connsiteY12" fmla="*/ 81439 h 379571"/>
                <a:gd name="connsiteX13" fmla="*/ 224885 w 468344"/>
                <a:gd name="connsiteY13" fmla="*/ 206026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8344" h="379571">
                  <a:moveTo>
                    <a:pt x="213455" y="0"/>
                  </a:moveTo>
                  <a:lnTo>
                    <a:pt x="413766" y="0"/>
                  </a:lnTo>
                  <a:lnTo>
                    <a:pt x="468344" y="379571"/>
                  </a:lnTo>
                  <a:lnTo>
                    <a:pt x="315659" y="379571"/>
                  </a:lnTo>
                  <a:lnTo>
                    <a:pt x="308229" y="297275"/>
                  </a:lnTo>
                  <a:lnTo>
                    <a:pt x="185547" y="297275"/>
                  </a:lnTo>
                  <a:lnTo>
                    <a:pt x="144875" y="379571"/>
                  </a:lnTo>
                  <a:lnTo>
                    <a:pt x="0" y="379571"/>
                  </a:lnTo>
                  <a:lnTo>
                    <a:pt x="213360" y="0"/>
                  </a:lnTo>
                  <a:close/>
                  <a:moveTo>
                    <a:pt x="224885" y="206026"/>
                  </a:moveTo>
                  <a:lnTo>
                    <a:pt x="308991" y="206026"/>
                  </a:lnTo>
                  <a:lnTo>
                    <a:pt x="294227" y="81439"/>
                  </a:lnTo>
                  <a:lnTo>
                    <a:pt x="292989" y="81439"/>
                  </a:lnTo>
                  <a:lnTo>
                    <a:pt x="224885" y="206026"/>
                  </a:lnTo>
                  <a:close/>
                </a:path>
              </a:pathLst>
            </a:custGeom>
            <a:grpFill/>
            <a:ln w="0" cap="flat">
              <a:noFill/>
              <a:prstDash val="solid"/>
              <a:miter/>
            </a:ln>
          </p:spPr>
          <p:txBody>
            <a:bodyPr rtlCol="0" anchor="ctr"/>
            <a:lstStyle/>
            <a:p>
              <a:endParaRPr lang="de-DE"/>
            </a:p>
          </p:txBody>
        </p:sp>
        <p:sp>
          <p:nvSpPr>
            <p:cNvPr id="30" name="Freihandform: Form 29">
              <a:extLst>
                <a:ext uri="{FF2B5EF4-FFF2-40B4-BE49-F238E27FC236}">
                  <a16:creationId xmlns:a16="http://schemas.microsoft.com/office/drawing/2014/main" id="{00DC179D-381C-2012-70BB-7E98EEDB39B3}"/>
                </a:ext>
              </a:extLst>
            </p:cNvPr>
            <p:cNvSpPr/>
            <p:nvPr/>
          </p:nvSpPr>
          <p:spPr>
            <a:xfrm>
              <a:off x="10789761" y="2521220"/>
              <a:ext cx="411274" cy="392715"/>
            </a:xfrm>
            <a:custGeom>
              <a:avLst/>
              <a:gdLst>
                <a:gd name="connsiteX0" fmla="*/ 350695 w 411274"/>
                <a:gd name="connsiteY0" fmla="*/ 371761 h 392715"/>
                <a:gd name="connsiteX1" fmla="*/ 350695 w 411274"/>
                <a:gd name="connsiteY1" fmla="*/ 371761 h 392715"/>
                <a:gd name="connsiteX2" fmla="*/ 189341 w 411274"/>
                <a:gd name="connsiteY2" fmla="*/ 392716 h 392715"/>
                <a:gd name="connsiteX3" fmla="*/ 5509 w 411274"/>
                <a:gd name="connsiteY3" fmla="*/ 190786 h 392715"/>
                <a:gd name="connsiteX4" fmla="*/ 272590 w 411274"/>
                <a:gd name="connsiteY4" fmla="*/ 0 h 392715"/>
                <a:gd name="connsiteX5" fmla="*/ 411274 w 411274"/>
                <a:gd name="connsiteY5" fmla="*/ 14002 h 392715"/>
                <a:gd name="connsiteX6" fmla="*/ 389462 w 411274"/>
                <a:gd name="connsiteY6" fmla="*/ 116396 h 392715"/>
                <a:gd name="connsiteX7" fmla="*/ 294307 w 411274"/>
                <a:gd name="connsiteY7" fmla="*/ 94583 h 392715"/>
                <a:gd name="connsiteX8" fmla="*/ 151908 w 411274"/>
                <a:gd name="connsiteY8" fmla="*/ 199835 h 392715"/>
                <a:gd name="connsiteX9" fmla="*/ 210582 w 411274"/>
                <a:gd name="connsiteY9" fmla="*/ 297752 h 392715"/>
                <a:gd name="connsiteX10" fmla="*/ 242110 w 411274"/>
                <a:gd name="connsiteY10" fmla="*/ 294418 h 392715"/>
                <a:gd name="connsiteX11" fmla="*/ 263446 w 411274"/>
                <a:gd name="connsiteY11" fmla="*/ 193262 h 392715"/>
                <a:gd name="connsiteX12" fmla="*/ 388224 w 411274"/>
                <a:gd name="connsiteY12" fmla="*/ 193262 h 392715"/>
                <a:gd name="connsiteX13" fmla="*/ 350505 w 411274"/>
                <a:gd name="connsiteY13" fmla="*/ 371761 h 392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1274" h="392715">
                  <a:moveTo>
                    <a:pt x="350695" y="371761"/>
                  </a:moveTo>
                  <a:lnTo>
                    <a:pt x="350695" y="371761"/>
                  </a:lnTo>
                  <a:cubicBezTo>
                    <a:pt x="297736" y="386525"/>
                    <a:pt x="249349" y="392716"/>
                    <a:pt x="189341" y="392716"/>
                  </a:cubicBezTo>
                  <a:cubicBezTo>
                    <a:pt x="63326" y="392716"/>
                    <a:pt x="-23161" y="326041"/>
                    <a:pt x="5509" y="190786"/>
                  </a:cubicBezTo>
                  <a:cubicBezTo>
                    <a:pt x="32179" y="63246"/>
                    <a:pt x="151146" y="0"/>
                    <a:pt x="272590" y="0"/>
                  </a:cubicBezTo>
                  <a:cubicBezTo>
                    <a:pt x="343551" y="0"/>
                    <a:pt x="376889" y="5334"/>
                    <a:pt x="411274" y="14002"/>
                  </a:cubicBezTo>
                  <a:lnTo>
                    <a:pt x="389462" y="116396"/>
                  </a:lnTo>
                  <a:cubicBezTo>
                    <a:pt x="371364" y="104489"/>
                    <a:pt x="334883" y="94583"/>
                    <a:pt x="294307" y="94583"/>
                  </a:cubicBezTo>
                  <a:cubicBezTo>
                    <a:pt x="222107" y="94583"/>
                    <a:pt x="166672" y="130778"/>
                    <a:pt x="151908" y="199835"/>
                  </a:cubicBezTo>
                  <a:cubicBezTo>
                    <a:pt x="140764" y="252032"/>
                    <a:pt x="152289" y="297752"/>
                    <a:pt x="210582" y="297752"/>
                  </a:cubicBezTo>
                  <a:cubicBezTo>
                    <a:pt x="220774" y="297752"/>
                    <a:pt x="232776" y="297752"/>
                    <a:pt x="242110" y="294418"/>
                  </a:cubicBezTo>
                  <a:lnTo>
                    <a:pt x="263446" y="193262"/>
                  </a:lnTo>
                  <a:lnTo>
                    <a:pt x="388224" y="193262"/>
                  </a:lnTo>
                  <a:lnTo>
                    <a:pt x="350505" y="371761"/>
                  </a:lnTo>
                  <a:close/>
                </a:path>
              </a:pathLst>
            </a:custGeom>
            <a:grpFill/>
            <a:ln w="0" cap="flat">
              <a:noFill/>
              <a:prstDash val="solid"/>
              <a:miter/>
            </a:ln>
          </p:spPr>
          <p:txBody>
            <a:bodyPr rtlCol="0" anchor="ctr"/>
            <a:lstStyle/>
            <a:p>
              <a:endParaRPr lang="de-DE"/>
            </a:p>
          </p:txBody>
        </p:sp>
        <p:sp>
          <p:nvSpPr>
            <p:cNvPr id="31" name="Freihandform: Form 30">
              <a:extLst>
                <a:ext uri="{FF2B5EF4-FFF2-40B4-BE49-F238E27FC236}">
                  <a16:creationId xmlns:a16="http://schemas.microsoft.com/office/drawing/2014/main" id="{583932F7-C323-4D7D-17AA-B624096476B5}"/>
                </a:ext>
              </a:extLst>
            </p:cNvPr>
            <p:cNvSpPr/>
            <p:nvPr/>
          </p:nvSpPr>
          <p:spPr>
            <a:xfrm>
              <a:off x="8749300" y="2670477"/>
              <a:ext cx="500824" cy="91344"/>
            </a:xfrm>
            <a:custGeom>
              <a:avLst/>
              <a:gdLst>
                <a:gd name="connsiteX0" fmla="*/ 19336 w 500824"/>
                <a:gd name="connsiteY0" fmla="*/ 0 h 91344"/>
                <a:gd name="connsiteX1" fmla="*/ 500824 w 500824"/>
                <a:gd name="connsiteY1" fmla="*/ 0 h 91344"/>
                <a:gd name="connsiteX2" fmla="*/ 481489 w 500824"/>
                <a:gd name="connsiteY2" fmla="*/ 91345 h 91344"/>
                <a:gd name="connsiteX3" fmla="*/ 0 w 500824"/>
                <a:gd name="connsiteY3" fmla="*/ 91345 h 91344"/>
                <a:gd name="connsiteX4" fmla="*/ 19336 w 500824"/>
                <a:gd name="connsiteY4" fmla="*/ 0 h 9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824" h="91344">
                  <a:moveTo>
                    <a:pt x="19336" y="0"/>
                  </a:moveTo>
                  <a:lnTo>
                    <a:pt x="500824" y="0"/>
                  </a:lnTo>
                  <a:lnTo>
                    <a:pt x="481489" y="91345"/>
                  </a:lnTo>
                  <a:lnTo>
                    <a:pt x="0" y="91345"/>
                  </a:lnTo>
                  <a:lnTo>
                    <a:pt x="19336" y="0"/>
                  </a:lnTo>
                  <a:close/>
                </a:path>
              </a:pathLst>
            </a:custGeom>
            <a:grpFill/>
            <a:ln w="0" cap="flat">
              <a:no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F86F24FC-6D99-C0E5-30FD-4D05B69EA911}"/>
                </a:ext>
              </a:extLst>
            </p:cNvPr>
            <p:cNvSpPr/>
            <p:nvPr/>
          </p:nvSpPr>
          <p:spPr>
            <a:xfrm>
              <a:off x="8810260" y="2383489"/>
              <a:ext cx="500729" cy="90773"/>
            </a:xfrm>
            <a:custGeom>
              <a:avLst/>
              <a:gdLst>
                <a:gd name="connsiteX0" fmla="*/ 19241 w 500729"/>
                <a:gd name="connsiteY0" fmla="*/ 0 h 90773"/>
                <a:gd name="connsiteX1" fmla="*/ 500729 w 500729"/>
                <a:gd name="connsiteY1" fmla="*/ 0 h 90773"/>
                <a:gd name="connsiteX2" fmla="*/ 481489 w 500729"/>
                <a:gd name="connsiteY2" fmla="*/ 90773 h 90773"/>
                <a:gd name="connsiteX3" fmla="*/ 0 w 500729"/>
                <a:gd name="connsiteY3" fmla="*/ 90773 h 90773"/>
                <a:gd name="connsiteX4" fmla="*/ 19241 w 500729"/>
                <a:gd name="connsiteY4" fmla="*/ 0 h 90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729" h="90773">
                  <a:moveTo>
                    <a:pt x="19241" y="0"/>
                  </a:moveTo>
                  <a:lnTo>
                    <a:pt x="500729" y="0"/>
                  </a:lnTo>
                  <a:lnTo>
                    <a:pt x="481489" y="90773"/>
                  </a:lnTo>
                  <a:lnTo>
                    <a:pt x="0" y="90773"/>
                  </a:lnTo>
                  <a:lnTo>
                    <a:pt x="19241" y="0"/>
                  </a:lnTo>
                  <a:close/>
                </a:path>
              </a:pathLst>
            </a:custGeom>
            <a:grpFill/>
            <a:ln w="0" cap="flat">
              <a:no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6C4BF0E3-D860-B1FA-1589-34F27C89350F}"/>
                </a:ext>
              </a:extLst>
            </p:cNvPr>
            <p:cNvSpPr/>
            <p:nvPr/>
          </p:nvSpPr>
          <p:spPr>
            <a:xfrm>
              <a:off x="8688340" y="2957560"/>
              <a:ext cx="501015" cy="91725"/>
            </a:xfrm>
            <a:custGeom>
              <a:avLst/>
              <a:gdLst>
                <a:gd name="connsiteX0" fmla="*/ 19431 w 501015"/>
                <a:gd name="connsiteY0" fmla="*/ 0 h 91725"/>
                <a:gd name="connsiteX1" fmla="*/ 501015 w 501015"/>
                <a:gd name="connsiteY1" fmla="*/ 0 h 91725"/>
                <a:gd name="connsiteX2" fmla="*/ 481489 w 501015"/>
                <a:gd name="connsiteY2" fmla="*/ 91726 h 91725"/>
                <a:gd name="connsiteX3" fmla="*/ 0 w 501015"/>
                <a:gd name="connsiteY3" fmla="*/ 91726 h 91725"/>
                <a:gd name="connsiteX4" fmla="*/ 19431 w 501015"/>
                <a:gd name="connsiteY4" fmla="*/ 0 h 91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 h="91725">
                  <a:moveTo>
                    <a:pt x="19431" y="0"/>
                  </a:moveTo>
                  <a:lnTo>
                    <a:pt x="501015" y="0"/>
                  </a:lnTo>
                  <a:lnTo>
                    <a:pt x="481489" y="91726"/>
                  </a:lnTo>
                  <a:lnTo>
                    <a:pt x="0" y="91726"/>
                  </a:lnTo>
                  <a:lnTo>
                    <a:pt x="19431" y="0"/>
                  </a:lnTo>
                  <a:close/>
                </a:path>
              </a:pathLst>
            </a:custGeom>
            <a:grpFill/>
            <a:ln w="0" cap="flat">
              <a:no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22ABB7C0-094B-D3C6-22B3-51B67FA30F81}"/>
                </a:ext>
              </a:extLst>
            </p:cNvPr>
            <p:cNvSpPr/>
            <p:nvPr/>
          </p:nvSpPr>
          <p:spPr>
            <a:xfrm>
              <a:off x="8501174" y="2527792"/>
              <a:ext cx="930402" cy="379571"/>
            </a:xfrm>
            <a:custGeom>
              <a:avLst/>
              <a:gdLst>
                <a:gd name="connsiteX0" fmla="*/ 80486 w 930402"/>
                <a:gd name="connsiteY0" fmla="*/ 0 h 379571"/>
                <a:gd name="connsiteX1" fmla="*/ 61055 w 930402"/>
                <a:gd name="connsiteY1" fmla="*/ 91726 h 379571"/>
                <a:gd name="connsiteX2" fmla="*/ 818769 w 930402"/>
                <a:gd name="connsiteY2" fmla="*/ 91345 h 379571"/>
                <a:gd name="connsiteX3" fmla="*/ 776954 w 930402"/>
                <a:gd name="connsiteY3" fmla="*/ 288322 h 379571"/>
                <a:gd name="connsiteX4" fmla="*/ 19336 w 930402"/>
                <a:gd name="connsiteY4" fmla="*/ 288322 h 379571"/>
                <a:gd name="connsiteX5" fmla="*/ 0 w 930402"/>
                <a:gd name="connsiteY5" fmla="*/ 379571 h 379571"/>
                <a:gd name="connsiteX6" fmla="*/ 849916 w 930402"/>
                <a:gd name="connsiteY6" fmla="*/ 379571 h 379571"/>
                <a:gd name="connsiteX7" fmla="*/ 930402 w 930402"/>
                <a:gd name="connsiteY7" fmla="*/ 0 h 379571"/>
                <a:gd name="connsiteX8" fmla="*/ 80486 w 930402"/>
                <a:gd name="connsiteY8" fmla="*/ 0 h 379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402" h="379571">
                  <a:moveTo>
                    <a:pt x="80486" y="0"/>
                  </a:moveTo>
                  <a:lnTo>
                    <a:pt x="61055" y="91726"/>
                  </a:lnTo>
                  <a:lnTo>
                    <a:pt x="818769" y="91345"/>
                  </a:lnTo>
                  <a:lnTo>
                    <a:pt x="776954" y="288322"/>
                  </a:lnTo>
                  <a:lnTo>
                    <a:pt x="19336" y="288322"/>
                  </a:lnTo>
                  <a:lnTo>
                    <a:pt x="0" y="379571"/>
                  </a:lnTo>
                  <a:lnTo>
                    <a:pt x="849916" y="379571"/>
                  </a:lnTo>
                  <a:lnTo>
                    <a:pt x="930402" y="0"/>
                  </a:lnTo>
                  <a:lnTo>
                    <a:pt x="80486" y="0"/>
                  </a:lnTo>
                  <a:close/>
                </a:path>
              </a:pathLst>
            </a:custGeom>
            <a:grpFill/>
            <a:ln w="0" cap="flat">
              <a:noFill/>
              <a:prstDash val="solid"/>
              <a:miter/>
            </a:ln>
          </p:spPr>
          <p:txBody>
            <a:bodyPr rtlCol="0" anchor="ctr"/>
            <a:lstStyle/>
            <a:p>
              <a:endParaRPr lang="de-DE"/>
            </a:p>
          </p:txBody>
        </p:sp>
      </p:grpSp>
    </p:spTree>
    <p:extLst>
      <p:ext uri="{BB962C8B-B14F-4D97-AF65-F5344CB8AC3E}">
        <p14:creationId xmlns:p14="http://schemas.microsoft.com/office/powerpoint/2010/main" val="1792977458"/>
      </p:ext>
    </p:extLst>
  </p:cSld>
  <p:clrMap bg1="lt1" tx1="dk1" bg2="lt2" tx2="dk2" accent1="accent1" accent2="accent2" accent3="accent3" accent4="accent4" accent5="accent5" accent6="accent6" hlink="hlink" folHlink="folHlink"/>
  <p:sldLayoutIdLst>
    <p:sldLayoutId id="2147483878" r:id="rId1"/>
    <p:sldLayoutId id="2147483875" r:id="rId2"/>
    <p:sldLayoutId id="2147483757" r:id="rId3"/>
    <p:sldLayoutId id="2147483759" r:id="rId4"/>
    <p:sldLayoutId id="2147483879" r:id="rId5"/>
    <p:sldLayoutId id="2147483890" r:id="rId6"/>
    <p:sldLayoutId id="2147483877" r:id="rId7"/>
    <p:sldLayoutId id="2147484215" r:id="rId8"/>
    <p:sldLayoutId id="2147484217" r:id="rId9"/>
    <p:sldLayoutId id="2147484216" r:id="rId10"/>
    <p:sldLayoutId id="2147483889" r:id="rId11"/>
    <p:sldLayoutId id="2147484218" r:id="rId12"/>
    <p:sldLayoutId id="2147484155" r:id="rId13"/>
    <p:sldLayoutId id="2147484146" r:id="rId14"/>
    <p:sldLayoutId id="2147484178" r:id="rId15"/>
    <p:sldLayoutId id="2147484140" r:id="rId16"/>
    <p:sldLayoutId id="2147484603" r:id="rId17"/>
    <p:sldLayoutId id="2147484219" r:id="rId18"/>
    <p:sldLayoutId id="2147483893" r:id="rId19"/>
    <p:sldLayoutId id="2147483753" r:id="rId20"/>
    <p:sldLayoutId id="2147483755" r:id="rId21"/>
    <p:sldLayoutId id="2147483880" r:id="rId22"/>
    <p:sldLayoutId id="2147484209" r:id="rId23"/>
    <p:sldLayoutId id="2147484611" r:id="rId24"/>
    <p:sldLayoutId id="2147483781" r:id="rId25"/>
    <p:sldLayoutId id="2147483751" r:id="rId26"/>
    <p:sldLayoutId id="2147483892" r:id="rId27"/>
    <p:sldLayoutId id="2147484133" r:id="rId28"/>
    <p:sldLayoutId id="2147484613" r:id="rId29"/>
    <p:sldLayoutId id="2147483739" r:id="rId30"/>
    <p:sldLayoutId id="2147484607" r:id="rId31"/>
    <p:sldLayoutId id="2147483740" r:id="rId32"/>
    <p:sldLayoutId id="2147484612" r:id="rId33"/>
    <p:sldLayoutId id="2147483770" r:id="rId34"/>
    <p:sldLayoutId id="2147483773" r:id="rId35"/>
    <p:sldLayoutId id="2147483777" r:id="rId36"/>
    <p:sldLayoutId id="2147484179" r:id="rId37"/>
    <p:sldLayoutId id="2147483775" r:id="rId38"/>
    <p:sldLayoutId id="2147483779" r:id="rId39"/>
    <p:sldLayoutId id="2147484066" r:id="rId40"/>
    <p:sldLayoutId id="2147484121" r:id="rId41"/>
    <p:sldLayoutId id="2147484157" r:id="rId42"/>
    <p:sldLayoutId id="2147484200" r:id="rId43"/>
    <p:sldLayoutId id="2147483791" r:id="rId44"/>
    <p:sldLayoutId id="2147484172" r:id="rId45"/>
    <p:sldLayoutId id="2147484194" r:id="rId46"/>
    <p:sldLayoutId id="2147483783" r:id="rId47"/>
    <p:sldLayoutId id="2147483785" r:id="rId48"/>
    <p:sldLayoutId id="2147484117" r:id="rId49"/>
    <p:sldLayoutId id="2147483787" r:id="rId50"/>
    <p:sldLayoutId id="2147483799" r:id="rId51"/>
    <p:sldLayoutId id="2147484141" r:id="rId52"/>
    <p:sldLayoutId id="2147483801" r:id="rId53"/>
    <p:sldLayoutId id="2147484127" r:id="rId54"/>
    <p:sldLayoutId id="2147483761" r:id="rId55"/>
    <p:sldLayoutId id="2147483894" r:id="rId56"/>
    <p:sldLayoutId id="2147484190" r:id="rId57"/>
    <p:sldLayoutId id="2147483744" r:id="rId58"/>
    <p:sldLayoutId id="2147483746" r:id="rId59"/>
    <p:sldLayoutId id="2147483748" r:id="rId60"/>
    <p:sldLayoutId id="2147483762" r:id="rId61"/>
    <p:sldLayoutId id="2147483763" r:id="rId62"/>
    <p:sldLayoutId id="2147483764" r:id="rId63"/>
    <p:sldLayoutId id="2147483765" r:id="rId64"/>
    <p:sldLayoutId id="2147483767" r:id="rId65"/>
    <p:sldLayoutId id="2147483768" r:id="rId66"/>
    <p:sldLayoutId id="2147484894" r:id="rId67"/>
  </p:sldLayoutIdLst>
  <p:hf hdr="0" dt="0"/>
  <p:txStyles>
    <p:titleStyle>
      <a:lvl1pPr algn="l" defTabSz="914400" rtl="0" eaLnBrk="1" latinLnBrk="0" hangingPunct="1">
        <a:lnSpc>
          <a:spcPct val="90000"/>
        </a:lnSpc>
        <a:spcBef>
          <a:spcPct val="0"/>
        </a:spcBef>
        <a:buNone/>
        <a:defRPr sz="2200"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200" kern="1200" baseline="0">
          <a:solidFill>
            <a:schemeClr val="bg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200" kern="1200" baseline="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4178" userDrawn="1">
          <p15:clr>
            <a:srgbClr val="F26B43"/>
          </p15:clr>
        </p15:guide>
        <p15:guide id="5" orient="horz" pos="34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0550CA26-78D6-C18B-35BF-0F8E10D4F4BA}"/>
              </a:ext>
            </a:extLst>
          </p:cNvPr>
          <p:cNvSpPr>
            <a:spLocks noGrp="1"/>
          </p:cNvSpPr>
          <p:nvPr>
            <p:ph type="ftr" sz="quarter" idx="3"/>
          </p:nvPr>
        </p:nvSpPr>
        <p:spPr>
          <a:xfrm>
            <a:off x="1440000" y="6537600"/>
            <a:ext cx="7560000" cy="108000"/>
          </a:xfrm>
          <a:prstGeom prst="rect">
            <a:avLst/>
          </a:prstGeom>
        </p:spPr>
        <p:txBody>
          <a:bodyPr vert="horz" lIns="0" tIns="0" rIns="0" bIns="0" rtlCol="0" anchor="t" anchorCtr="0"/>
          <a:lstStyle>
            <a:lvl1pPr algn="l">
              <a:defRPr sz="800" baseline="0">
                <a:solidFill>
                  <a:schemeClr val="tx1">
                    <a:tint val="82000"/>
                  </a:schemeClr>
                </a:solidFill>
              </a:defRPr>
            </a:lvl1pPr>
          </a:lstStyle>
          <a:p>
            <a:r>
              <a:rPr lang="en-US"/>
              <a:t>EDAG Electrics/Electronics     Author: Shubham/Israr/Omkar       Version:1.0          Scope: EDAG Group     internal</a:t>
            </a:r>
            <a:endParaRPr lang="de-DE"/>
          </a:p>
        </p:txBody>
      </p:sp>
      <p:sp>
        <p:nvSpPr>
          <p:cNvPr id="4" name="Titelplatzhalter 3">
            <a:extLst>
              <a:ext uri="{FF2B5EF4-FFF2-40B4-BE49-F238E27FC236}">
                <a16:creationId xmlns:a16="http://schemas.microsoft.com/office/drawing/2014/main" id="{49E3501A-B8DC-024E-3A99-7F2D55F749E0}"/>
              </a:ext>
            </a:extLst>
          </p:cNvPr>
          <p:cNvSpPr>
            <a:spLocks noGrp="1"/>
          </p:cNvSpPr>
          <p:nvPr>
            <p:ph type="title"/>
          </p:nvPr>
        </p:nvSpPr>
        <p:spPr>
          <a:xfrm>
            <a:off x="658800" y="3837600"/>
            <a:ext cx="10897200" cy="1152000"/>
          </a:xfrm>
          <a:prstGeom prst="rect">
            <a:avLst/>
          </a:prstGeom>
        </p:spPr>
        <p:txBody>
          <a:bodyPr vert="horz" lIns="0" tIns="0" rIns="0" bIns="0" rtlCol="0" anchor="t" anchorCtr="0">
            <a:noAutofit/>
          </a:bodyPr>
          <a:lstStyle/>
          <a:p>
            <a:r>
              <a:rPr lang="de-DE"/>
              <a:t>Mastertitelformat bearbeiten</a:t>
            </a:r>
          </a:p>
        </p:txBody>
      </p:sp>
    </p:spTree>
    <p:extLst>
      <p:ext uri="{BB962C8B-B14F-4D97-AF65-F5344CB8AC3E}">
        <p14:creationId xmlns:p14="http://schemas.microsoft.com/office/powerpoint/2010/main" val="2857808588"/>
      </p:ext>
    </p:extLst>
  </p:cSld>
  <p:clrMap bg1="lt1" tx1="dk1" bg2="lt2" tx2="dk2" accent1="accent1" accent2="accent2" accent3="accent3" accent4="accent4" accent5="accent5" accent6="accent6" hlink="hlink" folHlink="folHlink"/>
  <p:sldLayoutIdLst>
    <p:sldLayoutId id="2147484618" r:id="rId1"/>
    <p:sldLayoutId id="2147484890" r:id="rId2"/>
    <p:sldLayoutId id="2147484891" r:id="rId3"/>
    <p:sldLayoutId id="2147484892" r:id="rId4"/>
    <p:sldLayoutId id="2147484893" r:id="rId5"/>
    <p:sldLayoutId id="2147483807" r:id="rId6"/>
    <p:sldLayoutId id="2147484062" r:id="rId7"/>
    <p:sldLayoutId id="2147483808" r:id="rId8"/>
    <p:sldLayoutId id="2147484621" r:id="rId9"/>
    <p:sldLayoutId id="2147484063" r:id="rId10"/>
    <p:sldLayoutId id="2147483809" r:id="rId11"/>
    <p:sldLayoutId id="2147484064" r:id="rId12"/>
    <p:sldLayoutId id="2147484533" r:id="rId13"/>
    <p:sldLayoutId id="2147484061" r:id="rId14"/>
    <p:sldLayoutId id="2147484532" r:id="rId15"/>
    <p:sldLayoutId id="2147484065" r:id="rId16"/>
  </p:sldLayoutIdLst>
  <p:hf hdr="0" dt="0"/>
  <p:txStyles>
    <p:titleStyle>
      <a:lvl1pPr algn="l" defTabSz="914400" rtl="0" eaLnBrk="1" latinLnBrk="0" hangingPunct="1">
        <a:lnSpc>
          <a:spcPct val="90000"/>
        </a:lnSpc>
        <a:spcBef>
          <a:spcPct val="0"/>
        </a:spcBef>
        <a:buNone/>
        <a:defRPr sz="4800" b="1" i="0" kern="1200" cap="all" baseline="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3997" userDrawn="1">
          <p15:clr>
            <a:srgbClr val="F26B43"/>
          </p15:clr>
        </p15:guide>
        <p15:guide id="5" orient="horz" pos="3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weedag-my.sharepoint.com/:x:/r/personal/prajwal_phalke_edag_com/Documents/Dataset_DMS.xlsx?d=wdfcc33a5aa9e4c229dd75d231c73e5e7&amp;csf=1&amp;web=1&amp;e=FpYEUQ" TargetMode="External"/><Relationship Id="rId1" Type="http://schemas.openxmlformats.org/officeDocument/2006/relationships/slideLayout" Target="../slideLayouts/slideLayout51.xml"/><Relationship Id="rId4" Type="http://schemas.openxmlformats.org/officeDocument/2006/relationships/hyperlink" Target="https://github.com/afreenansari786/Mega-Project-DM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F52DD4-4C31-E6B3-36E6-B8E19DCD0753}"/>
              </a:ext>
            </a:extLst>
          </p:cNvPr>
          <p:cNvSpPr>
            <a:spLocks noGrp="1"/>
          </p:cNvSpPr>
          <p:nvPr>
            <p:ph type="title"/>
          </p:nvPr>
        </p:nvSpPr>
        <p:spPr>
          <a:xfrm>
            <a:off x="403823" y="4206877"/>
            <a:ext cx="10897200" cy="1152000"/>
          </a:xfrm>
        </p:spPr>
        <p:txBody>
          <a:bodyPr/>
          <a:lstStyle/>
          <a:p>
            <a:r>
              <a:rPr lang="en-US" dirty="0">
                <a:latin typeface="Segoe UI" panose="020B0502040204020203" pitchFamily="34" charset="0"/>
                <a:cs typeface="Segoe UI" panose="020B0502040204020203" pitchFamily="34" charset="0"/>
              </a:rPr>
              <a:t>Driver monitoring system Data analysis tool</a:t>
            </a:r>
          </a:p>
        </p:txBody>
      </p:sp>
    </p:spTree>
    <p:extLst>
      <p:ext uri="{BB962C8B-B14F-4D97-AF65-F5344CB8AC3E}">
        <p14:creationId xmlns:p14="http://schemas.microsoft.com/office/powerpoint/2010/main" val="957935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14D154-A023-AB75-97A0-CA086F74D683}"/>
              </a:ext>
            </a:extLst>
          </p:cNvPr>
          <p:cNvSpPr>
            <a:spLocks noGrp="1"/>
          </p:cNvSpPr>
          <p:nvPr>
            <p:ph type="body" sz="quarter" idx="13"/>
          </p:nvPr>
        </p:nvSpPr>
        <p:spPr/>
        <p:txBody>
          <a:bodyPr/>
          <a:lstStyle/>
          <a:p>
            <a:endParaRPr lang="en-US" dirty="0"/>
          </a:p>
        </p:txBody>
      </p:sp>
      <p:sp>
        <p:nvSpPr>
          <p:cNvPr id="3" name="Slide Number Placeholder 2">
            <a:extLst>
              <a:ext uri="{FF2B5EF4-FFF2-40B4-BE49-F238E27FC236}">
                <a16:creationId xmlns:a16="http://schemas.microsoft.com/office/drawing/2014/main" id="{26683E44-22EC-46D2-3E3C-4EEB09378870}"/>
              </a:ext>
            </a:extLst>
          </p:cNvPr>
          <p:cNvSpPr>
            <a:spLocks noGrp="1"/>
          </p:cNvSpPr>
          <p:nvPr>
            <p:ph type="sldNum" sz="quarter" idx="14"/>
          </p:nvPr>
        </p:nvSpPr>
        <p:spPr/>
        <p:txBody>
          <a:bodyPr/>
          <a:lstStyle/>
          <a:p>
            <a:fld id="{7D3ABF3B-F89B-4CD7-B75C-63A8A662AF01}" type="slidenum">
              <a:rPr lang="en-US" smtClean="0"/>
              <a:pPr/>
              <a:t>2</a:t>
            </a:fld>
            <a:endParaRPr lang="en-US" dirty="0"/>
          </a:p>
        </p:txBody>
      </p:sp>
      <p:sp>
        <p:nvSpPr>
          <p:cNvPr id="4" name="Text Placeholder 3">
            <a:extLst>
              <a:ext uri="{FF2B5EF4-FFF2-40B4-BE49-F238E27FC236}">
                <a16:creationId xmlns:a16="http://schemas.microsoft.com/office/drawing/2014/main" id="{7E28F779-8B68-8E7E-3974-3591A7E7389F}"/>
              </a:ext>
            </a:extLst>
          </p:cNvPr>
          <p:cNvSpPr>
            <a:spLocks noGrp="1"/>
          </p:cNvSpPr>
          <p:nvPr>
            <p:ph type="body" sz="quarter" idx="15"/>
          </p:nvPr>
        </p:nvSpPr>
        <p:spPr>
          <a:xfrm>
            <a:off x="658800" y="1509225"/>
            <a:ext cx="4680000" cy="4225925"/>
          </a:xfrm>
        </p:spPr>
        <p:txBody>
          <a:bodyPr/>
          <a:lstStyle/>
          <a:p>
            <a:r>
              <a:rPr lang="en-US" dirty="0">
                <a:latin typeface="Segoe UI" panose="020B0502040204020203" pitchFamily="34" charset="0"/>
                <a:cs typeface="Segoe UI" panose="020B0502040204020203" pitchFamily="34" charset="0"/>
              </a:rPr>
              <a:t>1.Project Overview</a:t>
            </a:r>
          </a:p>
          <a:p>
            <a:r>
              <a:rPr lang="en-US" dirty="0">
                <a:latin typeface="Segoe UI" panose="020B0502040204020203" pitchFamily="34" charset="0"/>
                <a:cs typeface="Segoe UI" panose="020B0502040204020203" pitchFamily="34" charset="0"/>
              </a:rPr>
              <a:t>2.Dataset</a:t>
            </a:r>
          </a:p>
          <a:p>
            <a:r>
              <a:rPr lang="en-US" dirty="0">
                <a:latin typeface="Segoe UI" panose="020B0502040204020203" pitchFamily="34" charset="0"/>
                <a:cs typeface="Segoe UI" panose="020B0502040204020203" pitchFamily="34" charset="0"/>
              </a:rPr>
              <a:t>3.Tech stack and python</a:t>
            </a:r>
          </a:p>
          <a:p>
            <a:r>
              <a:rPr lang="en-US" dirty="0">
                <a:latin typeface="Segoe UI" panose="020B0502040204020203" pitchFamily="34" charset="0"/>
                <a:cs typeface="Segoe UI" panose="020B0502040204020203" pitchFamily="34" charset="0"/>
              </a:rPr>
              <a:t>   concepts used</a:t>
            </a:r>
          </a:p>
          <a:p>
            <a:r>
              <a:rPr lang="en-US" dirty="0">
                <a:latin typeface="Segoe UI" panose="020B0502040204020203" pitchFamily="34" charset="0"/>
                <a:cs typeface="Segoe UI" panose="020B0502040204020203" pitchFamily="34" charset="0"/>
              </a:rPr>
              <a:t>4.Output report/</a:t>
            </a:r>
            <a:r>
              <a:rPr lang="en-US" dirty="0" err="1">
                <a:latin typeface="Segoe UI" panose="020B0502040204020203" pitchFamily="34" charset="0"/>
                <a:cs typeface="Segoe UI" panose="020B0502040204020203" pitchFamily="34" charset="0"/>
              </a:rPr>
              <a:t>Dashbaord</a:t>
            </a:r>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5.Summary/Future scope</a:t>
            </a:r>
          </a:p>
        </p:txBody>
      </p:sp>
      <p:sp>
        <p:nvSpPr>
          <p:cNvPr id="6" name="Title 5">
            <a:extLst>
              <a:ext uri="{FF2B5EF4-FFF2-40B4-BE49-F238E27FC236}">
                <a16:creationId xmlns:a16="http://schemas.microsoft.com/office/drawing/2014/main" id="{EDBE55F3-9FA4-7234-ADF7-37EAE17C6735}"/>
              </a:ext>
            </a:extLst>
          </p:cNvPr>
          <p:cNvSpPr>
            <a:spLocks noGrp="1"/>
          </p:cNvSpPr>
          <p:nvPr>
            <p:ph type="title"/>
          </p:nvPr>
        </p:nvSpPr>
        <p:spPr>
          <a:xfrm>
            <a:off x="658800" y="391575"/>
            <a:ext cx="5518264" cy="252000"/>
          </a:xfrm>
        </p:spPr>
        <p:txBody>
          <a:bodyPr/>
          <a:lstStyle/>
          <a:p>
            <a:r>
              <a:rPr lang="en-US" dirty="0">
                <a:latin typeface="Segoe UI" panose="020B0502040204020203" pitchFamily="34" charset="0"/>
                <a:cs typeface="Segoe UI" panose="020B0502040204020203" pitchFamily="34" charset="0"/>
              </a:rPr>
              <a:t>Python megaproject</a:t>
            </a:r>
          </a:p>
        </p:txBody>
      </p:sp>
      <p:sp>
        <p:nvSpPr>
          <p:cNvPr id="7" name="Text Placeholder 6">
            <a:extLst>
              <a:ext uri="{FF2B5EF4-FFF2-40B4-BE49-F238E27FC236}">
                <a16:creationId xmlns:a16="http://schemas.microsoft.com/office/drawing/2014/main" id="{E9B8BE17-9695-EBE8-1EAA-02C78B1B6F7E}"/>
              </a:ext>
            </a:extLst>
          </p:cNvPr>
          <p:cNvSpPr>
            <a:spLocks noGrp="1"/>
          </p:cNvSpPr>
          <p:nvPr>
            <p:ph type="body" sz="quarter" idx="19"/>
          </p:nvPr>
        </p:nvSpPr>
        <p:spPr>
          <a:xfrm>
            <a:off x="658800" y="766909"/>
            <a:ext cx="5518264" cy="252000"/>
          </a:xfrm>
        </p:spPr>
        <p:txBody>
          <a:bodyPr/>
          <a:lstStyle/>
          <a:p>
            <a:r>
              <a:rPr lang="en-US" dirty="0">
                <a:latin typeface="Segoe UI" panose="020B0502040204020203" pitchFamily="34" charset="0"/>
                <a:cs typeface="Segoe UI" panose="020B0502040204020203" pitchFamily="34" charset="0"/>
              </a:rPr>
              <a:t>Driver</a:t>
            </a:r>
            <a:r>
              <a:rPr lang="en-US" dirty="0"/>
              <a:t> monitoring system data analysis tool</a:t>
            </a:r>
          </a:p>
        </p:txBody>
      </p:sp>
      <p:pic>
        <p:nvPicPr>
          <p:cNvPr id="9" name="Picture 8">
            <a:extLst>
              <a:ext uri="{FF2B5EF4-FFF2-40B4-BE49-F238E27FC236}">
                <a16:creationId xmlns:a16="http://schemas.microsoft.com/office/drawing/2014/main" id="{743207AB-27FB-294A-606D-E2B6517609AC}"/>
              </a:ext>
            </a:extLst>
          </p:cNvPr>
          <p:cNvPicPr>
            <a:picLocks noChangeAspect="1"/>
          </p:cNvPicPr>
          <p:nvPr/>
        </p:nvPicPr>
        <p:blipFill>
          <a:blip r:embed="rId2"/>
          <a:stretch>
            <a:fillRect/>
          </a:stretch>
        </p:blipFill>
        <p:spPr>
          <a:xfrm>
            <a:off x="1476549" y="6457033"/>
            <a:ext cx="7480440" cy="317019"/>
          </a:xfrm>
          <a:prstGeom prst="rect">
            <a:avLst/>
          </a:prstGeom>
        </p:spPr>
      </p:pic>
    </p:spTree>
    <p:extLst>
      <p:ext uri="{BB962C8B-B14F-4D97-AF65-F5344CB8AC3E}">
        <p14:creationId xmlns:p14="http://schemas.microsoft.com/office/powerpoint/2010/main" val="392915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4"/>
          </p:nvPr>
        </p:nvSpPr>
        <p:spPr>
          <a:xfrm>
            <a:off x="720358" y="2027972"/>
            <a:ext cx="3513600" cy="1313106"/>
          </a:xfrm>
        </p:spPr>
        <p:txBody>
          <a:bodyPr wrap="square"/>
          <a:lstStyle/>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Quick Facts</a:t>
            </a:r>
          </a:p>
          <a:p>
            <a:pPr lvl="1"/>
            <a:r>
              <a:rPr dirty="0">
                <a:latin typeface="Segoe UI" panose="020B0502040204020203" pitchFamily="34" charset="0"/>
                <a:cs typeface="Segoe UI" panose="020B0502040204020203" pitchFamily="34" charset="0"/>
              </a:rPr>
              <a:t>5 Python modules</a:t>
            </a:r>
          </a:p>
          <a:p>
            <a:pPr lvl="1"/>
            <a:r>
              <a:rPr dirty="0">
                <a:latin typeface="Segoe UI" panose="020B0502040204020203" pitchFamily="34" charset="0"/>
                <a:cs typeface="Segoe UI" panose="020B0502040204020203" pitchFamily="34" charset="0"/>
              </a:rPr>
              <a:t>5 drivers, 300 sensor records</a:t>
            </a:r>
          </a:p>
          <a:p>
            <a:pPr lvl="1"/>
            <a:r>
              <a:rPr dirty="0">
                <a:latin typeface="Segoe UI" panose="020B0502040204020203" pitchFamily="34" charset="0"/>
                <a:cs typeface="Segoe UI" panose="020B0502040204020203" pitchFamily="34" charset="0"/>
              </a:rPr>
              <a:t>Auto-generates Word + PDF report</a:t>
            </a:r>
          </a:p>
          <a:p>
            <a:pPr lvl="1"/>
            <a:r>
              <a:rPr dirty="0">
                <a:latin typeface="Segoe UI" panose="020B0502040204020203" pitchFamily="34" charset="0"/>
                <a:cs typeface="Segoe UI" panose="020B0502040204020203" pitchFamily="34" charset="0"/>
              </a:rPr>
              <a:t>Fully automated — zero manual review</a:t>
            </a:r>
          </a:p>
        </p:txBody>
      </p:sp>
      <p:sp>
        <p:nvSpPr>
          <p:cNvPr id="3" name="Content Placeholder 2"/>
          <p:cNvSpPr>
            <a:spLocks noGrp="1"/>
          </p:cNvSpPr>
          <p:nvPr>
            <p:ph sz="quarter" idx="18"/>
          </p:nvPr>
        </p:nvSpPr>
        <p:spPr>
          <a:xfrm>
            <a:off x="720358" y="3516923"/>
            <a:ext cx="7193710" cy="2025283"/>
          </a:xfrm>
        </p:spPr>
        <p:txBody>
          <a:bodyPr wrap="square"/>
          <a:lstStyle/>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What it does</a:t>
            </a:r>
          </a:p>
          <a:p>
            <a:pPr marL="685800" lvl="1" indent="-228600">
              <a:buFont typeface="+mj-lt"/>
              <a:buAutoNum type="arabicParenR"/>
            </a:pPr>
            <a:r>
              <a:rPr dirty="0">
                <a:latin typeface="Segoe UI" panose="020B0502040204020203" pitchFamily="34" charset="0"/>
                <a:cs typeface="Segoe UI" panose="020B0502040204020203" pitchFamily="34" charset="0"/>
              </a:rPr>
              <a:t>Reads eye closure, blink rate, head pitch and yawning readings </a:t>
            </a:r>
            <a:endParaRPr lang="en-US" dirty="0">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     </a:t>
            </a:r>
            <a:r>
              <a:rPr dirty="0">
                <a:latin typeface="Segoe UI" panose="020B0502040204020203" pitchFamily="34" charset="0"/>
                <a:cs typeface="Segoe UI" panose="020B0502040204020203" pitchFamily="34" charset="0"/>
              </a:rPr>
              <a:t>for 5 drivers from an Excel file</a:t>
            </a:r>
          </a:p>
          <a:p>
            <a:pPr marL="685800" lvl="1" indent="-228600">
              <a:buFont typeface="+mj-lt"/>
              <a:buAutoNum type="arabicParenR"/>
            </a:pPr>
            <a:r>
              <a:rPr dirty="0">
                <a:latin typeface="Segoe UI" panose="020B0502040204020203" pitchFamily="34" charset="0"/>
                <a:cs typeface="Segoe UI" panose="020B0502040204020203" pitchFamily="34" charset="0"/>
              </a:rPr>
              <a:t>Calculates a weighted Attention Score (0–100) for every driver, every shift</a:t>
            </a:r>
          </a:p>
          <a:p>
            <a:pPr marL="685800" lvl="1" indent="-228600">
              <a:buFont typeface="+mj-lt"/>
              <a:buAutoNum type="arabicParenR"/>
            </a:pPr>
            <a:r>
              <a:rPr dirty="0">
                <a:latin typeface="Segoe UI" panose="020B0502040204020203" pitchFamily="34" charset="0"/>
                <a:cs typeface="Segoe UI" panose="020B0502040204020203" pitchFamily="34" charset="0"/>
              </a:rPr>
              <a:t>Ranks all drivers automatically from safest to riskiest</a:t>
            </a:r>
          </a:p>
          <a:p>
            <a:pPr marL="685800" lvl="1" indent="-228600">
              <a:buFont typeface="+mj-lt"/>
              <a:buAutoNum type="arabicParenR"/>
            </a:pPr>
            <a:r>
              <a:rPr dirty="0">
                <a:latin typeface="Segoe UI" panose="020B0502040204020203" pitchFamily="34" charset="0"/>
                <a:cs typeface="Segoe UI" panose="020B0502040204020203" pitchFamily="34" charset="0"/>
              </a:rPr>
              <a:t>Generates a fully formatted Word report, exported to PDF</a:t>
            </a:r>
          </a:p>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Purpose</a:t>
            </a:r>
          </a:p>
          <a:p>
            <a:pPr lvl="1"/>
            <a:r>
              <a:rPr dirty="0">
                <a:latin typeface="Segoe UI" panose="020B0502040204020203" pitchFamily="34" charset="0"/>
                <a:cs typeface="Segoe UI" panose="020B0502040204020203" pitchFamily="34" charset="0"/>
              </a:rPr>
              <a:t>Replaces manual fatigue-data checking with an automatic, consistent, easy-to-share safety report — so a fleet manager can instantly see which driver or shift needs attention</a:t>
            </a:r>
          </a:p>
        </p:txBody>
      </p:sp>
      <p:sp>
        <p:nvSpPr>
          <p:cNvPr id="4" name="Title 3"/>
          <p:cNvSpPr>
            <a:spLocks noGrp="1"/>
          </p:cNvSpPr>
          <p:nvPr>
            <p:ph type="title"/>
          </p:nvPr>
        </p:nvSpPr>
        <p:spPr>
          <a:xfrm>
            <a:off x="497435" y="790530"/>
            <a:ext cx="6840000" cy="252000"/>
          </a:xfrm>
        </p:spPr>
        <p:txBody>
          <a:bodyPr/>
          <a:lstStyle/>
          <a:p>
            <a:r>
              <a:rPr dirty="0">
                <a:latin typeface="Segoe UI" panose="020B0502040204020203" pitchFamily="34" charset="0"/>
                <a:cs typeface="Segoe UI" panose="020B0502040204020203" pitchFamily="34" charset="0"/>
              </a:rPr>
              <a:t>Driver</a:t>
            </a:r>
            <a:r>
              <a:rPr dirty="0"/>
              <a:t> Monitoring System (DMS)</a:t>
            </a:r>
            <a:r>
              <a:rPr lang="en-US" dirty="0"/>
              <a:t> data analysis tool</a:t>
            </a:r>
            <a:endParaRPr dirty="0"/>
          </a:p>
        </p:txBody>
      </p:sp>
      <p:sp>
        <p:nvSpPr>
          <p:cNvPr id="7" name="TextBox 6">
            <a:extLst>
              <a:ext uri="{FF2B5EF4-FFF2-40B4-BE49-F238E27FC236}">
                <a16:creationId xmlns:a16="http://schemas.microsoft.com/office/drawing/2014/main" id="{A7AD5D09-4D1E-87F2-3FE2-93872A1EA1AE}"/>
              </a:ext>
            </a:extLst>
          </p:cNvPr>
          <p:cNvSpPr txBox="1"/>
          <p:nvPr/>
        </p:nvSpPr>
        <p:spPr>
          <a:xfrm>
            <a:off x="435416" y="392042"/>
            <a:ext cx="4264269" cy="338554"/>
          </a:xfrm>
          <a:prstGeom prst="rect">
            <a:avLst/>
          </a:prstGeom>
          <a:noFill/>
        </p:spPr>
        <p:txBody>
          <a:bodyPr wrap="square" lIns="0" tIns="0" rIns="0" bIns="0" rtlCol="0">
            <a:spAutoFit/>
          </a:bodyPr>
          <a:lstStyle/>
          <a:p>
            <a:pPr algn="l"/>
            <a:r>
              <a:rPr lang="en-US" sz="2200" b="1" baseline="0" dirty="0">
                <a:solidFill>
                  <a:schemeClr val="bg1"/>
                </a:solidFill>
                <a:latin typeface="Segoe UI" panose="020B0502040204020203" pitchFamily="34" charset="0"/>
                <a:ea typeface="Open Sans" pitchFamily="2" charset="0"/>
                <a:cs typeface="Segoe UI" panose="020B0502040204020203" pitchFamily="34" charset="0"/>
              </a:rPr>
              <a:t>Project Overview</a:t>
            </a:r>
          </a:p>
        </p:txBody>
      </p:sp>
      <p:sp>
        <p:nvSpPr>
          <p:cNvPr id="8" name="TextBox 7">
            <a:extLst>
              <a:ext uri="{FF2B5EF4-FFF2-40B4-BE49-F238E27FC236}">
                <a16:creationId xmlns:a16="http://schemas.microsoft.com/office/drawing/2014/main" id="{F67F65A1-838D-C02D-B399-A073F933D276}"/>
              </a:ext>
            </a:extLst>
          </p:cNvPr>
          <p:cNvSpPr txBox="1"/>
          <p:nvPr/>
        </p:nvSpPr>
        <p:spPr>
          <a:xfrm>
            <a:off x="808892" y="1460433"/>
            <a:ext cx="4492870" cy="369332"/>
          </a:xfrm>
          <a:prstGeom prst="rect">
            <a:avLst/>
          </a:prstGeom>
          <a:noFill/>
        </p:spPr>
        <p:txBody>
          <a:bodyPr wrap="square" lIns="0" tIns="0" rIns="0" bIns="0" rtlCol="0">
            <a:spAutoFit/>
          </a:bodyPr>
          <a:lstStyle/>
          <a:p>
            <a:r>
              <a:rPr lang="en-US" sz="1200" dirty="0">
                <a:solidFill>
                  <a:schemeClr val="bg1"/>
                </a:solidFill>
                <a:latin typeface="Segoe UI" panose="020B0502040204020203" pitchFamily="34" charset="0"/>
                <a:cs typeface="Segoe UI" panose="020B0502040204020203" pitchFamily="34" charset="0"/>
              </a:rPr>
              <a:t>Python-based driver attention &amp; fatigue analysis tool</a:t>
            </a:r>
          </a:p>
          <a:p>
            <a:pPr algn="l"/>
            <a:endParaRPr lang="en-US" sz="1200" baseline="0" dirty="0">
              <a:solidFill>
                <a:schemeClr val="bg1"/>
              </a:solidFill>
              <a:latin typeface="Segoe UI" panose="020B0502040204020203" pitchFamily="34" charset="0"/>
              <a:ea typeface="Open Sans" pitchFamily="2" charset="0"/>
              <a:cs typeface="Segoe UI" panose="020B0502040204020203" pitchFamily="34" charset="0"/>
            </a:endParaRPr>
          </a:p>
        </p:txBody>
      </p:sp>
      <p:pic>
        <p:nvPicPr>
          <p:cNvPr id="10" name="Picture 9">
            <a:extLst>
              <a:ext uri="{FF2B5EF4-FFF2-40B4-BE49-F238E27FC236}">
                <a16:creationId xmlns:a16="http://schemas.microsoft.com/office/drawing/2014/main" id="{7C061DB8-C407-D744-2872-DA5292425182}"/>
              </a:ext>
            </a:extLst>
          </p:cNvPr>
          <p:cNvPicPr>
            <a:picLocks noChangeAspect="1"/>
          </p:cNvPicPr>
          <p:nvPr/>
        </p:nvPicPr>
        <p:blipFill>
          <a:blip r:embed="rId2"/>
          <a:srcRect l="9003" b="2460"/>
          <a:stretch>
            <a:fillRect/>
          </a:stretch>
        </p:blipFill>
        <p:spPr>
          <a:xfrm>
            <a:off x="6500839" y="1460433"/>
            <a:ext cx="5314488" cy="3453192"/>
          </a:xfrm>
          <a:prstGeom prst="rect">
            <a:avLst/>
          </a:prstGeom>
        </p:spPr>
      </p:pic>
      <p:sp>
        <p:nvSpPr>
          <p:cNvPr id="11" name="TextBox 10">
            <a:extLst>
              <a:ext uri="{FF2B5EF4-FFF2-40B4-BE49-F238E27FC236}">
                <a16:creationId xmlns:a16="http://schemas.microsoft.com/office/drawing/2014/main" id="{9ED868C0-02FB-315F-C1AB-6DEA96E08375}"/>
              </a:ext>
            </a:extLst>
          </p:cNvPr>
          <p:cNvSpPr txBox="1"/>
          <p:nvPr/>
        </p:nvSpPr>
        <p:spPr>
          <a:xfrm>
            <a:off x="1746358" y="6465958"/>
            <a:ext cx="7403123" cy="276999"/>
          </a:xfrm>
          <a:prstGeom prst="rect">
            <a:avLst/>
          </a:prstGeom>
          <a:noFill/>
        </p:spPr>
        <p:txBody>
          <a:bodyPr wrap="square" lIns="0" tIns="0" rIns="0" bIns="0" rtlCol="0">
            <a:spAutoFit/>
          </a:bodyPr>
          <a:lstStyle/>
          <a:p>
            <a:r>
              <a:rPr lang="en-US" sz="900" dirty="0">
                <a:solidFill>
                  <a:schemeClr val="bg1"/>
                </a:solidFill>
              </a:rPr>
              <a:t>EDAG Electrics/Electronics     Author: Prajwal/Vanshita/Afreen    Version:1.0          Scope: EDAG Group     internal</a:t>
            </a:r>
            <a:endParaRPr lang="de-DE" sz="900" dirty="0">
              <a:solidFill>
                <a:schemeClr val="bg1"/>
              </a:solidFill>
            </a:endParaRPr>
          </a:p>
          <a:p>
            <a:pPr algn="l"/>
            <a:endParaRPr lang="en-US" sz="900" baseline="0" dirty="0">
              <a:solidFill>
                <a:schemeClr val="bg1"/>
              </a:solidFill>
              <a:latin typeface="+mj-lt"/>
              <a:ea typeface="Open Sans" pitchFamily="2" charset="0"/>
              <a:cs typeface="Sora"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dirty="0"/>
              <a:t>300</a:t>
            </a:r>
          </a:p>
        </p:txBody>
      </p:sp>
      <p:sp>
        <p:nvSpPr>
          <p:cNvPr id="3" name="Text Placeholder 2"/>
          <p:cNvSpPr>
            <a:spLocks noGrp="1"/>
          </p:cNvSpPr>
          <p:nvPr>
            <p:ph type="body" sz="quarter" idx="14"/>
          </p:nvPr>
        </p:nvSpPr>
        <p:spPr/>
        <p:txBody>
          <a:bodyPr/>
          <a:lstStyle/>
          <a:p>
            <a:r>
              <a:rPr dirty="0">
                <a:latin typeface="Segoe UI" panose="020B0502040204020203" pitchFamily="34" charset="0"/>
                <a:cs typeface="Segoe UI" panose="020B0502040204020203" pitchFamily="34" charset="0"/>
              </a:rPr>
              <a:t>Sensor Records</a:t>
            </a:r>
          </a:p>
        </p:txBody>
      </p:sp>
      <p:sp>
        <p:nvSpPr>
          <p:cNvPr id="4" name="Text Placeholder 3"/>
          <p:cNvSpPr>
            <a:spLocks noGrp="1"/>
          </p:cNvSpPr>
          <p:nvPr>
            <p:ph type="body" sz="quarter" idx="15"/>
          </p:nvPr>
        </p:nvSpPr>
        <p:spPr/>
        <p:txBody>
          <a:bodyPr/>
          <a:lstStyle/>
          <a:p>
            <a:r>
              <a:t>5</a:t>
            </a:r>
          </a:p>
        </p:txBody>
      </p:sp>
      <p:sp>
        <p:nvSpPr>
          <p:cNvPr id="5" name="Text Placeholder 4"/>
          <p:cNvSpPr>
            <a:spLocks noGrp="1"/>
          </p:cNvSpPr>
          <p:nvPr>
            <p:ph type="body" sz="quarter" idx="16"/>
          </p:nvPr>
        </p:nvSpPr>
        <p:spPr/>
        <p:txBody>
          <a:bodyPr/>
          <a:lstStyle/>
          <a:p>
            <a:r>
              <a:rPr dirty="0">
                <a:latin typeface="Segoe UI" panose="020B0502040204020203" pitchFamily="34" charset="0"/>
                <a:cs typeface="Segoe UI" panose="020B0502040204020203" pitchFamily="34" charset="0"/>
              </a:rPr>
              <a:t>Drivers Tracked</a:t>
            </a:r>
          </a:p>
        </p:txBody>
      </p:sp>
      <p:sp>
        <p:nvSpPr>
          <p:cNvPr id="6" name="Text Placeholder 5"/>
          <p:cNvSpPr>
            <a:spLocks noGrp="1"/>
          </p:cNvSpPr>
          <p:nvPr>
            <p:ph type="body" sz="quarter" idx="17"/>
          </p:nvPr>
        </p:nvSpPr>
        <p:spPr/>
        <p:txBody>
          <a:bodyPr/>
          <a:lstStyle/>
          <a:p>
            <a:r>
              <a:t>9</a:t>
            </a:r>
          </a:p>
        </p:txBody>
      </p:sp>
      <p:sp>
        <p:nvSpPr>
          <p:cNvPr id="7" name="Text Placeholder 6"/>
          <p:cNvSpPr>
            <a:spLocks noGrp="1"/>
          </p:cNvSpPr>
          <p:nvPr>
            <p:ph type="body" sz="quarter" idx="18"/>
          </p:nvPr>
        </p:nvSpPr>
        <p:spPr/>
        <p:txBody>
          <a:bodyPr/>
          <a:lstStyle/>
          <a:p>
            <a:r>
              <a:rPr dirty="0">
                <a:latin typeface="Segoe UI" panose="020B0502040204020203" pitchFamily="34" charset="0"/>
                <a:cs typeface="Segoe UI" panose="020B0502040204020203" pitchFamily="34" charset="0"/>
              </a:rPr>
              <a:t>Data Columns</a:t>
            </a:r>
          </a:p>
        </p:txBody>
      </p:sp>
      <p:sp>
        <p:nvSpPr>
          <p:cNvPr id="8" name="Text Placeholder 7"/>
          <p:cNvSpPr>
            <a:spLocks noGrp="1"/>
          </p:cNvSpPr>
          <p:nvPr>
            <p:ph type="body" sz="quarter" idx="19"/>
          </p:nvPr>
        </p:nvSpPr>
        <p:spPr/>
        <p:txBody>
          <a:bodyPr/>
          <a:lstStyle/>
          <a:p>
            <a:r>
              <a:t>3</a:t>
            </a:r>
          </a:p>
        </p:txBody>
      </p:sp>
      <p:sp>
        <p:nvSpPr>
          <p:cNvPr id="9" name="Text Placeholder 8"/>
          <p:cNvSpPr>
            <a:spLocks noGrp="1"/>
          </p:cNvSpPr>
          <p:nvPr>
            <p:ph type="body" sz="quarter" idx="20"/>
          </p:nvPr>
        </p:nvSpPr>
        <p:spPr/>
        <p:txBody>
          <a:bodyPr/>
          <a:lstStyle/>
          <a:p>
            <a:r>
              <a:rPr dirty="0">
                <a:latin typeface="Segoe UI" panose="020B0502040204020203" pitchFamily="34" charset="0"/>
                <a:cs typeface="Segoe UI" panose="020B0502040204020203" pitchFamily="34" charset="0"/>
              </a:rPr>
              <a:t>Shifts per Driver</a:t>
            </a:r>
          </a:p>
        </p:txBody>
      </p:sp>
      <p:sp>
        <p:nvSpPr>
          <p:cNvPr id="10" name="Content Placeholder 9"/>
          <p:cNvSpPr>
            <a:spLocks noGrp="1"/>
          </p:cNvSpPr>
          <p:nvPr>
            <p:ph sz="quarter" idx="22"/>
          </p:nvPr>
        </p:nvSpPr>
        <p:spPr>
          <a:xfrm>
            <a:off x="870323" y="1545756"/>
            <a:ext cx="5346000" cy="3443600"/>
          </a:xfrm>
        </p:spPr>
        <p:txBody>
          <a:bodyPr wrap="square"/>
          <a:lstStyle/>
          <a:p>
            <a:r>
              <a:rPr lang="en-US" b="1" dirty="0">
                <a:latin typeface="Segoe UI" panose="020B0502040204020203" pitchFamily="34" charset="0"/>
                <a:cs typeface="Segoe UI" panose="020B0502040204020203" pitchFamily="34" charset="0"/>
              </a:rPr>
              <a:t>Parameters</a:t>
            </a:r>
            <a:r>
              <a:rPr b="1" dirty="0">
                <a:latin typeface="Segoe UI" panose="020B0502040204020203" pitchFamily="34" charset="0"/>
                <a:cs typeface="Segoe UI" panose="020B0502040204020203" pitchFamily="34" charset="0"/>
              </a:rPr>
              <a:t> in the dataset</a:t>
            </a:r>
            <a:r>
              <a:rPr lang="en-US" b="1" dirty="0">
                <a:latin typeface="Segoe UI" panose="020B0502040204020203" pitchFamily="34" charset="0"/>
                <a:cs typeface="Segoe UI" panose="020B0502040204020203" pitchFamily="34" charset="0"/>
              </a:rPr>
              <a:t>:</a:t>
            </a:r>
          </a:p>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Driver_ID</a:t>
            </a:r>
            <a:r>
              <a:rPr lang="en-US" dirty="0">
                <a:latin typeface="Segoe UI" panose="020B0502040204020203" pitchFamily="34" charset="0"/>
                <a:cs typeface="Segoe UI" panose="020B0502040204020203" pitchFamily="34" charset="0"/>
              </a:rPr>
              <a:t>,</a:t>
            </a:r>
          </a:p>
          <a:p>
            <a:pPr marL="171450" indent="-171450">
              <a:buFont typeface="Wingdings" panose="05000000000000000000" pitchFamily="2" charset="2"/>
              <a:buChar char="§"/>
            </a:pPr>
            <a:r>
              <a:rPr lang="en-US" dirty="0" err="1">
                <a:latin typeface="Segoe UI" panose="020B0502040204020203" pitchFamily="34" charset="0"/>
                <a:cs typeface="Segoe UI" panose="020B0502040204020203" pitchFamily="34" charset="0"/>
              </a:rPr>
              <a:t>Driver_Name</a:t>
            </a:r>
            <a:r>
              <a:rPr lang="en-US" dirty="0">
                <a:latin typeface="Segoe UI" panose="020B0502040204020203" pitchFamily="34" charset="0"/>
                <a:cs typeface="Segoe UI" panose="020B0502040204020203" pitchFamily="34" charset="0"/>
              </a:rPr>
              <a:t>, </a:t>
            </a:r>
          </a:p>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Shift</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Time_Minutes</a:t>
            </a:r>
            <a:r>
              <a:rPr dirty="0">
                <a:latin typeface="Segoe UI" panose="020B0502040204020203" pitchFamily="34" charset="0"/>
                <a:cs typeface="Segoe UI" panose="020B0502040204020203" pitchFamily="34" charset="0"/>
              </a:rPr>
              <a:t>, </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Travel_Distance_km</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Eye_Closure</a:t>
            </a:r>
            <a:r>
              <a:rPr dirty="0">
                <a:latin typeface="Segoe UI" panose="020B0502040204020203" pitchFamily="34" charset="0"/>
                <a:cs typeface="Segoe UI" panose="020B0502040204020203" pitchFamily="34" charset="0"/>
              </a:rPr>
              <a:t>_%, </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Blink_Rate</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Head_Pitch_Angle</a:t>
            </a:r>
            <a:r>
              <a:rPr dirty="0">
                <a:latin typeface="Segoe UI" panose="020B0502040204020203" pitchFamily="34" charset="0"/>
                <a:cs typeface="Segoe UI" panose="020B0502040204020203" pitchFamily="34" charset="0"/>
              </a:rPr>
              <a:t>, </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r>
              <a:rPr dirty="0" err="1">
                <a:latin typeface="Segoe UI" panose="020B0502040204020203" pitchFamily="34" charset="0"/>
                <a:cs typeface="Segoe UI" panose="020B0502040204020203" pitchFamily="34" charset="0"/>
              </a:rPr>
              <a:t>Yawning_Count</a:t>
            </a:r>
            <a:endParaRPr dirty="0">
              <a:latin typeface="Segoe UI" panose="020B0502040204020203" pitchFamily="34" charset="0"/>
              <a:cs typeface="Segoe UI" panose="020B0502040204020203" pitchFamily="34" charset="0"/>
            </a:endParaRPr>
          </a:p>
        </p:txBody>
      </p:sp>
      <p:sp>
        <p:nvSpPr>
          <p:cNvPr id="11" name="Title 10"/>
          <p:cNvSpPr>
            <a:spLocks noGrp="1"/>
          </p:cNvSpPr>
          <p:nvPr>
            <p:ph type="title"/>
          </p:nvPr>
        </p:nvSpPr>
        <p:spPr>
          <a:xfrm>
            <a:off x="509331" y="466619"/>
            <a:ext cx="6840000" cy="252000"/>
          </a:xfrm>
        </p:spPr>
        <p:txBody>
          <a:bodyPr/>
          <a:lstStyle/>
          <a:p>
            <a:r>
              <a:rPr b="1" dirty="0">
                <a:latin typeface="Segoe UI" panose="020B0502040204020203" pitchFamily="34" charset="0"/>
                <a:cs typeface="Segoe UI" panose="020B0502040204020203" pitchFamily="34" charset="0"/>
              </a:rPr>
              <a:t>Dataset</a:t>
            </a:r>
          </a:p>
        </p:txBody>
      </p:sp>
      <p:sp>
        <p:nvSpPr>
          <p:cNvPr id="12" name="Text Placeholder 11"/>
          <p:cNvSpPr>
            <a:spLocks noGrp="1"/>
          </p:cNvSpPr>
          <p:nvPr>
            <p:ph type="body" sz="quarter" idx="24"/>
          </p:nvPr>
        </p:nvSpPr>
        <p:spPr>
          <a:xfrm>
            <a:off x="603797" y="922346"/>
            <a:ext cx="6840000" cy="252000"/>
          </a:xfrm>
        </p:spPr>
        <p:txBody>
          <a:bodyPr/>
          <a:lstStyle/>
          <a:p>
            <a:r>
              <a:rPr dirty="0">
                <a:latin typeface="Segoe UI" panose="020B0502040204020203" pitchFamily="34" charset="0"/>
                <a:cs typeface="Segoe UI" panose="020B0502040204020203" pitchFamily="34" charset="0"/>
              </a:rPr>
              <a:t>"Driver Monitoring Data" sheet</a:t>
            </a:r>
          </a:p>
        </p:txBody>
      </p:sp>
      <p:sp>
        <p:nvSpPr>
          <p:cNvPr id="14" name="TextBox 13">
            <a:extLst>
              <a:ext uri="{FF2B5EF4-FFF2-40B4-BE49-F238E27FC236}">
                <a16:creationId xmlns:a16="http://schemas.microsoft.com/office/drawing/2014/main" id="{20C2198D-4DE6-174A-75BE-32CABD653858}"/>
              </a:ext>
            </a:extLst>
          </p:cNvPr>
          <p:cNvSpPr txBox="1"/>
          <p:nvPr/>
        </p:nvSpPr>
        <p:spPr>
          <a:xfrm>
            <a:off x="967153" y="4853353"/>
            <a:ext cx="3253155" cy="215444"/>
          </a:xfrm>
          <a:prstGeom prst="rect">
            <a:avLst/>
          </a:prstGeom>
          <a:noFill/>
        </p:spPr>
        <p:txBody>
          <a:bodyPr wrap="square" lIns="0" tIns="0" rIns="0" bIns="0" rtlCol="0">
            <a:spAutoFit/>
          </a:bodyPr>
          <a:lstStyle/>
          <a:p>
            <a:pPr algn="l"/>
            <a:r>
              <a:rPr lang="en-US" sz="1400" baseline="0" dirty="0">
                <a:solidFill>
                  <a:schemeClr val="bg1"/>
                </a:solidFill>
                <a:latin typeface="Segoe UI" panose="020B0502040204020203" pitchFamily="34" charset="0"/>
                <a:ea typeface="Open Sans" pitchFamily="2" charset="0"/>
                <a:cs typeface="Segoe UI" panose="020B0502040204020203" pitchFamily="34" charset="0"/>
              </a:rPr>
              <a:t>Dataset Link : </a:t>
            </a:r>
            <a:r>
              <a:rPr lang="en-US" sz="1400" baseline="0" dirty="0" err="1">
                <a:solidFill>
                  <a:schemeClr val="bg1"/>
                </a:solidFill>
                <a:latin typeface="Segoe UI" panose="020B0502040204020203" pitchFamily="34" charset="0"/>
                <a:ea typeface="Open Sans" pitchFamily="2" charset="0"/>
                <a:cs typeface="Segoe UI" panose="020B0502040204020203" pitchFamily="34" charset="0"/>
                <a:hlinkClick r:id="rId2"/>
              </a:rPr>
              <a:t>Click_For_Dataset</a:t>
            </a:r>
            <a:endParaRPr lang="en-US" sz="1400" baseline="0" dirty="0">
              <a:solidFill>
                <a:schemeClr val="bg1"/>
              </a:solidFill>
              <a:latin typeface="Segoe UI" panose="020B0502040204020203" pitchFamily="34" charset="0"/>
              <a:ea typeface="Open Sans" pitchFamily="2" charset="0"/>
              <a:cs typeface="Segoe UI" panose="020B0502040204020203" pitchFamily="34" charset="0"/>
            </a:endParaRPr>
          </a:p>
        </p:txBody>
      </p:sp>
      <p:pic>
        <p:nvPicPr>
          <p:cNvPr id="18" name="Picture 17">
            <a:extLst>
              <a:ext uri="{FF2B5EF4-FFF2-40B4-BE49-F238E27FC236}">
                <a16:creationId xmlns:a16="http://schemas.microsoft.com/office/drawing/2014/main" id="{121F16E4-2B87-940F-10FF-7EF06BDBA4C3}"/>
              </a:ext>
            </a:extLst>
          </p:cNvPr>
          <p:cNvPicPr>
            <a:picLocks noChangeAspect="1"/>
          </p:cNvPicPr>
          <p:nvPr/>
        </p:nvPicPr>
        <p:blipFill>
          <a:blip r:embed="rId3"/>
          <a:stretch>
            <a:fillRect/>
          </a:stretch>
        </p:blipFill>
        <p:spPr>
          <a:xfrm>
            <a:off x="1538096" y="6475282"/>
            <a:ext cx="7480440" cy="317019"/>
          </a:xfrm>
          <a:prstGeom prst="rect">
            <a:avLst/>
          </a:prstGeom>
        </p:spPr>
      </p:pic>
      <p:sp>
        <p:nvSpPr>
          <p:cNvPr id="13" name="TextBox 12">
            <a:extLst>
              <a:ext uri="{FF2B5EF4-FFF2-40B4-BE49-F238E27FC236}">
                <a16:creationId xmlns:a16="http://schemas.microsoft.com/office/drawing/2014/main" id="{3B228C3A-C970-C20E-FDE7-68EEFD871B0F}"/>
              </a:ext>
            </a:extLst>
          </p:cNvPr>
          <p:cNvSpPr txBox="1"/>
          <p:nvPr/>
        </p:nvSpPr>
        <p:spPr>
          <a:xfrm>
            <a:off x="967153" y="5345723"/>
            <a:ext cx="2294793" cy="430887"/>
          </a:xfrm>
          <a:prstGeom prst="rect">
            <a:avLst/>
          </a:prstGeom>
          <a:noFill/>
        </p:spPr>
        <p:txBody>
          <a:bodyPr wrap="square" lIns="0" tIns="0" rIns="0" bIns="0" rtlCol="0">
            <a:spAutoFit/>
          </a:bodyPr>
          <a:lstStyle/>
          <a:p>
            <a:r>
              <a:rPr lang="en-US" sz="1400" dirty="0">
                <a:solidFill>
                  <a:schemeClr val="bg1"/>
                </a:solidFill>
                <a:latin typeface="Segoe UI" panose="020B0502040204020203" pitchFamily="34" charset="0"/>
                <a:ea typeface="Open Sans" pitchFamily="2" charset="0"/>
                <a:cs typeface="Segoe UI" panose="020B0502040204020203" pitchFamily="34" charset="0"/>
              </a:rPr>
              <a:t>Git Link: </a:t>
            </a:r>
            <a:r>
              <a:rPr lang="en-US" sz="1400" dirty="0" err="1">
                <a:solidFill>
                  <a:schemeClr val="bg1"/>
                </a:solidFill>
                <a:latin typeface="Segoe UI" panose="020B0502040204020203" pitchFamily="34" charset="0"/>
                <a:ea typeface="Open Sans" pitchFamily="2" charset="0"/>
                <a:cs typeface="Segoe UI" panose="020B0502040204020203" pitchFamily="34" charset="0"/>
                <a:hlinkClick r:id="rId4"/>
              </a:rPr>
              <a:t>Common_Git_Repo</a:t>
            </a:r>
            <a:endParaRPr lang="en-US" sz="1400" dirty="0">
              <a:solidFill>
                <a:schemeClr val="bg1"/>
              </a:solidFill>
              <a:latin typeface="Segoe UI" panose="020B0502040204020203" pitchFamily="34" charset="0"/>
              <a:ea typeface="Open Sans" pitchFamily="2" charset="0"/>
              <a:cs typeface="Segoe UI" panose="020B0502040204020203" pitchFamily="34" charset="0"/>
            </a:endParaRPr>
          </a:p>
          <a:p>
            <a:pPr algn="l"/>
            <a:endParaRPr lang="en-US" sz="1400" baseline="0" dirty="0">
              <a:solidFill>
                <a:schemeClr val="bg1"/>
              </a:solidFill>
              <a:latin typeface="Segoe UI" panose="020B0502040204020203" pitchFamily="34" charset="0"/>
              <a:ea typeface="Open Sans" pitchFamily="2" charset="0"/>
              <a:cs typeface="Segoe UI" panose="020B05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4"/>
          </p:nvPr>
        </p:nvSpPr>
        <p:spPr>
          <a:xfrm>
            <a:off x="707449" y="1824785"/>
            <a:ext cx="5346000" cy="4536000"/>
          </a:xfrm>
        </p:spPr>
        <p:txBody>
          <a:bodyPr wrap="square"/>
          <a:lstStyle/>
          <a:p>
            <a:pPr marL="171450" indent="-171450">
              <a:buFont typeface="Wingdings" panose="05000000000000000000" pitchFamily="2" charset="2"/>
              <a:buChar char="§"/>
            </a:pPr>
            <a:r>
              <a:rPr b="1" dirty="0">
                <a:latin typeface="Segoe UI" panose="020B0502040204020203" pitchFamily="34" charset="0"/>
                <a:cs typeface="Segoe UI" panose="020B0502040204020203" pitchFamily="34" charset="0"/>
              </a:rPr>
              <a:t>Libraries / Tech Stack</a:t>
            </a:r>
            <a:endParaRPr lang="en-US" b="1"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pandas — data loading, cleaning, </a:t>
            </a:r>
            <a:r>
              <a:rPr dirty="0" err="1">
                <a:latin typeface="Segoe UI" panose="020B0502040204020203" pitchFamily="34" charset="0"/>
                <a:cs typeface="Segoe UI" panose="020B0502040204020203" pitchFamily="34" charset="0"/>
              </a:rPr>
              <a:t>groupby</a:t>
            </a:r>
            <a:r>
              <a:rPr dirty="0">
                <a:latin typeface="Segoe UI" panose="020B0502040204020203" pitchFamily="34" charset="0"/>
                <a:cs typeface="Segoe UI" panose="020B0502040204020203" pitchFamily="34" charset="0"/>
              </a:rPr>
              <a:t> &amp; aggregation</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err="1">
                <a:latin typeface="Segoe UI" panose="020B0502040204020203" pitchFamily="34" charset="0"/>
                <a:cs typeface="Segoe UI" panose="020B0502040204020203" pitchFamily="34" charset="0"/>
              </a:rPr>
              <a:t>numpy</a:t>
            </a:r>
            <a:r>
              <a:rPr dirty="0">
                <a:latin typeface="Segoe UI" panose="020B0502040204020203" pitchFamily="34" charset="0"/>
                <a:cs typeface="Segoe UI" panose="020B0502040204020203" pitchFamily="34" charset="0"/>
              </a:rPr>
              <a:t> — numeric rounding &amp; </a:t>
            </a:r>
            <a:r>
              <a:rPr dirty="0" err="1">
                <a:latin typeface="Segoe UI" panose="020B0502040204020203" pitchFamily="34" charset="0"/>
                <a:cs typeface="Segoe UI" panose="020B0502040204020203" pitchFamily="34" charset="0"/>
              </a:rPr>
              <a:t>dtype</a:t>
            </a:r>
            <a:r>
              <a:rPr dirty="0">
                <a:latin typeface="Segoe UI" panose="020B0502040204020203" pitchFamily="34" charset="0"/>
                <a:cs typeface="Segoe UI" panose="020B0502040204020203" pitchFamily="34" charset="0"/>
              </a:rPr>
              <a:t> detection</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err="1">
                <a:latin typeface="Segoe UI" panose="020B0502040204020203" pitchFamily="34" charset="0"/>
                <a:cs typeface="Segoe UI" panose="020B0502040204020203" pitchFamily="34" charset="0"/>
              </a:rPr>
              <a:t>openpyxl</a:t>
            </a:r>
            <a:r>
              <a:rPr dirty="0">
                <a:latin typeface="Segoe UI" panose="020B0502040204020203" pitchFamily="34" charset="0"/>
                <a:cs typeface="Segoe UI" panose="020B0502040204020203" pitchFamily="34" charset="0"/>
              </a:rPr>
              <a:t> — reads the Excel workbook &amp; sheet names</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matplotlib — draws all 19 charts</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python-docx — builds the Word report (tables, charts, styling)</a:t>
            </a:r>
            <a:endParaRPr lang="en-US" dirty="0">
              <a:latin typeface="Segoe UI" panose="020B0502040204020203" pitchFamily="34" charset="0"/>
              <a:cs typeface="Segoe UI" panose="020B0502040204020203" pitchFamily="34" charset="0"/>
            </a:endParaRPr>
          </a:p>
          <a:p>
            <a:pPr marL="628650" lvl="1" indent="-171450">
              <a:buFont typeface="Wingdings" panose="05000000000000000000" pitchFamily="2" charset="2"/>
              <a:buChar char="§"/>
            </a:pPr>
            <a:r>
              <a:rPr dirty="0">
                <a:latin typeface="Segoe UI" panose="020B0502040204020203" pitchFamily="34" charset="0"/>
                <a:cs typeface="Segoe UI" panose="020B0502040204020203" pitchFamily="34" charset="0"/>
              </a:rPr>
              <a:t>pywin32 (win32com) — exports the Word report to PDF</a:t>
            </a:r>
            <a:endParaRPr lang="en-US" dirty="0">
              <a:latin typeface="Segoe UI" panose="020B0502040204020203" pitchFamily="34" charset="0"/>
              <a:cs typeface="Segoe UI" panose="020B0502040204020203" pitchFamily="34" charset="0"/>
            </a:endParaRPr>
          </a:p>
          <a:p>
            <a:pPr marL="171450" indent="-171450">
              <a:buFont typeface="Wingdings" panose="05000000000000000000" pitchFamily="2" charset="2"/>
              <a:buChar char="§"/>
            </a:pPr>
            <a:endParaRPr dirty="0">
              <a:latin typeface="Segoe UI" panose="020B0502040204020203" pitchFamily="34" charset="0"/>
              <a:cs typeface="Segoe UI" panose="020B0502040204020203" pitchFamily="34" charset="0"/>
            </a:endParaRPr>
          </a:p>
        </p:txBody>
      </p:sp>
      <p:sp>
        <p:nvSpPr>
          <p:cNvPr id="3" name="Content Placeholder 2"/>
          <p:cNvSpPr>
            <a:spLocks noGrp="1"/>
          </p:cNvSpPr>
          <p:nvPr>
            <p:ph sz="quarter" idx="15"/>
          </p:nvPr>
        </p:nvSpPr>
        <p:spPr>
          <a:xfrm>
            <a:off x="678830" y="3670457"/>
            <a:ext cx="5795395" cy="4536000"/>
          </a:xfrm>
        </p:spPr>
        <p:txBody>
          <a:bodyPr wrap="square"/>
          <a:lstStyle/>
          <a:p>
            <a:pPr marL="171450" indent="-171450">
              <a:buFont typeface="Wingdings" panose="05000000000000000000" pitchFamily="2" charset="2"/>
              <a:buChar char="§"/>
            </a:pPr>
            <a:r>
              <a:rPr b="1" dirty="0">
                <a:latin typeface="Segoe UI" panose="020B0502040204020203" pitchFamily="34" charset="0"/>
                <a:cs typeface="Segoe UI" panose="020B0502040204020203" pitchFamily="34" charset="0"/>
              </a:rPr>
              <a:t>Python Concepts Used</a:t>
            </a:r>
            <a:r>
              <a:rPr lang="en-US" b="1" dirty="0">
                <a:latin typeface="Segoe UI" panose="020B0502040204020203" pitchFamily="34" charset="0"/>
                <a:cs typeface="Segoe UI" panose="020B0502040204020203" pitchFamily="34" charset="0"/>
              </a:rPr>
              <a:t>:</a:t>
            </a:r>
          </a:p>
          <a:p>
            <a:pPr marL="685800" lvl="1" indent="-228600">
              <a:buFont typeface="+mj-lt"/>
              <a:buAutoNum type="arabicPeriod"/>
            </a:pPr>
            <a:r>
              <a:rPr dirty="0">
                <a:latin typeface="Segoe UI" panose="020B0502040204020203" pitchFamily="34" charset="0"/>
                <a:cs typeface="Segoe UI" panose="020B0502040204020203" pitchFamily="34" charset="0"/>
              </a:rPr>
              <a:t>Object-oriented design — </a:t>
            </a:r>
            <a:r>
              <a:rPr dirty="0" err="1">
                <a:latin typeface="Segoe UI" panose="020B0502040204020203" pitchFamily="34" charset="0"/>
                <a:cs typeface="Segoe UI" panose="020B0502040204020203" pitchFamily="34" charset="0"/>
              </a:rPr>
              <a:t>DataLoader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DriverEvaluator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WordReport</a:t>
            </a:r>
            <a:r>
              <a:rPr dirty="0">
                <a:latin typeface="Segoe UI" panose="020B0502040204020203" pitchFamily="34" charset="0"/>
                <a:cs typeface="Segoe UI" panose="020B0502040204020203" pitchFamily="34" charset="0"/>
              </a:rPr>
              <a:t> classes</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Exception handling — try / except / finally in every module</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List comprehensions — required-column validation</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Functional mapping — .apply() with scoring functions</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Multi-branch conditional logic — if/</a:t>
            </a:r>
            <a:r>
              <a:rPr dirty="0" err="1">
                <a:latin typeface="Segoe UI" panose="020B0502040204020203" pitchFamily="34" charset="0"/>
                <a:cs typeface="Segoe UI" panose="020B0502040204020203" pitchFamily="34" charset="0"/>
              </a:rPr>
              <a:t>elif</a:t>
            </a:r>
            <a:r>
              <a:rPr dirty="0">
                <a:latin typeface="Segoe UI" panose="020B0502040204020203" pitchFamily="34" charset="0"/>
                <a:cs typeface="Segoe UI" panose="020B0502040204020203" pitchFamily="34" charset="0"/>
              </a:rPr>
              <a:t> scoring rules</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Pandas </a:t>
            </a:r>
            <a:r>
              <a:rPr dirty="0" err="1">
                <a:latin typeface="Segoe UI" panose="020B0502040204020203" pitchFamily="34" charset="0"/>
                <a:cs typeface="Segoe UI" panose="020B0502040204020203" pitchFamily="34" charset="0"/>
              </a:rPr>
              <a:t>groupby</a:t>
            </a:r>
            <a:r>
              <a:rPr dirty="0">
                <a:latin typeface="Segoe UI" panose="020B0502040204020203" pitchFamily="34" charset="0"/>
                <a:cs typeface="Segoe UI" panose="020B0502040204020203" pitchFamily="34" charset="0"/>
              </a:rPr>
              <a:t> + </a:t>
            </a:r>
            <a:r>
              <a:rPr dirty="0" err="1">
                <a:latin typeface="Segoe UI" panose="020B0502040204020203" pitchFamily="34" charset="0"/>
                <a:cs typeface="Segoe UI" panose="020B0502040204020203" pitchFamily="34" charset="0"/>
              </a:rPr>
              <a:t>agg</a:t>
            </a:r>
            <a:r>
              <a:rPr dirty="0">
                <a:latin typeface="Segoe UI" panose="020B0502040204020203" pitchFamily="34" charset="0"/>
                <a:cs typeface="Segoe UI" panose="020B0502040204020203" pitchFamily="34" charset="0"/>
              </a:rPr>
              <a:t> — per-driver, per-shift aggregation</a:t>
            </a:r>
            <a:endParaRPr lang="en-US" dirty="0">
              <a:latin typeface="Segoe UI" panose="020B0502040204020203" pitchFamily="34" charset="0"/>
              <a:cs typeface="Segoe UI" panose="020B0502040204020203" pitchFamily="34" charset="0"/>
            </a:endParaRPr>
          </a:p>
          <a:p>
            <a:pPr marL="685800" lvl="1" indent="-228600">
              <a:buFont typeface="+mj-lt"/>
              <a:buAutoNum type="arabicPeriod"/>
            </a:pPr>
            <a:r>
              <a:rPr dirty="0">
                <a:latin typeface="Segoe UI" panose="020B0502040204020203" pitchFamily="34" charset="0"/>
                <a:cs typeface="Segoe UI" panose="020B0502040204020203" pitchFamily="34" charset="0"/>
              </a:rPr>
              <a:t>Ordered categorical </a:t>
            </a:r>
            <a:r>
              <a:rPr dirty="0" err="1">
                <a:latin typeface="Segoe UI" panose="020B0502040204020203" pitchFamily="34" charset="0"/>
                <a:cs typeface="Segoe UI" panose="020B0502040204020203" pitchFamily="34" charset="0"/>
              </a:rPr>
              <a:t>dtypes</a:t>
            </a:r>
            <a:r>
              <a:rPr dirty="0">
                <a:latin typeface="Segoe UI" panose="020B0502040204020203" pitchFamily="34" charset="0"/>
                <a:cs typeface="Segoe UI" panose="020B0502040204020203" pitchFamily="34" charset="0"/>
              </a:rPr>
              <a:t> — Morning/Afternoon/Night sorting</a:t>
            </a:r>
          </a:p>
        </p:txBody>
      </p:sp>
      <p:sp>
        <p:nvSpPr>
          <p:cNvPr id="4" name="Title 3"/>
          <p:cNvSpPr>
            <a:spLocks noGrp="1"/>
          </p:cNvSpPr>
          <p:nvPr>
            <p:ph type="title"/>
          </p:nvPr>
        </p:nvSpPr>
        <p:spPr>
          <a:xfrm>
            <a:off x="446465" y="715744"/>
            <a:ext cx="6840000" cy="252000"/>
          </a:xfrm>
        </p:spPr>
        <p:txBody>
          <a:bodyPr/>
          <a:lstStyle/>
          <a:p>
            <a:r>
              <a:rPr b="1" dirty="0">
                <a:latin typeface="Segoe UI" panose="020B0502040204020203" pitchFamily="34" charset="0"/>
                <a:cs typeface="Segoe UI" panose="020B0502040204020203" pitchFamily="34" charset="0"/>
              </a:rPr>
              <a:t>Technology Stack &amp; Python Concepts</a:t>
            </a:r>
          </a:p>
        </p:txBody>
      </p:sp>
      <p:sp>
        <p:nvSpPr>
          <p:cNvPr id="6" name="TextBox 5">
            <a:extLst>
              <a:ext uri="{FF2B5EF4-FFF2-40B4-BE49-F238E27FC236}">
                <a16:creationId xmlns:a16="http://schemas.microsoft.com/office/drawing/2014/main" id="{E853D515-C359-13E5-3A72-EBCE291714DF}"/>
              </a:ext>
            </a:extLst>
          </p:cNvPr>
          <p:cNvSpPr txBox="1"/>
          <p:nvPr/>
        </p:nvSpPr>
        <p:spPr>
          <a:xfrm>
            <a:off x="666273" y="1502764"/>
            <a:ext cx="4545623" cy="369332"/>
          </a:xfrm>
          <a:prstGeom prst="rect">
            <a:avLst/>
          </a:prstGeom>
          <a:noFill/>
        </p:spPr>
        <p:txBody>
          <a:bodyPr wrap="square" lIns="0" tIns="0" rIns="0" bIns="0" rtlCol="0">
            <a:spAutoFit/>
          </a:bodyPr>
          <a:lstStyle/>
          <a:p>
            <a:pPr marL="171450" indent="-171450">
              <a:buFont typeface="Wingdings" panose="05000000000000000000" pitchFamily="2" charset="2"/>
              <a:buChar char="§"/>
            </a:pPr>
            <a:r>
              <a:rPr lang="en-US" sz="1200" dirty="0">
                <a:solidFill>
                  <a:schemeClr val="bg1"/>
                </a:solidFill>
                <a:latin typeface="Segoe UI" panose="020B0502040204020203" pitchFamily="34" charset="0"/>
                <a:cs typeface="Segoe UI" panose="020B0502040204020203" pitchFamily="34" charset="0"/>
              </a:rPr>
              <a:t>Libraries and core Python concepts used in the DMS pipeline</a:t>
            </a:r>
          </a:p>
          <a:p>
            <a:pPr algn="l"/>
            <a:endParaRPr lang="en-US" sz="1200" baseline="0" dirty="0">
              <a:solidFill>
                <a:schemeClr val="bg1"/>
              </a:solidFill>
              <a:latin typeface="Segoe UI" panose="020B0502040204020203" pitchFamily="34" charset="0"/>
              <a:ea typeface="Open Sans" pitchFamily="2" charset="0"/>
              <a:cs typeface="Segoe UI" panose="020B0502040204020203" pitchFamily="34" charset="0"/>
            </a:endParaRPr>
          </a:p>
        </p:txBody>
      </p:sp>
      <p:pic>
        <p:nvPicPr>
          <p:cNvPr id="8" name="Picture 7">
            <a:extLst>
              <a:ext uri="{FF2B5EF4-FFF2-40B4-BE49-F238E27FC236}">
                <a16:creationId xmlns:a16="http://schemas.microsoft.com/office/drawing/2014/main" id="{D1124986-DDAC-A97F-639C-C93FC1217687}"/>
              </a:ext>
            </a:extLst>
          </p:cNvPr>
          <p:cNvPicPr>
            <a:picLocks noChangeAspect="1"/>
          </p:cNvPicPr>
          <p:nvPr/>
        </p:nvPicPr>
        <p:blipFill>
          <a:blip r:embed="rId2"/>
          <a:srcRect t="13874" b="5597"/>
          <a:stretch>
            <a:fillRect/>
          </a:stretch>
        </p:blipFill>
        <p:spPr>
          <a:xfrm>
            <a:off x="6895001" y="1749005"/>
            <a:ext cx="3800475" cy="3842904"/>
          </a:xfrm>
          <a:prstGeom prst="rect">
            <a:avLst/>
          </a:prstGeom>
        </p:spPr>
      </p:pic>
      <p:pic>
        <p:nvPicPr>
          <p:cNvPr id="12" name="Picture 11">
            <a:extLst>
              <a:ext uri="{FF2B5EF4-FFF2-40B4-BE49-F238E27FC236}">
                <a16:creationId xmlns:a16="http://schemas.microsoft.com/office/drawing/2014/main" id="{CC81D99D-2C86-A4DA-D3A1-202F9F2D3DAF}"/>
              </a:ext>
            </a:extLst>
          </p:cNvPr>
          <p:cNvPicPr>
            <a:picLocks noChangeAspect="1"/>
          </p:cNvPicPr>
          <p:nvPr/>
        </p:nvPicPr>
        <p:blipFill>
          <a:blip r:embed="rId3"/>
          <a:stretch>
            <a:fillRect/>
          </a:stretch>
        </p:blipFill>
        <p:spPr>
          <a:xfrm>
            <a:off x="1573264" y="6448950"/>
            <a:ext cx="7480440" cy="3170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7"/>
          </p:nvPr>
        </p:nvSpPr>
        <p:spPr>
          <a:xfrm>
            <a:off x="743204" y="4299379"/>
            <a:ext cx="4620104" cy="1752000"/>
          </a:xfrm>
        </p:spPr>
        <p:txBody>
          <a:bodyPr wrap="square"/>
          <a:lstStyle/>
          <a:p>
            <a:r>
              <a:rPr dirty="0">
                <a:latin typeface="Segoe UI" panose="020B0502040204020203" pitchFamily="34" charset="0"/>
                <a:cs typeface="Segoe UI" panose="020B0502040204020203" pitchFamily="34" charset="0"/>
              </a:rPr>
              <a:t>Dashboard Summary</a:t>
            </a:r>
            <a:r>
              <a:rPr lang="en-US" dirty="0">
                <a:latin typeface="Segoe UI" panose="020B0502040204020203" pitchFamily="34" charset="0"/>
                <a:cs typeface="Segoe UI" panose="020B0502040204020203" pitchFamily="34" charset="0"/>
              </a:rPr>
              <a:t>:</a:t>
            </a:r>
          </a:p>
          <a:p>
            <a:pPr marL="171450" indent="-171450">
              <a:buFont typeface="Wingdings" panose="05000000000000000000" pitchFamily="2" charset="2"/>
              <a:buChar char="§"/>
            </a:pPr>
            <a:r>
              <a:rPr sz="1200" b="0" dirty="0">
                <a:latin typeface="Segoe UI" panose="020B0502040204020203" pitchFamily="34" charset="0"/>
                <a:cs typeface="Segoe UI" panose="020B0502040204020203" pitchFamily="34" charset="0"/>
              </a:rPr>
              <a:t>Total Records: 300   Drivers: 5</a:t>
            </a:r>
            <a:endParaRPr lang="en-US" sz="1200" b="0" dirty="0">
              <a:latin typeface="Segoe UI" panose="020B0502040204020203" pitchFamily="34" charset="0"/>
              <a:cs typeface="Segoe UI" panose="020B0502040204020203" pitchFamily="34" charset="0"/>
            </a:endParaRPr>
          </a:p>
          <a:p>
            <a:r>
              <a:rPr sz="1200" b="0" dirty="0">
                <a:latin typeface="Segoe UI" panose="020B0502040204020203" pitchFamily="34" charset="0"/>
                <a:cs typeface="Segoe UI" panose="020B0502040204020203" pitchFamily="34" charset="0"/>
              </a:rPr>
              <a:t>Avg Eye Closure: 8.08%    Avg Blink Rate: 12.93</a:t>
            </a:r>
            <a:endParaRPr lang="en-US" sz="1200" b="0" dirty="0">
              <a:latin typeface="Segoe UI" panose="020B0502040204020203" pitchFamily="34" charset="0"/>
              <a:cs typeface="Segoe UI" panose="020B0502040204020203" pitchFamily="34" charset="0"/>
            </a:endParaRPr>
          </a:p>
          <a:p>
            <a:r>
              <a:rPr sz="1200" b="0" dirty="0">
                <a:latin typeface="Segoe UI" panose="020B0502040204020203" pitchFamily="34" charset="0"/>
                <a:cs typeface="Segoe UI" panose="020B0502040204020203" pitchFamily="34" charset="0"/>
              </a:rPr>
              <a:t>Average Calculated Score: 88.11</a:t>
            </a:r>
          </a:p>
        </p:txBody>
      </p:sp>
      <p:sp>
        <p:nvSpPr>
          <p:cNvPr id="6" name="Content Placeholder 5"/>
          <p:cNvSpPr>
            <a:spLocks noGrp="1"/>
          </p:cNvSpPr>
          <p:nvPr>
            <p:ph sz="quarter" idx="18"/>
          </p:nvPr>
        </p:nvSpPr>
        <p:spPr>
          <a:xfrm>
            <a:off x="704738" y="5550221"/>
            <a:ext cx="4620103" cy="1159351"/>
          </a:xfrm>
        </p:spPr>
        <p:txBody>
          <a:bodyPr wrap="square"/>
          <a:lstStyle/>
          <a:p>
            <a:pPr marL="171450" indent="-171450">
              <a:buFont typeface="Wingdings" panose="05000000000000000000" pitchFamily="2" charset="2"/>
              <a:buChar char="§"/>
            </a:pPr>
            <a:r>
              <a:rPr dirty="0">
                <a:latin typeface="Segoe UI" panose="020B0502040204020203" pitchFamily="34" charset="0"/>
                <a:cs typeface="Segoe UI" panose="020B0502040204020203" pitchFamily="34" charset="0"/>
              </a:rPr>
              <a:t>Best &amp; Weakest</a:t>
            </a:r>
            <a:endParaRPr lang="en-US" dirty="0">
              <a:latin typeface="Segoe UI" panose="020B0502040204020203" pitchFamily="34" charset="0"/>
              <a:cs typeface="Segoe UI" panose="020B0502040204020203" pitchFamily="34" charset="0"/>
            </a:endParaRPr>
          </a:p>
          <a:p>
            <a:r>
              <a:rPr dirty="0">
                <a:latin typeface="Segoe UI" panose="020B0502040204020203" pitchFamily="34" charset="0"/>
                <a:cs typeface="Segoe UI" panose="020B0502040204020203" pitchFamily="34" charset="0"/>
              </a:rPr>
              <a:t>Best: Rahul — 100.00/100</a:t>
            </a:r>
            <a:endParaRPr lang="en-US" dirty="0">
              <a:latin typeface="Segoe UI" panose="020B0502040204020203" pitchFamily="34" charset="0"/>
              <a:cs typeface="Segoe UI" panose="020B0502040204020203" pitchFamily="34" charset="0"/>
            </a:endParaRPr>
          </a:p>
          <a:p>
            <a:r>
              <a:rPr dirty="0">
                <a:latin typeface="Segoe UI" panose="020B0502040204020203" pitchFamily="34" charset="0"/>
                <a:cs typeface="Segoe UI" panose="020B0502040204020203" pitchFamily="34" charset="0"/>
              </a:rPr>
              <a:t>Weakest: Arjun — 63.43/100</a:t>
            </a:r>
          </a:p>
        </p:txBody>
      </p:sp>
      <p:sp>
        <p:nvSpPr>
          <p:cNvPr id="7" name="Title 6"/>
          <p:cNvSpPr>
            <a:spLocks noGrp="1"/>
          </p:cNvSpPr>
          <p:nvPr>
            <p:ph type="title"/>
          </p:nvPr>
        </p:nvSpPr>
        <p:spPr/>
        <p:txBody>
          <a:bodyPr/>
          <a:lstStyle/>
          <a:p>
            <a:r>
              <a:rPr b="1" dirty="0">
                <a:latin typeface="Segoe UI" panose="020B0502040204020203" pitchFamily="34" charset="0"/>
                <a:cs typeface="Segoe UI" panose="020B0502040204020203" pitchFamily="34" charset="0"/>
              </a:rPr>
              <a:t>Output Report &amp; Dashboard</a:t>
            </a:r>
          </a:p>
        </p:txBody>
      </p:sp>
      <p:pic>
        <p:nvPicPr>
          <p:cNvPr id="9" name="Picture 8" descr="out_score_bar.png"/>
          <p:cNvPicPr>
            <a:picLocks noChangeAspect="1"/>
          </p:cNvPicPr>
          <p:nvPr/>
        </p:nvPicPr>
        <p:blipFill>
          <a:blip r:embed="rId2"/>
          <a:stretch>
            <a:fillRect/>
          </a:stretch>
        </p:blipFill>
        <p:spPr>
          <a:xfrm>
            <a:off x="666272" y="1307779"/>
            <a:ext cx="4697036" cy="2847578"/>
          </a:xfrm>
          <a:prstGeom prst="rect">
            <a:avLst/>
          </a:prstGeom>
        </p:spPr>
      </p:pic>
      <p:sp>
        <p:nvSpPr>
          <p:cNvPr id="2" name="TextBox 1">
            <a:extLst>
              <a:ext uri="{FF2B5EF4-FFF2-40B4-BE49-F238E27FC236}">
                <a16:creationId xmlns:a16="http://schemas.microsoft.com/office/drawing/2014/main" id="{2A4A7C61-914E-86A4-CC41-86D5A62739A5}"/>
              </a:ext>
            </a:extLst>
          </p:cNvPr>
          <p:cNvSpPr txBox="1"/>
          <p:nvPr/>
        </p:nvSpPr>
        <p:spPr>
          <a:xfrm>
            <a:off x="666273" y="938447"/>
            <a:ext cx="4620104" cy="369332"/>
          </a:xfrm>
          <a:prstGeom prst="rect">
            <a:avLst/>
          </a:prstGeom>
          <a:noFill/>
        </p:spPr>
        <p:txBody>
          <a:bodyPr wrap="square" lIns="0" tIns="0" rIns="0" bIns="0" rtlCol="0">
            <a:spAutoFit/>
          </a:bodyPr>
          <a:lstStyle/>
          <a:p>
            <a:r>
              <a:rPr lang="en-US" sz="1200" dirty="0">
                <a:solidFill>
                  <a:schemeClr val="bg1"/>
                </a:solidFill>
                <a:latin typeface="Segoe UI" panose="020B0502040204020203" pitchFamily="34" charset="0"/>
                <a:cs typeface="Segoe UI" panose="020B0502040204020203" pitchFamily="34" charset="0"/>
              </a:rPr>
              <a:t>Sample</a:t>
            </a:r>
            <a:r>
              <a:rPr lang="en-US" sz="1200" dirty="0">
                <a:solidFill>
                  <a:schemeClr val="bg1"/>
                </a:solidFill>
              </a:rPr>
              <a:t> output generated by report.py — 9 tables, 19 charts</a:t>
            </a:r>
          </a:p>
          <a:p>
            <a:pPr algn="l"/>
            <a:endParaRPr lang="en-US" sz="1200" baseline="0" dirty="0">
              <a:solidFill>
                <a:schemeClr val="bg1"/>
              </a:solidFill>
              <a:latin typeface="+mj-lt"/>
              <a:ea typeface="Open Sans" pitchFamily="2" charset="0"/>
              <a:cs typeface="Sora" pitchFamily="2" charset="0"/>
            </a:endParaRPr>
          </a:p>
        </p:txBody>
      </p:sp>
      <p:pic>
        <p:nvPicPr>
          <p:cNvPr id="3" name="Picture 2">
            <a:extLst>
              <a:ext uri="{FF2B5EF4-FFF2-40B4-BE49-F238E27FC236}">
                <a16:creationId xmlns:a16="http://schemas.microsoft.com/office/drawing/2014/main" id="{B6517BCB-882A-2A24-49FD-F2172613ACC2}"/>
              </a:ext>
            </a:extLst>
          </p:cNvPr>
          <p:cNvPicPr>
            <a:picLocks noChangeAspect="1"/>
          </p:cNvPicPr>
          <p:nvPr/>
        </p:nvPicPr>
        <p:blipFill>
          <a:blip r:embed="rId3"/>
          <a:stretch>
            <a:fillRect/>
          </a:stretch>
        </p:blipFill>
        <p:spPr>
          <a:xfrm>
            <a:off x="6005422" y="1553398"/>
            <a:ext cx="5723239" cy="4863774"/>
          </a:xfrm>
          <a:prstGeom prst="rect">
            <a:avLst/>
          </a:prstGeom>
        </p:spPr>
      </p:pic>
      <p:pic>
        <p:nvPicPr>
          <p:cNvPr id="11" name="Picture 10">
            <a:extLst>
              <a:ext uri="{FF2B5EF4-FFF2-40B4-BE49-F238E27FC236}">
                <a16:creationId xmlns:a16="http://schemas.microsoft.com/office/drawing/2014/main" id="{8C7C401B-80D3-2851-8724-71845BD024F9}"/>
              </a:ext>
            </a:extLst>
          </p:cNvPr>
          <p:cNvPicPr>
            <a:picLocks noChangeAspect="1"/>
          </p:cNvPicPr>
          <p:nvPr/>
        </p:nvPicPr>
        <p:blipFill>
          <a:blip r:embed="rId4"/>
          <a:stretch>
            <a:fillRect/>
          </a:stretch>
        </p:blipFill>
        <p:spPr>
          <a:xfrm>
            <a:off x="1603855" y="6469926"/>
            <a:ext cx="7480440" cy="3170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48034-EDC1-2D90-BFF0-077820339F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84EBE03-62EA-7C15-D3B7-01CC13D38E94}"/>
              </a:ext>
            </a:extLst>
          </p:cNvPr>
          <p:cNvSpPr>
            <a:spLocks noGrp="1"/>
          </p:cNvSpPr>
          <p:nvPr>
            <p:ph type="title"/>
          </p:nvPr>
        </p:nvSpPr>
        <p:spPr>
          <a:xfrm>
            <a:off x="666273" y="673061"/>
            <a:ext cx="6840000" cy="252000"/>
          </a:xfrm>
        </p:spPr>
        <p:txBody>
          <a:bodyPr/>
          <a:lstStyle/>
          <a:p>
            <a:r>
              <a:rPr lang="en-US" b="1" dirty="0">
                <a:latin typeface="Segoe UI" panose="020B0502040204020203" pitchFamily="34" charset="0"/>
                <a:cs typeface="Segoe UI" panose="020B0502040204020203" pitchFamily="34" charset="0"/>
              </a:rPr>
              <a:t>Summary &amp; Future Scope</a:t>
            </a:r>
            <a:endParaRPr b="1" dirty="0">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F30A7F8-796D-1784-182E-9AD1FB625C17}"/>
              </a:ext>
            </a:extLst>
          </p:cNvPr>
          <p:cNvSpPr txBox="1"/>
          <p:nvPr/>
        </p:nvSpPr>
        <p:spPr>
          <a:xfrm>
            <a:off x="870438" y="1433174"/>
            <a:ext cx="4607169" cy="369332"/>
          </a:xfrm>
          <a:prstGeom prst="rect">
            <a:avLst/>
          </a:prstGeom>
          <a:noFill/>
        </p:spPr>
        <p:txBody>
          <a:bodyPr wrap="square" lIns="0" tIns="0" rIns="0" bIns="0" rtlCol="0">
            <a:spAutoFit/>
          </a:bodyPr>
          <a:lstStyle/>
          <a:p>
            <a:r>
              <a:rPr lang="en-US" sz="1200" dirty="0">
                <a:solidFill>
                  <a:schemeClr val="bg1"/>
                </a:solidFill>
                <a:latin typeface="Segoe UI" panose="020B0502040204020203" pitchFamily="34" charset="0"/>
                <a:cs typeface="Segoe UI" panose="020B0502040204020203" pitchFamily="34" charset="0"/>
              </a:rPr>
              <a:t>From raw sensor data to a decision-ready safety report</a:t>
            </a:r>
          </a:p>
          <a:p>
            <a:pPr algn="l"/>
            <a:endParaRPr lang="en-US" sz="1200" baseline="0" dirty="0">
              <a:solidFill>
                <a:schemeClr val="bg1"/>
              </a:solidFill>
              <a:latin typeface="Segoe UI" panose="020B0502040204020203" pitchFamily="34" charset="0"/>
              <a:ea typeface="Open Sans" pitchFamily="2" charset="0"/>
              <a:cs typeface="Segoe UI" panose="020B0502040204020203" pitchFamily="34" charset="0"/>
            </a:endParaRPr>
          </a:p>
        </p:txBody>
      </p:sp>
      <p:sp>
        <p:nvSpPr>
          <p:cNvPr id="11" name="TextBox 10">
            <a:extLst>
              <a:ext uri="{FF2B5EF4-FFF2-40B4-BE49-F238E27FC236}">
                <a16:creationId xmlns:a16="http://schemas.microsoft.com/office/drawing/2014/main" id="{6BF75DB1-F39B-D69D-59B8-226C58F3E5FB}"/>
              </a:ext>
            </a:extLst>
          </p:cNvPr>
          <p:cNvSpPr txBox="1"/>
          <p:nvPr/>
        </p:nvSpPr>
        <p:spPr>
          <a:xfrm>
            <a:off x="870438" y="1696916"/>
            <a:ext cx="10339754" cy="954107"/>
          </a:xfrm>
          <a:prstGeom prst="rect">
            <a:avLst/>
          </a:prstGeom>
          <a:noFill/>
        </p:spPr>
        <p:txBody>
          <a:bodyPr wrap="square" lIns="0" tIns="0" rIns="0" bIns="0" rtlCol="0">
            <a:spAutoFit/>
          </a:bodyPr>
          <a:lstStyle/>
          <a:p>
            <a:pPr fontAlgn="t">
              <a:lnSpc>
                <a:spcPts val="1500"/>
              </a:lnSpc>
              <a:buNone/>
            </a:pPr>
            <a:r>
              <a:rPr lang="en-US" sz="1200" b="1" dirty="0">
                <a:solidFill>
                  <a:schemeClr val="bg1"/>
                </a:solidFill>
                <a:latin typeface="Segoe UI" panose="020B0502040204020203" pitchFamily="34" charset="0"/>
              </a:rPr>
              <a:t>Project Summary:</a:t>
            </a:r>
          </a:p>
          <a:p>
            <a:pPr fontAlgn="t">
              <a:lnSpc>
                <a:spcPts val="1500"/>
              </a:lnSpc>
              <a:buNone/>
            </a:pPr>
            <a:endParaRPr lang="en-US" sz="1200" dirty="0">
              <a:solidFill>
                <a:schemeClr val="bg1"/>
              </a:solidFill>
              <a:latin typeface="Segoe UI" panose="020B0502040204020203" pitchFamily="34" charset="0"/>
            </a:endParaRPr>
          </a:p>
          <a:p>
            <a:pPr fontAlgn="t">
              <a:lnSpc>
                <a:spcPts val="1500"/>
              </a:lnSpc>
              <a:buNone/>
            </a:pPr>
            <a:r>
              <a:rPr lang="en-US" sz="1200" dirty="0">
                <a:solidFill>
                  <a:schemeClr val="bg1"/>
                </a:solidFill>
                <a:latin typeface="Segoe UI" panose="020B0502040204020203" pitchFamily="34" charset="0"/>
              </a:rPr>
              <a:t>The </a:t>
            </a:r>
            <a:r>
              <a:rPr lang="en-US" sz="1200" b="1" dirty="0">
                <a:solidFill>
                  <a:schemeClr val="bg1"/>
                </a:solidFill>
                <a:latin typeface="Segoe UI" panose="020B0502040204020203" pitchFamily="34" charset="0"/>
              </a:rPr>
              <a:t>Driver Monitoring System (DMS)</a:t>
            </a:r>
            <a:r>
              <a:rPr lang="en-US" sz="1200" dirty="0">
                <a:solidFill>
                  <a:schemeClr val="bg1"/>
                </a:solidFill>
                <a:latin typeface="Segoe UI" panose="020B0502040204020203" pitchFamily="34" charset="0"/>
              </a:rPr>
              <a:t> analyzes eye closure, blink rate, head movement, and yawning data to calculate driver attention scores. It ranks drivers by safety level and automatically generates Word and PDF reports with tables and charts.</a:t>
            </a:r>
          </a:p>
          <a:p>
            <a:pPr algn="l"/>
            <a:endParaRPr lang="en-US" sz="1200" baseline="0" dirty="0">
              <a:solidFill>
                <a:schemeClr val="bg1"/>
              </a:solidFill>
              <a:latin typeface="+mj-lt"/>
              <a:ea typeface="Open Sans" pitchFamily="2" charset="0"/>
              <a:cs typeface="Sora" pitchFamily="2" charset="0"/>
            </a:endParaRPr>
          </a:p>
        </p:txBody>
      </p:sp>
      <p:sp>
        <p:nvSpPr>
          <p:cNvPr id="12" name="TextBox 11">
            <a:extLst>
              <a:ext uri="{FF2B5EF4-FFF2-40B4-BE49-F238E27FC236}">
                <a16:creationId xmlns:a16="http://schemas.microsoft.com/office/drawing/2014/main" id="{6ECA02BB-5629-09A3-E206-48AA827FBE8B}"/>
              </a:ext>
            </a:extLst>
          </p:cNvPr>
          <p:cNvSpPr txBox="1"/>
          <p:nvPr/>
        </p:nvSpPr>
        <p:spPr>
          <a:xfrm>
            <a:off x="7285892" y="2840648"/>
            <a:ext cx="5111262" cy="2685351"/>
          </a:xfrm>
          <a:prstGeom prst="rect">
            <a:avLst/>
          </a:prstGeom>
          <a:noFill/>
        </p:spPr>
        <p:txBody>
          <a:bodyPr wrap="square" lIns="0" tIns="0" rIns="0" bIns="0" rtlCol="0">
            <a:spAutoFit/>
          </a:bodyPr>
          <a:lstStyle/>
          <a:p>
            <a:pPr fontAlgn="t">
              <a:lnSpc>
                <a:spcPts val="1500"/>
              </a:lnSpc>
              <a:buNone/>
            </a:pPr>
            <a:r>
              <a:rPr lang="en-US" sz="1200" b="1" dirty="0">
                <a:solidFill>
                  <a:schemeClr val="bg1"/>
                </a:solidFill>
                <a:latin typeface="Segoe UI" panose="020B0502040204020203" pitchFamily="34" charset="0"/>
              </a:rPr>
              <a:t>Future Scope</a:t>
            </a:r>
          </a:p>
          <a:p>
            <a:pPr fontAlgn="t">
              <a:lnSpc>
                <a:spcPts val="1500"/>
              </a:lnSpc>
              <a:buNone/>
            </a:pPr>
            <a:endParaRPr lang="en-US" sz="1200" b="1"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Real-time monitoring using cameras and sensors</a:t>
            </a:r>
          </a:p>
          <a:p>
            <a:pPr fontAlgn="t">
              <a:lnSpc>
                <a:spcPts val="1500"/>
              </a:lnSpc>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Instant fatigue and drowsiness alerts</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AI/ML-based fatigue prediction</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Web or mobile fleet-management dashboard</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GPS, cloud database, and vehicle-data integration</a:t>
            </a:r>
          </a:p>
          <a:p>
            <a:pPr fontAlgn="t">
              <a:lnSpc>
                <a:spcPts val="1500"/>
              </a:lnSpc>
              <a:buFont typeface="Arial" panose="020B0604020202020204" pitchFamily="34" charset="0"/>
              <a:buChar char="•"/>
            </a:pPr>
            <a:endParaRPr lang="en-US" sz="1200" dirty="0">
              <a:solidFill>
                <a:schemeClr val="bg1"/>
              </a:solidFill>
              <a:latin typeface="Segoe UI" panose="020B0502040204020203" pitchFamily="34" charset="0"/>
            </a:endParaRPr>
          </a:p>
          <a:p>
            <a:pPr fontAlgn="t">
              <a:lnSpc>
                <a:spcPts val="1500"/>
              </a:lnSpc>
              <a:buFont typeface="Arial" panose="020B0604020202020204" pitchFamily="34" charset="0"/>
              <a:buChar char="•"/>
            </a:pPr>
            <a:r>
              <a:rPr lang="en-US" sz="1200" dirty="0">
                <a:solidFill>
                  <a:schemeClr val="bg1"/>
                </a:solidFill>
                <a:latin typeface="Segoe UI" panose="020B0502040204020203" pitchFamily="34" charset="0"/>
              </a:rPr>
              <a:t>Automatic alerts through SMS, email, or Microsoft Teams</a:t>
            </a:r>
          </a:p>
          <a:p>
            <a:pPr algn="l"/>
            <a:endParaRPr lang="en-US" sz="1200" baseline="0" dirty="0">
              <a:solidFill>
                <a:schemeClr val="bg1"/>
              </a:solidFill>
              <a:latin typeface="+mj-lt"/>
              <a:ea typeface="Open Sans" pitchFamily="2" charset="0"/>
              <a:cs typeface="Sora" pitchFamily="2" charset="0"/>
            </a:endParaRPr>
          </a:p>
        </p:txBody>
      </p:sp>
      <p:pic>
        <p:nvPicPr>
          <p:cNvPr id="14" name="Picture 13">
            <a:extLst>
              <a:ext uri="{FF2B5EF4-FFF2-40B4-BE49-F238E27FC236}">
                <a16:creationId xmlns:a16="http://schemas.microsoft.com/office/drawing/2014/main" id="{3086FA43-B426-541B-EB9F-7B54A7A7E5A0}"/>
              </a:ext>
            </a:extLst>
          </p:cNvPr>
          <p:cNvPicPr>
            <a:picLocks noChangeAspect="1"/>
          </p:cNvPicPr>
          <p:nvPr/>
        </p:nvPicPr>
        <p:blipFill>
          <a:blip r:embed="rId2"/>
          <a:stretch>
            <a:fillRect/>
          </a:stretch>
        </p:blipFill>
        <p:spPr>
          <a:xfrm>
            <a:off x="870438" y="2840648"/>
            <a:ext cx="5686425" cy="3190875"/>
          </a:xfrm>
          <a:prstGeom prst="rect">
            <a:avLst/>
          </a:prstGeom>
        </p:spPr>
      </p:pic>
      <p:pic>
        <p:nvPicPr>
          <p:cNvPr id="16" name="Picture 15">
            <a:extLst>
              <a:ext uri="{FF2B5EF4-FFF2-40B4-BE49-F238E27FC236}">
                <a16:creationId xmlns:a16="http://schemas.microsoft.com/office/drawing/2014/main" id="{5C978EF8-7FD0-0A79-8852-912637F49A8D}"/>
              </a:ext>
            </a:extLst>
          </p:cNvPr>
          <p:cNvPicPr>
            <a:picLocks noChangeAspect="1"/>
          </p:cNvPicPr>
          <p:nvPr/>
        </p:nvPicPr>
        <p:blipFill>
          <a:blip r:embed="rId3"/>
          <a:stretch>
            <a:fillRect/>
          </a:stretch>
        </p:blipFill>
        <p:spPr>
          <a:xfrm>
            <a:off x="1450172" y="6462098"/>
            <a:ext cx="7480440" cy="317019"/>
          </a:xfrm>
          <a:prstGeom prst="rect">
            <a:avLst/>
          </a:prstGeom>
        </p:spPr>
      </p:pic>
    </p:spTree>
    <p:extLst>
      <p:ext uri="{BB962C8B-B14F-4D97-AF65-F5344CB8AC3E}">
        <p14:creationId xmlns:p14="http://schemas.microsoft.com/office/powerpoint/2010/main" val="50248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152F38-C2C5-DCE2-D572-FFCDF1A321B4}"/>
              </a:ext>
            </a:extLst>
          </p:cNvPr>
          <p:cNvSpPr>
            <a:spLocks noGrp="1"/>
          </p:cNvSpPr>
          <p:nvPr>
            <p:ph type="sldNum" sz="quarter" idx="13"/>
          </p:nvPr>
        </p:nvSpPr>
        <p:spPr/>
        <p:txBody>
          <a:bodyPr/>
          <a:lstStyle/>
          <a:p>
            <a:fld id="{7D3ABF3B-F89B-4CD7-B75C-63A8A662AF01}" type="slidenum">
              <a:rPr lang="en-US" smtClean="0"/>
              <a:pPr/>
              <a:t>8</a:t>
            </a:fld>
            <a:endParaRPr lang="en-US"/>
          </a:p>
        </p:txBody>
      </p:sp>
      <p:sp>
        <p:nvSpPr>
          <p:cNvPr id="5" name="Text Placeholder 4">
            <a:extLst>
              <a:ext uri="{FF2B5EF4-FFF2-40B4-BE49-F238E27FC236}">
                <a16:creationId xmlns:a16="http://schemas.microsoft.com/office/drawing/2014/main" id="{C46FE8C4-ECE0-9D5B-AB53-E13D77D3D318}"/>
              </a:ext>
            </a:extLst>
          </p:cNvPr>
          <p:cNvSpPr>
            <a:spLocks noGrp="1"/>
          </p:cNvSpPr>
          <p:nvPr>
            <p:ph type="body" sz="quarter" idx="15"/>
          </p:nvPr>
        </p:nvSpPr>
        <p:spPr>
          <a:xfrm>
            <a:off x="3472338" y="2864216"/>
            <a:ext cx="6840000" cy="252000"/>
          </a:xfrm>
        </p:spPr>
        <p:txBody>
          <a:bodyPr/>
          <a:lstStyle/>
          <a:p>
            <a:r>
              <a:rPr lang="en-US" sz="6000" dirty="0">
                <a:latin typeface="Segoe UI" panose="020B0502040204020203" pitchFamily="34" charset="0"/>
                <a:cs typeface="Segoe UI" panose="020B0502040204020203" pitchFamily="34" charset="0"/>
              </a:rPr>
              <a:t>Thank you !</a:t>
            </a:r>
          </a:p>
        </p:txBody>
      </p:sp>
      <p:pic>
        <p:nvPicPr>
          <p:cNvPr id="7" name="Picture 6">
            <a:extLst>
              <a:ext uri="{FF2B5EF4-FFF2-40B4-BE49-F238E27FC236}">
                <a16:creationId xmlns:a16="http://schemas.microsoft.com/office/drawing/2014/main" id="{6F87AD62-05A8-6497-AB9D-F83191D7ABF2}"/>
              </a:ext>
            </a:extLst>
          </p:cNvPr>
          <p:cNvPicPr>
            <a:picLocks noChangeAspect="1"/>
          </p:cNvPicPr>
          <p:nvPr/>
        </p:nvPicPr>
        <p:blipFill>
          <a:blip r:embed="rId2"/>
          <a:stretch>
            <a:fillRect/>
          </a:stretch>
        </p:blipFill>
        <p:spPr>
          <a:xfrm>
            <a:off x="1590849" y="6499466"/>
            <a:ext cx="7480440" cy="317019"/>
          </a:xfrm>
          <a:prstGeom prst="rect">
            <a:avLst/>
          </a:prstGeom>
        </p:spPr>
      </p:pic>
    </p:spTree>
    <p:extLst>
      <p:ext uri="{BB962C8B-B14F-4D97-AF65-F5344CB8AC3E}">
        <p14:creationId xmlns:p14="http://schemas.microsoft.com/office/powerpoint/2010/main" val="333086769"/>
      </p:ext>
    </p:extLst>
  </p:cSld>
  <p:clrMapOvr>
    <a:masterClrMapping/>
  </p:clrMapOvr>
</p:sld>
</file>

<file path=ppt/theme/theme1.xml><?xml version="1.0" encoding="utf-8"?>
<a:theme xmlns:a="http://schemas.openxmlformats.org/drawingml/2006/main" name="EDAG DARK Mode GRAY CORNER">
  <a:themeElements>
    <a:clrScheme name="EDAG">
      <a:dk1>
        <a:srgbClr val="455561"/>
      </a:dk1>
      <a:lt1>
        <a:srgbClr val="FFFFFF"/>
      </a:lt1>
      <a:dk2>
        <a:srgbClr val="949CA3"/>
      </a:dk2>
      <a:lt2>
        <a:srgbClr val="E4E5E6"/>
      </a:lt2>
      <a:accent1>
        <a:srgbClr val="D71946"/>
      </a:accent1>
      <a:accent2>
        <a:srgbClr val="455561"/>
      </a:accent2>
      <a:accent3>
        <a:srgbClr val="949CA3"/>
      </a:accent3>
      <a:accent4>
        <a:srgbClr val="B8ACA5"/>
      </a:accent4>
      <a:accent5>
        <a:srgbClr val="D8CFC9"/>
      </a:accent5>
      <a:accent6>
        <a:srgbClr val="E4E5E6"/>
      </a:accent6>
      <a:hlink>
        <a:srgbClr val="D71946"/>
      </a:hlink>
      <a:folHlink>
        <a:srgbClr val="455561"/>
      </a:folHlink>
    </a:clrScheme>
    <a:fontScheme name="ED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72000" tIns="72000" rIns="72000" bIns="72000" rtlCol="0" anchor="ctr"/>
      <a:lstStyle>
        <a:defPPr algn="ctr">
          <a:defRPr sz="12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baseline="0" dirty="0">
            <a:solidFill>
              <a:schemeClr val="bg1"/>
            </a:solidFill>
            <a:latin typeface="+mj-lt"/>
            <a:ea typeface="Open Sans" pitchFamily="2" charset="0"/>
            <a:cs typeface="Sora" pitchFamily="2" charset="0"/>
          </a:defRPr>
        </a:defPPr>
      </a:lstStyle>
    </a:txDef>
  </a:objectDefaults>
  <a:extraClrSchemeLst/>
  <a:extLst>
    <a:ext uri="{05A4C25C-085E-4340-85A3-A5531E510DB2}">
      <thm15:themeFamily xmlns:thm15="http://schemas.microsoft.com/office/thememl/2012/main" name="EDAG_EE_PPT_Template_EN" id="{10FF3371-F9FA-46ED-A649-77B0FDE8E4FF}" vid="{B0DADF95-3037-40C7-81F5-F1197A58B0FF}"/>
    </a:ext>
  </a:extLst>
</a:theme>
</file>

<file path=ppt/theme/theme2.xml><?xml version="1.0" encoding="utf-8"?>
<a:theme xmlns:a="http://schemas.openxmlformats.org/drawingml/2006/main" name="EDAG title slides ">
  <a:themeElements>
    <a:clrScheme name="EDAG">
      <a:dk1>
        <a:srgbClr val="455561"/>
      </a:dk1>
      <a:lt1>
        <a:srgbClr val="FFFFFF"/>
      </a:lt1>
      <a:dk2>
        <a:srgbClr val="949CA3"/>
      </a:dk2>
      <a:lt2>
        <a:srgbClr val="E4E5E6"/>
      </a:lt2>
      <a:accent1>
        <a:srgbClr val="D71946"/>
      </a:accent1>
      <a:accent2>
        <a:srgbClr val="455561"/>
      </a:accent2>
      <a:accent3>
        <a:srgbClr val="949CA3"/>
      </a:accent3>
      <a:accent4>
        <a:srgbClr val="B8ACA5"/>
      </a:accent4>
      <a:accent5>
        <a:srgbClr val="D8CFC9"/>
      </a:accent5>
      <a:accent6>
        <a:srgbClr val="E4E5E6"/>
      </a:accent6>
      <a:hlink>
        <a:srgbClr val="D71946"/>
      </a:hlink>
      <a:folHlink>
        <a:srgbClr val="455561"/>
      </a:folHlink>
    </a:clrScheme>
    <a:fontScheme name="ED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72000" tIns="72000" rIns="72000" bIns="72000" rtlCol="0" anchor="ctr"/>
      <a:lstStyle>
        <a:defPPr algn="ctr">
          <a:defRPr sz="12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dirty="0"/>
        </a:defPPr>
      </a:lstStyle>
    </a:txDef>
  </a:objectDefaults>
  <a:extraClrSchemeLst/>
  <a:extLst>
    <a:ext uri="{05A4C25C-085E-4340-85A3-A5531E510DB2}">
      <thm15:themeFamily xmlns:thm15="http://schemas.microsoft.com/office/thememl/2012/main" name="EDAG_EE_PPT_Template_EN" id="{10FF3371-F9FA-46ED-A649-77B0FDE8E4FF}" vid="{5C145F30-1E49-4446-9694-635DF26B8EEE}"/>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039878A9C45BD943A5963422BE40D240" ma:contentTypeVersion="13" ma:contentTypeDescription="Ein neues Dokument erstellen." ma:contentTypeScope="" ma:versionID="90f344c1eda81798e38c78d97f74bd4a">
  <xsd:schema xmlns:xsd="http://www.w3.org/2001/XMLSchema" xmlns:xs="http://www.w3.org/2001/XMLSchema" xmlns:p="http://schemas.microsoft.com/office/2006/metadata/properties" xmlns:ns2="6b8bfafb-1935-4f2a-88bd-5dad4e80cd4a" xmlns:ns3="76681e01-9e5b-4478-a1b3-478557b6251a" targetNamespace="http://schemas.microsoft.com/office/2006/metadata/properties" ma:root="true" ma:fieldsID="a9f29b33bcb18057a2aed82bb04ef488" ns2:_="" ns3:_="">
    <xsd:import namespace="6b8bfafb-1935-4f2a-88bd-5dad4e80cd4a"/>
    <xsd:import namespace="76681e01-9e5b-4478-a1b3-478557b6251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SearchProperties" minOccurs="0"/>
                <xsd:element ref="ns2:Language" minOccurs="0"/>
                <xsd:element ref="ns2: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8bfafb-1935-4f2a-88bd-5dad4e80cd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ef84b36a-b554-4ae8-82dd-230f06b823ee"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Language" ma:index="19" nillable="true" ma:displayName="Language" ma:description="Language of the document" ma:format="Dropdown" ma:internalName="Language">
      <xsd:simpleType>
        <xsd:restriction base="dms:Choice">
          <xsd:enumeration value="DE"/>
          <xsd:enumeration value="EN"/>
        </xsd:restriction>
      </xsd:simpleType>
    </xsd:element>
    <xsd:element name="Category" ma:index="20" nillable="true" ma:displayName="Category" ma:format="Dropdown" ma:internalName="Catego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681e01-9e5b-4478-a1b3-478557b6251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170070db-0263-422c-8cca-3f2808670358}" ma:internalName="TaxCatchAll" ma:showField="CatchAllData" ma:web="76681e01-9e5b-4478-a1b3-478557b625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6681e01-9e5b-4478-a1b3-478557b6251a" xsi:nil="true"/>
    <lcf76f155ced4ddcb4097134ff3c332f xmlns="6b8bfafb-1935-4f2a-88bd-5dad4e80cd4a">
      <Terms xmlns="http://schemas.microsoft.com/office/infopath/2007/PartnerControls"/>
    </lcf76f155ced4ddcb4097134ff3c332f>
    <Language xmlns="6b8bfafb-1935-4f2a-88bd-5dad4e80cd4a">EN</Language>
    <Category xmlns="6b8bfafb-1935-4f2a-88bd-5dad4e80cd4a">PPTTemplateEN</Category>
  </documentManagement>
</p:properties>
</file>

<file path=customXml/itemProps1.xml><?xml version="1.0" encoding="utf-8"?>
<ds:datastoreItem xmlns:ds="http://schemas.openxmlformats.org/officeDocument/2006/customXml" ds:itemID="{78EAAB53-B979-4852-A076-02DCA28C5ADC}">
  <ds:schemaRefs>
    <ds:schemaRef ds:uri="http://schemas.microsoft.com/sharepoint/v3/contenttype/forms"/>
  </ds:schemaRefs>
</ds:datastoreItem>
</file>

<file path=customXml/itemProps2.xml><?xml version="1.0" encoding="utf-8"?>
<ds:datastoreItem xmlns:ds="http://schemas.openxmlformats.org/officeDocument/2006/customXml" ds:itemID="{B08E1383-B41A-42E3-9F79-125A553E6287}">
  <ds:schemaRefs>
    <ds:schemaRef ds:uri="6b8bfafb-1935-4f2a-88bd-5dad4e80cd4a"/>
    <ds:schemaRef ds:uri="76681e01-9e5b-4478-a1b3-478557b625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243C257-1004-4FF2-B048-6CA79940C365}">
  <ds:schemaRefs>
    <ds:schemaRef ds:uri="http://purl.org/dc/elements/1.1/"/>
    <ds:schemaRef ds:uri="http://schemas.openxmlformats.org/package/2006/metadata/core-properties"/>
    <ds:schemaRef ds:uri="76681e01-9e5b-4478-a1b3-478557b6251a"/>
    <ds:schemaRef ds:uri="http://purl.org/dc/terms/"/>
    <ds:schemaRef ds:uri="6b8bfafb-1935-4f2a-88bd-5dad4e80cd4a"/>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EDAG_EE_PPT_Template_EN</Template>
  <TotalTime>0</TotalTime>
  <Words>562</Words>
  <Application>Microsoft Office PowerPoint</Application>
  <PresentationFormat>Widescreen</PresentationFormat>
  <Paragraphs>95</Paragraphs>
  <Slides>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Arial</vt:lpstr>
      <vt:lpstr>Segoe UI</vt:lpstr>
      <vt:lpstr>Symbol</vt:lpstr>
      <vt:lpstr>Wingdings</vt:lpstr>
      <vt:lpstr>EDAG DARK Mode GRAY CORNER</vt:lpstr>
      <vt:lpstr>EDAG title slides </vt:lpstr>
      <vt:lpstr>Driver monitoring system Data analysis tool</vt:lpstr>
      <vt:lpstr>Python megaproject</vt:lpstr>
      <vt:lpstr>Driver Monitoring System (DMS) data analysis tool</vt:lpstr>
      <vt:lpstr>Dataset</vt:lpstr>
      <vt:lpstr>Technology Stack &amp; Python Concepts</vt:lpstr>
      <vt:lpstr>Output Report &amp; Dashboard</vt:lpstr>
      <vt:lpstr>Summary &amp;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Mahmoud, Ahmed</dc:creator>
  <cp:lastModifiedBy>Phalke, Prajwal</cp:lastModifiedBy>
  <cp:revision>107</cp:revision>
  <dcterms:created xsi:type="dcterms:W3CDTF">2026-04-08T13:27:13Z</dcterms:created>
  <dcterms:modified xsi:type="dcterms:W3CDTF">2026-07-22T04:36:18Z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0x010100039878A9C45BD943A5963422BE40D240</vt:lpwstr>
  </property>
  <property fmtid="{D5CDD505-2E9C-101B-9397-08002B2CF9AE}" pid="3" name="MediaServiceImageTags">
    <vt:lpwstr/>
  </property>
</Properties>
</file>